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18a263fda6b9684828040742a003087708ea6b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87572" y="914400"/>
              <a:ext cx="3597254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640702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740007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137226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534445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31665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28884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6104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40702" y="403545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40702" y="3665812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40702" y="3296167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640702" y="2926523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40702" y="2556879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640702" y="2187235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40702" y="1817590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40702" y="144794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611853" y="1711932"/>
              <a:ext cx="930827" cy="1243975"/>
            </a:xfrm>
            <a:custGeom>
              <a:avLst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3112031" y="2292984"/>
              <a:ext cx="1041614" cy="914400"/>
            </a:xfrm>
            <a:custGeom>
              <a:avLst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2117702" y="1306280"/>
              <a:ext cx="2407890" cy="2231492"/>
            </a:xfrm>
            <a:custGeom>
              <a:avLst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640577" y="1694135"/>
              <a:ext cx="952744" cy="914400"/>
            </a:xfrm>
            <a:custGeom>
              <a:avLst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488342" y="1265597"/>
              <a:ext cx="936976" cy="914400"/>
            </a:xfrm>
            <a:custGeom>
              <a:avLst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527754" y="1111206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796672" y="2960636"/>
              <a:ext cx="929431" cy="915704"/>
            </a:xfrm>
            <a:custGeom>
              <a:avLst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762195" y="3114287"/>
              <a:ext cx="1963908" cy="921168"/>
            </a:xfrm>
            <a:custGeom>
              <a:avLst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285318" y="573417"/>
              <a:ext cx="968823" cy="1653363"/>
            </a:xfrm>
            <a:custGeom>
              <a:avLst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830009" y="2871943"/>
              <a:ext cx="915718" cy="956750"/>
            </a:xfrm>
            <a:custGeom>
              <a:avLst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854099" y="2940511"/>
              <a:ext cx="1097299" cy="1094944"/>
            </a:xfrm>
            <a:custGeom>
              <a:avLst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2044931" y="3117663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2163359" y="3079092"/>
              <a:ext cx="1336773" cy="956364"/>
            </a:xfrm>
            <a:custGeom>
              <a:avLst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567251" y="3004459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594715" y="3107645"/>
              <a:ext cx="961516" cy="927810"/>
            </a:xfrm>
            <a:custGeom>
              <a:avLst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2049896" y="2967278"/>
              <a:ext cx="944889" cy="914400"/>
            </a:xfrm>
            <a:custGeom>
              <a:avLst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811704" y="773419"/>
              <a:ext cx="914400" cy="1013957"/>
            </a:xfrm>
            <a:custGeom>
              <a:avLst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745662" y="842293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336270" y="2498220"/>
              <a:ext cx="921789" cy="1251646"/>
            </a:xfrm>
            <a:custGeom>
              <a:avLst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877063" y="1784037"/>
              <a:ext cx="1046890" cy="1566168"/>
            </a:xfrm>
            <a:custGeom>
              <a:avLst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830300" y="2469955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962015" y="2545292"/>
              <a:ext cx="940700" cy="1102488"/>
            </a:xfrm>
            <a:custGeom>
              <a:avLst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2131144" y="2814403"/>
              <a:ext cx="959591" cy="988599"/>
            </a:xfrm>
            <a:custGeom>
              <a:avLst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962597" y="2845646"/>
              <a:ext cx="966302" cy="914400"/>
            </a:xfrm>
            <a:custGeom>
              <a:avLst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324323" y="2769569"/>
              <a:ext cx="921983" cy="935986"/>
            </a:xfrm>
            <a:custGeom>
              <a:avLst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336348" y="2546627"/>
              <a:ext cx="933097" cy="914400"/>
            </a:xfrm>
            <a:custGeom>
              <a:avLst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908483" y="2811605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825607" y="2796437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942852" y="2468601"/>
              <a:ext cx="928578" cy="914400"/>
            </a:xfrm>
            <a:custGeom>
              <a:avLst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2026486" y="1927437"/>
              <a:ext cx="946790" cy="914400"/>
            </a:xfrm>
            <a:custGeom>
              <a:avLst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828741" y="2749589"/>
              <a:ext cx="931545" cy="914400"/>
            </a:xfrm>
            <a:custGeom>
              <a:avLst/>
              <a:pathLst>
                <a:path w="931545" h="914400">
                  <a:moveTo>
                    <a:pt x="914399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257648" y="3327924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484418" y="1819937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188039" y="3164682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18072" y="2610862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942855" y="2995558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273729" y="346074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902882" y="2173890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992785" y="247876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372815" y="3255419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418535" y="3301139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415757" y="1627078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461477" y="1672798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922048" y="2972037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967768" y="3017757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755860" y="2729573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801580" y="2775293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942732" y="3113956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988452" y="3159676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258042" y="3578809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303762" y="3624529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686422" y="2292322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32142" y="2338042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773573" y="2597047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819293" y="2642767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640702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328349" y="3994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52707" y="3976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497422" y="3994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328349" y="362512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452707" y="360665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497422" y="362512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328349" y="325565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452707" y="323718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497422" y="325565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328349" y="288583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452707" y="286736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497422" y="288583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328349" y="251637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452707" y="249790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497422" y="251637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328349" y="21467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452707" y="21282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497422" y="214672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328349" y="177708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452707" y="175861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497422" y="177708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328349" y="140743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452707" y="138896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497422" y="140743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605907" y="40354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05907" y="3665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605907" y="3296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05907" y="29265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605907" y="2556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605907" y="21872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605907" y="18175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605907" y="14479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740007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137226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534445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931665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328884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726104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618209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742567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787281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015428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139786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184500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412647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537006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581720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809867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934225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978939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207086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331445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376159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604306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728664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773378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426091" y="43716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958508" y="2691683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964587" y="2023158"/>
              <a:ext cx="650650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5034176" y="2108249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4176" y="2293375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5209740" y="338882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209740" y="31154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209740" y="28420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209740" y="25686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209740" y="22952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034176" y="338882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034176" y="31154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034176" y="28420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034176" y="25686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034176" y="22952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323221" y="334882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323221" y="307541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323221" y="280201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323221" y="25286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323221" y="22551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640702" y="986823"/>
              <a:ext cx="3353836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Future Treatments</a:t>
              </a:r>
            </a:p>
          </p:txBody>
        </p:sp>
        <p:sp>
          <p:nvSpPr>
            <p:cNvPr id="153" name="rc153"/>
            <p:cNvSpPr/>
            <p:nvPr/>
          </p:nvSpPr>
          <p:spPr>
            <a:xfrm>
              <a:off x="8016939" y="914400"/>
              <a:ext cx="3625721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8570068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669373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9066592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463812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9861031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0258250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0655470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570068" y="403545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570068" y="3665812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570068" y="3296167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570068" y="2926523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570068" y="2556879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570068" y="2187235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570068" y="1817590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570068" y="144794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h169"/>
            <p:cNvSpPr/>
            <p:nvPr/>
          </p:nvSpPr>
          <p:spPr>
            <a:xfrm>
              <a:off x="9541219" y="1711932"/>
              <a:ext cx="930827" cy="1243975"/>
            </a:xfrm>
            <a:custGeom>
              <a:avLst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h170"/>
            <p:cNvSpPr/>
            <p:nvPr/>
          </p:nvSpPr>
          <p:spPr>
            <a:xfrm>
              <a:off x="9041397" y="2292984"/>
              <a:ext cx="1041614" cy="914400"/>
            </a:xfrm>
            <a:custGeom>
              <a:avLst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h171"/>
            <p:cNvSpPr/>
            <p:nvPr/>
          </p:nvSpPr>
          <p:spPr>
            <a:xfrm>
              <a:off x="8047069" y="1306280"/>
              <a:ext cx="2407890" cy="2231492"/>
            </a:xfrm>
            <a:custGeom>
              <a:avLst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h172"/>
            <p:cNvSpPr/>
            <p:nvPr/>
          </p:nvSpPr>
          <p:spPr>
            <a:xfrm>
              <a:off x="9569943" y="1694135"/>
              <a:ext cx="952744" cy="914400"/>
            </a:xfrm>
            <a:custGeom>
              <a:avLst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h173"/>
            <p:cNvSpPr/>
            <p:nvPr/>
          </p:nvSpPr>
          <p:spPr>
            <a:xfrm>
              <a:off x="9417708" y="1265597"/>
              <a:ext cx="936976" cy="914400"/>
            </a:xfrm>
            <a:custGeom>
              <a:avLst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h174"/>
            <p:cNvSpPr/>
            <p:nvPr/>
          </p:nvSpPr>
          <p:spPr>
            <a:xfrm>
              <a:off x="9457120" y="1111206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h175"/>
            <p:cNvSpPr/>
            <p:nvPr/>
          </p:nvSpPr>
          <p:spPr>
            <a:xfrm>
              <a:off x="9726038" y="2960636"/>
              <a:ext cx="929431" cy="915704"/>
            </a:xfrm>
            <a:custGeom>
              <a:avLst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h176"/>
            <p:cNvSpPr/>
            <p:nvPr/>
          </p:nvSpPr>
          <p:spPr>
            <a:xfrm>
              <a:off x="8691561" y="3114287"/>
              <a:ext cx="1963908" cy="921168"/>
            </a:xfrm>
            <a:custGeom>
              <a:avLst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h177"/>
            <p:cNvSpPr/>
            <p:nvPr/>
          </p:nvSpPr>
          <p:spPr>
            <a:xfrm>
              <a:off x="8214684" y="573417"/>
              <a:ext cx="968823" cy="1653363"/>
            </a:xfrm>
            <a:custGeom>
              <a:avLst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h178"/>
            <p:cNvSpPr/>
            <p:nvPr/>
          </p:nvSpPr>
          <p:spPr>
            <a:xfrm>
              <a:off x="7759376" y="2871943"/>
              <a:ext cx="915718" cy="956750"/>
            </a:xfrm>
            <a:custGeom>
              <a:avLst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h179"/>
            <p:cNvSpPr/>
            <p:nvPr/>
          </p:nvSpPr>
          <p:spPr>
            <a:xfrm>
              <a:off x="7783465" y="2940511"/>
              <a:ext cx="1097299" cy="1094944"/>
            </a:xfrm>
            <a:custGeom>
              <a:avLst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h180"/>
            <p:cNvSpPr/>
            <p:nvPr/>
          </p:nvSpPr>
          <p:spPr>
            <a:xfrm>
              <a:off x="7974297" y="3117663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h181"/>
            <p:cNvSpPr/>
            <p:nvPr/>
          </p:nvSpPr>
          <p:spPr>
            <a:xfrm>
              <a:off x="8092726" y="3079092"/>
              <a:ext cx="1336773" cy="956364"/>
            </a:xfrm>
            <a:custGeom>
              <a:avLst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h182"/>
            <p:cNvSpPr/>
            <p:nvPr/>
          </p:nvSpPr>
          <p:spPr>
            <a:xfrm>
              <a:off x="8496617" y="3004459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h183"/>
            <p:cNvSpPr/>
            <p:nvPr/>
          </p:nvSpPr>
          <p:spPr>
            <a:xfrm>
              <a:off x="8524081" y="3107645"/>
              <a:ext cx="961516" cy="927810"/>
            </a:xfrm>
            <a:custGeom>
              <a:avLst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h184"/>
            <p:cNvSpPr/>
            <p:nvPr/>
          </p:nvSpPr>
          <p:spPr>
            <a:xfrm>
              <a:off x="7979262" y="2967278"/>
              <a:ext cx="944889" cy="914400"/>
            </a:xfrm>
            <a:custGeom>
              <a:avLst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h185"/>
            <p:cNvSpPr/>
            <p:nvPr/>
          </p:nvSpPr>
          <p:spPr>
            <a:xfrm>
              <a:off x="9741070" y="773419"/>
              <a:ext cx="914400" cy="1013957"/>
            </a:xfrm>
            <a:custGeom>
              <a:avLst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h186"/>
            <p:cNvSpPr/>
            <p:nvPr/>
          </p:nvSpPr>
          <p:spPr>
            <a:xfrm>
              <a:off x="9675028" y="842293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h187"/>
            <p:cNvSpPr/>
            <p:nvPr/>
          </p:nvSpPr>
          <p:spPr>
            <a:xfrm>
              <a:off x="8265636" y="2498220"/>
              <a:ext cx="921789" cy="1251646"/>
            </a:xfrm>
            <a:custGeom>
              <a:avLst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h188"/>
            <p:cNvSpPr/>
            <p:nvPr/>
          </p:nvSpPr>
          <p:spPr>
            <a:xfrm>
              <a:off x="7806429" y="1784037"/>
              <a:ext cx="1046890" cy="1566168"/>
            </a:xfrm>
            <a:custGeom>
              <a:avLst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h189"/>
            <p:cNvSpPr/>
            <p:nvPr/>
          </p:nvSpPr>
          <p:spPr>
            <a:xfrm>
              <a:off x="7759666" y="2469955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h190"/>
            <p:cNvSpPr/>
            <p:nvPr/>
          </p:nvSpPr>
          <p:spPr>
            <a:xfrm>
              <a:off x="7891381" y="2545292"/>
              <a:ext cx="940700" cy="1102488"/>
            </a:xfrm>
            <a:custGeom>
              <a:avLst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h191"/>
            <p:cNvSpPr/>
            <p:nvPr/>
          </p:nvSpPr>
          <p:spPr>
            <a:xfrm>
              <a:off x="8060510" y="2814403"/>
              <a:ext cx="959591" cy="988599"/>
            </a:xfrm>
            <a:custGeom>
              <a:avLst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h192"/>
            <p:cNvSpPr/>
            <p:nvPr/>
          </p:nvSpPr>
          <p:spPr>
            <a:xfrm>
              <a:off x="7891963" y="2845646"/>
              <a:ext cx="966302" cy="914400"/>
            </a:xfrm>
            <a:custGeom>
              <a:avLst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h193"/>
            <p:cNvSpPr/>
            <p:nvPr/>
          </p:nvSpPr>
          <p:spPr>
            <a:xfrm>
              <a:off x="8253689" y="2769569"/>
              <a:ext cx="921983" cy="935986"/>
            </a:xfrm>
            <a:custGeom>
              <a:avLst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h194"/>
            <p:cNvSpPr/>
            <p:nvPr/>
          </p:nvSpPr>
          <p:spPr>
            <a:xfrm>
              <a:off x="8265714" y="2546627"/>
              <a:ext cx="933097" cy="914400"/>
            </a:xfrm>
            <a:custGeom>
              <a:avLst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h195"/>
            <p:cNvSpPr/>
            <p:nvPr/>
          </p:nvSpPr>
          <p:spPr>
            <a:xfrm>
              <a:off x="7837850" y="2811605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h196"/>
            <p:cNvSpPr/>
            <p:nvPr/>
          </p:nvSpPr>
          <p:spPr>
            <a:xfrm>
              <a:off x="7754973" y="2796437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h197"/>
            <p:cNvSpPr/>
            <p:nvPr/>
          </p:nvSpPr>
          <p:spPr>
            <a:xfrm>
              <a:off x="7872218" y="2468601"/>
              <a:ext cx="928578" cy="914400"/>
            </a:xfrm>
            <a:custGeom>
              <a:avLst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h198"/>
            <p:cNvSpPr/>
            <p:nvPr/>
          </p:nvSpPr>
          <p:spPr>
            <a:xfrm>
              <a:off x="7955852" y="1927437"/>
              <a:ext cx="946790" cy="914400"/>
            </a:xfrm>
            <a:custGeom>
              <a:avLst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h199"/>
            <p:cNvSpPr/>
            <p:nvPr/>
          </p:nvSpPr>
          <p:spPr>
            <a:xfrm>
              <a:off x="8758107" y="2749589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9187014" y="3327924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0413784" y="1819937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9117405" y="3164682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9947438" y="2610862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9872221" y="2995558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9203095" y="346074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8832249" y="2173890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8922151" y="247876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9301970" y="3255407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9347690" y="3301127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0" name="pg210"/>
            <p:cNvSpPr/>
            <p:nvPr/>
          </p:nvSpPr>
          <p:spPr>
            <a:xfrm>
              <a:off x="10170879" y="1938596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tx211"/>
            <p:cNvSpPr/>
            <p:nvPr/>
          </p:nvSpPr>
          <p:spPr>
            <a:xfrm>
              <a:off x="10216599" y="1984316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2" name="pg212"/>
            <p:cNvSpPr/>
            <p:nvPr/>
          </p:nvSpPr>
          <p:spPr>
            <a:xfrm>
              <a:off x="8851510" y="2972236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tx213"/>
            <p:cNvSpPr/>
            <p:nvPr/>
          </p:nvSpPr>
          <p:spPr>
            <a:xfrm>
              <a:off x="8897230" y="3017956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4" name="pg214"/>
            <p:cNvSpPr/>
            <p:nvPr/>
          </p:nvSpPr>
          <p:spPr>
            <a:xfrm>
              <a:off x="9547808" y="2439682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9593528" y="2485402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6" name="pg216"/>
            <p:cNvSpPr/>
            <p:nvPr/>
          </p:nvSpPr>
          <p:spPr>
            <a:xfrm>
              <a:off x="9872203" y="2802816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9917923" y="2848536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8" name="pg218"/>
            <p:cNvSpPr/>
            <p:nvPr/>
          </p:nvSpPr>
          <p:spPr>
            <a:xfrm>
              <a:off x="9187507" y="3578907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tx219"/>
            <p:cNvSpPr/>
            <p:nvPr/>
          </p:nvSpPr>
          <p:spPr>
            <a:xfrm>
              <a:off x="9233227" y="3624627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0" name="pg220"/>
            <p:cNvSpPr/>
            <p:nvPr/>
          </p:nvSpPr>
          <p:spPr>
            <a:xfrm>
              <a:off x="8615788" y="2292219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1"/>
            <p:cNvSpPr/>
            <p:nvPr/>
          </p:nvSpPr>
          <p:spPr>
            <a:xfrm>
              <a:off x="8661508" y="2337939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2" name="pg222"/>
            <p:cNvSpPr/>
            <p:nvPr/>
          </p:nvSpPr>
          <p:spPr>
            <a:xfrm>
              <a:off x="9049677" y="2560650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>
              <a:off x="9095397" y="2606370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4" name="rc224"/>
            <p:cNvSpPr/>
            <p:nvPr/>
          </p:nvSpPr>
          <p:spPr>
            <a:xfrm>
              <a:off x="8570068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tx225"/>
            <p:cNvSpPr/>
            <p:nvPr/>
          </p:nvSpPr>
          <p:spPr>
            <a:xfrm>
              <a:off x="8257715" y="3994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8382074" y="3976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8426788" y="3994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257715" y="362512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8382074" y="360665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8426788" y="362512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257715" y="325565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382074" y="323718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8426788" y="325565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8257715" y="288583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8382074" y="286736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8426788" y="288583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8257715" y="251637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8382074" y="249790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8426788" y="251637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8257715" y="21467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382074" y="21282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426788" y="214672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8257715" y="177708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8382074" y="175861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8426788" y="177708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8257715" y="140743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8382074" y="138896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8426788" y="140743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9" name="pl249"/>
            <p:cNvSpPr/>
            <p:nvPr/>
          </p:nvSpPr>
          <p:spPr>
            <a:xfrm>
              <a:off x="8535273" y="40354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8535273" y="3665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8535273" y="3296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8535273" y="29265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8535273" y="2556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8535273" y="21872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535273" y="18175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8535273" y="14479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8669373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9066592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9463812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9861031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0258250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0655470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tx263"/>
            <p:cNvSpPr/>
            <p:nvPr/>
          </p:nvSpPr>
          <p:spPr>
            <a:xfrm>
              <a:off x="8547575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8671933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8716647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8944794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9069152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9113867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9342013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9466372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9511086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9739233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9863591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9908305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10136452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10260811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0305525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0533672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0658030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0702744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9355457" y="43716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2" name="tx282"/>
            <p:cNvSpPr/>
            <p:nvPr/>
          </p:nvSpPr>
          <p:spPr>
            <a:xfrm rot="-5400000">
              <a:off x="7887874" y="2691683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3" name="rc283"/>
            <p:cNvSpPr/>
            <p:nvPr/>
          </p:nvSpPr>
          <p:spPr>
            <a:xfrm>
              <a:off x="10893953" y="1947720"/>
              <a:ext cx="679118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tx284"/>
            <p:cNvSpPr/>
            <p:nvPr/>
          </p:nvSpPr>
          <p:spPr>
            <a:xfrm>
              <a:off x="10963542" y="2032811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10963542" y="2183687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286" name="pic2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63542" y="2368813"/>
              <a:ext cx="219455" cy="1097280"/>
            </a:xfrm>
            <a:prstGeom prst="rect">
              <a:avLst/>
            </a:prstGeom>
          </p:spPr>
        </p:pic>
        <p:sp>
          <p:nvSpPr>
            <p:cNvPr id="287" name="pl287"/>
            <p:cNvSpPr/>
            <p:nvPr/>
          </p:nvSpPr>
          <p:spPr>
            <a:xfrm>
              <a:off x="11139107" y="346426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11139107" y="319085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11139107" y="291745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11139107" y="26440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11139107" y="237064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10963542" y="346426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0963542" y="319085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0963542" y="291745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10963542" y="26440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963542" y="237064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tx297"/>
            <p:cNvSpPr/>
            <p:nvPr/>
          </p:nvSpPr>
          <p:spPr>
            <a:xfrm>
              <a:off x="11252587" y="342425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1252587" y="3150853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1252587" y="28774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1252587" y="260404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1252587" y="233063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8570068" y="739935"/>
              <a:ext cx="3849075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Survival 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8570068" y="986823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304" name="rc304"/>
            <p:cNvSpPr/>
            <p:nvPr/>
          </p:nvSpPr>
          <p:spPr>
            <a:xfrm>
              <a:off x="19124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256487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296207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359284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75649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415369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4550903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2465569" y="7693060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2465569" y="732342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2465569" y="6953795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2465569" y="658416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2465569" y="6214531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2465569" y="584489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2465569" y="5475266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2465569" y="510563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h320"/>
            <p:cNvSpPr/>
            <p:nvPr/>
          </p:nvSpPr>
          <p:spPr>
            <a:xfrm>
              <a:off x="3436659" y="5369581"/>
              <a:ext cx="930827" cy="1243964"/>
            </a:xfrm>
            <a:custGeom>
              <a:avLst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h321"/>
            <p:cNvSpPr/>
            <p:nvPr/>
          </p:nvSpPr>
          <p:spPr>
            <a:xfrm>
              <a:off x="2936853" y="5950615"/>
              <a:ext cx="1041610" cy="914400"/>
            </a:xfrm>
            <a:custGeom>
              <a:avLst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h322"/>
            <p:cNvSpPr/>
            <p:nvPr/>
          </p:nvSpPr>
          <p:spPr>
            <a:xfrm>
              <a:off x="1942557" y="4963942"/>
              <a:ext cx="2407842" cy="2231449"/>
            </a:xfrm>
            <a:custGeom>
              <a:avLst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h323"/>
            <p:cNvSpPr/>
            <p:nvPr/>
          </p:nvSpPr>
          <p:spPr>
            <a:xfrm>
              <a:off x="3465383" y="5351785"/>
              <a:ext cx="952743" cy="914400"/>
            </a:xfrm>
            <a:custGeom>
              <a:avLst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h324"/>
            <p:cNvSpPr/>
            <p:nvPr/>
          </p:nvSpPr>
          <p:spPr>
            <a:xfrm>
              <a:off x="3313152" y="4923261"/>
              <a:ext cx="936975" cy="914400"/>
            </a:xfrm>
            <a:custGeom>
              <a:avLst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h325"/>
            <p:cNvSpPr/>
            <p:nvPr/>
          </p:nvSpPr>
          <p:spPr>
            <a:xfrm>
              <a:off x="3352563" y="4768874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h326"/>
            <p:cNvSpPr/>
            <p:nvPr/>
          </p:nvSpPr>
          <p:spPr>
            <a:xfrm>
              <a:off x="3621472" y="6618245"/>
              <a:ext cx="929431" cy="915703"/>
            </a:xfrm>
            <a:custGeom>
              <a:avLst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h327"/>
            <p:cNvSpPr/>
            <p:nvPr/>
          </p:nvSpPr>
          <p:spPr>
            <a:xfrm>
              <a:off x="2587028" y="6771892"/>
              <a:ext cx="1963875" cy="921168"/>
            </a:xfrm>
            <a:custGeom>
              <a:avLst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h328"/>
            <p:cNvSpPr/>
            <p:nvPr/>
          </p:nvSpPr>
          <p:spPr>
            <a:xfrm>
              <a:off x="2110167" y="4231103"/>
              <a:ext cx="968821" cy="1653339"/>
            </a:xfrm>
            <a:custGeom>
              <a:avLst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h329"/>
            <p:cNvSpPr/>
            <p:nvPr/>
          </p:nvSpPr>
          <p:spPr>
            <a:xfrm>
              <a:off x="1654873" y="6529555"/>
              <a:ext cx="915718" cy="956749"/>
            </a:xfrm>
            <a:custGeom>
              <a:avLst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h330"/>
            <p:cNvSpPr/>
            <p:nvPr/>
          </p:nvSpPr>
          <p:spPr>
            <a:xfrm>
              <a:off x="1678961" y="6598121"/>
              <a:ext cx="1097293" cy="1094938"/>
            </a:xfrm>
            <a:custGeom>
              <a:avLst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h331"/>
            <p:cNvSpPr/>
            <p:nvPr/>
          </p:nvSpPr>
          <p:spPr>
            <a:xfrm>
              <a:off x="1869787" y="6775267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h332"/>
            <p:cNvSpPr/>
            <p:nvPr/>
          </p:nvSpPr>
          <p:spPr>
            <a:xfrm>
              <a:off x="1988212" y="6736697"/>
              <a:ext cx="1336760" cy="956362"/>
            </a:xfrm>
            <a:custGeom>
              <a:avLst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h333"/>
            <p:cNvSpPr/>
            <p:nvPr/>
          </p:nvSpPr>
          <p:spPr>
            <a:xfrm>
              <a:off x="2392091" y="6662067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h334"/>
            <p:cNvSpPr/>
            <p:nvPr/>
          </p:nvSpPr>
          <p:spPr>
            <a:xfrm>
              <a:off x="2419554" y="6765250"/>
              <a:ext cx="961514" cy="927810"/>
            </a:xfrm>
            <a:custGeom>
              <a:avLst/>
              <a:pathLst>
                <a:path w="961514" h="927810">
                  <a:moveTo>
                    <a:pt x="914399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h335"/>
            <p:cNvSpPr/>
            <p:nvPr/>
          </p:nvSpPr>
          <p:spPr>
            <a:xfrm>
              <a:off x="1874752" y="6624887"/>
              <a:ext cx="944888" cy="914400"/>
            </a:xfrm>
            <a:custGeom>
              <a:avLst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h336"/>
            <p:cNvSpPr/>
            <p:nvPr/>
          </p:nvSpPr>
          <p:spPr>
            <a:xfrm>
              <a:off x="3636503" y="4431098"/>
              <a:ext cx="914400" cy="1013954"/>
            </a:xfrm>
            <a:custGeom>
              <a:avLst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h337"/>
            <p:cNvSpPr/>
            <p:nvPr/>
          </p:nvSpPr>
          <p:spPr>
            <a:xfrm>
              <a:off x="3570464" y="4499970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h338"/>
            <p:cNvSpPr/>
            <p:nvPr/>
          </p:nvSpPr>
          <p:spPr>
            <a:xfrm>
              <a:off x="2161117" y="6155844"/>
              <a:ext cx="921789" cy="1251635"/>
            </a:xfrm>
            <a:custGeom>
              <a:avLst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h339"/>
            <p:cNvSpPr/>
            <p:nvPr/>
          </p:nvSpPr>
          <p:spPr>
            <a:xfrm>
              <a:off x="1701925" y="5441685"/>
              <a:ext cx="1046886" cy="1566147"/>
            </a:xfrm>
            <a:custGeom>
              <a:avLst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h340"/>
            <p:cNvSpPr/>
            <p:nvPr/>
          </p:nvSpPr>
          <p:spPr>
            <a:xfrm>
              <a:off x="1655164" y="6127580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h341"/>
            <p:cNvSpPr/>
            <p:nvPr/>
          </p:nvSpPr>
          <p:spPr>
            <a:xfrm>
              <a:off x="1786874" y="6202914"/>
              <a:ext cx="940699" cy="1102482"/>
            </a:xfrm>
            <a:custGeom>
              <a:avLst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h342"/>
            <p:cNvSpPr/>
            <p:nvPr/>
          </p:nvSpPr>
          <p:spPr>
            <a:xfrm>
              <a:off x="1955997" y="6472017"/>
              <a:ext cx="959590" cy="988597"/>
            </a:xfrm>
            <a:custGeom>
              <a:avLst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h343"/>
            <p:cNvSpPr/>
            <p:nvPr/>
          </p:nvSpPr>
          <p:spPr>
            <a:xfrm>
              <a:off x="1787456" y="6503259"/>
              <a:ext cx="966300" cy="914400"/>
            </a:xfrm>
            <a:custGeom>
              <a:avLst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h344"/>
            <p:cNvSpPr/>
            <p:nvPr/>
          </p:nvSpPr>
          <p:spPr>
            <a:xfrm>
              <a:off x="2149170" y="6427184"/>
              <a:ext cx="921983" cy="935985"/>
            </a:xfrm>
            <a:custGeom>
              <a:avLst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h345"/>
            <p:cNvSpPr/>
            <p:nvPr/>
          </p:nvSpPr>
          <p:spPr>
            <a:xfrm>
              <a:off x="2161195" y="6204250"/>
              <a:ext cx="933096" cy="914400"/>
            </a:xfrm>
            <a:custGeom>
              <a:avLst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h346"/>
            <p:cNvSpPr/>
            <p:nvPr/>
          </p:nvSpPr>
          <p:spPr>
            <a:xfrm>
              <a:off x="1733344" y="6469219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h347"/>
            <p:cNvSpPr/>
            <p:nvPr/>
          </p:nvSpPr>
          <p:spPr>
            <a:xfrm>
              <a:off x="1650470" y="6454052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h348"/>
            <p:cNvSpPr/>
            <p:nvPr/>
          </p:nvSpPr>
          <p:spPr>
            <a:xfrm>
              <a:off x="1767712" y="6126226"/>
              <a:ext cx="928577" cy="914400"/>
            </a:xfrm>
            <a:custGeom>
              <a:avLst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h349"/>
            <p:cNvSpPr/>
            <p:nvPr/>
          </p:nvSpPr>
          <p:spPr>
            <a:xfrm>
              <a:off x="1851343" y="5585080"/>
              <a:ext cx="946789" cy="914400"/>
            </a:xfrm>
            <a:custGeom>
              <a:avLst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h350"/>
            <p:cNvSpPr/>
            <p:nvPr/>
          </p:nvSpPr>
          <p:spPr>
            <a:xfrm>
              <a:off x="2653572" y="6407205"/>
              <a:ext cx="931545" cy="914400"/>
            </a:xfrm>
            <a:custGeom>
              <a:avLst/>
              <a:pathLst>
                <a:path w="931545" h="914400">
                  <a:moveTo>
                    <a:pt x="914399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082493" y="6985549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4309224" y="5477611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012886" y="6822312"/>
              <a:ext cx="117405" cy="117405"/>
            </a:xfrm>
            <a:prstGeom prst="ellipse">
              <a:avLst/>
            </a:prstGeom>
            <a:solidFill>
              <a:srgbClr val="F88E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842892" y="6268510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767678" y="6653194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098574" y="7118361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727739" y="5831552"/>
              <a:ext cx="117405" cy="117405"/>
            </a:xfrm>
            <a:prstGeom prst="ellipse">
              <a:avLst/>
            </a:prstGeom>
            <a:solidFill>
              <a:srgbClr val="7B23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2817639" y="6136412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197379" y="6913070"/>
              <a:ext cx="379476" cy="191749"/>
            </a:xfrm>
            <a:custGeom>
              <a:avLst/>
              <a:pathLst>
                <a:path w="379476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3243099" y="6958790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361" name="pg361"/>
            <p:cNvSpPr/>
            <p:nvPr/>
          </p:nvSpPr>
          <p:spPr>
            <a:xfrm>
              <a:off x="4066590" y="5595910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tx362"/>
            <p:cNvSpPr/>
            <p:nvPr/>
          </p:nvSpPr>
          <p:spPr>
            <a:xfrm>
              <a:off x="4112310" y="5641630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2746790" y="6629404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tx364"/>
            <p:cNvSpPr/>
            <p:nvPr/>
          </p:nvSpPr>
          <p:spPr>
            <a:xfrm>
              <a:off x="2792510" y="6675124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365" name="pg365"/>
            <p:cNvSpPr/>
            <p:nvPr/>
          </p:nvSpPr>
          <p:spPr>
            <a:xfrm>
              <a:off x="3580828" y="6386891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tx366"/>
            <p:cNvSpPr/>
            <p:nvPr/>
          </p:nvSpPr>
          <p:spPr>
            <a:xfrm>
              <a:off x="3626548" y="6432611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367" name="pg367"/>
            <p:cNvSpPr/>
            <p:nvPr/>
          </p:nvSpPr>
          <p:spPr>
            <a:xfrm>
              <a:off x="3767419" y="6771419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>
              <a:off x="3813139" y="6817139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369" name="pg369"/>
            <p:cNvSpPr/>
            <p:nvPr/>
          </p:nvSpPr>
          <p:spPr>
            <a:xfrm>
              <a:off x="3082824" y="7236489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tx370"/>
            <p:cNvSpPr/>
            <p:nvPr/>
          </p:nvSpPr>
          <p:spPr>
            <a:xfrm>
              <a:off x="3128544" y="7282209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371" name="pg371"/>
            <p:cNvSpPr/>
            <p:nvPr/>
          </p:nvSpPr>
          <p:spPr>
            <a:xfrm>
              <a:off x="2511289" y="5950050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tx372"/>
            <p:cNvSpPr/>
            <p:nvPr/>
          </p:nvSpPr>
          <p:spPr>
            <a:xfrm>
              <a:off x="2557009" y="5995770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373" name="pg373"/>
            <p:cNvSpPr/>
            <p:nvPr/>
          </p:nvSpPr>
          <p:spPr>
            <a:xfrm>
              <a:off x="2945356" y="6218372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tx374"/>
            <p:cNvSpPr/>
            <p:nvPr/>
          </p:nvSpPr>
          <p:spPr>
            <a:xfrm>
              <a:off x="2991076" y="6264092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375" name="rc375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tx376"/>
            <p:cNvSpPr/>
            <p:nvPr/>
          </p:nvSpPr>
          <p:spPr>
            <a:xfrm>
              <a:off x="2153216" y="765236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2277574" y="76338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2322288" y="765236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153216" y="728273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2277574" y="726426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2322288" y="728273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2153216" y="691328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2277574" y="689481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2322288" y="691328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2153216" y="654347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2277574" y="652500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2322288" y="654347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2153216" y="617402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2277574" y="615555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2322288" y="617402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2153216" y="580439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277574" y="578591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322288" y="580439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153216" y="54347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2277574" y="541628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2322288" y="543475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2153216" y="506512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2277574" y="504665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322288" y="506512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400" name="pl400"/>
            <p:cNvSpPr/>
            <p:nvPr/>
          </p:nvSpPr>
          <p:spPr>
            <a:xfrm>
              <a:off x="2430774" y="7693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2430774" y="73234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2430774" y="6953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2430774" y="6584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2430774" y="62145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430774" y="5844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430774" y="54752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430774" y="5105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256487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296207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359284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75649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415369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550903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tx414"/>
            <p:cNvSpPr/>
            <p:nvPr/>
          </p:nvSpPr>
          <p:spPr>
            <a:xfrm>
              <a:off x="244307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256743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261214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284027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96463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00935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323748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36184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40655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63469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375905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380376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403189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415625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420097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442910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455346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459817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3250923" y="80292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433" name="tx433"/>
            <p:cNvSpPr/>
            <p:nvPr/>
          </p:nvSpPr>
          <p:spPr>
            <a:xfrm rot="-5400000">
              <a:off x="1783375" y="6349329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434" name="rc434"/>
            <p:cNvSpPr/>
            <p:nvPr/>
          </p:nvSpPr>
          <p:spPr>
            <a:xfrm>
              <a:off x="4789383" y="5680804"/>
              <a:ext cx="1000987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4858972" y="5765895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436" name="pic4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8972" y="5951021"/>
              <a:ext cx="219455" cy="1097280"/>
            </a:xfrm>
            <a:prstGeom prst="rect">
              <a:avLst/>
            </a:prstGeom>
          </p:spPr>
        </p:pic>
        <p:sp>
          <p:nvSpPr>
            <p:cNvPr id="437" name="pl437"/>
            <p:cNvSpPr/>
            <p:nvPr/>
          </p:nvSpPr>
          <p:spPr>
            <a:xfrm>
              <a:off x="5034537" y="70464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034537" y="67730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5034537" y="64996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034537" y="622625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5034537" y="59528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4858972" y="70464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858972" y="67730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858972" y="64996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4858972" y="622625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4858972" y="59528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tx447"/>
            <p:cNvSpPr/>
            <p:nvPr/>
          </p:nvSpPr>
          <p:spPr>
            <a:xfrm>
              <a:off x="5148017" y="7006467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5148017" y="6733061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5148017" y="6459656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5148017" y="6186250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5148017" y="591284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2465569" y="4397627"/>
              <a:ext cx="3641780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Survival Offset 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2465569" y="4644515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454" name="rc454"/>
            <p:cNvSpPr/>
            <p:nvPr/>
          </p:nvSpPr>
          <p:spPr>
            <a:xfrm>
              <a:off x="78560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850847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890567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9302884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970009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1009729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10494503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8409169" y="7693060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8409169" y="732342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8409169" y="6953795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8409169" y="658416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8409169" y="6214531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8409169" y="584489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8409169" y="5475266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8409169" y="510563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h470"/>
            <p:cNvSpPr/>
            <p:nvPr/>
          </p:nvSpPr>
          <p:spPr>
            <a:xfrm>
              <a:off x="9380259" y="5369581"/>
              <a:ext cx="930827" cy="1243964"/>
            </a:xfrm>
            <a:custGeom>
              <a:avLst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h471"/>
            <p:cNvSpPr/>
            <p:nvPr/>
          </p:nvSpPr>
          <p:spPr>
            <a:xfrm>
              <a:off x="8880453" y="5950615"/>
              <a:ext cx="1041610" cy="914400"/>
            </a:xfrm>
            <a:custGeom>
              <a:avLst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h472"/>
            <p:cNvSpPr/>
            <p:nvPr/>
          </p:nvSpPr>
          <p:spPr>
            <a:xfrm>
              <a:off x="7886157" y="4963942"/>
              <a:ext cx="2407842" cy="2231449"/>
            </a:xfrm>
            <a:custGeom>
              <a:avLst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h473"/>
            <p:cNvSpPr/>
            <p:nvPr/>
          </p:nvSpPr>
          <p:spPr>
            <a:xfrm>
              <a:off x="9408983" y="5351785"/>
              <a:ext cx="952743" cy="914400"/>
            </a:xfrm>
            <a:custGeom>
              <a:avLst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h474"/>
            <p:cNvSpPr/>
            <p:nvPr/>
          </p:nvSpPr>
          <p:spPr>
            <a:xfrm>
              <a:off x="9256752" y="4923261"/>
              <a:ext cx="936975" cy="914400"/>
            </a:xfrm>
            <a:custGeom>
              <a:avLst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h475"/>
            <p:cNvSpPr/>
            <p:nvPr/>
          </p:nvSpPr>
          <p:spPr>
            <a:xfrm>
              <a:off x="9296163" y="4768874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h476"/>
            <p:cNvSpPr/>
            <p:nvPr/>
          </p:nvSpPr>
          <p:spPr>
            <a:xfrm>
              <a:off x="9565072" y="6618245"/>
              <a:ext cx="929431" cy="915703"/>
            </a:xfrm>
            <a:custGeom>
              <a:avLst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h477"/>
            <p:cNvSpPr/>
            <p:nvPr/>
          </p:nvSpPr>
          <p:spPr>
            <a:xfrm>
              <a:off x="8530628" y="6771892"/>
              <a:ext cx="1963875" cy="921168"/>
            </a:xfrm>
            <a:custGeom>
              <a:avLst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h478"/>
            <p:cNvSpPr/>
            <p:nvPr/>
          </p:nvSpPr>
          <p:spPr>
            <a:xfrm>
              <a:off x="8053767" y="4231103"/>
              <a:ext cx="968821" cy="1653339"/>
            </a:xfrm>
            <a:custGeom>
              <a:avLst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h479"/>
            <p:cNvSpPr/>
            <p:nvPr/>
          </p:nvSpPr>
          <p:spPr>
            <a:xfrm>
              <a:off x="7598473" y="6529555"/>
              <a:ext cx="915718" cy="956749"/>
            </a:xfrm>
            <a:custGeom>
              <a:avLst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h480"/>
            <p:cNvSpPr/>
            <p:nvPr/>
          </p:nvSpPr>
          <p:spPr>
            <a:xfrm>
              <a:off x="7622561" y="6598121"/>
              <a:ext cx="1097293" cy="1094938"/>
            </a:xfrm>
            <a:custGeom>
              <a:avLst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h481"/>
            <p:cNvSpPr/>
            <p:nvPr/>
          </p:nvSpPr>
          <p:spPr>
            <a:xfrm>
              <a:off x="7813387" y="6775267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h482"/>
            <p:cNvSpPr/>
            <p:nvPr/>
          </p:nvSpPr>
          <p:spPr>
            <a:xfrm>
              <a:off x="7931812" y="6736697"/>
              <a:ext cx="1336760" cy="956362"/>
            </a:xfrm>
            <a:custGeom>
              <a:avLst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h483"/>
            <p:cNvSpPr/>
            <p:nvPr/>
          </p:nvSpPr>
          <p:spPr>
            <a:xfrm>
              <a:off x="8335691" y="6662067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h484"/>
            <p:cNvSpPr/>
            <p:nvPr/>
          </p:nvSpPr>
          <p:spPr>
            <a:xfrm>
              <a:off x="8363154" y="6765250"/>
              <a:ext cx="961514" cy="927810"/>
            </a:xfrm>
            <a:custGeom>
              <a:avLst/>
              <a:pathLst>
                <a:path w="961514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h485"/>
            <p:cNvSpPr/>
            <p:nvPr/>
          </p:nvSpPr>
          <p:spPr>
            <a:xfrm>
              <a:off x="7818352" y="6624887"/>
              <a:ext cx="944888" cy="914400"/>
            </a:xfrm>
            <a:custGeom>
              <a:avLst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h486"/>
            <p:cNvSpPr/>
            <p:nvPr/>
          </p:nvSpPr>
          <p:spPr>
            <a:xfrm>
              <a:off x="9580103" y="4431098"/>
              <a:ext cx="914400" cy="1013954"/>
            </a:xfrm>
            <a:custGeom>
              <a:avLst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h487"/>
            <p:cNvSpPr/>
            <p:nvPr/>
          </p:nvSpPr>
          <p:spPr>
            <a:xfrm>
              <a:off x="9514064" y="4499970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h488"/>
            <p:cNvSpPr/>
            <p:nvPr/>
          </p:nvSpPr>
          <p:spPr>
            <a:xfrm>
              <a:off x="8104717" y="6155844"/>
              <a:ext cx="921789" cy="1251635"/>
            </a:xfrm>
            <a:custGeom>
              <a:avLst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h489"/>
            <p:cNvSpPr/>
            <p:nvPr/>
          </p:nvSpPr>
          <p:spPr>
            <a:xfrm>
              <a:off x="7645525" y="5441685"/>
              <a:ext cx="1046886" cy="1566147"/>
            </a:xfrm>
            <a:custGeom>
              <a:avLst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h490"/>
            <p:cNvSpPr/>
            <p:nvPr/>
          </p:nvSpPr>
          <p:spPr>
            <a:xfrm>
              <a:off x="7598764" y="6127580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h491"/>
            <p:cNvSpPr/>
            <p:nvPr/>
          </p:nvSpPr>
          <p:spPr>
            <a:xfrm>
              <a:off x="7730474" y="6202914"/>
              <a:ext cx="940699" cy="1102482"/>
            </a:xfrm>
            <a:custGeom>
              <a:avLst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h492"/>
            <p:cNvSpPr/>
            <p:nvPr/>
          </p:nvSpPr>
          <p:spPr>
            <a:xfrm>
              <a:off x="7899597" y="6472017"/>
              <a:ext cx="959590" cy="988597"/>
            </a:xfrm>
            <a:custGeom>
              <a:avLst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h493"/>
            <p:cNvSpPr/>
            <p:nvPr/>
          </p:nvSpPr>
          <p:spPr>
            <a:xfrm>
              <a:off x="7731056" y="6503259"/>
              <a:ext cx="966300" cy="914400"/>
            </a:xfrm>
            <a:custGeom>
              <a:avLst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h494"/>
            <p:cNvSpPr/>
            <p:nvPr/>
          </p:nvSpPr>
          <p:spPr>
            <a:xfrm>
              <a:off x="8092770" y="6427184"/>
              <a:ext cx="921983" cy="935985"/>
            </a:xfrm>
            <a:custGeom>
              <a:avLst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h495"/>
            <p:cNvSpPr/>
            <p:nvPr/>
          </p:nvSpPr>
          <p:spPr>
            <a:xfrm>
              <a:off x="8104795" y="6204250"/>
              <a:ext cx="933096" cy="914400"/>
            </a:xfrm>
            <a:custGeom>
              <a:avLst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h496"/>
            <p:cNvSpPr/>
            <p:nvPr/>
          </p:nvSpPr>
          <p:spPr>
            <a:xfrm>
              <a:off x="7676944" y="6469219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h497"/>
            <p:cNvSpPr/>
            <p:nvPr/>
          </p:nvSpPr>
          <p:spPr>
            <a:xfrm>
              <a:off x="7594070" y="6454052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h498"/>
            <p:cNvSpPr/>
            <p:nvPr/>
          </p:nvSpPr>
          <p:spPr>
            <a:xfrm>
              <a:off x="7711312" y="6126226"/>
              <a:ext cx="928577" cy="914400"/>
            </a:xfrm>
            <a:custGeom>
              <a:avLst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h499"/>
            <p:cNvSpPr/>
            <p:nvPr/>
          </p:nvSpPr>
          <p:spPr>
            <a:xfrm>
              <a:off x="7794943" y="5585080"/>
              <a:ext cx="946789" cy="914400"/>
            </a:xfrm>
            <a:custGeom>
              <a:avLst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h500"/>
            <p:cNvSpPr/>
            <p:nvPr/>
          </p:nvSpPr>
          <p:spPr>
            <a:xfrm>
              <a:off x="8597172" y="6407205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9026093" y="6985549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0252824" y="5477611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8956486" y="6822312"/>
              <a:ext cx="117405" cy="117405"/>
            </a:xfrm>
            <a:prstGeom prst="ellipse">
              <a:avLst/>
            </a:prstGeom>
            <a:solidFill>
              <a:srgbClr val="F484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9786492" y="626851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9711278" y="6653194"/>
              <a:ext cx="117405" cy="117405"/>
            </a:xfrm>
            <a:prstGeom prst="ellipse">
              <a:avLst/>
            </a:prstGeom>
            <a:solidFill>
              <a:srgbClr val="5115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9042174" y="7118361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8671339" y="5831552"/>
              <a:ext cx="117405" cy="117405"/>
            </a:xfrm>
            <a:prstGeom prst="ellipse">
              <a:avLst/>
            </a:prstGeom>
            <a:solidFill>
              <a:srgbClr val="641B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8761239" y="6136412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9140983" y="6912987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tx510"/>
            <p:cNvSpPr/>
            <p:nvPr/>
          </p:nvSpPr>
          <p:spPr>
            <a:xfrm>
              <a:off x="9186703" y="6958707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11" name="pg511"/>
            <p:cNvSpPr/>
            <p:nvPr/>
          </p:nvSpPr>
          <p:spPr>
            <a:xfrm>
              <a:off x="10183969" y="5285055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tx512"/>
            <p:cNvSpPr/>
            <p:nvPr/>
          </p:nvSpPr>
          <p:spPr>
            <a:xfrm>
              <a:off x="10229689" y="5330775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513" name="pg513"/>
            <p:cNvSpPr/>
            <p:nvPr/>
          </p:nvSpPr>
          <p:spPr>
            <a:xfrm>
              <a:off x="8690794" y="6629941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tx514"/>
            <p:cNvSpPr/>
            <p:nvPr/>
          </p:nvSpPr>
          <p:spPr>
            <a:xfrm>
              <a:off x="8736514" y="6675661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9763486" y="6075380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tx516"/>
            <p:cNvSpPr/>
            <p:nvPr/>
          </p:nvSpPr>
          <p:spPr>
            <a:xfrm>
              <a:off x="9809206" y="6121100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517" name="pg517"/>
            <p:cNvSpPr/>
            <p:nvPr/>
          </p:nvSpPr>
          <p:spPr>
            <a:xfrm>
              <a:off x="9711096" y="6771458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tx518"/>
            <p:cNvSpPr/>
            <p:nvPr/>
          </p:nvSpPr>
          <p:spPr>
            <a:xfrm>
              <a:off x="9756816" y="6817178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19" name="pg519"/>
            <p:cNvSpPr/>
            <p:nvPr/>
          </p:nvSpPr>
          <p:spPr>
            <a:xfrm>
              <a:off x="9026412" y="7236423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tx520"/>
            <p:cNvSpPr/>
            <p:nvPr/>
          </p:nvSpPr>
          <p:spPr>
            <a:xfrm>
              <a:off x="9072132" y="7282143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21" name="pg521"/>
            <p:cNvSpPr/>
            <p:nvPr/>
          </p:nvSpPr>
          <p:spPr>
            <a:xfrm>
              <a:off x="8677776" y="5639039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tx522"/>
            <p:cNvSpPr/>
            <p:nvPr/>
          </p:nvSpPr>
          <p:spPr>
            <a:xfrm>
              <a:off x="8723496" y="5684759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23" name="pg523"/>
            <p:cNvSpPr/>
            <p:nvPr/>
          </p:nvSpPr>
          <p:spPr>
            <a:xfrm>
              <a:off x="8541711" y="6254908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tx524"/>
            <p:cNvSpPr/>
            <p:nvPr/>
          </p:nvSpPr>
          <p:spPr>
            <a:xfrm>
              <a:off x="8587431" y="6300628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25" name="rc525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tx526"/>
            <p:cNvSpPr/>
            <p:nvPr/>
          </p:nvSpPr>
          <p:spPr>
            <a:xfrm>
              <a:off x="8096816" y="765236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8221174" y="76338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8265888" y="765236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8096816" y="728273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221174" y="726426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8265888" y="728273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8096816" y="691328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8221174" y="689481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8265888" y="691328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8096816" y="654347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8221174" y="652500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8265888" y="654347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8096816" y="617402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8221174" y="615555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8265888" y="617402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8096816" y="580439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8221174" y="578591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8265888" y="580439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8096816" y="54347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8221174" y="541628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8265888" y="543475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8096816" y="506512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8221174" y="504665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8265888" y="506512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50" name="pl550"/>
            <p:cNvSpPr/>
            <p:nvPr/>
          </p:nvSpPr>
          <p:spPr>
            <a:xfrm>
              <a:off x="8374374" y="7693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8374374" y="73234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8374374" y="6953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8374374" y="6584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8374374" y="62145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8374374" y="5844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8374374" y="54752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8374374" y="5105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850847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890567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9302884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970009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009729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0494503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tx564"/>
            <p:cNvSpPr/>
            <p:nvPr/>
          </p:nvSpPr>
          <p:spPr>
            <a:xfrm>
              <a:off x="838667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851103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855574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878387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890823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895295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918108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930544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935015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957829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970265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974736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997549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1009985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1014457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1037270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1049706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1054177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9194523" y="80292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583" name="tx583"/>
            <p:cNvSpPr/>
            <p:nvPr/>
          </p:nvSpPr>
          <p:spPr>
            <a:xfrm rot="-5400000">
              <a:off x="7726975" y="6349329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584" name="rc584"/>
            <p:cNvSpPr/>
            <p:nvPr/>
          </p:nvSpPr>
          <p:spPr>
            <a:xfrm>
              <a:off x="10732983" y="5605366"/>
              <a:ext cx="1000987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tx585"/>
            <p:cNvSpPr/>
            <p:nvPr/>
          </p:nvSpPr>
          <p:spPr>
            <a:xfrm>
              <a:off x="10802572" y="5690457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10802572" y="5841333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587" name="pic5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2572" y="6026459"/>
              <a:ext cx="219455" cy="1097280"/>
            </a:xfrm>
            <a:prstGeom prst="rect">
              <a:avLst/>
            </a:prstGeom>
          </p:spPr>
        </p:pic>
        <p:sp>
          <p:nvSpPr>
            <p:cNvPr id="588" name="pl588"/>
            <p:cNvSpPr/>
            <p:nvPr/>
          </p:nvSpPr>
          <p:spPr>
            <a:xfrm>
              <a:off x="10978137" y="712191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10978137" y="68485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10978137" y="657509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10978137" y="630169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10978137" y="60282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10802572" y="712191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10802572" y="68485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10802572" y="657509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10802572" y="630169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10802572" y="60282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tx598"/>
            <p:cNvSpPr/>
            <p:nvPr/>
          </p:nvSpPr>
          <p:spPr>
            <a:xfrm>
              <a:off x="11091617" y="7081905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11091617" y="6808499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11091617" y="6535094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11091617" y="6261688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11091617" y="598828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8409169" y="4397627"/>
              <a:ext cx="386169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Survival 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8409169" y="4644515"/>
              <a:ext cx="277840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65675" y="914400"/>
              <a:ext cx="404104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18804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8109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15328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12548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09767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06986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04206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18804" y="403545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18804" y="3665812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18804" y="3296167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18804" y="2926523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18804" y="2556879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18804" y="2187235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18804" y="1817590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18804" y="144794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389955" y="1711932"/>
              <a:ext cx="930827" cy="1243975"/>
            </a:xfrm>
            <a:custGeom>
              <a:avLst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890133" y="2292984"/>
              <a:ext cx="1041614" cy="914400"/>
            </a:xfrm>
            <a:custGeom>
              <a:avLst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895805" y="1306280"/>
              <a:ext cx="2407890" cy="2231492"/>
            </a:xfrm>
            <a:custGeom>
              <a:avLst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18679" y="1694135"/>
              <a:ext cx="952744" cy="914400"/>
            </a:xfrm>
            <a:custGeom>
              <a:avLst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266444" y="1265597"/>
              <a:ext cx="936976" cy="914400"/>
            </a:xfrm>
            <a:custGeom>
              <a:avLst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05856" y="1111206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574774" y="2960636"/>
              <a:ext cx="929431" cy="915704"/>
            </a:xfrm>
            <a:custGeom>
              <a:avLst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40297" y="3114287"/>
              <a:ext cx="1963908" cy="921168"/>
            </a:xfrm>
            <a:custGeom>
              <a:avLst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063420" y="573417"/>
              <a:ext cx="968823" cy="1653363"/>
            </a:xfrm>
            <a:custGeom>
              <a:avLst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08111" y="2871943"/>
              <a:ext cx="915718" cy="956750"/>
            </a:xfrm>
            <a:custGeom>
              <a:avLst/>
              <a:pathLst>
                <a:path w="915718" h="956750">
                  <a:moveTo>
                    <a:pt x="914399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32201" y="2940511"/>
              <a:ext cx="1097299" cy="1094944"/>
            </a:xfrm>
            <a:custGeom>
              <a:avLst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23033" y="3117663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41462" y="3079092"/>
              <a:ext cx="1336773" cy="956364"/>
            </a:xfrm>
            <a:custGeom>
              <a:avLst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45353" y="3004459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372817" y="3107645"/>
              <a:ext cx="961516" cy="927810"/>
            </a:xfrm>
            <a:custGeom>
              <a:avLst/>
              <a:pathLst>
                <a:path w="961516" h="927810">
                  <a:moveTo>
                    <a:pt x="914399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27998" y="2967278"/>
              <a:ext cx="944889" cy="914400"/>
            </a:xfrm>
            <a:custGeom>
              <a:avLst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589806" y="773419"/>
              <a:ext cx="914400" cy="1013957"/>
            </a:xfrm>
            <a:custGeom>
              <a:avLst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23764" y="842293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14372" y="2498220"/>
              <a:ext cx="921789" cy="1251646"/>
            </a:xfrm>
            <a:custGeom>
              <a:avLst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55165" y="1784037"/>
              <a:ext cx="1046890" cy="1566168"/>
            </a:xfrm>
            <a:custGeom>
              <a:avLst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08402" y="2469955"/>
              <a:ext cx="914399" cy="923586"/>
            </a:xfrm>
            <a:custGeom>
              <a:avLst/>
              <a:pathLst>
                <a:path w="914399" h="923586">
                  <a:moveTo>
                    <a:pt x="914399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40117" y="2545292"/>
              <a:ext cx="940700" cy="1102488"/>
            </a:xfrm>
            <a:custGeom>
              <a:avLst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09246" y="2814403"/>
              <a:ext cx="959591" cy="988599"/>
            </a:xfrm>
            <a:custGeom>
              <a:avLst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40699" y="2845646"/>
              <a:ext cx="966302" cy="914400"/>
            </a:xfrm>
            <a:custGeom>
              <a:avLst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02425" y="2769569"/>
              <a:ext cx="921983" cy="935986"/>
            </a:xfrm>
            <a:custGeom>
              <a:avLst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14450" y="2546627"/>
              <a:ext cx="933097" cy="914400"/>
            </a:xfrm>
            <a:custGeom>
              <a:avLst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686586" y="2811605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03709" y="2796437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20954" y="2468601"/>
              <a:ext cx="928578" cy="914400"/>
            </a:xfrm>
            <a:custGeom>
              <a:avLst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04588" y="1927437"/>
              <a:ext cx="946790" cy="914400"/>
            </a:xfrm>
            <a:custGeom>
              <a:avLst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06843" y="2749589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35750" y="3327924"/>
              <a:ext cx="117405" cy="117405"/>
            </a:xfrm>
            <a:prstGeom prst="ellipse">
              <a:avLst/>
            </a:prstGeom>
            <a:solidFill>
              <a:srgbClr val="E864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62520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66141" y="3164682"/>
              <a:ext cx="117405" cy="117405"/>
            </a:xfrm>
            <a:prstGeom prst="ellipse">
              <a:avLst/>
            </a:prstGeom>
            <a:solidFill>
              <a:srgbClr val="FFA9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796174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20957" y="2995558"/>
              <a:ext cx="117405" cy="117405"/>
            </a:xfrm>
            <a:prstGeom prst="ellipse">
              <a:avLst/>
            </a:prstGeom>
            <a:solidFill>
              <a:srgbClr val="ED71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51831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80984" y="2173890"/>
              <a:ext cx="117405" cy="117405"/>
            </a:xfrm>
            <a:prstGeom prst="ellipse">
              <a:avLst/>
            </a:prstGeom>
            <a:solidFill>
              <a:srgbClr val="E3566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70887" y="2478760"/>
              <a:ext cx="117405" cy="117405"/>
            </a:xfrm>
            <a:prstGeom prst="ellipse">
              <a:avLst/>
            </a:prstGeom>
            <a:solidFill>
              <a:srgbClr val="FE9F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50148" y="3255520"/>
              <a:ext cx="379476" cy="191749"/>
            </a:xfrm>
            <a:custGeom>
              <a:avLst/>
              <a:pathLst>
                <a:path w="379476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195868" y="3301240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4193859" y="1627078"/>
              <a:ext cx="363931" cy="191749"/>
            </a:xfrm>
            <a:custGeom>
              <a:avLst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4239579" y="1672798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2700238" y="2972174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2745958" y="3017894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3534431" y="2728944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3580151" y="2774664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3721225" y="3114309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766945" y="3160029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3036242" y="3578906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3081962" y="3624626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2687300" y="1981484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733020" y="2027204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2794427" y="2286096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2840147" y="2331816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2418804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2106451" y="3994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230809" y="3976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275524" y="3994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106451" y="362512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230809" y="360665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275524" y="362512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106451" y="325565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230809" y="323718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75524" y="325565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06451" y="288583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230809" y="286736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275524" y="288583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106451" y="251637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230809" y="249790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275524" y="251637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106451" y="21467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230809" y="21282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275524" y="214672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106451" y="177708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230809" y="175861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75524" y="177708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106451" y="140743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230809" y="138896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275524" y="140743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384009" y="40354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84009" y="3665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84009" y="3296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84009" y="29265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84009" y="2556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84009" y="21872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84009" y="18175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84009" y="14479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18109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915328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312548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709767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106986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504206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2396311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520669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65383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793530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917888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62603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90749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315108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359822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587969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712327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757041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985188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109547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154261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382408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506766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51480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204193" y="43716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1736610" y="2691683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742689" y="2023158"/>
              <a:ext cx="1094446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812278" y="2108249"/>
              <a:ext cx="95582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2278" y="2293375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4987843" y="338882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987843" y="31154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987843" y="28420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87843" y="25686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987843" y="22952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812278" y="338882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12278" y="31154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12278" y="28420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12278" y="25686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12278" y="22952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101323" y="3348821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5101323" y="3075415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101323" y="2802010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101323" y="252860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101323" y="2255199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418804" y="986823"/>
              <a:ext cx="4104101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Length Change in Future Treatments</a:t>
              </a:r>
            </a:p>
          </p:txBody>
        </p:sp>
        <p:sp>
          <p:nvSpPr>
            <p:cNvPr id="153" name="rc153"/>
            <p:cNvSpPr/>
            <p:nvPr/>
          </p:nvSpPr>
          <p:spPr>
            <a:xfrm>
              <a:off x="7809275" y="914400"/>
              <a:ext cx="404104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8362404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461709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858928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256148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9653367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0050586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0447806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362404" y="403545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362404" y="3665812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362404" y="3296167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362404" y="2926523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362404" y="2556879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362404" y="2187235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362404" y="1817590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362404" y="144794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h169"/>
            <p:cNvSpPr/>
            <p:nvPr/>
          </p:nvSpPr>
          <p:spPr>
            <a:xfrm>
              <a:off x="9333555" y="1711932"/>
              <a:ext cx="930827" cy="1243975"/>
            </a:xfrm>
            <a:custGeom>
              <a:avLst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h170"/>
            <p:cNvSpPr/>
            <p:nvPr/>
          </p:nvSpPr>
          <p:spPr>
            <a:xfrm>
              <a:off x="8833733" y="2292984"/>
              <a:ext cx="1041614" cy="914400"/>
            </a:xfrm>
            <a:custGeom>
              <a:avLst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h171"/>
            <p:cNvSpPr/>
            <p:nvPr/>
          </p:nvSpPr>
          <p:spPr>
            <a:xfrm>
              <a:off x="7839405" y="1306280"/>
              <a:ext cx="2407890" cy="2231492"/>
            </a:xfrm>
            <a:custGeom>
              <a:avLst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h172"/>
            <p:cNvSpPr/>
            <p:nvPr/>
          </p:nvSpPr>
          <p:spPr>
            <a:xfrm>
              <a:off x="9362279" y="1694135"/>
              <a:ext cx="952744" cy="914400"/>
            </a:xfrm>
            <a:custGeom>
              <a:avLst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h173"/>
            <p:cNvSpPr/>
            <p:nvPr/>
          </p:nvSpPr>
          <p:spPr>
            <a:xfrm>
              <a:off x="9210044" y="1265597"/>
              <a:ext cx="936976" cy="914400"/>
            </a:xfrm>
            <a:custGeom>
              <a:avLst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h174"/>
            <p:cNvSpPr/>
            <p:nvPr/>
          </p:nvSpPr>
          <p:spPr>
            <a:xfrm>
              <a:off x="9249456" y="1111206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h175"/>
            <p:cNvSpPr/>
            <p:nvPr/>
          </p:nvSpPr>
          <p:spPr>
            <a:xfrm>
              <a:off x="9518374" y="2960636"/>
              <a:ext cx="929431" cy="915704"/>
            </a:xfrm>
            <a:custGeom>
              <a:avLst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h176"/>
            <p:cNvSpPr/>
            <p:nvPr/>
          </p:nvSpPr>
          <p:spPr>
            <a:xfrm>
              <a:off x="8483897" y="3114287"/>
              <a:ext cx="1963908" cy="921168"/>
            </a:xfrm>
            <a:custGeom>
              <a:avLst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h177"/>
            <p:cNvSpPr/>
            <p:nvPr/>
          </p:nvSpPr>
          <p:spPr>
            <a:xfrm>
              <a:off x="8007020" y="573417"/>
              <a:ext cx="968823" cy="1653363"/>
            </a:xfrm>
            <a:custGeom>
              <a:avLst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h178"/>
            <p:cNvSpPr/>
            <p:nvPr/>
          </p:nvSpPr>
          <p:spPr>
            <a:xfrm>
              <a:off x="7551711" y="2871943"/>
              <a:ext cx="915718" cy="956750"/>
            </a:xfrm>
            <a:custGeom>
              <a:avLst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h179"/>
            <p:cNvSpPr/>
            <p:nvPr/>
          </p:nvSpPr>
          <p:spPr>
            <a:xfrm>
              <a:off x="7575801" y="2940511"/>
              <a:ext cx="1097299" cy="1094944"/>
            </a:xfrm>
            <a:custGeom>
              <a:avLst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h180"/>
            <p:cNvSpPr/>
            <p:nvPr/>
          </p:nvSpPr>
          <p:spPr>
            <a:xfrm>
              <a:off x="7766633" y="3117663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h181"/>
            <p:cNvSpPr/>
            <p:nvPr/>
          </p:nvSpPr>
          <p:spPr>
            <a:xfrm>
              <a:off x="7885062" y="3079092"/>
              <a:ext cx="1336773" cy="956364"/>
            </a:xfrm>
            <a:custGeom>
              <a:avLst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h182"/>
            <p:cNvSpPr/>
            <p:nvPr/>
          </p:nvSpPr>
          <p:spPr>
            <a:xfrm>
              <a:off x="8288953" y="3004459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h183"/>
            <p:cNvSpPr/>
            <p:nvPr/>
          </p:nvSpPr>
          <p:spPr>
            <a:xfrm>
              <a:off x="8316417" y="3107645"/>
              <a:ext cx="961516" cy="927810"/>
            </a:xfrm>
            <a:custGeom>
              <a:avLst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h184"/>
            <p:cNvSpPr/>
            <p:nvPr/>
          </p:nvSpPr>
          <p:spPr>
            <a:xfrm>
              <a:off x="7771598" y="2967278"/>
              <a:ext cx="944889" cy="914400"/>
            </a:xfrm>
            <a:custGeom>
              <a:avLst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h185"/>
            <p:cNvSpPr/>
            <p:nvPr/>
          </p:nvSpPr>
          <p:spPr>
            <a:xfrm>
              <a:off x="9533406" y="773419"/>
              <a:ext cx="914400" cy="1013957"/>
            </a:xfrm>
            <a:custGeom>
              <a:avLst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h186"/>
            <p:cNvSpPr/>
            <p:nvPr/>
          </p:nvSpPr>
          <p:spPr>
            <a:xfrm>
              <a:off x="9467364" y="842293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h187"/>
            <p:cNvSpPr/>
            <p:nvPr/>
          </p:nvSpPr>
          <p:spPr>
            <a:xfrm>
              <a:off x="8057972" y="2498220"/>
              <a:ext cx="921789" cy="1251646"/>
            </a:xfrm>
            <a:custGeom>
              <a:avLst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h188"/>
            <p:cNvSpPr/>
            <p:nvPr/>
          </p:nvSpPr>
          <p:spPr>
            <a:xfrm>
              <a:off x="7598765" y="1784037"/>
              <a:ext cx="1046890" cy="1566168"/>
            </a:xfrm>
            <a:custGeom>
              <a:avLst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h189"/>
            <p:cNvSpPr/>
            <p:nvPr/>
          </p:nvSpPr>
          <p:spPr>
            <a:xfrm>
              <a:off x="7552002" y="2469955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h190"/>
            <p:cNvSpPr/>
            <p:nvPr/>
          </p:nvSpPr>
          <p:spPr>
            <a:xfrm>
              <a:off x="7683717" y="2545292"/>
              <a:ext cx="940700" cy="1102488"/>
            </a:xfrm>
            <a:custGeom>
              <a:avLst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h191"/>
            <p:cNvSpPr/>
            <p:nvPr/>
          </p:nvSpPr>
          <p:spPr>
            <a:xfrm>
              <a:off x="7852846" y="2814403"/>
              <a:ext cx="959591" cy="988599"/>
            </a:xfrm>
            <a:custGeom>
              <a:avLst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h192"/>
            <p:cNvSpPr/>
            <p:nvPr/>
          </p:nvSpPr>
          <p:spPr>
            <a:xfrm>
              <a:off x="7684299" y="2845646"/>
              <a:ext cx="966302" cy="914400"/>
            </a:xfrm>
            <a:custGeom>
              <a:avLst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h193"/>
            <p:cNvSpPr/>
            <p:nvPr/>
          </p:nvSpPr>
          <p:spPr>
            <a:xfrm>
              <a:off x="8046025" y="2769569"/>
              <a:ext cx="921983" cy="935986"/>
            </a:xfrm>
            <a:custGeom>
              <a:avLst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h194"/>
            <p:cNvSpPr/>
            <p:nvPr/>
          </p:nvSpPr>
          <p:spPr>
            <a:xfrm>
              <a:off x="8058050" y="2546627"/>
              <a:ext cx="933097" cy="914400"/>
            </a:xfrm>
            <a:custGeom>
              <a:avLst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h195"/>
            <p:cNvSpPr/>
            <p:nvPr/>
          </p:nvSpPr>
          <p:spPr>
            <a:xfrm>
              <a:off x="7630186" y="2811605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h196"/>
            <p:cNvSpPr/>
            <p:nvPr/>
          </p:nvSpPr>
          <p:spPr>
            <a:xfrm>
              <a:off x="7547309" y="2796437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h197"/>
            <p:cNvSpPr/>
            <p:nvPr/>
          </p:nvSpPr>
          <p:spPr>
            <a:xfrm>
              <a:off x="7664554" y="2468601"/>
              <a:ext cx="928578" cy="914400"/>
            </a:xfrm>
            <a:custGeom>
              <a:avLst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h198"/>
            <p:cNvSpPr/>
            <p:nvPr/>
          </p:nvSpPr>
          <p:spPr>
            <a:xfrm>
              <a:off x="7748188" y="1927437"/>
              <a:ext cx="946790" cy="914400"/>
            </a:xfrm>
            <a:custGeom>
              <a:avLst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h199"/>
            <p:cNvSpPr/>
            <p:nvPr/>
          </p:nvSpPr>
          <p:spPr>
            <a:xfrm>
              <a:off x="8550443" y="2749589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8979350" y="3327924"/>
              <a:ext cx="117405" cy="117405"/>
            </a:xfrm>
            <a:prstGeom prst="ellipse">
              <a:avLst/>
            </a:prstGeom>
            <a:solidFill>
              <a:srgbClr val="A732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0206120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8909741" y="3164682"/>
              <a:ext cx="117405" cy="117405"/>
            </a:xfrm>
            <a:prstGeom prst="ellipse">
              <a:avLst/>
            </a:prstGeom>
            <a:solidFill>
              <a:srgbClr val="FC9B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9739774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9664557" y="2995558"/>
              <a:ext cx="117405" cy="117405"/>
            </a:xfrm>
            <a:prstGeom prst="ellipse">
              <a:avLst/>
            </a:prstGeom>
            <a:solidFill>
              <a:srgbClr val="B939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8995431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8624584" y="2173890"/>
              <a:ext cx="117405" cy="117405"/>
            </a:xfrm>
            <a:prstGeom prst="ellipse">
              <a:avLst/>
            </a:prstGeom>
            <a:solidFill>
              <a:srgbClr val="AE35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8714487" y="2478760"/>
              <a:ext cx="117405" cy="117405"/>
            </a:xfrm>
            <a:prstGeom prst="ellipse">
              <a:avLst/>
            </a:prstGeom>
            <a:solidFill>
              <a:srgbClr val="E04E6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9093729" y="3255550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9139449" y="3301270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0" name="pg210"/>
            <p:cNvSpPr/>
            <p:nvPr/>
          </p:nvSpPr>
          <p:spPr>
            <a:xfrm>
              <a:off x="10137459" y="1626776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tx211"/>
            <p:cNvSpPr/>
            <p:nvPr/>
          </p:nvSpPr>
          <p:spPr>
            <a:xfrm>
              <a:off x="10183179" y="1672496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2" name="pg212"/>
            <p:cNvSpPr/>
            <p:nvPr/>
          </p:nvSpPr>
          <p:spPr>
            <a:xfrm>
              <a:off x="8643749" y="2971920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tx213"/>
            <p:cNvSpPr/>
            <p:nvPr/>
          </p:nvSpPr>
          <p:spPr>
            <a:xfrm>
              <a:off x="8689469" y="3017640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4" name="pg214"/>
            <p:cNvSpPr/>
            <p:nvPr/>
          </p:nvSpPr>
          <p:spPr>
            <a:xfrm>
              <a:off x="9477480" y="2729654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9523200" y="2775374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6" name="pg216"/>
            <p:cNvSpPr/>
            <p:nvPr/>
          </p:nvSpPr>
          <p:spPr>
            <a:xfrm>
              <a:off x="9664412" y="3113631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9710132" y="3159351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8" name="pg218"/>
            <p:cNvSpPr/>
            <p:nvPr/>
          </p:nvSpPr>
          <p:spPr>
            <a:xfrm>
              <a:off x="8979843" y="3578909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tx219"/>
            <p:cNvSpPr/>
            <p:nvPr/>
          </p:nvSpPr>
          <p:spPr>
            <a:xfrm>
              <a:off x="9025563" y="3624629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0" name="pg220"/>
            <p:cNvSpPr/>
            <p:nvPr/>
          </p:nvSpPr>
          <p:spPr>
            <a:xfrm>
              <a:off x="8630958" y="1981408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1"/>
            <p:cNvSpPr/>
            <p:nvPr/>
          </p:nvSpPr>
          <p:spPr>
            <a:xfrm>
              <a:off x="8676678" y="2027128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2" name="pg222"/>
            <p:cNvSpPr/>
            <p:nvPr/>
          </p:nvSpPr>
          <p:spPr>
            <a:xfrm>
              <a:off x="8495519" y="2596798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>
              <a:off x="8541239" y="2642518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4" name="rc224"/>
            <p:cNvSpPr/>
            <p:nvPr/>
          </p:nvSpPr>
          <p:spPr>
            <a:xfrm>
              <a:off x="8362404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tx225"/>
            <p:cNvSpPr/>
            <p:nvPr/>
          </p:nvSpPr>
          <p:spPr>
            <a:xfrm>
              <a:off x="8050051" y="3994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8174409" y="3976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8219124" y="3994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050051" y="362512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8174409" y="360665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8219124" y="362512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050051" y="325565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174409" y="323718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8219124" y="325565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8050051" y="288583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8174409" y="286736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8219124" y="288583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8050051" y="251637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8174409" y="249790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8219124" y="251637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8050051" y="21467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174409" y="21282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219124" y="214672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8050051" y="177708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8174409" y="175861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8219124" y="177708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8050051" y="140743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8174409" y="138896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8219124" y="140743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9" name="pl249"/>
            <p:cNvSpPr/>
            <p:nvPr/>
          </p:nvSpPr>
          <p:spPr>
            <a:xfrm>
              <a:off x="8327609" y="40354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8327609" y="3665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8327609" y="3296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8327609" y="29265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8327609" y="2556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8327609" y="21872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327609" y="18175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8327609" y="14479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8461709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8858928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9256148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9653367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0050586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0447806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tx263"/>
            <p:cNvSpPr/>
            <p:nvPr/>
          </p:nvSpPr>
          <p:spPr>
            <a:xfrm>
              <a:off x="8339911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8464269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8508983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8737130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8861488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8906203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9134349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9258708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9303422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9531569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9655927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9700641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9928788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10053147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0097861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0326008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0450366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0495080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9147793" y="43716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2" name="tx282"/>
            <p:cNvSpPr/>
            <p:nvPr/>
          </p:nvSpPr>
          <p:spPr>
            <a:xfrm rot="-5400000">
              <a:off x="7680210" y="2691683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3" name="rc283"/>
            <p:cNvSpPr/>
            <p:nvPr/>
          </p:nvSpPr>
          <p:spPr>
            <a:xfrm>
              <a:off x="10686289" y="1947720"/>
              <a:ext cx="1094446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tx284"/>
            <p:cNvSpPr/>
            <p:nvPr/>
          </p:nvSpPr>
          <p:spPr>
            <a:xfrm>
              <a:off x="10755878" y="2032811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10755878" y="2183687"/>
              <a:ext cx="95582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Length Change</a:t>
              </a:r>
            </a:p>
          </p:txBody>
        </p:sp>
        <p:pic>
          <p:nvPicPr>
            <p:cNvPr id="286" name="pic2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5878" y="2368813"/>
              <a:ext cx="219455" cy="1097280"/>
            </a:xfrm>
            <a:prstGeom prst="rect">
              <a:avLst/>
            </a:prstGeom>
          </p:spPr>
        </p:pic>
        <p:sp>
          <p:nvSpPr>
            <p:cNvPr id="287" name="pl287"/>
            <p:cNvSpPr/>
            <p:nvPr/>
          </p:nvSpPr>
          <p:spPr>
            <a:xfrm>
              <a:off x="10931443" y="346426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10931443" y="319085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10931443" y="291745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10931443" y="26440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10931443" y="237064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10755878" y="346426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0755878" y="319085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0755878" y="291745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10755878" y="26440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755878" y="237064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tx297"/>
            <p:cNvSpPr/>
            <p:nvPr/>
          </p:nvSpPr>
          <p:spPr>
            <a:xfrm>
              <a:off x="11044923" y="342425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1044923" y="3150853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1044923" y="28774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1044923" y="260404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1044923" y="233063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8362404" y="739935"/>
              <a:ext cx="4599340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Length Change 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8362404" y="986823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304" name="rc304"/>
            <p:cNvSpPr/>
            <p:nvPr/>
          </p:nvSpPr>
          <p:spPr>
            <a:xfrm>
              <a:off x="19124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256487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296207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359284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75649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415369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4550903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2465569" y="7693060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2465569" y="732342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2465569" y="6953795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2465569" y="658416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2465569" y="6214531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2465569" y="584489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2465569" y="5475266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2465569" y="510563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h320"/>
            <p:cNvSpPr/>
            <p:nvPr/>
          </p:nvSpPr>
          <p:spPr>
            <a:xfrm>
              <a:off x="3436659" y="5369581"/>
              <a:ext cx="930827" cy="1243964"/>
            </a:xfrm>
            <a:custGeom>
              <a:avLst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h321"/>
            <p:cNvSpPr/>
            <p:nvPr/>
          </p:nvSpPr>
          <p:spPr>
            <a:xfrm>
              <a:off x="2936853" y="5950615"/>
              <a:ext cx="1041610" cy="914400"/>
            </a:xfrm>
            <a:custGeom>
              <a:avLst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h322"/>
            <p:cNvSpPr/>
            <p:nvPr/>
          </p:nvSpPr>
          <p:spPr>
            <a:xfrm>
              <a:off x="1942557" y="4963942"/>
              <a:ext cx="2407842" cy="2231449"/>
            </a:xfrm>
            <a:custGeom>
              <a:avLst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h323"/>
            <p:cNvSpPr/>
            <p:nvPr/>
          </p:nvSpPr>
          <p:spPr>
            <a:xfrm>
              <a:off x="3465383" y="5351785"/>
              <a:ext cx="952743" cy="914400"/>
            </a:xfrm>
            <a:custGeom>
              <a:avLst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h324"/>
            <p:cNvSpPr/>
            <p:nvPr/>
          </p:nvSpPr>
          <p:spPr>
            <a:xfrm>
              <a:off x="3313152" y="4923261"/>
              <a:ext cx="936975" cy="914400"/>
            </a:xfrm>
            <a:custGeom>
              <a:avLst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h325"/>
            <p:cNvSpPr/>
            <p:nvPr/>
          </p:nvSpPr>
          <p:spPr>
            <a:xfrm>
              <a:off x="3352563" y="4768874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h326"/>
            <p:cNvSpPr/>
            <p:nvPr/>
          </p:nvSpPr>
          <p:spPr>
            <a:xfrm>
              <a:off x="3621472" y="6618245"/>
              <a:ext cx="929431" cy="915703"/>
            </a:xfrm>
            <a:custGeom>
              <a:avLst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h327"/>
            <p:cNvSpPr/>
            <p:nvPr/>
          </p:nvSpPr>
          <p:spPr>
            <a:xfrm>
              <a:off x="2587028" y="6771892"/>
              <a:ext cx="1963875" cy="921168"/>
            </a:xfrm>
            <a:custGeom>
              <a:avLst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h328"/>
            <p:cNvSpPr/>
            <p:nvPr/>
          </p:nvSpPr>
          <p:spPr>
            <a:xfrm>
              <a:off x="2110167" y="4231103"/>
              <a:ext cx="968821" cy="1653339"/>
            </a:xfrm>
            <a:custGeom>
              <a:avLst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h329"/>
            <p:cNvSpPr/>
            <p:nvPr/>
          </p:nvSpPr>
          <p:spPr>
            <a:xfrm>
              <a:off x="1654873" y="6529555"/>
              <a:ext cx="915718" cy="956749"/>
            </a:xfrm>
            <a:custGeom>
              <a:avLst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h330"/>
            <p:cNvSpPr/>
            <p:nvPr/>
          </p:nvSpPr>
          <p:spPr>
            <a:xfrm>
              <a:off x="1678961" y="6598121"/>
              <a:ext cx="1097293" cy="1094938"/>
            </a:xfrm>
            <a:custGeom>
              <a:avLst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h331"/>
            <p:cNvSpPr/>
            <p:nvPr/>
          </p:nvSpPr>
          <p:spPr>
            <a:xfrm>
              <a:off x="1869787" y="6775267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h332"/>
            <p:cNvSpPr/>
            <p:nvPr/>
          </p:nvSpPr>
          <p:spPr>
            <a:xfrm>
              <a:off x="1988212" y="6736697"/>
              <a:ext cx="1336760" cy="956362"/>
            </a:xfrm>
            <a:custGeom>
              <a:avLst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h333"/>
            <p:cNvSpPr/>
            <p:nvPr/>
          </p:nvSpPr>
          <p:spPr>
            <a:xfrm>
              <a:off x="2392091" y="6662067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h334"/>
            <p:cNvSpPr/>
            <p:nvPr/>
          </p:nvSpPr>
          <p:spPr>
            <a:xfrm>
              <a:off x="2419554" y="6765250"/>
              <a:ext cx="961514" cy="927810"/>
            </a:xfrm>
            <a:custGeom>
              <a:avLst/>
              <a:pathLst>
                <a:path w="961514" h="927810">
                  <a:moveTo>
                    <a:pt x="914399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h335"/>
            <p:cNvSpPr/>
            <p:nvPr/>
          </p:nvSpPr>
          <p:spPr>
            <a:xfrm>
              <a:off x="1874752" y="6624887"/>
              <a:ext cx="944888" cy="914400"/>
            </a:xfrm>
            <a:custGeom>
              <a:avLst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h336"/>
            <p:cNvSpPr/>
            <p:nvPr/>
          </p:nvSpPr>
          <p:spPr>
            <a:xfrm>
              <a:off x="3636503" y="4431098"/>
              <a:ext cx="914400" cy="1013954"/>
            </a:xfrm>
            <a:custGeom>
              <a:avLst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h337"/>
            <p:cNvSpPr/>
            <p:nvPr/>
          </p:nvSpPr>
          <p:spPr>
            <a:xfrm>
              <a:off x="3570464" y="4499970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h338"/>
            <p:cNvSpPr/>
            <p:nvPr/>
          </p:nvSpPr>
          <p:spPr>
            <a:xfrm>
              <a:off x="2161117" y="6155844"/>
              <a:ext cx="921789" cy="1251635"/>
            </a:xfrm>
            <a:custGeom>
              <a:avLst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h339"/>
            <p:cNvSpPr/>
            <p:nvPr/>
          </p:nvSpPr>
          <p:spPr>
            <a:xfrm>
              <a:off x="1701925" y="5441685"/>
              <a:ext cx="1046886" cy="1566147"/>
            </a:xfrm>
            <a:custGeom>
              <a:avLst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h340"/>
            <p:cNvSpPr/>
            <p:nvPr/>
          </p:nvSpPr>
          <p:spPr>
            <a:xfrm>
              <a:off x="1655164" y="6127580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h341"/>
            <p:cNvSpPr/>
            <p:nvPr/>
          </p:nvSpPr>
          <p:spPr>
            <a:xfrm>
              <a:off x="1786874" y="6202914"/>
              <a:ext cx="940699" cy="1102482"/>
            </a:xfrm>
            <a:custGeom>
              <a:avLst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h342"/>
            <p:cNvSpPr/>
            <p:nvPr/>
          </p:nvSpPr>
          <p:spPr>
            <a:xfrm>
              <a:off x="1955997" y="6472017"/>
              <a:ext cx="959590" cy="988597"/>
            </a:xfrm>
            <a:custGeom>
              <a:avLst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h343"/>
            <p:cNvSpPr/>
            <p:nvPr/>
          </p:nvSpPr>
          <p:spPr>
            <a:xfrm>
              <a:off x="1787456" y="6503259"/>
              <a:ext cx="966300" cy="914400"/>
            </a:xfrm>
            <a:custGeom>
              <a:avLst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h344"/>
            <p:cNvSpPr/>
            <p:nvPr/>
          </p:nvSpPr>
          <p:spPr>
            <a:xfrm>
              <a:off x="2149170" y="6427184"/>
              <a:ext cx="921983" cy="935985"/>
            </a:xfrm>
            <a:custGeom>
              <a:avLst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h345"/>
            <p:cNvSpPr/>
            <p:nvPr/>
          </p:nvSpPr>
          <p:spPr>
            <a:xfrm>
              <a:off x="2161195" y="6204250"/>
              <a:ext cx="933096" cy="914400"/>
            </a:xfrm>
            <a:custGeom>
              <a:avLst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h346"/>
            <p:cNvSpPr/>
            <p:nvPr/>
          </p:nvSpPr>
          <p:spPr>
            <a:xfrm>
              <a:off x="1733344" y="6469219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h347"/>
            <p:cNvSpPr/>
            <p:nvPr/>
          </p:nvSpPr>
          <p:spPr>
            <a:xfrm>
              <a:off x="1650470" y="6454052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h348"/>
            <p:cNvSpPr/>
            <p:nvPr/>
          </p:nvSpPr>
          <p:spPr>
            <a:xfrm>
              <a:off x="1767712" y="6126226"/>
              <a:ext cx="928577" cy="914400"/>
            </a:xfrm>
            <a:custGeom>
              <a:avLst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h349"/>
            <p:cNvSpPr/>
            <p:nvPr/>
          </p:nvSpPr>
          <p:spPr>
            <a:xfrm>
              <a:off x="1851343" y="5585080"/>
              <a:ext cx="946789" cy="914400"/>
            </a:xfrm>
            <a:custGeom>
              <a:avLst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h350"/>
            <p:cNvSpPr/>
            <p:nvPr/>
          </p:nvSpPr>
          <p:spPr>
            <a:xfrm>
              <a:off x="2653572" y="6407205"/>
              <a:ext cx="931545" cy="914400"/>
            </a:xfrm>
            <a:custGeom>
              <a:avLst/>
              <a:pathLst>
                <a:path w="931545" h="914400">
                  <a:moveTo>
                    <a:pt x="914399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082493" y="6985549"/>
              <a:ext cx="117405" cy="117405"/>
            </a:xfrm>
            <a:prstGeom prst="ellipse">
              <a:avLst/>
            </a:prstGeom>
            <a:solidFill>
              <a:srgbClr val="4C137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43092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012886" y="6822312"/>
              <a:ext cx="117405" cy="117405"/>
            </a:xfrm>
            <a:prstGeom prst="ellipse">
              <a:avLst/>
            </a:prstGeom>
            <a:solidFill>
              <a:srgbClr val="FB97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8428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767678" y="6653194"/>
              <a:ext cx="117405" cy="117405"/>
            </a:xfrm>
            <a:prstGeom prst="ellipse">
              <a:avLst/>
            </a:prstGeom>
            <a:solidFill>
              <a:srgbClr val="732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0985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727739" y="5831552"/>
              <a:ext cx="117405" cy="117405"/>
            </a:xfrm>
            <a:prstGeom prst="ellipse">
              <a:avLst/>
            </a:prstGeom>
            <a:solidFill>
              <a:srgbClr val="6E1E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2817639" y="6136412"/>
              <a:ext cx="117405" cy="117405"/>
            </a:xfrm>
            <a:prstGeom prst="ellipse">
              <a:avLst/>
            </a:prstGeom>
            <a:solidFill>
              <a:srgbClr val="B236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197555" y="6913009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3243275" y="6958729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361" name="pg361"/>
            <p:cNvSpPr/>
            <p:nvPr/>
          </p:nvSpPr>
          <p:spPr>
            <a:xfrm>
              <a:off x="4240554" y="5284450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tx362"/>
            <p:cNvSpPr/>
            <p:nvPr/>
          </p:nvSpPr>
          <p:spPr>
            <a:xfrm>
              <a:off x="4286274" y="5330170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2747048" y="6629878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tx364"/>
            <p:cNvSpPr/>
            <p:nvPr/>
          </p:nvSpPr>
          <p:spPr>
            <a:xfrm>
              <a:off x="2792768" y="6675598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365" name="pg365"/>
            <p:cNvSpPr/>
            <p:nvPr/>
          </p:nvSpPr>
          <p:spPr>
            <a:xfrm>
              <a:off x="3819419" y="6076218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tx366"/>
            <p:cNvSpPr/>
            <p:nvPr/>
          </p:nvSpPr>
          <p:spPr>
            <a:xfrm>
              <a:off x="3865139" y="6121938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367" name="pg367"/>
            <p:cNvSpPr/>
            <p:nvPr/>
          </p:nvSpPr>
          <p:spPr>
            <a:xfrm>
              <a:off x="3767769" y="6771681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>
              <a:off x="3813489" y="6817401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369" name="pg369"/>
            <p:cNvSpPr/>
            <p:nvPr/>
          </p:nvSpPr>
          <p:spPr>
            <a:xfrm>
              <a:off x="3082835" y="7236522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tx370"/>
            <p:cNvSpPr/>
            <p:nvPr/>
          </p:nvSpPr>
          <p:spPr>
            <a:xfrm>
              <a:off x="3128555" y="7282242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371" name="pg371"/>
            <p:cNvSpPr/>
            <p:nvPr/>
          </p:nvSpPr>
          <p:spPr>
            <a:xfrm>
              <a:off x="2511289" y="5949896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tx372"/>
            <p:cNvSpPr/>
            <p:nvPr/>
          </p:nvSpPr>
          <p:spPr>
            <a:xfrm>
              <a:off x="2557009" y="5995616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373" name="pg373"/>
            <p:cNvSpPr/>
            <p:nvPr/>
          </p:nvSpPr>
          <p:spPr>
            <a:xfrm>
              <a:off x="2945224" y="6218121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tx374"/>
            <p:cNvSpPr/>
            <p:nvPr/>
          </p:nvSpPr>
          <p:spPr>
            <a:xfrm>
              <a:off x="2990944" y="6263841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375" name="rc375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tx376"/>
            <p:cNvSpPr/>
            <p:nvPr/>
          </p:nvSpPr>
          <p:spPr>
            <a:xfrm>
              <a:off x="2153216" y="765236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2277574" y="76338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2322288" y="765236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153216" y="728273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2277574" y="726426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2322288" y="728273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2153216" y="691328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2277574" y="689481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2322288" y="691328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2153216" y="654347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2277574" y="652500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2322288" y="654347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2153216" y="617402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2277574" y="615555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2322288" y="617402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2153216" y="580439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277574" y="578591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322288" y="580439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153216" y="54347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2277574" y="541628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2322288" y="543475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2153216" y="506512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2277574" y="504665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322288" y="506512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400" name="pl400"/>
            <p:cNvSpPr/>
            <p:nvPr/>
          </p:nvSpPr>
          <p:spPr>
            <a:xfrm>
              <a:off x="2430774" y="7693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2430774" y="73234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2430774" y="6953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2430774" y="6584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2430774" y="62145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430774" y="5844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430774" y="54752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430774" y="5105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256487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296207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359284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75649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415369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550903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tx414"/>
            <p:cNvSpPr/>
            <p:nvPr/>
          </p:nvSpPr>
          <p:spPr>
            <a:xfrm>
              <a:off x="244307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256743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261214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284027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96463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00935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323748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36184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40655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63469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375905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380376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403189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415625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420097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442910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455346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459817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3250923" y="80292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433" name="tx433"/>
            <p:cNvSpPr/>
            <p:nvPr/>
          </p:nvSpPr>
          <p:spPr>
            <a:xfrm rot="-5400000">
              <a:off x="1783375" y="6349329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434" name="rc434"/>
            <p:cNvSpPr/>
            <p:nvPr/>
          </p:nvSpPr>
          <p:spPr>
            <a:xfrm>
              <a:off x="4789383" y="5680804"/>
              <a:ext cx="1000987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4858972" y="5765895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436" name="pic4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8972" y="5951021"/>
              <a:ext cx="219455" cy="1097280"/>
            </a:xfrm>
            <a:prstGeom prst="rect">
              <a:avLst/>
            </a:prstGeom>
          </p:spPr>
        </p:pic>
        <p:sp>
          <p:nvSpPr>
            <p:cNvPr id="437" name="pl437"/>
            <p:cNvSpPr/>
            <p:nvPr/>
          </p:nvSpPr>
          <p:spPr>
            <a:xfrm>
              <a:off x="5034537" y="70464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034537" y="67730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5034537" y="64996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034537" y="622625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5034537" y="59528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4858972" y="70464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858972" y="67730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858972" y="64996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4858972" y="622625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4858972" y="59528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tx447"/>
            <p:cNvSpPr/>
            <p:nvPr/>
          </p:nvSpPr>
          <p:spPr>
            <a:xfrm>
              <a:off x="5148017" y="7006467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-2.0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5148017" y="6733061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-1.5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5148017" y="6459656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5148017" y="6186250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5148017" y="591284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2465569" y="4397627"/>
              <a:ext cx="3527938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Length Offset 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2465569" y="4644515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454" name="rc454"/>
            <p:cNvSpPr/>
            <p:nvPr/>
          </p:nvSpPr>
          <p:spPr>
            <a:xfrm>
              <a:off x="78560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850847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890567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9302884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970009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1009729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10494503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8409169" y="7693060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8409169" y="732342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8409169" y="6953795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8409169" y="658416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8409169" y="6214531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8409169" y="584489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8409169" y="5475266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8409169" y="510563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h470"/>
            <p:cNvSpPr/>
            <p:nvPr/>
          </p:nvSpPr>
          <p:spPr>
            <a:xfrm>
              <a:off x="9380259" y="5369581"/>
              <a:ext cx="930827" cy="1243964"/>
            </a:xfrm>
            <a:custGeom>
              <a:avLst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h471"/>
            <p:cNvSpPr/>
            <p:nvPr/>
          </p:nvSpPr>
          <p:spPr>
            <a:xfrm>
              <a:off x="8880453" y="5950615"/>
              <a:ext cx="1041610" cy="914400"/>
            </a:xfrm>
            <a:custGeom>
              <a:avLst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h472"/>
            <p:cNvSpPr/>
            <p:nvPr/>
          </p:nvSpPr>
          <p:spPr>
            <a:xfrm>
              <a:off x="7886157" y="4963942"/>
              <a:ext cx="2407842" cy="2231449"/>
            </a:xfrm>
            <a:custGeom>
              <a:avLst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h473"/>
            <p:cNvSpPr/>
            <p:nvPr/>
          </p:nvSpPr>
          <p:spPr>
            <a:xfrm>
              <a:off x="9408983" y="5351785"/>
              <a:ext cx="952743" cy="914400"/>
            </a:xfrm>
            <a:custGeom>
              <a:avLst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h474"/>
            <p:cNvSpPr/>
            <p:nvPr/>
          </p:nvSpPr>
          <p:spPr>
            <a:xfrm>
              <a:off x="9256752" y="4923261"/>
              <a:ext cx="936975" cy="914400"/>
            </a:xfrm>
            <a:custGeom>
              <a:avLst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h475"/>
            <p:cNvSpPr/>
            <p:nvPr/>
          </p:nvSpPr>
          <p:spPr>
            <a:xfrm>
              <a:off x="9296163" y="4768874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h476"/>
            <p:cNvSpPr/>
            <p:nvPr/>
          </p:nvSpPr>
          <p:spPr>
            <a:xfrm>
              <a:off x="9565072" y="6618245"/>
              <a:ext cx="929431" cy="915703"/>
            </a:xfrm>
            <a:custGeom>
              <a:avLst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h477"/>
            <p:cNvSpPr/>
            <p:nvPr/>
          </p:nvSpPr>
          <p:spPr>
            <a:xfrm>
              <a:off x="8530628" y="6771892"/>
              <a:ext cx="1963875" cy="921168"/>
            </a:xfrm>
            <a:custGeom>
              <a:avLst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h478"/>
            <p:cNvSpPr/>
            <p:nvPr/>
          </p:nvSpPr>
          <p:spPr>
            <a:xfrm>
              <a:off x="8053767" y="4231103"/>
              <a:ext cx="968821" cy="1653339"/>
            </a:xfrm>
            <a:custGeom>
              <a:avLst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h479"/>
            <p:cNvSpPr/>
            <p:nvPr/>
          </p:nvSpPr>
          <p:spPr>
            <a:xfrm>
              <a:off x="7598473" y="6529555"/>
              <a:ext cx="915718" cy="956749"/>
            </a:xfrm>
            <a:custGeom>
              <a:avLst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h480"/>
            <p:cNvSpPr/>
            <p:nvPr/>
          </p:nvSpPr>
          <p:spPr>
            <a:xfrm>
              <a:off x="7622561" y="6598121"/>
              <a:ext cx="1097293" cy="1094938"/>
            </a:xfrm>
            <a:custGeom>
              <a:avLst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h481"/>
            <p:cNvSpPr/>
            <p:nvPr/>
          </p:nvSpPr>
          <p:spPr>
            <a:xfrm>
              <a:off x="7813387" y="6775267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h482"/>
            <p:cNvSpPr/>
            <p:nvPr/>
          </p:nvSpPr>
          <p:spPr>
            <a:xfrm>
              <a:off x="7931812" y="6736697"/>
              <a:ext cx="1336760" cy="956362"/>
            </a:xfrm>
            <a:custGeom>
              <a:avLst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h483"/>
            <p:cNvSpPr/>
            <p:nvPr/>
          </p:nvSpPr>
          <p:spPr>
            <a:xfrm>
              <a:off x="8335691" y="6662067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h484"/>
            <p:cNvSpPr/>
            <p:nvPr/>
          </p:nvSpPr>
          <p:spPr>
            <a:xfrm>
              <a:off x="8363154" y="6765250"/>
              <a:ext cx="961514" cy="927810"/>
            </a:xfrm>
            <a:custGeom>
              <a:avLst/>
              <a:pathLst>
                <a:path w="961514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h485"/>
            <p:cNvSpPr/>
            <p:nvPr/>
          </p:nvSpPr>
          <p:spPr>
            <a:xfrm>
              <a:off x="7818352" y="6624887"/>
              <a:ext cx="944888" cy="914400"/>
            </a:xfrm>
            <a:custGeom>
              <a:avLst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h486"/>
            <p:cNvSpPr/>
            <p:nvPr/>
          </p:nvSpPr>
          <p:spPr>
            <a:xfrm>
              <a:off x="9580103" y="4431098"/>
              <a:ext cx="914400" cy="1013954"/>
            </a:xfrm>
            <a:custGeom>
              <a:avLst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h487"/>
            <p:cNvSpPr/>
            <p:nvPr/>
          </p:nvSpPr>
          <p:spPr>
            <a:xfrm>
              <a:off x="9514064" y="4499970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h488"/>
            <p:cNvSpPr/>
            <p:nvPr/>
          </p:nvSpPr>
          <p:spPr>
            <a:xfrm>
              <a:off x="8104717" y="6155844"/>
              <a:ext cx="921789" cy="1251635"/>
            </a:xfrm>
            <a:custGeom>
              <a:avLst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h489"/>
            <p:cNvSpPr/>
            <p:nvPr/>
          </p:nvSpPr>
          <p:spPr>
            <a:xfrm>
              <a:off x="7645525" y="5441685"/>
              <a:ext cx="1046886" cy="1566147"/>
            </a:xfrm>
            <a:custGeom>
              <a:avLst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h490"/>
            <p:cNvSpPr/>
            <p:nvPr/>
          </p:nvSpPr>
          <p:spPr>
            <a:xfrm>
              <a:off x="7598764" y="6127580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h491"/>
            <p:cNvSpPr/>
            <p:nvPr/>
          </p:nvSpPr>
          <p:spPr>
            <a:xfrm>
              <a:off x="7730474" y="6202914"/>
              <a:ext cx="940699" cy="1102482"/>
            </a:xfrm>
            <a:custGeom>
              <a:avLst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h492"/>
            <p:cNvSpPr/>
            <p:nvPr/>
          </p:nvSpPr>
          <p:spPr>
            <a:xfrm>
              <a:off x="7899597" y="6472017"/>
              <a:ext cx="959590" cy="988597"/>
            </a:xfrm>
            <a:custGeom>
              <a:avLst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h493"/>
            <p:cNvSpPr/>
            <p:nvPr/>
          </p:nvSpPr>
          <p:spPr>
            <a:xfrm>
              <a:off x="7731056" y="6503259"/>
              <a:ext cx="966300" cy="914400"/>
            </a:xfrm>
            <a:custGeom>
              <a:avLst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h494"/>
            <p:cNvSpPr/>
            <p:nvPr/>
          </p:nvSpPr>
          <p:spPr>
            <a:xfrm>
              <a:off x="8092770" y="6427184"/>
              <a:ext cx="921983" cy="935985"/>
            </a:xfrm>
            <a:custGeom>
              <a:avLst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h495"/>
            <p:cNvSpPr/>
            <p:nvPr/>
          </p:nvSpPr>
          <p:spPr>
            <a:xfrm>
              <a:off x="8104795" y="6204250"/>
              <a:ext cx="933096" cy="914400"/>
            </a:xfrm>
            <a:custGeom>
              <a:avLst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h496"/>
            <p:cNvSpPr/>
            <p:nvPr/>
          </p:nvSpPr>
          <p:spPr>
            <a:xfrm>
              <a:off x="7676944" y="6469219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h497"/>
            <p:cNvSpPr/>
            <p:nvPr/>
          </p:nvSpPr>
          <p:spPr>
            <a:xfrm>
              <a:off x="7594070" y="6454052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h498"/>
            <p:cNvSpPr/>
            <p:nvPr/>
          </p:nvSpPr>
          <p:spPr>
            <a:xfrm>
              <a:off x="7711312" y="6126226"/>
              <a:ext cx="928577" cy="914400"/>
            </a:xfrm>
            <a:custGeom>
              <a:avLst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h499"/>
            <p:cNvSpPr/>
            <p:nvPr/>
          </p:nvSpPr>
          <p:spPr>
            <a:xfrm>
              <a:off x="7794943" y="5585080"/>
              <a:ext cx="946789" cy="914400"/>
            </a:xfrm>
            <a:custGeom>
              <a:avLst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h500"/>
            <p:cNvSpPr/>
            <p:nvPr/>
          </p:nvSpPr>
          <p:spPr>
            <a:xfrm>
              <a:off x="8597172" y="6407205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9026093" y="6985549"/>
              <a:ext cx="117405" cy="117405"/>
            </a:xfrm>
            <a:prstGeom prst="ellipse">
              <a:avLst/>
            </a:prstGeom>
            <a:solidFill>
              <a:srgbClr val="A7327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02528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8956486" y="6822312"/>
              <a:ext cx="117405" cy="117405"/>
            </a:xfrm>
            <a:prstGeom prst="ellipse">
              <a:avLst/>
            </a:prstGeom>
            <a:solidFill>
              <a:srgbClr val="FC9B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97864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9711278" y="6653194"/>
              <a:ext cx="117405" cy="117405"/>
            </a:xfrm>
            <a:prstGeom prst="ellipse">
              <a:avLst/>
            </a:prstGeom>
            <a:solidFill>
              <a:srgbClr val="B9397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90421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8671339" y="5831552"/>
              <a:ext cx="117405" cy="117405"/>
            </a:xfrm>
            <a:prstGeom prst="ellipse">
              <a:avLst/>
            </a:prstGeom>
            <a:solidFill>
              <a:srgbClr val="AE35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8761239" y="6136412"/>
              <a:ext cx="117405" cy="117405"/>
            </a:xfrm>
            <a:prstGeom prst="ellipse">
              <a:avLst/>
            </a:prstGeom>
            <a:solidFill>
              <a:srgbClr val="E04E6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9140730" y="6913085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tx510"/>
            <p:cNvSpPr/>
            <p:nvPr/>
          </p:nvSpPr>
          <p:spPr>
            <a:xfrm>
              <a:off x="9186450" y="6958805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11" name="pg511"/>
            <p:cNvSpPr/>
            <p:nvPr/>
          </p:nvSpPr>
          <p:spPr>
            <a:xfrm>
              <a:off x="10010526" y="5595671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tx512"/>
            <p:cNvSpPr/>
            <p:nvPr/>
          </p:nvSpPr>
          <p:spPr>
            <a:xfrm>
              <a:off x="10056246" y="5641391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513" name="pg513"/>
            <p:cNvSpPr/>
            <p:nvPr/>
          </p:nvSpPr>
          <p:spPr>
            <a:xfrm>
              <a:off x="8690618" y="6629903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tx514"/>
            <p:cNvSpPr/>
            <p:nvPr/>
          </p:nvSpPr>
          <p:spPr>
            <a:xfrm>
              <a:off x="8736338" y="6675623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9763095" y="6075923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tx516"/>
            <p:cNvSpPr/>
            <p:nvPr/>
          </p:nvSpPr>
          <p:spPr>
            <a:xfrm>
              <a:off x="9808815" y="6121643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517" name="pg517"/>
            <p:cNvSpPr/>
            <p:nvPr/>
          </p:nvSpPr>
          <p:spPr>
            <a:xfrm>
              <a:off x="9711099" y="6460661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tx518"/>
            <p:cNvSpPr/>
            <p:nvPr/>
          </p:nvSpPr>
          <p:spPr>
            <a:xfrm>
              <a:off x="9756819" y="6506381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19" name="pg519"/>
            <p:cNvSpPr/>
            <p:nvPr/>
          </p:nvSpPr>
          <p:spPr>
            <a:xfrm>
              <a:off x="9026419" y="7236478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tx520"/>
            <p:cNvSpPr/>
            <p:nvPr/>
          </p:nvSpPr>
          <p:spPr>
            <a:xfrm>
              <a:off x="9072139" y="7282198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21" name="pg521"/>
            <p:cNvSpPr/>
            <p:nvPr/>
          </p:nvSpPr>
          <p:spPr>
            <a:xfrm>
              <a:off x="8454889" y="5949922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tx522"/>
            <p:cNvSpPr/>
            <p:nvPr/>
          </p:nvSpPr>
          <p:spPr>
            <a:xfrm>
              <a:off x="8500609" y="5995642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23" name="pg523"/>
            <p:cNvSpPr/>
            <p:nvPr/>
          </p:nvSpPr>
          <p:spPr>
            <a:xfrm>
              <a:off x="8888919" y="6218656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tx524"/>
            <p:cNvSpPr/>
            <p:nvPr/>
          </p:nvSpPr>
          <p:spPr>
            <a:xfrm>
              <a:off x="8934639" y="6264376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25" name="rc525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tx526"/>
            <p:cNvSpPr/>
            <p:nvPr/>
          </p:nvSpPr>
          <p:spPr>
            <a:xfrm>
              <a:off x="8096816" y="765236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8221174" y="76338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8265888" y="765236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8096816" y="728273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221174" y="726426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8265888" y="728273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8096816" y="691328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8221174" y="689481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8265888" y="691328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8096816" y="654347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8221174" y="652500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8265888" y="654347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8096816" y="617402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8221174" y="615555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8265888" y="617402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8096816" y="580439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8221174" y="578591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8265888" y="580439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8096816" y="54347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8221174" y="541628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8265888" y="543475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8096816" y="506512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8221174" y="504665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8265888" y="506512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50" name="pl550"/>
            <p:cNvSpPr/>
            <p:nvPr/>
          </p:nvSpPr>
          <p:spPr>
            <a:xfrm>
              <a:off x="8374374" y="7693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8374374" y="73234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8374374" y="6953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8374374" y="6584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8374374" y="62145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8374374" y="5844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8374374" y="54752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8374374" y="5105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850847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890567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9302884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970009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009729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0494503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tx564"/>
            <p:cNvSpPr/>
            <p:nvPr/>
          </p:nvSpPr>
          <p:spPr>
            <a:xfrm>
              <a:off x="838667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851103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855574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878387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890823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895295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918108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930544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935015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957829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970265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974736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997549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1009985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1014457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1037270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1049706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1054177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9194523" y="80292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583" name="tx583"/>
            <p:cNvSpPr/>
            <p:nvPr/>
          </p:nvSpPr>
          <p:spPr>
            <a:xfrm rot="-5400000">
              <a:off x="7726975" y="6349329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584" name="rc584"/>
            <p:cNvSpPr/>
            <p:nvPr/>
          </p:nvSpPr>
          <p:spPr>
            <a:xfrm>
              <a:off x="10732983" y="5605366"/>
              <a:ext cx="1000987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tx585"/>
            <p:cNvSpPr/>
            <p:nvPr/>
          </p:nvSpPr>
          <p:spPr>
            <a:xfrm>
              <a:off x="10802572" y="5690457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10802572" y="5841333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587" name="pic5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2572" y="6026459"/>
              <a:ext cx="219455" cy="1097280"/>
            </a:xfrm>
            <a:prstGeom prst="rect">
              <a:avLst/>
            </a:prstGeom>
          </p:spPr>
        </p:pic>
        <p:sp>
          <p:nvSpPr>
            <p:cNvPr id="588" name="pl588"/>
            <p:cNvSpPr/>
            <p:nvPr/>
          </p:nvSpPr>
          <p:spPr>
            <a:xfrm>
              <a:off x="10978137" y="712191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10978137" y="68485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10978137" y="657509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10978137" y="630169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10978137" y="60282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10802572" y="712191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10802572" y="68485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10802572" y="657509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10802572" y="630169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10802572" y="60282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tx598"/>
            <p:cNvSpPr/>
            <p:nvPr/>
          </p:nvSpPr>
          <p:spPr>
            <a:xfrm>
              <a:off x="11091617" y="7081905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11091617" y="6808499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11091617" y="6535094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11091617" y="6261688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11091617" y="598828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8409169" y="4397627"/>
              <a:ext cx="3747851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Length 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8409169" y="4644515"/>
              <a:ext cx="277840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63998" y="914400"/>
              <a:ext cx="404440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17127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16432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13652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10871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08091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05310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02529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17127" y="403545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17127" y="3665812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417127" y="3296167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17127" y="2926523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17127" y="2556879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17127" y="2187235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17127" y="1817590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17127" y="144794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3388278" y="1711932"/>
              <a:ext cx="930827" cy="1243975"/>
            </a:xfrm>
            <a:custGeom>
              <a:avLst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2888457" y="2292984"/>
              <a:ext cx="1041614" cy="914400"/>
            </a:xfrm>
            <a:custGeom>
              <a:avLst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1894128" y="1306280"/>
              <a:ext cx="2407890" cy="2231492"/>
            </a:xfrm>
            <a:custGeom>
              <a:avLst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3417003" y="1694135"/>
              <a:ext cx="952744" cy="914400"/>
            </a:xfrm>
            <a:custGeom>
              <a:avLst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3264768" y="1265597"/>
              <a:ext cx="936976" cy="914400"/>
            </a:xfrm>
            <a:custGeom>
              <a:avLst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3304180" y="1111206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3573098" y="2960636"/>
              <a:ext cx="929431" cy="915704"/>
            </a:xfrm>
            <a:custGeom>
              <a:avLst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538621" y="3114287"/>
              <a:ext cx="1963908" cy="921168"/>
            </a:xfrm>
            <a:custGeom>
              <a:avLst/>
              <a:pathLst>
                <a:path w="1963908" h="921168">
                  <a:moveTo>
                    <a:pt x="914399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061744" y="573417"/>
              <a:ext cx="968823" cy="1653363"/>
            </a:xfrm>
            <a:custGeom>
              <a:avLst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1606435" y="2871943"/>
              <a:ext cx="915718" cy="956750"/>
            </a:xfrm>
            <a:custGeom>
              <a:avLst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630524" y="2940511"/>
              <a:ext cx="1097299" cy="1094944"/>
            </a:xfrm>
            <a:custGeom>
              <a:avLst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821356" y="3117663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1939785" y="3079092"/>
              <a:ext cx="1336773" cy="956364"/>
            </a:xfrm>
            <a:custGeom>
              <a:avLst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2343677" y="3004459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2371141" y="3107645"/>
              <a:ext cx="961516" cy="927810"/>
            </a:xfrm>
            <a:custGeom>
              <a:avLst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1826322" y="2967278"/>
              <a:ext cx="944889" cy="914400"/>
            </a:xfrm>
            <a:custGeom>
              <a:avLst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3588129" y="773419"/>
              <a:ext cx="914400" cy="1013957"/>
            </a:xfrm>
            <a:custGeom>
              <a:avLst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3522088" y="842293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2112696" y="2498220"/>
              <a:ext cx="921789" cy="1251646"/>
            </a:xfrm>
            <a:custGeom>
              <a:avLst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653489" y="1784037"/>
              <a:ext cx="1046890" cy="1566168"/>
            </a:xfrm>
            <a:custGeom>
              <a:avLst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606726" y="2469955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738441" y="2545292"/>
              <a:ext cx="940700" cy="1102488"/>
            </a:xfrm>
            <a:custGeom>
              <a:avLst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907569" y="2814403"/>
              <a:ext cx="959591" cy="988599"/>
            </a:xfrm>
            <a:custGeom>
              <a:avLst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739023" y="2845646"/>
              <a:ext cx="966302" cy="914400"/>
            </a:xfrm>
            <a:custGeom>
              <a:avLst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2100748" y="2769569"/>
              <a:ext cx="921983" cy="935986"/>
            </a:xfrm>
            <a:custGeom>
              <a:avLst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112773" y="2546627"/>
              <a:ext cx="933097" cy="914400"/>
            </a:xfrm>
            <a:custGeom>
              <a:avLst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1684909" y="2811605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1602032" y="2796437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719278" y="2468601"/>
              <a:ext cx="928578" cy="914400"/>
            </a:xfrm>
            <a:custGeom>
              <a:avLst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1802911" y="1927437"/>
              <a:ext cx="946790" cy="914400"/>
            </a:xfrm>
            <a:custGeom>
              <a:avLst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605166" y="2749589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034073" y="3327924"/>
              <a:ext cx="117405" cy="117405"/>
            </a:xfrm>
            <a:prstGeom prst="ellipse">
              <a:avLst/>
            </a:prstGeom>
            <a:solidFill>
              <a:srgbClr val="FEA06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60844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64465" y="3164682"/>
              <a:ext cx="117405" cy="117405"/>
            </a:xfrm>
            <a:prstGeom prst="ellipse">
              <a:avLst/>
            </a:prstGeom>
            <a:solidFill>
              <a:srgbClr val="EF76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794497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19280" y="2995558"/>
              <a:ext cx="117405" cy="117405"/>
            </a:xfrm>
            <a:prstGeom prst="ellipse">
              <a:avLst/>
            </a:prstGeom>
            <a:solidFill>
              <a:srgbClr val="FEA16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050155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79308" y="2173890"/>
              <a:ext cx="117405" cy="117405"/>
            </a:xfrm>
            <a:prstGeom prst="ellipse">
              <a:avLst/>
            </a:prstGeom>
            <a:solidFill>
              <a:srgbClr val="9A2E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69211" y="2478760"/>
              <a:ext cx="117405" cy="117405"/>
            </a:xfrm>
            <a:prstGeom prst="ellipse">
              <a:avLst/>
            </a:prstGeom>
            <a:solidFill>
              <a:srgbClr val="E96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798018" y="2566561"/>
              <a:ext cx="48782" cy="91058"/>
            </a:xfrm>
            <a:custGeom>
              <a:avLst/>
              <a:pathLst>
                <a:path w="48782" h="91058">
                  <a:moveTo>
                    <a:pt x="0" y="0"/>
                  </a:moveTo>
                  <a:lnTo>
                    <a:pt x="48782" y="910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3148789" y="3255528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3194509" y="3301248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2" name="pg62"/>
            <p:cNvSpPr/>
            <p:nvPr/>
          </p:nvSpPr>
          <p:spPr>
            <a:xfrm>
              <a:off x="4018003" y="1938636"/>
              <a:ext cx="363931" cy="191749"/>
            </a:xfrm>
            <a:custGeom>
              <a:avLst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4063723" y="1984356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pg64"/>
            <p:cNvSpPr/>
            <p:nvPr/>
          </p:nvSpPr>
          <p:spPr>
            <a:xfrm>
              <a:off x="2698810" y="2972212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744530" y="3017932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6" name="pg66"/>
            <p:cNvSpPr/>
            <p:nvPr/>
          </p:nvSpPr>
          <p:spPr>
            <a:xfrm>
              <a:off x="3395316" y="2426507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3441036" y="2472227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8" name="pg68"/>
            <p:cNvSpPr/>
            <p:nvPr/>
          </p:nvSpPr>
          <p:spPr>
            <a:xfrm>
              <a:off x="3719259" y="2802766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3764979" y="2848486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70" name="pg70"/>
            <p:cNvSpPr/>
            <p:nvPr/>
          </p:nvSpPr>
          <p:spPr>
            <a:xfrm>
              <a:off x="3034501" y="3579001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3080221" y="3624721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2" name="pg72"/>
            <p:cNvSpPr/>
            <p:nvPr/>
          </p:nvSpPr>
          <p:spPr>
            <a:xfrm>
              <a:off x="2462847" y="2292264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2508567" y="2337984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4" name="pg74"/>
            <p:cNvSpPr/>
            <p:nvPr/>
          </p:nvSpPr>
          <p:spPr>
            <a:xfrm>
              <a:off x="2897396" y="2560053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2943116" y="2605773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2417127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2104775" y="3994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229133" y="3976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273847" y="3994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104775" y="362512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229133" y="360665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273847" y="362512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104775" y="325565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29133" y="323718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273847" y="325565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104775" y="288583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229133" y="286736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273847" y="288583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104775" y="251637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229133" y="249790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273847" y="251637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104775" y="21467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229133" y="21282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273847" y="214672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104775" y="177708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29133" y="175861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273847" y="177708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104775" y="140743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229133" y="138896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273847" y="140743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1" name="pl101"/>
            <p:cNvSpPr/>
            <p:nvPr/>
          </p:nvSpPr>
          <p:spPr>
            <a:xfrm>
              <a:off x="2382333" y="40354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82333" y="3665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82333" y="3296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82333" y="29265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82333" y="2556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382333" y="21872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382333" y="18175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382333" y="14479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516432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913652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310871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708091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105310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502529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2394634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18993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563707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791854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916212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960926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189073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313431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358146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586292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710651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755365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983512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107870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152584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4380731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4505090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4549804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3202517" y="43716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4" name="tx134"/>
            <p:cNvSpPr/>
            <p:nvPr/>
          </p:nvSpPr>
          <p:spPr>
            <a:xfrm rot="-5400000">
              <a:off x="1734934" y="2691683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5" name="rc135"/>
            <p:cNvSpPr/>
            <p:nvPr/>
          </p:nvSpPr>
          <p:spPr>
            <a:xfrm>
              <a:off x="4741012" y="2023158"/>
              <a:ext cx="1097799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4810601" y="2108249"/>
              <a:ext cx="96066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0601" y="2293375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4986166" y="338882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986166" y="31154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86166" y="28420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986166" y="25686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986166" y="22952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810601" y="338882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810601" y="31154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810601" y="28420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10601" y="25686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10601" y="22952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8"/>
            <p:cNvSpPr/>
            <p:nvPr/>
          </p:nvSpPr>
          <p:spPr>
            <a:xfrm>
              <a:off x="5099646" y="3348821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5099646" y="3075415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099646" y="2802010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099646" y="2528604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099646" y="22551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417127" y="986823"/>
              <a:ext cx="4112331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Weight Change in Future Treatments</a:t>
              </a:r>
            </a:p>
          </p:txBody>
        </p:sp>
        <p:sp>
          <p:nvSpPr>
            <p:cNvPr id="154" name="rc154"/>
            <p:cNvSpPr/>
            <p:nvPr/>
          </p:nvSpPr>
          <p:spPr>
            <a:xfrm>
              <a:off x="7807598" y="914400"/>
              <a:ext cx="4044402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8360727" y="1318571"/>
              <a:ext cx="2184706" cy="284626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460032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857252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9254471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9651691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10048910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10446129" y="1318571"/>
              <a:ext cx="0" cy="2846260"/>
            </a:xfrm>
            <a:custGeom>
              <a:avLst/>
              <a:pathLst>
                <a:path w="0" h="2846260">
                  <a:moveTo>
                    <a:pt x="0" y="2846260"/>
                  </a:moveTo>
                  <a:lnTo>
                    <a:pt x="0" y="2817697"/>
                  </a:lnTo>
                  <a:lnTo>
                    <a:pt x="0" y="2784093"/>
                  </a:lnTo>
                  <a:lnTo>
                    <a:pt x="0" y="2750489"/>
                  </a:lnTo>
                  <a:lnTo>
                    <a:pt x="0" y="2716885"/>
                  </a:lnTo>
                  <a:lnTo>
                    <a:pt x="0" y="2683281"/>
                  </a:lnTo>
                  <a:lnTo>
                    <a:pt x="0" y="2649677"/>
                  </a:lnTo>
                  <a:lnTo>
                    <a:pt x="0" y="2616073"/>
                  </a:lnTo>
                  <a:lnTo>
                    <a:pt x="0" y="2582469"/>
                  </a:lnTo>
                  <a:lnTo>
                    <a:pt x="0" y="2548865"/>
                  </a:lnTo>
                  <a:lnTo>
                    <a:pt x="0" y="2515261"/>
                  </a:lnTo>
                  <a:lnTo>
                    <a:pt x="0" y="2481657"/>
                  </a:lnTo>
                  <a:lnTo>
                    <a:pt x="0" y="2448052"/>
                  </a:lnTo>
                  <a:lnTo>
                    <a:pt x="0" y="2414448"/>
                  </a:lnTo>
                  <a:lnTo>
                    <a:pt x="0" y="2380844"/>
                  </a:lnTo>
                  <a:lnTo>
                    <a:pt x="0" y="2347240"/>
                  </a:lnTo>
                  <a:lnTo>
                    <a:pt x="0" y="2313636"/>
                  </a:lnTo>
                  <a:lnTo>
                    <a:pt x="0" y="2280032"/>
                  </a:lnTo>
                  <a:lnTo>
                    <a:pt x="0" y="2246428"/>
                  </a:lnTo>
                  <a:lnTo>
                    <a:pt x="0" y="2212824"/>
                  </a:lnTo>
                  <a:lnTo>
                    <a:pt x="0" y="2179220"/>
                  </a:lnTo>
                  <a:lnTo>
                    <a:pt x="0" y="2145616"/>
                  </a:lnTo>
                  <a:lnTo>
                    <a:pt x="0" y="2112012"/>
                  </a:lnTo>
                  <a:lnTo>
                    <a:pt x="0" y="2078408"/>
                  </a:lnTo>
                  <a:lnTo>
                    <a:pt x="0" y="2044804"/>
                  </a:lnTo>
                  <a:lnTo>
                    <a:pt x="0" y="2011200"/>
                  </a:lnTo>
                  <a:lnTo>
                    <a:pt x="0" y="1977596"/>
                  </a:lnTo>
                  <a:lnTo>
                    <a:pt x="0" y="1943992"/>
                  </a:lnTo>
                  <a:lnTo>
                    <a:pt x="0" y="1910388"/>
                  </a:lnTo>
                  <a:lnTo>
                    <a:pt x="0" y="1876784"/>
                  </a:lnTo>
                  <a:lnTo>
                    <a:pt x="0" y="1843180"/>
                  </a:lnTo>
                  <a:lnTo>
                    <a:pt x="0" y="1809576"/>
                  </a:lnTo>
                  <a:lnTo>
                    <a:pt x="0" y="1775972"/>
                  </a:lnTo>
                  <a:lnTo>
                    <a:pt x="0" y="1742368"/>
                  </a:lnTo>
                  <a:lnTo>
                    <a:pt x="0" y="1708764"/>
                  </a:lnTo>
                  <a:lnTo>
                    <a:pt x="0" y="1675160"/>
                  </a:lnTo>
                  <a:lnTo>
                    <a:pt x="0" y="1641556"/>
                  </a:lnTo>
                  <a:lnTo>
                    <a:pt x="0" y="1607952"/>
                  </a:lnTo>
                  <a:lnTo>
                    <a:pt x="0" y="1574348"/>
                  </a:lnTo>
                  <a:lnTo>
                    <a:pt x="0" y="1540744"/>
                  </a:lnTo>
                  <a:lnTo>
                    <a:pt x="0" y="1507140"/>
                  </a:lnTo>
                  <a:lnTo>
                    <a:pt x="0" y="1473536"/>
                  </a:lnTo>
                  <a:lnTo>
                    <a:pt x="0" y="1439932"/>
                  </a:lnTo>
                  <a:lnTo>
                    <a:pt x="0" y="1406328"/>
                  </a:lnTo>
                  <a:lnTo>
                    <a:pt x="0" y="1372724"/>
                  </a:lnTo>
                  <a:lnTo>
                    <a:pt x="0" y="1339120"/>
                  </a:lnTo>
                  <a:lnTo>
                    <a:pt x="0" y="1305516"/>
                  </a:lnTo>
                  <a:lnTo>
                    <a:pt x="0" y="1271912"/>
                  </a:lnTo>
                  <a:lnTo>
                    <a:pt x="0" y="1238308"/>
                  </a:lnTo>
                  <a:lnTo>
                    <a:pt x="0" y="1204704"/>
                  </a:lnTo>
                  <a:lnTo>
                    <a:pt x="0" y="1171100"/>
                  </a:lnTo>
                  <a:lnTo>
                    <a:pt x="0" y="1137496"/>
                  </a:lnTo>
                  <a:lnTo>
                    <a:pt x="0" y="1103892"/>
                  </a:lnTo>
                  <a:lnTo>
                    <a:pt x="0" y="1070288"/>
                  </a:lnTo>
                  <a:lnTo>
                    <a:pt x="0" y="1036684"/>
                  </a:lnTo>
                  <a:lnTo>
                    <a:pt x="0" y="1003080"/>
                  </a:lnTo>
                  <a:lnTo>
                    <a:pt x="0" y="969476"/>
                  </a:lnTo>
                  <a:lnTo>
                    <a:pt x="0" y="935872"/>
                  </a:lnTo>
                  <a:lnTo>
                    <a:pt x="0" y="902267"/>
                  </a:lnTo>
                  <a:lnTo>
                    <a:pt x="0" y="868663"/>
                  </a:lnTo>
                  <a:lnTo>
                    <a:pt x="0" y="835059"/>
                  </a:lnTo>
                  <a:lnTo>
                    <a:pt x="0" y="801455"/>
                  </a:lnTo>
                  <a:lnTo>
                    <a:pt x="0" y="767851"/>
                  </a:lnTo>
                  <a:lnTo>
                    <a:pt x="0" y="734247"/>
                  </a:lnTo>
                  <a:lnTo>
                    <a:pt x="0" y="700643"/>
                  </a:lnTo>
                  <a:lnTo>
                    <a:pt x="0" y="667039"/>
                  </a:lnTo>
                  <a:lnTo>
                    <a:pt x="0" y="633435"/>
                  </a:lnTo>
                  <a:lnTo>
                    <a:pt x="0" y="599831"/>
                  </a:lnTo>
                  <a:lnTo>
                    <a:pt x="0" y="566227"/>
                  </a:lnTo>
                  <a:lnTo>
                    <a:pt x="0" y="532623"/>
                  </a:lnTo>
                  <a:lnTo>
                    <a:pt x="0" y="499019"/>
                  </a:lnTo>
                  <a:lnTo>
                    <a:pt x="0" y="465415"/>
                  </a:lnTo>
                  <a:lnTo>
                    <a:pt x="0" y="431811"/>
                  </a:lnTo>
                  <a:lnTo>
                    <a:pt x="0" y="398207"/>
                  </a:lnTo>
                  <a:lnTo>
                    <a:pt x="0" y="364603"/>
                  </a:lnTo>
                  <a:lnTo>
                    <a:pt x="0" y="330999"/>
                  </a:lnTo>
                  <a:lnTo>
                    <a:pt x="0" y="297395"/>
                  </a:lnTo>
                  <a:lnTo>
                    <a:pt x="0" y="263791"/>
                  </a:lnTo>
                  <a:lnTo>
                    <a:pt x="0" y="230187"/>
                  </a:lnTo>
                  <a:lnTo>
                    <a:pt x="0" y="196583"/>
                  </a:lnTo>
                  <a:lnTo>
                    <a:pt x="0" y="162979"/>
                  </a:lnTo>
                  <a:lnTo>
                    <a:pt x="0" y="129375"/>
                  </a:lnTo>
                  <a:lnTo>
                    <a:pt x="0" y="95771"/>
                  </a:lnTo>
                  <a:lnTo>
                    <a:pt x="0" y="62167"/>
                  </a:lnTo>
                  <a:lnTo>
                    <a:pt x="0" y="285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360727" y="403545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360727" y="3665812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360727" y="3296167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360727" y="2926523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360727" y="2556879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360727" y="2187235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360727" y="1817590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360727" y="1447946"/>
              <a:ext cx="2184706" cy="0"/>
            </a:xfrm>
            <a:custGeom>
              <a:avLst/>
              <a:pathLst>
                <a:path w="2184706" h="0">
                  <a:moveTo>
                    <a:pt x="0" y="0"/>
                  </a:moveTo>
                  <a:lnTo>
                    <a:pt x="11033" y="0"/>
                  </a:lnTo>
                  <a:lnTo>
                    <a:pt x="39120" y="0"/>
                  </a:lnTo>
                  <a:lnTo>
                    <a:pt x="67206" y="0"/>
                  </a:lnTo>
                  <a:lnTo>
                    <a:pt x="95292" y="0"/>
                  </a:lnTo>
                  <a:lnTo>
                    <a:pt x="123378" y="0"/>
                  </a:lnTo>
                  <a:lnTo>
                    <a:pt x="151464" y="0"/>
                  </a:lnTo>
                  <a:lnTo>
                    <a:pt x="179551" y="0"/>
                  </a:lnTo>
                  <a:lnTo>
                    <a:pt x="207637" y="0"/>
                  </a:lnTo>
                  <a:lnTo>
                    <a:pt x="235723" y="0"/>
                  </a:lnTo>
                  <a:lnTo>
                    <a:pt x="263809" y="0"/>
                  </a:lnTo>
                  <a:lnTo>
                    <a:pt x="291896" y="0"/>
                  </a:lnTo>
                  <a:lnTo>
                    <a:pt x="319982" y="0"/>
                  </a:lnTo>
                  <a:lnTo>
                    <a:pt x="348068" y="0"/>
                  </a:lnTo>
                  <a:lnTo>
                    <a:pt x="376154" y="0"/>
                  </a:lnTo>
                  <a:lnTo>
                    <a:pt x="404240" y="0"/>
                  </a:lnTo>
                  <a:lnTo>
                    <a:pt x="432327" y="0"/>
                  </a:lnTo>
                  <a:lnTo>
                    <a:pt x="460413" y="0"/>
                  </a:lnTo>
                  <a:lnTo>
                    <a:pt x="488499" y="0"/>
                  </a:lnTo>
                  <a:lnTo>
                    <a:pt x="516585" y="0"/>
                  </a:lnTo>
                  <a:lnTo>
                    <a:pt x="544672" y="0"/>
                  </a:lnTo>
                  <a:lnTo>
                    <a:pt x="572758" y="0"/>
                  </a:lnTo>
                  <a:lnTo>
                    <a:pt x="600844" y="0"/>
                  </a:lnTo>
                  <a:lnTo>
                    <a:pt x="628930" y="0"/>
                  </a:lnTo>
                  <a:lnTo>
                    <a:pt x="657016" y="0"/>
                  </a:lnTo>
                  <a:lnTo>
                    <a:pt x="685103" y="0"/>
                  </a:lnTo>
                  <a:lnTo>
                    <a:pt x="713189" y="0"/>
                  </a:lnTo>
                  <a:lnTo>
                    <a:pt x="741275" y="0"/>
                  </a:lnTo>
                  <a:lnTo>
                    <a:pt x="769361" y="0"/>
                  </a:lnTo>
                  <a:lnTo>
                    <a:pt x="797448" y="0"/>
                  </a:lnTo>
                  <a:lnTo>
                    <a:pt x="825534" y="0"/>
                  </a:lnTo>
                  <a:lnTo>
                    <a:pt x="853620" y="0"/>
                  </a:lnTo>
                  <a:lnTo>
                    <a:pt x="881706" y="0"/>
                  </a:lnTo>
                  <a:lnTo>
                    <a:pt x="909792" y="0"/>
                  </a:lnTo>
                  <a:lnTo>
                    <a:pt x="937879" y="0"/>
                  </a:lnTo>
                  <a:lnTo>
                    <a:pt x="965965" y="0"/>
                  </a:lnTo>
                  <a:lnTo>
                    <a:pt x="994051" y="0"/>
                  </a:lnTo>
                  <a:lnTo>
                    <a:pt x="1022137" y="0"/>
                  </a:lnTo>
                  <a:lnTo>
                    <a:pt x="1050224" y="0"/>
                  </a:lnTo>
                  <a:lnTo>
                    <a:pt x="1078310" y="0"/>
                  </a:lnTo>
                  <a:lnTo>
                    <a:pt x="1106396" y="0"/>
                  </a:lnTo>
                  <a:lnTo>
                    <a:pt x="1134482" y="0"/>
                  </a:lnTo>
                  <a:lnTo>
                    <a:pt x="1162568" y="0"/>
                  </a:lnTo>
                  <a:lnTo>
                    <a:pt x="1190655" y="0"/>
                  </a:lnTo>
                  <a:lnTo>
                    <a:pt x="1218741" y="0"/>
                  </a:lnTo>
                  <a:lnTo>
                    <a:pt x="1246827" y="0"/>
                  </a:lnTo>
                  <a:lnTo>
                    <a:pt x="1274913" y="0"/>
                  </a:lnTo>
                  <a:lnTo>
                    <a:pt x="1303000" y="0"/>
                  </a:lnTo>
                  <a:lnTo>
                    <a:pt x="1331086" y="0"/>
                  </a:lnTo>
                  <a:lnTo>
                    <a:pt x="1359172" y="0"/>
                  </a:lnTo>
                  <a:lnTo>
                    <a:pt x="1387258" y="0"/>
                  </a:lnTo>
                  <a:lnTo>
                    <a:pt x="1415344" y="0"/>
                  </a:lnTo>
                  <a:lnTo>
                    <a:pt x="1443431" y="0"/>
                  </a:lnTo>
                  <a:lnTo>
                    <a:pt x="1471517" y="0"/>
                  </a:lnTo>
                  <a:lnTo>
                    <a:pt x="1499603" y="0"/>
                  </a:lnTo>
                  <a:lnTo>
                    <a:pt x="1527689" y="0"/>
                  </a:lnTo>
                  <a:lnTo>
                    <a:pt x="1555776" y="0"/>
                  </a:lnTo>
                  <a:lnTo>
                    <a:pt x="1583862" y="0"/>
                  </a:lnTo>
                  <a:lnTo>
                    <a:pt x="1611948" y="0"/>
                  </a:lnTo>
                  <a:lnTo>
                    <a:pt x="1640034" y="0"/>
                  </a:lnTo>
                  <a:lnTo>
                    <a:pt x="1668120" y="0"/>
                  </a:lnTo>
                  <a:lnTo>
                    <a:pt x="1696207" y="0"/>
                  </a:lnTo>
                  <a:lnTo>
                    <a:pt x="1724293" y="0"/>
                  </a:lnTo>
                  <a:lnTo>
                    <a:pt x="1752379" y="0"/>
                  </a:lnTo>
                  <a:lnTo>
                    <a:pt x="1780465" y="0"/>
                  </a:lnTo>
                  <a:lnTo>
                    <a:pt x="1808552" y="0"/>
                  </a:lnTo>
                  <a:lnTo>
                    <a:pt x="1836638" y="0"/>
                  </a:lnTo>
                  <a:lnTo>
                    <a:pt x="1864724" y="0"/>
                  </a:lnTo>
                  <a:lnTo>
                    <a:pt x="1892810" y="0"/>
                  </a:lnTo>
                  <a:lnTo>
                    <a:pt x="1920896" y="0"/>
                  </a:lnTo>
                  <a:lnTo>
                    <a:pt x="1948983" y="0"/>
                  </a:lnTo>
                  <a:lnTo>
                    <a:pt x="1977069" y="0"/>
                  </a:lnTo>
                  <a:lnTo>
                    <a:pt x="2005155" y="0"/>
                  </a:lnTo>
                  <a:lnTo>
                    <a:pt x="2033241" y="0"/>
                  </a:lnTo>
                  <a:lnTo>
                    <a:pt x="2061327" y="0"/>
                  </a:lnTo>
                  <a:lnTo>
                    <a:pt x="2089414" y="0"/>
                  </a:lnTo>
                  <a:lnTo>
                    <a:pt x="2117500" y="0"/>
                  </a:lnTo>
                  <a:lnTo>
                    <a:pt x="2145586" y="0"/>
                  </a:lnTo>
                  <a:lnTo>
                    <a:pt x="2173672" y="0"/>
                  </a:lnTo>
                  <a:lnTo>
                    <a:pt x="2184706" y="0"/>
                  </a:lnTo>
                  <a:lnTo>
                    <a:pt x="218470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h170"/>
            <p:cNvSpPr/>
            <p:nvPr/>
          </p:nvSpPr>
          <p:spPr>
            <a:xfrm>
              <a:off x="9331878" y="1711932"/>
              <a:ext cx="930827" cy="1243975"/>
            </a:xfrm>
            <a:custGeom>
              <a:avLst/>
              <a:pathLst>
                <a:path w="930827" h="1243975">
                  <a:moveTo>
                    <a:pt x="914400" y="914400"/>
                  </a:moveTo>
                  <a:lnTo>
                    <a:pt x="904741" y="940462"/>
                  </a:lnTo>
                  <a:lnTo>
                    <a:pt x="891435" y="944866"/>
                  </a:lnTo>
                  <a:lnTo>
                    <a:pt x="878673" y="953548"/>
                  </a:lnTo>
                  <a:lnTo>
                    <a:pt x="874115" y="1036014"/>
                  </a:lnTo>
                  <a:lnTo>
                    <a:pt x="897351" y="1067347"/>
                  </a:lnTo>
                  <a:lnTo>
                    <a:pt x="884589" y="1071733"/>
                  </a:lnTo>
                  <a:lnTo>
                    <a:pt x="872913" y="1081118"/>
                  </a:lnTo>
                  <a:lnTo>
                    <a:pt x="864573" y="1094998"/>
                  </a:lnTo>
                  <a:lnTo>
                    <a:pt x="856039" y="1124869"/>
                  </a:lnTo>
                  <a:lnTo>
                    <a:pt x="823978" y="1141799"/>
                  </a:lnTo>
                  <a:lnTo>
                    <a:pt x="811836" y="1154325"/>
                  </a:lnTo>
                  <a:lnTo>
                    <a:pt x="793934" y="1182193"/>
                  </a:lnTo>
                  <a:lnTo>
                    <a:pt x="784605" y="1222641"/>
                  </a:lnTo>
                  <a:lnTo>
                    <a:pt x="766470" y="1239896"/>
                  </a:lnTo>
                  <a:lnTo>
                    <a:pt x="746105" y="1243975"/>
                  </a:lnTo>
                  <a:lnTo>
                    <a:pt x="758053" y="1210837"/>
                  </a:lnTo>
                  <a:lnTo>
                    <a:pt x="773705" y="1183835"/>
                  </a:lnTo>
                  <a:lnTo>
                    <a:pt x="758654" y="1165317"/>
                  </a:lnTo>
                  <a:lnTo>
                    <a:pt x="749596" y="1136330"/>
                  </a:lnTo>
                  <a:lnTo>
                    <a:pt x="737901" y="1114094"/>
                  </a:lnTo>
                  <a:lnTo>
                    <a:pt x="747210" y="1089259"/>
                  </a:lnTo>
                  <a:lnTo>
                    <a:pt x="742633" y="1048558"/>
                  </a:lnTo>
                  <a:lnTo>
                    <a:pt x="744146" y="1008832"/>
                  </a:lnTo>
                  <a:lnTo>
                    <a:pt x="757723" y="988780"/>
                  </a:lnTo>
                  <a:lnTo>
                    <a:pt x="773278" y="972427"/>
                  </a:lnTo>
                  <a:lnTo>
                    <a:pt x="797503" y="934831"/>
                  </a:lnTo>
                  <a:lnTo>
                    <a:pt x="823764" y="907577"/>
                  </a:lnTo>
                  <a:lnTo>
                    <a:pt x="860402" y="895322"/>
                  </a:lnTo>
                  <a:lnTo>
                    <a:pt x="876947" y="906620"/>
                  </a:lnTo>
                  <a:lnTo>
                    <a:pt x="884084" y="881839"/>
                  </a:lnTo>
                  <a:lnTo>
                    <a:pt x="895896" y="876190"/>
                  </a:lnTo>
                  <a:lnTo>
                    <a:pt x="906990" y="881911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h171"/>
            <p:cNvSpPr/>
            <p:nvPr/>
          </p:nvSpPr>
          <p:spPr>
            <a:xfrm>
              <a:off x="8832057" y="2292984"/>
              <a:ext cx="1041614" cy="914400"/>
            </a:xfrm>
            <a:custGeom>
              <a:avLst/>
              <a:pathLst>
                <a:path w="1041614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29" y="888264"/>
                  </a:lnTo>
                  <a:lnTo>
                    <a:pt x="897913" y="824407"/>
                  </a:lnTo>
                  <a:lnTo>
                    <a:pt x="901521" y="792857"/>
                  </a:lnTo>
                  <a:lnTo>
                    <a:pt x="944831" y="679058"/>
                  </a:lnTo>
                  <a:lnTo>
                    <a:pt x="964168" y="669763"/>
                  </a:lnTo>
                  <a:lnTo>
                    <a:pt x="991361" y="600021"/>
                  </a:lnTo>
                  <a:lnTo>
                    <a:pt x="998692" y="568995"/>
                  </a:lnTo>
                  <a:lnTo>
                    <a:pt x="1010485" y="541055"/>
                  </a:lnTo>
                  <a:lnTo>
                    <a:pt x="1017448" y="516075"/>
                  </a:lnTo>
                  <a:lnTo>
                    <a:pt x="1023286" y="505986"/>
                  </a:lnTo>
                  <a:lnTo>
                    <a:pt x="1035970" y="510715"/>
                  </a:lnTo>
                  <a:lnTo>
                    <a:pt x="1041614" y="515317"/>
                  </a:lnTo>
                  <a:lnTo>
                    <a:pt x="1028251" y="529865"/>
                  </a:lnTo>
                  <a:lnTo>
                    <a:pt x="1029803" y="548798"/>
                  </a:lnTo>
                  <a:lnTo>
                    <a:pt x="1028872" y="556650"/>
                  </a:lnTo>
                  <a:lnTo>
                    <a:pt x="995143" y="639007"/>
                  </a:lnTo>
                  <a:lnTo>
                    <a:pt x="986124" y="692487"/>
                  </a:lnTo>
                  <a:lnTo>
                    <a:pt x="974157" y="705536"/>
                  </a:lnTo>
                  <a:lnTo>
                    <a:pt x="924602" y="8957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h172"/>
            <p:cNvSpPr/>
            <p:nvPr/>
          </p:nvSpPr>
          <p:spPr>
            <a:xfrm>
              <a:off x="7837728" y="1306280"/>
              <a:ext cx="2407890" cy="2231492"/>
            </a:xfrm>
            <a:custGeom>
              <a:avLst/>
              <a:pathLst>
                <a:path w="2407890" h="2231492">
                  <a:moveTo>
                    <a:pt x="914400" y="914400"/>
                  </a:moveTo>
                  <a:lnTo>
                    <a:pt x="928869" y="920500"/>
                  </a:lnTo>
                  <a:lnTo>
                    <a:pt x="948574" y="908281"/>
                  </a:lnTo>
                  <a:lnTo>
                    <a:pt x="962365" y="874060"/>
                  </a:lnTo>
                  <a:lnTo>
                    <a:pt x="970239" y="822710"/>
                  </a:lnTo>
                  <a:lnTo>
                    <a:pt x="979433" y="773798"/>
                  </a:lnTo>
                  <a:lnTo>
                    <a:pt x="968552" y="721473"/>
                  </a:lnTo>
                  <a:lnTo>
                    <a:pt x="956934" y="675521"/>
                  </a:lnTo>
                  <a:lnTo>
                    <a:pt x="956119" y="662020"/>
                  </a:lnTo>
                  <a:lnTo>
                    <a:pt x="986609" y="623251"/>
                  </a:lnTo>
                  <a:lnTo>
                    <a:pt x="995938" y="591719"/>
                  </a:lnTo>
                  <a:lnTo>
                    <a:pt x="1006043" y="561703"/>
                  </a:lnTo>
                  <a:lnTo>
                    <a:pt x="1017196" y="551488"/>
                  </a:lnTo>
                  <a:lnTo>
                    <a:pt x="1033798" y="549159"/>
                  </a:lnTo>
                  <a:lnTo>
                    <a:pt x="1053135" y="543510"/>
                  </a:lnTo>
                  <a:lnTo>
                    <a:pt x="1077515" y="523421"/>
                  </a:lnTo>
                  <a:lnTo>
                    <a:pt x="1099374" y="496510"/>
                  </a:lnTo>
                  <a:lnTo>
                    <a:pt x="1116074" y="471837"/>
                  </a:lnTo>
                  <a:lnTo>
                    <a:pt x="1121737" y="423015"/>
                  </a:lnTo>
                  <a:lnTo>
                    <a:pt x="1121970" y="398486"/>
                  </a:lnTo>
                  <a:lnTo>
                    <a:pt x="1129321" y="380274"/>
                  </a:lnTo>
                  <a:lnTo>
                    <a:pt x="1136439" y="344700"/>
                  </a:lnTo>
                  <a:lnTo>
                    <a:pt x="1129515" y="309612"/>
                  </a:lnTo>
                  <a:lnTo>
                    <a:pt x="1107966" y="256386"/>
                  </a:lnTo>
                  <a:lnTo>
                    <a:pt x="1082015" y="181536"/>
                  </a:lnTo>
                  <a:lnTo>
                    <a:pt x="1078041" y="141666"/>
                  </a:lnTo>
                  <a:lnTo>
                    <a:pt x="2054379" y="141666"/>
                  </a:lnTo>
                  <a:lnTo>
                    <a:pt x="2054854" y="146900"/>
                  </a:lnTo>
                  <a:lnTo>
                    <a:pt x="2052875" y="159463"/>
                  </a:lnTo>
                  <a:lnTo>
                    <a:pt x="2067965" y="211101"/>
                  </a:lnTo>
                  <a:lnTo>
                    <a:pt x="2064454" y="229204"/>
                  </a:lnTo>
                  <a:lnTo>
                    <a:pt x="2062418" y="252271"/>
                  </a:lnTo>
                  <a:lnTo>
                    <a:pt x="2084044" y="274435"/>
                  </a:lnTo>
                  <a:lnTo>
                    <a:pt x="2103342" y="274074"/>
                  </a:lnTo>
                  <a:lnTo>
                    <a:pt x="2122893" y="273731"/>
                  </a:lnTo>
                  <a:lnTo>
                    <a:pt x="2130360" y="279290"/>
                  </a:lnTo>
                  <a:lnTo>
                    <a:pt x="2137847" y="294975"/>
                  </a:lnTo>
                  <a:lnTo>
                    <a:pt x="2143879" y="313493"/>
                  </a:lnTo>
                  <a:lnTo>
                    <a:pt x="2159977" y="311959"/>
                  </a:lnTo>
                  <a:lnTo>
                    <a:pt x="2185676" y="296888"/>
                  </a:lnTo>
                  <a:lnTo>
                    <a:pt x="2202395" y="293296"/>
                  </a:lnTo>
                  <a:lnTo>
                    <a:pt x="2213431" y="322265"/>
                  </a:lnTo>
                  <a:lnTo>
                    <a:pt x="2243455" y="360529"/>
                  </a:lnTo>
                  <a:lnTo>
                    <a:pt x="2260931" y="377675"/>
                  </a:lnTo>
                  <a:lnTo>
                    <a:pt x="2290625" y="386700"/>
                  </a:lnTo>
                  <a:lnTo>
                    <a:pt x="2321910" y="417582"/>
                  </a:lnTo>
                  <a:lnTo>
                    <a:pt x="2317527" y="454799"/>
                  </a:lnTo>
                  <a:lnTo>
                    <a:pt x="2330580" y="467235"/>
                  </a:lnTo>
                  <a:lnTo>
                    <a:pt x="2367489" y="481927"/>
                  </a:lnTo>
                  <a:lnTo>
                    <a:pt x="2380543" y="501744"/>
                  </a:lnTo>
                  <a:lnTo>
                    <a:pt x="2386807" y="518638"/>
                  </a:lnTo>
                  <a:lnTo>
                    <a:pt x="2396524" y="532644"/>
                  </a:lnTo>
                  <a:lnTo>
                    <a:pt x="2407890" y="574969"/>
                  </a:lnTo>
                  <a:lnTo>
                    <a:pt x="2403933" y="601050"/>
                  </a:lnTo>
                  <a:lnTo>
                    <a:pt x="2389057" y="610021"/>
                  </a:lnTo>
                  <a:lnTo>
                    <a:pt x="2353932" y="637960"/>
                  </a:lnTo>
                  <a:lnTo>
                    <a:pt x="2338280" y="658825"/>
                  </a:lnTo>
                  <a:lnTo>
                    <a:pt x="2326002" y="671820"/>
                  </a:lnTo>
                  <a:lnTo>
                    <a:pt x="2291110" y="699688"/>
                  </a:lnTo>
                  <a:lnTo>
                    <a:pt x="2278328" y="704688"/>
                  </a:lnTo>
                  <a:lnTo>
                    <a:pt x="2266090" y="719181"/>
                  </a:lnTo>
                  <a:lnTo>
                    <a:pt x="2254259" y="725516"/>
                  </a:lnTo>
                  <a:lnTo>
                    <a:pt x="2243669" y="721870"/>
                  </a:lnTo>
                  <a:lnTo>
                    <a:pt x="2204082" y="748114"/>
                  </a:lnTo>
                  <a:lnTo>
                    <a:pt x="2207166" y="759322"/>
                  </a:lnTo>
                  <a:lnTo>
                    <a:pt x="2237520" y="764069"/>
                  </a:lnTo>
                  <a:lnTo>
                    <a:pt x="2252998" y="758438"/>
                  </a:lnTo>
                  <a:lnTo>
                    <a:pt x="2264907" y="745244"/>
                  </a:lnTo>
                  <a:lnTo>
                    <a:pt x="2277921" y="742212"/>
                  </a:lnTo>
                  <a:lnTo>
                    <a:pt x="2289791" y="744702"/>
                  </a:lnTo>
                  <a:lnTo>
                    <a:pt x="2302379" y="734306"/>
                  </a:lnTo>
                  <a:lnTo>
                    <a:pt x="2312251" y="730155"/>
                  </a:lnTo>
                  <a:lnTo>
                    <a:pt x="2322453" y="735136"/>
                  </a:lnTo>
                  <a:lnTo>
                    <a:pt x="2333838" y="760062"/>
                  </a:lnTo>
                  <a:lnTo>
                    <a:pt x="2310215" y="773039"/>
                  </a:lnTo>
                  <a:lnTo>
                    <a:pt x="2293457" y="773635"/>
                  </a:lnTo>
                  <a:lnTo>
                    <a:pt x="2285272" y="814516"/>
                  </a:lnTo>
                  <a:lnTo>
                    <a:pt x="2275128" y="832078"/>
                  </a:lnTo>
                  <a:lnTo>
                    <a:pt x="2267855" y="840525"/>
                  </a:lnTo>
                  <a:lnTo>
                    <a:pt x="2230674" y="857924"/>
                  </a:lnTo>
                  <a:lnTo>
                    <a:pt x="2206138" y="879980"/>
                  </a:lnTo>
                  <a:lnTo>
                    <a:pt x="2177220" y="897740"/>
                  </a:lnTo>
                  <a:lnTo>
                    <a:pt x="2164593" y="893878"/>
                  </a:lnTo>
                  <a:lnTo>
                    <a:pt x="2145566" y="911927"/>
                  </a:lnTo>
                  <a:lnTo>
                    <a:pt x="2103284" y="933297"/>
                  </a:lnTo>
                  <a:lnTo>
                    <a:pt x="2081619" y="962085"/>
                  </a:lnTo>
                  <a:lnTo>
                    <a:pt x="2032995" y="987841"/>
                  </a:lnTo>
                  <a:lnTo>
                    <a:pt x="2008227" y="1008796"/>
                  </a:lnTo>
                  <a:lnTo>
                    <a:pt x="1940944" y="1009897"/>
                  </a:lnTo>
                  <a:lnTo>
                    <a:pt x="1876687" y="1005294"/>
                  </a:lnTo>
                  <a:lnTo>
                    <a:pt x="1856515" y="1015258"/>
                  </a:lnTo>
                  <a:lnTo>
                    <a:pt x="1877133" y="1018344"/>
                  </a:lnTo>
                  <a:lnTo>
                    <a:pt x="1891583" y="1028126"/>
                  </a:lnTo>
                  <a:lnTo>
                    <a:pt x="1908903" y="1024047"/>
                  </a:lnTo>
                  <a:lnTo>
                    <a:pt x="1949614" y="1028939"/>
                  </a:lnTo>
                  <a:lnTo>
                    <a:pt x="1970561" y="1034263"/>
                  </a:lnTo>
                  <a:lnTo>
                    <a:pt x="1997443" y="1068520"/>
                  </a:lnTo>
                  <a:lnTo>
                    <a:pt x="1977679" y="1080703"/>
                  </a:lnTo>
                  <a:lnTo>
                    <a:pt x="1943446" y="1090053"/>
                  </a:lnTo>
                  <a:lnTo>
                    <a:pt x="1956286" y="1138641"/>
                  </a:lnTo>
                  <a:lnTo>
                    <a:pt x="1966876" y="1171400"/>
                  </a:lnTo>
                  <a:lnTo>
                    <a:pt x="1953008" y="1191163"/>
                  </a:lnTo>
                  <a:lnTo>
                    <a:pt x="1951980" y="1281084"/>
                  </a:lnTo>
                  <a:lnTo>
                    <a:pt x="1932526" y="1282798"/>
                  </a:lnTo>
                  <a:lnTo>
                    <a:pt x="1924264" y="1319997"/>
                  </a:lnTo>
                  <a:lnTo>
                    <a:pt x="1930393" y="1338967"/>
                  </a:lnTo>
                  <a:lnTo>
                    <a:pt x="1929908" y="1383025"/>
                  </a:lnTo>
                  <a:lnTo>
                    <a:pt x="1933962" y="1410170"/>
                  </a:lnTo>
                  <a:lnTo>
                    <a:pt x="1943504" y="1435168"/>
                  </a:lnTo>
                  <a:lnTo>
                    <a:pt x="1939257" y="1461231"/>
                  </a:lnTo>
                  <a:lnTo>
                    <a:pt x="1908495" y="1522237"/>
                  </a:lnTo>
                  <a:lnTo>
                    <a:pt x="1909194" y="1550863"/>
                  </a:lnTo>
                  <a:lnTo>
                    <a:pt x="1914721" y="1567865"/>
                  </a:lnTo>
                  <a:lnTo>
                    <a:pt x="1918814" y="1595047"/>
                  </a:lnTo>
                  <a:lnTo>
                    <a:pt x="1904830" y="1647299"/>
                  </a:lnTo>
                  <a:lnTo>
                    <a:pt x="1894957" y="1690959"/>
                  </a:lnTo>
                  <a:lnTo>
                    <a:pt x="1883223" y="1727707"/>
                  </a:lnTo>
                  <a:lnTo>
                    <a:pt x="1856962" y="1771801"/>
                  </a:lnTo>
                  <a:lnTo>
                    <a:pt x="1843889" y="1804758"/>
                  </a:lnTo>
                  <a:lnTo>
                    <a:pt x="1813302" y="1907602"/>
                  </a:lnTo>
                  <a:lnTo>
                    <a:pt x="1798135" y="1928015"/>
                  </a:lnTo>
                  <a:lnTo>
                    <a:pt x="1779535" y="1943700"/>
                  </a:lnTo>
                  <a:lnTo>
                    <a:pt x="1758801" y="1929188"/>
                  </a:lnTo>
                  <a:lnTo>
                    <a:pt x="1739794" y="1921283"/>
                  </a:lnTo>
                  <a:lnTo>
                    <a:pt x="1716577" y="1922240"/>
                  </a:lnTo>
                  <a:lnTo>
                    <a:pt x="1680211" y="1934134"/>
                  </a:lnTo>
                  <a:lnTo>
                    <a:pt x="1625515" y="1926228"/>
                  </a:lnTo>
                  <a:lnTo>
                    <a:pt x="1572061" y="1930037"/>
                  </a:lnTo>
                  <a:lnTo>
                    <a:pt x="1558543" y="1940307"/>
                  </a:lnTo>
                  <a:lnTo>
                    <a:pt x="1566650" y="1977632"/>
                  </a:lnTo>
                  <a:lnTo>
                    <a:pt x="1546944" y="1982523"/>
                  </a:lnTo>
                  <a:lnTo>
                    <a:pt x="1527685" y="1971911"/>
                  </a:lnTo>
                  <a:lnTo>
                    <a:pt x="1510733" y="1984581"/>
                  </a:lnTo>
                  <a:lnTo>
                    <a:pt x="1496574" y="1998479"/>
                  </a:lnTo>
                  <a:lnTo>
                    <a:pt x="1468761" y="2031454"/>
                  </a:lnTo>
                  <a:lnTo>
                    <a:pt x="1459451" y="2051759"/>
                  </a:lnTo>
                  <a:lnTo>
                    <a:pt x="1457046" y="2090005"/>
                  </a:lnTo>
                  <a:lnTo>
                    <a:pt x="1471651" y="2124299"/>
                  </a:lnTo>
                  <a:lnTo>
                    <a:pt x="1484607" y="2164458"/>
                  </a:lnTo>
                  <a:lnTo>
                    <a:pt x="1451247" y="2212919"/>
                  </a:lnTo>
                  <a:lnTo>
                    <a:pt x="1432627" y="2214562"/>
                  </a:lnTo>
                  <a:lnTo>
                    <a:pt x="1378281" y="2201115"/>
                  </a:lnTo>
                  <a:lnTo>
                    <a:pt x="1281963" y="2231492"/>
                  </a:lnTo>
                  <a:lnTo>
                    <a:pt x="1195459" y="2207468"/>
                  </a:lnTo>
                  <a:lnTo>
                    <a:pt x="1206340" y="2181514"/>
                  </a:lnTo>
                  <a:lnTo>
                    <a:pt x="1205972" y="2162436"/>
                  </a:lnTo>
                  <a:lnTo>
                    <a:pt x="1210859" y="2133088"/>
                  </a:lnTo>
                  <a:lnTo>
                    <a:pt x="1213769" y="2103073"/>
                  </a:lnTo>
                  <a:lnTo>
                    <a:pt x="1212954" y="2082984"/>
                  </a:lnTo>
                  <a:lnTo>
                    <a:pt x="1206612" y="2061578"/>
                  </a:lnTo>
                  <a:lnTo>
                    <a:pt x="1185277" y="2033566"/>
                  </a:lnTo>
                  <a:lnTo>
                    <a:pt x="1137215" y="1939025"/>
                  </a:lnTo>
                  <a:lnTo>
                    <a:pt x="1122998" y="1899119"/>
                  </a:lnTo>
                  <a:lnTo>
                    <a:pt x="1113106" y="1882496"/>
                  </a:lnTo>
                  <a:lnTo>
                    <a:pt x="1120224" y="1881593"/>
                  </a:lnTo>
                  <a:lnTo>
                    <a:pt x="1159810" y="1903017"/>
                  </a:lnTo>
                  <a:lnTo>
                    <a:pt x="1169043" y="1900382"/>
                  </a:lnTo>
                  <a:lnTo>
                    <a:pt x="1178740" y="1892332"/>
                  </a:lnTo>
                  <a:lnTo>
                    <a:pt x="1166929" y="1861667"/>
                  </a:lnTo>
                  <a:lnTo>
                    <a:pt x="1156785" y="1847787"/>
                  </a:lnTo>
                  <a:lnTo>
                    <a:pt x="1149899" y="1827031"/>
                  </a:lnTo>
                  <a:lnTo>
                    <a:pt x="1173077" y="1821418"/>
                  </a:lnTo>
                  <a:lnTo>
                    <a:pt x="1189815" y="1822663"/>
                  </a:lnTo>
                  <a:lnTo>
                    <a:pt x="1202151" y="1799308"/>
                  </a:lnTo>
                  <a:lnTo>
                    <a:pt x="1195033" y="1761549"/>
                  </a:lnTo>
                  <a:lnTo>
                    <a:pt x="1177053" y="1749925"/>
                  </a:lnTo>
                  <a:lnTo>
                    <a:pt x="1162041" y="1744872"/>
                  </a:lnTo>
                  <a:lnTo>
                    <a:pt x="1133258" y="1685563"/>
                  </a:lnTo>
                  <a:lnTo>
                    <a:pt x="1103234" y="1654843"/>
                  </a:lnTo>
                  <a:lnTo>
                    <a:pt x="1049683" y="1536351"/>
                  </a:lnTo>
                  <a:lnTo>
                    <a:pt x="1030094" y="1455022"/>
                  </a:lnTo>
                  <a:lnTo>
                    <a:pt x="1011881" y="1462747"/>
                  </a:lnTo>
                  <a:lnTo>
                    <a:pt x="1003037" y="1427317"/>
                  </a:lnTo>
                  <a:lnTo>
                    <a:pt x="996695" y="1393764"/>
                  </a:lnTo>
                  <a:lnTo>
                    <a:pt x="995434" y="1369091"/>
                  </a:lnTo>
                  <a:lnTo>
                    <a:pt x="966884" y="1354958"/>
                  </a:lnTo>
                  <a:lnTo>
                    <a:pt x="965720" y="1337667"/>
                  </a:lnTo>
                  <a:lnTo>
                    <a:pt x="960580" y="1260508"/>
                  </a:lnTo>
                  <a:lnTo>
                    <a:pt x="929955" y="1250148"/>
                  </a:lnTo>
                  <a:lnTo>
                    <a:pt x="910152" y="1206848"/>
                  </a:lnTo>
                  <a:lnTo>
                    <a:pt x="906622" y="1124923"/>
                  </a:lnTo>
                  <a:lnTo>
                    <a:pt x="886451" y="1110015"/>
                  </a:lnTo>
                  <a:lnTo>
                    <a:pt x="870217" y="1114148"/>
                  </a:lnTo>
                  <a:lnTo>
                    <a:pt x="870973" y="1093843"/>
                  </a:lnTo>
                  <a:lnTo>
                    <a:pt x="874852" y="1074783"/>
                  </a:lnTo>
                  <a:lnTo>
                    <a:pt x="865368" y="999266"/>
                  </a:lnTo>
                  <a:lnTo>
                    <a:pt x="862206" y="930337"/>
                  </a:lnTo>
                  <a:lnTo>
                    <a:pt x="854506" y="909526"/>
                  </a:lnTo>
                  <a:lnTo>
                    <a:pt x="850142" y="885160"/>
                  </a:lnTo>
                  <a:lnTo>
                    <a:pt x="854060" y="864115"/>
                  </a:lnTo>
                  <a:lnTo>
                    <a:pt x="859801" y="852022"/>
                  </a:lnTo>
                  <a:lnTo>
                    <a:pt x="879565" y="848845"/>
                  </a:lnTo>
                  <a:lnTo>
                    <a:pt x="898030" y="86745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h173"/>
            <p:cNvSpPr/>
            <p:nvPr/>
          </p:nvSpPr>
          <p:spPr>
            <a:xfrm>
              <a:off x="9360603" y="1694135"/>
              <a:ext cx="952744" cy="914400"/>
            </a:xfrm>
            <a:custGeom>
              <a:avLst/>
              <a:pathLst>
                <a:path w="952744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3" y="895629"/>
                  </a:lnTo>
                  <a:lnTo>
                    <a:pt x="913701" y="869638"/>
                  </a:lnTo>
                  <a:lnTo>
                    <a:pt x="942756" y="871046"/>
                  </a:lnTo>
                  <a:lnTo>
                    <a:pt x="952744" y="876460"/>
                  </a:lnTo>
                  <a:lnTo>
                    <a:pt x="917968" y="8913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h174"/>
            <p:cNvSpPr/>
            <p:nvPr/>
          </p:nvSpPr>
          <p:spPr>
            <a:xfrm>
              <a:off x="9208368" y="1265597"/>
              <a:ext cx="936976" cy="914400"/>
            </a:xfrm>
            <a:custGeom>
              <a:avLst/>
              <a:pathLst>
                <a:path w="936976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1" y="888698"/>
                  </a:lnTo>
                  <a:lnTo>
                    <a:pt x="932883" y="881767"/>
                  </a:lnTo>
                  <a:lnTo>
                    <a:pt x="936976" y="882976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h175"/>
            <p:cNvSpPr/>
            <p:nvPr/>
          </p:nvSpPr>
          <p:spPr>
            <a:xfrm>
              <a:off x="9247780" y="1111206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5" y="899401"/>
                  </a:lnTo>
                  <a:lnTo>
                    <a:pt x="911393" y="896459"/>
                  </a:lnTo>
                  <a:lnTo>
                    <a:pt x="914807" y="881659"/>
                  </a:lnTo>
                  <a:lnTo>
                    <a:pt x="924446" y="873536"/>
                  </a:lnTo>
                  <a:lnTo>
                    <a:pt x="939846" y="878410"/>
                  </a:lnTo>
                  <a:lnTo>
                    <a:pt x="939749" y="882110"/>
                  </a:lnTo>
                  <a:lnTo>
                    <a:pt x="925028" y="894094"/>
                  </a:lnTo>
                  <a:lnTo>
                    <a:pt x="919384" y="90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h176"/>
            <p:cNvSpPr/>
            <p:nvPr/>
          </p:nvSpPr>
          <p:spPr>
            <a:xfrm>
              <a:off x="9516698" y="2960636"/>
              <a:ext cx="929431" cy="915704"/>
            </a:xfrm>
            <a:custGeom>
              <a:avLst/>
              <a:pathLst>
                <a:path w="929431" h="915704">
                  <a:moveTo>
                    <a:pt x="914400" y="914400"/>
                  </a:moveTo>
                  <a:lnTo>
                    <a:pt x="858773" y="909562"/>
                  </a:lnTo>
                  <a:lnTo>
                    <a:pt x="850860" y="905086"/>
                  </a:lnTo>
                  <a:lnTo>
                    <a:pt x="881466" y="873428"/>
                  </a:lnTo>
                  <a:lnTo>
                    <a:pt x="901405" y="840525"/>
                  </a:lnTo>
                  <a:lnTo>
                    <a:pt x="918337" y="797586"/>
                  </a:lnTo>
                  <a:lnTo>
                    <a:pt x="920141" y="767841"/>
                  </a:lnTo>
                  <a:lnTo>
                    <a:pt x="924369" y="734306"/>
                  </a:lnTo>
                  <a:lnTo>
                    <a:pt x="929431" y="731807"/>
                  </a:lnTo>
                  <a:lnTo>
                    <a:pt x="929431" y="9157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h177"/>
            <p:cNvSpPr/>
            <p:nvPr/>
          </p:nvSpPr>
          <p:spPr>
            <a:xfrm>
              <a:off x="8482221" y="3114287"/>
              <a:ext cx="1963908" cy="921168"/>
            </a:xfrm>
            <a:custGeom>
              <a:avLst/>
              <a:pathLst>
                <a:path w="1963908" h="921168">
                  <a:moveTo>
                    <a:pt x="914400" y="914400"/>
                  </a:moveTo>
                  <a:lnTo>
                    <a:pt x="1028135" y="869457"/>
                  </a:lnTo>
                  <a:lnTo>
                    <a:pt x="1149608" y="827295"/>
                  </a:lnTo>
                  <a:lnTo>
                    <a:pt x="1177965" y="822710"/>
                  </a:lnTo>
                  <a:lnTo>
                    <a:pt x="1206476" y="813830"/>
                  </a:lnTo>
                  <a:lnTo>
                    <a:pt x="1217008" y="798055"/>
                  </a:lnTo>
                  <a:lnTo>
                    <a:pt x="1227520" y="787497"/>
                  </a:lnTo>
                  <a:lnTo>
                    <a:pt x="1244064" y="759683"/>
                  </a:lnTo>
                  <a:lnTo>
                    <a:pt x="1280644" y="716456"/>
                  </a:lnTo>
                  <a:lnTo>
                    <a:pt x="1345328" y="700717"/>
                  </a:lnTo>
                  <a:lnTo>
                    <a:pt x="1369476" y="680213"/>
                  </a:lnTo>
                  <a:lnTo>
                    <a:pt x="1420098" y="651497"/>
                  </a:lnTo>
                  <a:lnTo>
                    <a:pt x="1535501" y="619280"/>
                  </a:lnTo>
                  <a:lnTo>
                    <a:pt x="1583699" y="612205"/>
                  </a:lnTo>
                  <a:lnTo>
                    <a:pt x="1630927" y="611338"/>
                  </a:lnTo>
                  <a:lnTo>
                    <a:pt x="1672976" y="636751"/>
                  </a:lnTo>
                  <a:lnTo>
                    <a:pt x="1717489" y="668120"/>
                  </a:lnTo>
                  <a:lnTo>
                    <a:pt x="1725499" y="687054"/>
                  </a:lnTo>
                  <a:lnTo>
                    <a:pt x="1701410" y="675250"/>
                  </a:lnTo>
                  <a:lnTo>
                    <a:pt x="1666304" y="647075"/>
                  </a:lnTo>
                  <a:lnTo>
                    <a:pt x="1653328" y="645884"/>
                  </a:lnTo>
                  <a:lnTo>
                    <a:pt x="1683294" y="731581"/>
                  </a:lnTo>
                  <a:lnTo>
                    <a:pt x="1699684" y="761885"/>
                  </a:lnTo>
                  <a:lnTo>
                    <a:pt x="1732811" y="784555"/>
                  </a:lnTo>
                  <a:lnTo>
                    <a:pt x="1760585" y="792189"/>
                  </a:lnTo>
                  <a:lnTo>
                    <a:pt x="1846158" y="778454"/>
                  </a:lnTo>
                  <a:lnTo>
                    <a:pt x="1876551" y="760513"/>
                  </a:lnTo>
                  <a:lnTo>
                    <a:pt x="1885337" y="751435"/>
                  </a:lnTo>
                  <a:lnTo>
                    <a:pt x="1893251" y="755911"/>
                  </a:lnTo>
                  <a:lnTo>
                    <a:pt x="1948877" y="760748"/>
                  </a:lnTo>
                  <a:lnTo>
                    <a:pt x="1963908" y="762052"/>
                  </a:lnTo>
                  <a:lnTo>
                    <a:pt x="1963908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h178"/>
            <p:cNvSpPr/>
            <p:nvPr/>
          </p:nvSpPr>
          <p:spPr>
            <a:xfrm>
              <a:off x="8005344" y="573417"/>
              <a:ext cx="968823" cy="1653363"/>
            </a:xfrm>
            <a:custGeom>
              <a:avLst/>
              <a:pathLst>
                <a:path w="968823" h="1653363">
                  <a:moveTo>
                    <a:pt x="914400" y="914400"/>
                  </a:moveTo>
                  <a:lnTo>
                    <a:pt x="940351" y="989249"/>
                  </a:lnTo>
                  <a:lnTo>
                    <a:pt x="961899" y="1042475"/>
                  </a:lnTo>
                  <a:lnTo>
                    <a:pt x="968823" y="1077563"/>
                  </a:lnTo>
                  <a:lnTo>
                    <a:pt x="961705" y="1113137"/>
                  </a:lnTo>
                  <a:lnTo>
                    <a:pt x="954354" y="1131349"/>
                  </a:lnTo>
                  <a:lnTo>
                    <a:pt x="954121" y="1155878"/>
                  </a:lnTo>
                  <a:lnTo>
                    <a:pt x="948458" y="1204700"/>
                  </a:lnTo>
                  <a:lnTo>
                    <a:pt x="931758" y="1229373"/>
                  </a:lnTo>
                  <a:lnTo>
                    <a:pt x="909900" y="1256284"/>
                  </a:lnTo>
                  <a:lnTo>
                    <a:pt x="885520" y="1276373"/>
                  </a:lnTo>
                  <a:lnTo>
                    <a:pt x="866182" y="1282022"/>
                  </a:lnTo>
                  <a:lnTo>
                    <a:pt x="849580" y="1284351"/>
                  </a:lnTo>
                  <a:lnTo>
                    <a:pt x="838427" y="1294566"/>
                  </a:lnTo>
                  <a:lnTo>
                    <a:pt x="828322" y="1324582"/>
                  </a:lnTo>
                  <a:lnTo>
                    <a:pt x="818993" y="1356114"/>
                  </a:lnTo>
                  <a:lnTo>
                    <a:pt x="788503" y="1394883"/>
                  </a:lnTo>
                  <a:lnTo>
                    <a:pt x="789318" y="1408384"/>
                  </a:lnTo>
                  <a:lnTo>
                    <a:pt x="800936" y="1454336"/>
                  </a:lnTo>
                  <a:lnTo>
                    <a:pt x="811817" y="1506661"/>
                  </a:lnTo>
                  <a:lnTo>
                    <a:pt x="802623" y="1555573"/>
                  </a:lnTo>
                  <a:lnTo>
                    <a:pt x="794749" y="1606923"/>
                  </a:lnTo>
                  <a:lnTo>
                    <a:pt x="780959" y="1641144"/>
                  </a:lnTo>
                  <a:lnTo>
                    <a:pt x="761253" y="1653363"/>
                  </a:lnTo>
                  <a:lnTo>
                    <a:pt x="746784" y="1647263"/>
                  </a:lnTo>
                  <a:lnTo>
                    <a:pt x="730414" y="1600317"/>
                  </a:lnTo>
                  <a:lnTo>
                    <a:pt x="730045" y="1589524"/>
                  </a:lnTo>
                  <a:lnTo>
                    <a:pt x="725972" y="1575175"/>
                  </a:lnTo>
                  <a:lnTo>
                    <a:pt x="679540" y="1560880"/>
                  </a:lnTo>
                  <a:lnTo>
                    <a:pt x="671335" y="1561403"/>
                  </a:lnTo>
                  <a:lnTo>
                    <a:pt x="653084" y="1553029"/>
                  </a:lnTo>
                  <a:lnTo>
                    <a:pt x="642378" y="1550664"/>
                  </a:lnTo>
                  <a:lnTo>
                    <a:pt x="620422" y="1545827"/>
                  </a:lnTo>
                  <a:lnTo>
                    <a:pt x="602171" y="1504404"/>
                  </a:lnTo>
                  <a:lnTo>
                    <a:pt x="582776" y="1469949"/>
                  </a:lnTo>
                  <a:lnTo>
                    <a:pt x="580021" y="1455546"/>
                  </a:lnTo>
                  <a:lnTo>
                    <a:pt x="580681" y="1391111"/>
                  </a:lnTo>
                  <a:lnTo>
                    <a:pt x="574746" y="1362449"/>
                  </a:lnTo>
                  <a:lnTo>
                    <a:pt x="572923" y="1331206"/>
                  </a:lnTo>
                  <a:lnTo>
                    <a:pt x="560723" y="1356619"/>
                  </a:lnTo>
                  <a:lnTo>
                    <a:pt x="567802" y="1396796"/>
                  </a:lnTo>
                  <a:lnTo>
                    <a:pt x="552751" y="1413654"/>
                  </a:lnTo>
                  <a:lnTo>
                    <a:pt x="533763" y="1421848"/>
                  </a:lnTo>
                  <a:lnTo>
                    <a:pt x="535548" y="1445384"/>
                  </a:lnTo>
                  <a:lnTo>
                    <a:pt x="543345" y="1449842"/>
                  </a:lnTo>
                  <a:lnTo>
                    <a:pt x="544974" y="1474281"/>
                  </a:lnTo>
                  <a:lnTo>
                    <a:pt x="540358" y="1510451"/>
                  </a:lnTo>
                  <a:lnTo>
                    <a:pt x="502983" y="1590877"/>
                  </a:lnTo>
                  <a:lnTo>
                    <a:pt x="495438" y="1599523"/>
                  </a:lnTo>
                  <a:lnTo>
                    <a:pt x="490317" y="1610388"/>
                  </a:lnTo>
                  <a:lnTo>
                    <a:pt x="471193" y="1603169"/>
                  </a:lnTo>
                  <a:lnTo>
                    <a:pt x="454688" y="1618237"/>
                  </a:lnTo>
                  <a:lnTo>
                    <a:pt x="454688" y="874529"/>
                  </a:lnTo>
                  <a:lnTo>
                    <a:pt x="910425" y="874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h179"/>
            <p:cNvSpPr/>
            <p:nvPr/>
          </p:nvSpPr>
          <p:spPr>
            <a:xfrm>
              <a:off x="7550035" y="2871943"/>
              <a:ext cx="915718" cy="956750"/>
            </a:xfrm>
            <a:custGeom>
              <a:avLst/>
              <a:pathLst>
                <a:path w="915718" h="956750">
                  <a:moveTo>
                    <a:pt x="914400" y="914399"/>
                  </a:moveTo>
                  <a:lnTo>
                    <a:pt x="915718" y="948639"/>
                  </a:lnTo>
                  <a:lnTo>
                    <a:pt x="909997" y="956750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h180"/>
            <p:cNvSpPr/>
            <p:nvPr/>
          </p:nvSpPr>
          <p:spPr>
            <a:xfrm>
              <a:off x="7574124" y="2940511"/>
              <a:ext cx="1097299" cy="1094944"/>
            </a:xfrm>
            <a:custGeom>
              <a:avLst/>
              <a:pathLst>
                <a:path w="1097299" h="1094944">
                  <a:moveTo>
                    <a:pt x="914400" y="914399"/>
                  </a:moveTo>
                  <a:lnTo>
                    <a:pt x="919830" y="928532"/>
                  </a:lnTo>
                  <a:lnTo>
                    <a:pt x="928093" y="943783"/>
                  </a:lnTo>
                  <a:lnTo>
                    <a:pt x="957496" y="932918"/>
                  </a:lnTo>
                  <a:lnTo>
                    <a:pt x="1031199" y="978040"/>
                  </a:lnTo>
                  <a:lnTo>
                    <a:pt x="1075770" y="956075"/>
                  </a:lnTo>
                  <a:lnTo>
                    <a:pt x="1087174" y="954793"/>
                  </a:lnTo>
                  <a:lnTo>
                    <a:pt x="1097299" y="991252"/>
                  </a:lnTo>
                  <a:lnTo>
                    <a:pt x="1086224" y="1027982"/>
                  </a:lnTo>
                  <a:lnTo>
                    <a:pt x="1046929" y="1067167"/>
                  </a:lnTo>
                  <a:lnTo>
                    <a:pt x="1055637" y="1091316"/>
                  </a:lnTo>
                  <a:lnTo>
                    <a:pt x="1064130" y="1094944"/>
                  </a:lnTo>
                  <a:lnTo>
                    <a:pt x="885908" y="1094944"/>
                  </a:lnTo>
                  <a:lnTo>
                    <a:pt x="885908" y="9174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h181"/>
            <p:cNvSpPr/>
            <p:nvPr/>
          </p:nvSpPr>
          <p:spPr>
            <a:xfrm>
              <a:off x="7764956" y="3117663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h182"/>
            <p:cNvSpPr/>
            <p:nvPr/>
          </p:nvSpPr>
          <p:spPr>
            <a:xfrm>
              <a:off x="7883385" y="3079092"/>
              <a:ext cx="1336773" cy="956364"/>
            </a:xfrm>
            <a:custGeom>
              <a:avLst/>
              <a:pathLst>
                <a:path w="1336773" h="956364">
                  <a:moveTo>
                    <a:pt x="914400" y="914400"/>
                  </a:moveTo>
                  <a:lnTo>
                    <a:pt x="933407" y="902595"/>
                  </a:lnTo>
                  <a:lnTo>
                    <a:pt x="995977" y="894148"/>
                  </a:lnTo>
                  <a:lnTo>
                    <a:pt x="1007362" y="872869"/>
                  </a:lnTo>
                  <a:lnTo>
                    <a:pt x="1032712" y="851463"/>
                  </a:lnTo>
                  <a:lnTo>
                    <a:pt x="1049043" y="828089"/>
                  </a:lnTo>
                  <a:lnTo>
                    <a:pt x="1088144" y="783598"/>
                  </a:lnTo>
                  <a:lnTo>
                    <a:pt x="1128603" y="791612"/>
                  </a:lnTo>
                  <a:lnTo>
                    <a:pt x="1152227" y="800131"/>
                  </a:lnTo>
                  <a:lnTo>
                    <a:pt x="1178159" y="804427"/>
                  </a:lnTo>
                  <a:lnTo>
                    <a:pt x="1201763" y="851860"/>
                  </a:lnTo>
                  <a:lnTo>
                    <a:pt x="1261462" y="904292"/>
                  </a:lnTo>
                  <a:lnTo>
                    <a:pt x="1316313" y="899726"/>
                  </a:lnTo>
                  <a:lnTo>
                    <a:pt x="1335786" y="949324"/>
                  </a:lnTo>
                  <a:lnTo>
                    <a:pt x="1336773" y="956364"/>
                  </a:lnTo>
                  <a:lnTo>
                    <a:pt x="878111" y="95636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h183"/>
            <p:cNvSpPr/>
            <p:nvPr/>
          </p:nvSpPr>
          <p:spPr>
            <a:xfrm>
              <a:off x="8287277" y="3004459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0" y="906277"/>
                  </a:lnTo>
                  <a:lnTo>
                    <a:pt x="850918" y="938748"/>
                  </a:lnTo>
                  <a:lnTo>
                    <a:pt x="840949" y="940119"/>
                  </a:lnTo>
                  <a:lnTo>
                    <a:pt x="806328" y="910627"/>
                  </a:lnTo>
                  <a:lnTo>
                    <a:pt x="800781" y="896242"/>
                  </a:lnTo>
                  <a:lnTo>
                    <a:pt x="799636" y="884276"/>
                  </a:lnTo>
                  <a:lnTo>
                    <a:pt x="804582" y="842853"/>
                  </a:lnTo>
                  <a:lnTo>
                    <a:pt x="803671" y="829822"/>
                  </a:lnTo>
                  <a:lnTo>
                    <a:pt x="814552" y="815581"/>
                  </a:lnTo>
                  <a:lnTo>
                    <a:pt x="816239" y="795005"/>
                  </a:lnTo>
                  <a:lnTo>
                    <a:pt x="835479" y="773310"/>
                  </a:lnTo>
                  <a:lnTo>
                    <a:pt x="852547" y="772498"/>
                  </a:lnTo>
                  <a:lnTo>
                    <a:pt x="857978" y="790872"/>
                  </a:lnTo>
                  <a:lnTo>
                    <a:pt x="866144" y="803524"/>
                  </a:lnTo>
                  <a:lnTo>
                    <a:pt x="894907" y="817711"/>
                  </a:lnTo>
                  <a:lnTo>
                    <a:pt x="899193" y="824154"/>
                  </a:lnTo>
                  <a:lnTo>
                    <a:pt x="901792" y="833071"/>
                  </a:lnTo>
                  <a:lnTo>
                    <a:pt x="888410" y="850542"/>
                  </a:lnTo>
                  <a:lnTo>
                    <a:pt x="883871" y="859494"/>
                  </a:lnTo>
                  <a:lnTo>
                    <a:pt x="888119" y="873843"/>
                  </a:lnTo>
                  <a:lnTo>
                    <a:pt x="909434" y="88952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h184"/>
            <p:cNvSpPr/>
            <p:nvPr/>
          </p:nvSpPr>
          <p:spPr>
            <a:xfrm>
              <a:off x="8314741" y="3107645"/>
              <a:ext cx="961516" cy="927810"/>
            </a:xfrm>
            <a:custGeom>
              <a:avLst/>
              <a:pathLst>
                <a:path w="961516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6" y="880774"/>
                  </a:lnTo>
                  <a:lnTo>
                    <a:pt x="947449" y="915031"/>
                  </a:lnTo>
                  <a:lnTo>
                    <a:pt x="961516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h185"/>
            <p:cNvSpPr/>
            <p:nvPr/>
          </p:nvSpPr>
          <p:spPr>
            <a:xfrm>
              <a:off x="7769922" y="2967278"/>
              <a:ext cx="944889" cy="914400"/>
            </a:xfrm>
            <a:custGeom>
              <a:avLst/>
              <a:pathLst>
                <a:path w="944889" h="914400">
                  <a:moveTo>
                    <a:pt x="914400" y="914400"/>
                  </a:moveTo>
                  <a:lnTo>
                    <a:pt x="902762" y="899617"/>
                  </a:lnTo>
                  <a:lnTo>
                    <a:pt x="891047" y="895863"/>
                  </a:lnTo>
                  <a:lnTo>
                    <a:pt x="897351" y="877634"/>
                  </a:lnTo>
                  <a:lnTo>
                    <a:pt x="905594" y="871010"/>
                  </a:lnTo>
                  <a:lnTo>
                    <a:pt x="935114" y="882886"/>
                  </a:lnTo>
                  <a:lnTo>
                    <a:pt x="944385" y="906133"/>
                  </a:lnTo>
                  <a:lnTo>
                    <a:pt x="944889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h186"/>
            <p:cNvSpPr/>
            <p:nvPr/>
          </p:nvSpPr>
          <p:spPr>
            <a:xfrm>
              <a:off x="9531729" y="773419"/>
              <a:ext cx="914400" cy="1013957"/>
            </a:xfrm>
            <a:custGeom>
              <a:avLst/>
              <a:pathLst>
                <a:path w="914400" h="1013957">
                  <a:moveTo>
                    <a:pt x="914400" y="914400"/>
                  </a:moveTo>
                  <a:lnTo>
                    <a:pt x="914400" y="1010223"/>
                  </a:lnTo>
                  <a:lnTo>
                    <a:pt x="874639" y="1013957"/>
                  </a:lnTo>
                  <a:lnTo>
                    <a:pt x="863952" y="1007586"/>
                  </a:lnTo>
                  <a:lnTo>
                    <a:pt x="849308" y="958041"/>
                  </a:lnTo>
                  <a:lnTo>
                    <a:pt x="852218" y="945244"/>
                  </a:lnTo>
                  <a:lnTo>
                    <a:pt x="862070" y="939794"/>
                  </a:lnTo>
                  <a:lnTo>
                    <a:pt x="870508" y="938621"/>
                  </a:lnTo>
                  <a:lnTo>
                    <a:pt x="871749" y="965297"/>
                  </a:lnTo>
                  <a:lnTo>
                    <a:pt x="884143" y="962644"/>
                  </a:lnTo>
                  <a:lnTo>
                    <a:pt x="888022" y="945064"/>
                  </a:lnTo>
                  <a:lnTo>
                    <a:pt x="888894" y="932682"/>
                  </a:lnTo>
                  <a:lnTo>
                    <a:pt x="885539" y="926437"/>
                  </a:lnTo>
                  <a:lnTo>
                    <a:pt x="877121" y="921600"/>
                  </a:lnTo>
                  <a:lnTo>
                    <a:pt x="872253" y="913298"/>
                  </a:lnTo>
                  <a:lnTo>
                    <a:pt x="879255" y="899941"/>
                  </a:lnTo>
                  <a:lnTo>
                    <a:pt x="892211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h187"/>
            <p:cNvSpPr/>
            <p:nvPr/>
          </p:nvSpPr>
          <p:spPr>
            <a:xfrm>
              <a:off x="9465688" y="842293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6" y="912324"/>
                  </a:lnTo>
                  <a:lnTo>
                    <a:pt x="900958" y="915158"/>
                  </a:lnTo>
                  <a:lnTo>
                    <a:pt x="897002" y="925373"/>
                  </a:lnTo>
                  <a:lnTo>
                    <a:pt x="888390" y="921709"/>
                  </a:lnTo>
                  <a:lnTo>
                    <a:pt x="884918" y="907072"/>
                  </a:lnTo>
                  <a:lnTo>
                    <a:pt x="891338" y="885160"/>
                  </a:lnTo>
                  <a:lnTo>
                    <a:pt x="906719" y="884330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h188"/>
            <p:cNvSpPr/>
            <p:nvPr/>
          </p:nvSpPr>
          <p:spPr>
            <a:xfrm>
              <a:off x="8056296" y="2498220"/>
              <a:ext cx="921789" cy="1251646"/>
            </a:xfrm>
            <a:custGeom>
              <a:avLst/>
              <a:pathLst>
                <a:path w="921789" h="1251646">
                  <a:moveTo>
                    <a:pt x="914400" y="914399"/>
                  </a:moveTo>
                  <a:lnTo>
                    <a:pt x="909240" y="925175"/>
                  </a:lnTo>
                  <a:lnTo>
                    <a:pt x="901657" y="932268"/>
                  </a:lnTo>
                  <a:lnTo>
                    <a:pt x="881815" y="939794"/>
                  </a:lnTo>
                  <a:lnTo>
                    <a:pt x="864631" y="950299"/>
                  </a:lnTo>
                  <a:lnTo>
                    <a:pt x="849308" y="968763"/>
                  </a:lnTo>
                  <a:lnTo>
                    <a:pt x="843664" y="995151"/>
                  </a:lnTo>
                  <a:lnTo>
                    <a:pt x="855651" y="1014463"/>
                  </a:lnTo>
                  <a:lnTo>
                    <a:pt x="877451" y="1025040"/>
                  </a:lnTo>
                  <a:lnTo>
                    <a:pt x="882998" y="1061806"/>
                  </a:lnTo>
                  <a:lnTo>
                    <a:pt x="864999" y="1079945"/>
                  </a:lnTo>
                  <a:lnTo>
                    <a:pt x="818819" y="1098048"/>
                  </a:lnTo>
                  <a:lnTo>
                    <a:pt x="813970" y="1141745"/>
                  </a:lnTo>
                  <a:lnTo>
                    <a:pt x="815463" y="1176183"/>
                  </a:lnTo>
                  <a:lnTo>
                    <a:pt x="814629" y="1201217"/>
                  </a:lnTo>
                  <a:lnTo>
                    <a:pt x="810963" y="1235853"/>
                  </a:lnTo>
                  <a:lnTo>
                    <a:pt x="773608" y="1251646"/>
                  </a:lnTo>
                  <a:lnTo>
                    <a:pt x="749499" y="1198888"/>
                  </a:lnTo>
                  <a:lnTo>
                    <a:pt x="749286" y="1177771"/>
                  </a:lnTo>
                  <a:lnTo>
                    <a:pt x="742090" y="1153116"/>
                  </a:lnTo>
                  <a:lnTo>
                    <a:pt x="740732" y="1132107"/>
                  </a:lnTo>
                  <a:lnTo>
                    <a:pt x="732198" y="1098500"/>
                  </a:lnTo>
                  <a:lnTo>
                    <a:pt x="696860" y="1089403"/>
                  </a:lnTo>
                  <a:lnTo>
                    <a:pt x="683147" y="1088212"/>
                  </a:lnTo>
                  <a:lnTo>
                    <a:pt x="663965" y="1094457"/>
                  </a:lnTo>
                  <a:lnTo>
                    <a:pt x="659213" y="1092020"/>
                  </a:lnTo>
                  <a:lnTo>
                    <a:pt x="636249" y="1046121"/>
                  </a:lnTo>
                  <a:lnTo>
                    <a:pt x="640031" y="995476"/>
                  </a:lnTo>
                  <a:lnTo>
                    <a:pt x="627773" y="969918"/>
                  </a:lnTo>
                  <a:lnTo>
                    <a:pt x="626086" y="958349"/>
                  </a:lnTo>
                  <a:lnTo>
                    <a:pt x="626377" y="945534"/>
                  </a:lnTo>
                  <a:lnTo>
                    <a:pt x="616310" y="934975"/>
                  </a:lnTo>
                  <a:lnTo>
                    <a:pt x="604091" y="929380"/>
                  </a:lnTo>
                  <a:lnTo>
                    <a:pt x="598156" y="900881"/>
                  </a:lnTo>
                  <a:lnTo>
                    <a:pt x="612199" y="893968"/>
                  </a:lnTo>
                  <a:lnTo>
                    <a:pt x="646916" y="897307"/>
                  </a:lnTo>
                  <a:lnTo>
                    <a:pt x="657060" y="895358"/>
                  </a:lnTo>
                  <a:lnTo>
                    <a:pt x="666351" y="889420"/>
                  </a:lnTo>
                  <a:lnTo>
                    <a:pt x="694435" y="842564"/>
                  </a:lnTo>
                  <a:lnTo>
                    <a:pt x="693621" y="832240"/>
                  </a:lnTo>
                  <a:lnTo>
                    <a:pt x="696627" y="818848"/>
                  </a:lnTo>
                  <a:lnTo>
                    <a:pt x="727020" y="813884"/>
                  </a:lnTo>
                  <a:lnTo>
                    <a:pt x="740558" y="831988"/>
                  </a:lnTo>
                  <a:lnTo>
                    <a:pt x="737842" y="860974"/>
                  </a:lnTo>
                  <a:lnTo>
                    <a:pt x="739569" y="898119"/>
                  </a:lnTo>
                  <a:lnTo>
                    <a:pt x="757975" y="908227"/>
                  </a:lnTo>
                  <a:lnTo>
                    <a:pt x="765151" y="909707"/>
                  </a:lnTo>
                  <a:lnTo>
                    <a:pt x="772813" y="882272"/>
                  </a:lnTo>
                  <a:lnTo>
                    <a:pt x="778185" y="868934"/>
                  </a:lnTo>
                  <a:lnTo>
                    <a:pt x="785478" y="861498"/>
                  </a:lnTo>
                  <a:lnTo>
                    <a:pt x="787960" y="836428"/>
                  </a:lnTo>
                  <a:lnTo>
                    <a:pt x="783635" y="821122"/>
                  </a:lnTo>
                  <a:lnTo>
                    <a:pt x="774422" y="809715"/>
                  </a:lnTo>
                  <a:lnTo>
                    <a:pt x="808830" y="778671"/>
                  </a:lnTo>
                  <a:lnTo>
                    <a:pt x="844440" y="754088"/>
                  </a:lnTo>
                  <a:lnTo>
                    <a:pt x="865154" y="752806"/>
                  </a:lnTo>
                  <a:lnTo>
                    <a:pt x="886005" y="758817"/>
                  </a:lnTo>
                  <a:lnTo>
                    <a:pt x="905381" y="767119"/>
                  </a:lnTo>
                  <a:lnTo>
                    <a:pt x="915893" y="774267"/>
                  </a:lnTo>
                  <a:lnTo>
                    <a:pt x="921789" y="785746"/>
                  </a:lnTo>
                  <a:lnTo>
                    <a:pt x="908794" y="813108"/>
                  </a:lnTo>
                  <a:lnTo>
                    <a:pt x="905187" y="828089"/>
                  </a:lnTo>
                  <a:lnTo>
                    <a:pt x="913915" y="877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h189"/>
            <p:cNvSpPr/>
            <p:nvPr/>
          </p:nvSpPr>
          <p:spPr>
            <a:xfrm>
              <a:off x="7597089" y="1784037"/>
              <a:ext cx="1046890" cy="1566168"/>
            </a:xfrm>
            <a:custGeom>
              <a:avLst/>
              <a:pathLst>
                <a:path w="1046890" h="1566168">
                  <a:moveTo>
                    <a:pt x="914400" y="914400"/>
                  </a:moveTo>
                  <a:lnTo>
                    <a:pt x="968862" y="870649"/>
                  </a:lnTo>
                  <a:lnTo>
                    <a:pt x="984087" y="870089"/>
                  </a:lnTo>
                  <a:lnTo>
                    <a:pt x="958466" y="902704"/>
                  </a:lnTo>
                  <a:lnTo>
                    <a:pt x="954354" y="915320"/>
                  </a:lnTo>
                  <a:lnTo>
                    <a:pt x="951251" y="934669"/>
                  </a:lnTo>
                  <a:lnTo>
                    <a:pt x="969618" y="976687"/>
                  </a:lnTo>
                  <a:lnTo>
                    <a:pt x="965739" y="1002262"/>
                  </a:lnTo>
                  <a:lnTo>
                    <a:pt x="967039" y="1052583"/>
                  </a:lnTo>
                  <a:lnTo>
                    <a:pt x="949719" y="1078808"/>
                  </a:lnTo>
                  <a:lnTo>
                    <a:pt x="930168" y="1134598"/>
                  </a:lnTo>
                  <a:lnTo>
                    <a:pt x="921750" y="1142810"/>
                  </a:lnTo>
                  <a:lnTo>
                    <a:pt x="919947" y="1207931"/>
                  </a:lnTo>
                  <a:lnTo>
                    <a:pt x="921867" y="1223471"/>
                  </a:lnTo>
                  <a:lnTo>
                    <a:pt x="919093" y="1282762"/>
                  </a:lnTo>
                  <a:lnTo>
                    <a:pt x="939129" y="1307038"/>
                  </a:lnTo>
                  <a:lnTo>
                    <a:pt x="960309" y="1319727"/>
                  </a:lnTo>
                  <a:lnTo>
                    <a:pt x="1030947" y="1319275"/>
                  </a:lnTo>
                  <a:lnTo>
                    <a:pt x="1038278" y="1329942"/>
                  </a:lnTo>
                  <a:lnTo>
                    <a:pt x="1046890" y="1348280"/>
                  </a:lnTo>
                  <a:lnTo>
                    <a:pt x="1040586" y="1379415"/>
                  </a:lnTo>
                  <a:lnTo>
                    <a:pt x="1033042" y="1402897"/>
                  </a:lnTo>
                  <a:lnTo>
                    <a:pt x="1012579" y="1422678"/>
                  </a:lnTo>
                  <a:lnTo>
                    <a:pt x="986318" y="1437424"/>
                  </a:lnTo>
                  <a:lnTo>
                    <a:pt x="969987" y="1438074"/>
                  </a:lnTo>
                  <a:lnTo>
                    <a:pt x="947740" y="1410044"/>
                  </a:lnTo>
                  <a:lnTo>
                    <a:pt x="937170" y="1419141"/>
                  </a:lnTo>
                  <a:lnTo>
                    <a:pt x="926250" y="1433436"/>
                  </a:lnTo>
                  <a:lnTo>
                    <a:pt x="907960" y="1510144"/>
                  </a:lnTo>
                  <a:lnTo>
                    <a:pt x="899290" y="1561963"/>
                  </a:lnTo>
                  <a:lnTo>
                    <a:pt x="894597" y="1566168"/>
                  </a:lnTo>
                  <a:lnTo>
                    <a:pt x="884259" y="1558533"/>
                  </a:lnTo>
                  <a:lnTo>
                    <a:pt x="866396" y="1557938"/>
                  </a:lnTo>
                  <a:lnTo>
                    <a:pt x="862943" y="1559817"/>
                  </a:lnTo>
                  <a:lnTo>
                    <a:pt x="862943" y="9260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h190"/>
            <p:cNvSpPr/>
            <p:nvPr/>
          </p:nvSpPr>
          <p:spPr>
            <a:xfrm>
              <a:off x="7550326" y="2469955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h191"/>
            <p:cNvSpPr/>
            <p:nvPr/>
          </p:nvSpPr>
          <p:spPr>
            <a:xfrm>
              <a:off x="7682041" y="2545292"/>
              <a:ext cx="940700" cy="1102488"/>
            </a:xfrm>
            <a:custGeom>
              <a:avLst/>
              <a:pathLst>
                <a:path w="940700" h="1102488">
                  <a:moveTo>
                    <a:pt x="914400" y="914399"/>
                  </a:moveTo>
                  <a:lnTo>
                    <a:pt x="924582" y="955533"/>
                  </a:lnTo>
                  <a:lnTo>
                    <a:pt x="940700" y="1001540"/>
                  </a:lnTo>
                  <a:lnTo>
                    <a:pt x="933970" y="1020799"/>
                  </a:lnTo>
                  <a:lnTo>
                    <a:pt x="938547" y="1045472"/>
                  </a:lnTo>
                  <a:lnTo>
                    <a:pt x="933950" y="1071210"/>
                  </a:lnTo>
                  <a:lnTo>
                    <a:pt x="901889" y="1101135"/>
                  </a:lnTo>
                  <a:lnTo>
                    <a:pt x="865930" y="1102488"/>
                  </a:lnTo>
                  <a:lnTo>
                    <a:pt x="828555" y="1088031"/>
                  </a:lnTo>
                  <a:lnTo>
                    <a:pt x="777991" y="1061375"/>
                  </a:lnTo>
                  <a:lnTo>
                    <a:pt x="777991" y="922097"/>
                  </a:lnTo>
                  <a:lnTo>
                    <a:pt x="834820" y="894726"/>
                  </a:lnTo>
                  <a:lnTo>
                    <a:pt x="848222" y="899112"/>
                  </a:lnTo>
                  <a:lnTo>
                    <a:pt x="862206" y="913389"/>
                  </a:lnTo>
                  <a:lnTo>
                    <a:pt x="878305" y="914237"/>
                  </a:lnTo>
                  <a:lnTo>
                    <a:pt x="901676" y="893986"/>
                  </a:lnTo>
                  <a:lnTo>
                    <a:pt x="906118" y="8951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h192"/>
            <p:cNvSpPr/>
            <p:nvPr/>
          </p:nvSpPr>
          <p:spPr>
            <a:xfrm>
              <a:off x="7851169" y="2814403"/>
              <a:ext cx="959591" cy="988599"/>
            </a:xfrm>
            <a:custGeom>
              <a:avLst/>
              <a:pathLst>
                <a:path w="959591" h="988599">
                  <a:moveTo>
                    <a:pt x="914400" y="914400"/>
                  </a:moveTo>
                  <a:lnTo>
                    <a:pt x="938178" y="913082"/>
                  </a:lnTo>
                  <a:lnTo>
                    <a:pt x="954354" y="922594"/>
                  </a:lnTo>
                  <a:lnTo>
                    <a:pt x="958214" y="937286"/>
                  </a:lnTo>
                  <a:lnTo>
                    <a:pt x="959591" y="969900"/>
                  </a:lnTo>
                  <a:lnTo>
                    <a:pt x="942601" y="979412"/>
                  </a:lnTo>
                  <a:lnTo>
                    <a:pt x="923845" y="976181"/>
                  </a:lnTo>
                  <a:lnTo>
                    <a:pt x="898321" y="988599"/>
                  </a:lnTo>
                  <a:lnTo>
                    <a:pt x="814532" y="935282"/>
                  </a:lnTo>
                  <a:lnTo>
                    <a:pt x="815754" y="890827"/>
                  </a:lnTo>
                  <a:lnTo>
                    <a:pt x="819110" y="873374"/>
                  </a:lnTo>
                  <a:lnTo>
                    <a:pt x="858812" y="869223"/>
                  </a:lnTo>
                  <a:lnTo>
                    <a:pt x="879255" y="89145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h193"/>
            <p:cNvSpPr/>
            <p:nvPr/>
          </p:nvSpPr>
          <p:spPr>
            <a:xfrm>
              <a:off x="7682623" y="2845646"/>
              <a:ext cx="966302" cy="914400"/>
            </a:xfrm>
            <a:custGeom>
              <a:avLst/>
              <a:pathLst>
                <a:path w="966302" h="914400">
                  <a:moveTo>
                    <a:pt x="914400" y="914400"/>
                  </a:moveTo>
                  <a:lnTo>
                    <a:pt x="902432" y="884456"/>
                  </a:lnTo>
                  <a:lnTo>
                    <a:pt x="900881" y="875089"/>
                  </a:lnTo>
                  <a:lnTo>
                    <a:pt x="914943" y="855921"/>
                  </a:lnTo>
                  <a:lnTo>
                    <a:pt x="924039" y="834208"/>
                  </a:lnTo>
                  <a:lnTo>
                    <a:pt x="947566" y="800871"/>
                  </a:lnTo>
                  <a:lnTo>
                    <a:pt x="961123" y="761813"/>
                  </a:lnTo>
                  <a:lnTo>
                    <a:pt x="966302" y="762427"/>
                  </a:lnTo>
                  <a:lnTo>
                    <a:pt x="960289" y="797207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h194"/>
            <p:cNvSpPr/>
            <p:nvPr/>
          </p:nvSpPr>
          <p:spPr>
            <a:xfrm>
              <a:off x="8044348" y="2769569"/>
              <a:ext cx="921983" cy="935986"/>
            </a:xfrm>
            <a:custGeom>
              <a:avLst/>
              <a:pathLst>
                <a:path w="921983" h="935986">
                  <a:moveTo>
                    <a:pt x="914400" y="914400"/>
                  </a:moveTo>
                  <a:lnTo>
                    <a:pt x="883910" y="910357"/>
                  </a:lnTo>
                  <a:lnTo>
                    <a:pt x="849541" y="935986"/>
                  </a:lnTo>
                  <a:lnTo>
                    <a:pt x="836507" y="927882"/>
                  </a:lnTo>
                  <a:lnTo>
                    <a:pt x="841434" y="911512"/>
                  </a:lnTo>
                  <a:lnTo>
                    <a:pt x="845022" y="905555"/>
                  </a:lnTo>
                  <a:lnTo>
                    <a:pt x="856582" y="898607"/>
                  </a:lnTo>
                  <a:lnTo>
                    <a:pt x="864301" y="888445"/>
                  </a:lnTo>
                  <a:lnTo>
                    <a:pt x="867327" y="872544"/>
                  </a:lnTo>
                  <a:lnTo>
                    <a:pt x="874484" y="881117"/>
                  </a:lnTo>
                  <a:lnTo>
                    <a:pt x="895760" y="884709"/>
                  </a:lnTo>
                  <a:lnTo>
                    <a:pt x="906156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h195"/>
            <p:cNvSpPr/>
            <p:nvPr/>
          </p:nvSpPr>
          <p:spPr>
            <a:xfrm>
              <a:off x="8056373" y="2546627"/>
              <a:ext cx="933097" cy="914400"/>
            </a:xfrm>
            <a:custGeom>
              <a:avLst/>
              <a:pathLst>
                <a:path w="933097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79"/>
                  </a:lnTo>
                  <a:lnTo>
                    <a:pt x="919888" y="867743"/>
                  </a:lnTo>
                  <a:lnTo>
                    <a:pt x="924020" y="868068"/>
                  </a:lnTo>
                  <a:lnTo>
                    <a:pt x="929664" y="880106"/>
                  </a:lnTo>
                  <a:lnTo>
                    <a:pt x="933097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h196"/>
            <p:cNvSpPr/>
            <p:nvPr/>
          </p:nvSpPr>
          <p:spPr>
            <a:xfrm>
              <a:off x="7628509" y="2811605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8" y="876027"/>
                  </a:lnTo>
                  <a:lnTo>
                    <a:pt x="871225" y="867977"/>
                  </a:lnTo>
                  <a:lnTo>
                    <a:pt x="884259" y="873121"/>
                  </a:lnTo>
                  <a:lnTo>
                    <a:pt x="900435" y="888968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h197"/>
            <p:cNvSpPr/>
            <p:nvPr/>
          </p:nvSpPr>
          <p:spPr>
            <a:xfrm>
              <a:off x="7545632" y="2796437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1"/>
                  </a:lnTo>
                  <a:lnTo>
                    <a:pt x="925862" y="903414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h198"/>
            <p:cNvSpPr/>
            <p:nvPr/>
          </p:nvSpPr>
          <p:spPr>
            <a:xfrm>
              <a:off x="7662878" y="2468601"/>
              <a:ext cx="928578" cy="914400"/>
            </a:xfrm>
            <a:custGeom>
              <a:avLst/>
              <a:pathLst>
                <a:path w="928578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2"/>
                  </a:lnTo>
                  <a:lnTo>
                    <a:pt x="905264" y="862093"/>
                  </a:lnTo>
                  <a:lnTo>
                    <a:pt x="899659" y="842889"/>
                  </a:lnTo>
                  <a:lnTo>
                    <a:pt x="905827" y="830544"/>
                  </a:lnTo>
                  <a:lnTo>
                    <a:pt x="923535" y="859296"/>
                  </a:lnTo>
                  <a:lnTo>
                    <a:pt x="928578" y="872815"/>
                  </a:lnTo>
                  <a:lnTo>
                    <a:pt x="921750" y="888968"/>
                  </a:lnTo>
                  <a:lnTo>
                    <a:pt x="917774" y="907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h199"/>
            <p:cNvSpPr/>
            <p:nvPr/>
          </p:nvSpPr>
          <p:spPr>
            <a:xfrm>
              <a:off x="7746511" y="1927437"/>
              <a:ext cx="946790" cy="914400"/>
            </a:xfrm>
            <a:custGeom>
              <a:avLst/>
              <a:pathLst>
                <a:path w="946790" h="914400">
                  <a:moveTo>
                    <a:pt x="914400" y="914400"/>
                  </a:moveTo>
                  <a:lnTo>
                    <a:pt x="887071" y="902144"/>
                  </a:lnTo>
                  <a:lnTo>
                    <a:pt x="899135" y="885016"/>
                  </a:lnTo>
                  <a:lnTo>
                    <a:pt x="929159" y="877128"/>
                  </a:lnTo>
                  <a:lnTo>
                    <a:pt x="946790" y="879727"/>
                  </a:lnTo>
                  <a:lnTo>
                    <a:pt x="927394" y="896729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h200"/>
            <p:cNvSpPr/>
            <p:nvPr/>
          </p:nvSpPr>
          <p:spPr>
            <a:xfrm>
              <a:off x="8548766" y="2749589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2" y="904039"/>
                  </a:lnTo>
                  <a:lnTo>
                    <a:pt x="841589" y="878428"/>
                  </a:lnTo>
                  <a:lnTo>
                    <a:pt x="847446" y="828233"/>
                  </a:lnTo>
                  <a:lnTo>
                    <a:pt x="857707" y="806538"/>
                  </a:lnTo>
                  <a:lnTo>
                    <a:pt x="930653" y="862797"/>
                  </a:lnTo>
                  <a:lnTo>
                    <a:pt x="931545" y="884005"/>
                  </a:lnTo>
                  <a:lnTo>
                    <a:pt x="921731" y="9081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8977673" y="3327924"/>
              <a:ext cx="117405" cy="117405"/>
            </a:xfrm>
            <a:prstGeom prst="ellipse">
              <a:avLst/>
            </a:prstGeom>
            <a:solidFill>
              <a:srgbClr val="A23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0204444" y="1819937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8908065" y="3164682"/>
              <a:ext cx="117405" cy="117405"/>
            </a:xfrm>
            <a:prstGeom prst="ellipse">
              <a:avLst/>
            </a:prstGeom>
            <a:solidFill>
              <a:srgbClr val="FD9E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9738097" y="2610862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9662880" y="2995558"/>
              <a:ext cx="117405" cy="117405"/>
            </a:xfrm>
            <a:prstGeom prst="ellipse">
              <a:avLst/>
            </a:prstGeom>
            <a:solidFill>
              <a:srgbClr val="D143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8993755" y="346074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8622908" y="2173890"/>
              <a:ext cx="117405" cy="117405"/>
            </a:xfrm>
            <a:prstGeom prst="ellipse">
              <a:avLst/>
            </a:prstGeom>
            <a:solidFill>
              <a:srgbClr val="1608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8712811" y="2478760"/>
              <a:ext cx="117405" cy="117405"/>
            </a:xfrm>
            <a:prstGeom prst="ellipse">
              <a:avLst/>
            </a:prstGeom>
            <a:solidFill>
              <a:srgbClr val="FFE8A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9092132" y="3255472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tx210"/>
            <p:cNvSpPr/>
            <p:nvPr/>
          </p:nvSpPr>
          <p:spPr>
            <a:xfrm>
              <a:off x="9137852" y="3301192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1" name="pg211"/>
            <p:cNvSpPr/>
            <p:nvPr/>
          </p:nvSpPr>
          <p:spPr>
            <a:xfrm>
              <a:off x="9961933" y="1938067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2"/>
            <p:cNvSpPr/>
            <p:nvPr/>
          </p:nvSpPr>
          <p:spPr>
            <a:xfrm>
              <a:off x="10007653" y="1983787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3" name="pg213"/>
            <p:cNvSpPr/>
            <p:nvPr/>
          </p:nvSpPr>
          <p:spPr>
            <a:xfrm>
              <a:off x="8642226" y="2971987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tx214"/>
            <p:cNvSpPr/>
            <p:nvPr/>
          </p:nvSpPr>
          <p:spPr>
            <a:xfrm>
              <a:off x="8687946" y="3017707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5" name="pg215"/>
            <p:cNvSpPr/>
            <p:nvPr/>
          </p:nvSpPr>
          <p:spPr>
            <a:xfrm>
              <a:off x="9475986" y="2729273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6"/>
            <p:cNvSpPr/>
            <p:nvPr/>
          </p:nvSpPr>
          <p:spPr>
            <a:xfrm>
              <a:off x="9521706" y="2774993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7" name="pg217"/>
            <p:cNvSpPr/>
            <p:nvPr/>
          </p:nvSpPr>
          <p:spPr>
            <a:xfrm>
              <a:off x="9662811" y="3113829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tx218"/>
            <p:cNvSpPr/>
            <p:nvPr/>
          </p:nvSpPr>
          <p:spPr>
            <a:xfrm>
              <a:off x="9708531" y="3159549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9" name="pg219"/>
            <p:cNvSpPr/>
            <p:nvPr/>
          </p:nvSpPr>
          <p:spPr>
            <a:xfrm>
              <a:off x="8978107" y="3579004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9023827" y="3624724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1" name="pg221"/>
            <p:cNvSpPr/>
            <p:nvPr/>
          </p:nvSpPr>
          <p:spPr>
            <a:xfrm>
              <a:off x="8406447" y="2292293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tx222"/>
            <p:cNvSpPr/>
            <p:nvPr/>
          </p:nvSpPr>
          <p:spPr>
            <a:xfrm>
              <a:off x="8452167" y="2338013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3" name="pg223"/>
            <p:cNvSpPr/>
            <p:nvPr/>
          </p:nvSpPr>
          <p:spPr>
            <a:xfrm>
              <a:off x="8840458" y="2560856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tx224"/>
            <p:cNvSpPr/>
            <p:nvPr/>
          </p:nvSpPr>
          <p:spPr>
            <a:xfrm>
              <a:off x="8886178" y="2606576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8360727" y="1318571"/>
              <a:ext cx="2184706" cy="284626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tx226"/>
            <p:cNvSpPr/>
            <p:nvPr/>
          </p:nvSpPr>
          <p:spPr>
            <a:xfrm>
              <a:off x="8048375" y="39947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8172733" y="397629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8217447" y="399476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8048375" y="362512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8172733" y="360665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8217447" y="362512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8048375" y="325565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8172733" y="323718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8217447" y="325565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8048375" y="288583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8172733" y="286736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8217447" y="288583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8048375" y="251637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8172733" y="2497900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8217447" y="2516371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048375" y="21467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172733" y="21282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8217447" y="214672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8048375" y="177708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8172733" y="175861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8217447" y="177708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8048375" y="140743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8172733" y="138896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8217447" y="140743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50" name="pl250"/>
            <p:cNvSpPr/>
            <p:nvPr/>
          </p:nvSpPr>
          <p:spPr>
            <a:xfrm>
              <a:off x="8325933" y="40354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8325933" y="3665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8325933" y="32961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8325933" y="29265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8325933" y="25568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8325933" y="21872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8325933" y="18175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8325933" y="14479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8460032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8857252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9254471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9651691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0048910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0446129" y="41648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264"/>
            <p:cNvSpPr/>
            <p:nvPr/>
          </p:nvSpPr>
          <p:spPr>
            <a:xfrm>
              <a:off x="8338234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8462593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8507307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8735454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8859812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8904526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9132673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9257031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9301746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9529892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9654251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9698965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9927112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0051470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0096184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0324331" y="42278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0448690" y="42093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10493404" y="42278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9146117" y="43716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3" name="tx283"/>
            <p:cNvSpPr/>
            <p:nvPr/>
          </p:nvSpPr>
          <p:spPr>
            <a:xfrm rot="-5400000">
              <a:off x="7678534" y="2691683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4" name="rc284"/>
            <p:cNvSpPr/>
            <p:nvPr/>
          </p:nvSpPr>
          <p:spPr>
            <a:xfrm>
              <a:off x="10684612" y="1947720"/>
              <a:ext cx="1097799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tx285"/>
            <p:cNvSpPr/>
            <p:nvPr/>
          </p:nvSpPr>
          <p:spPr>
            <a:xfrm>
              <a:off x="10754201" y="2032811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10754201" y="2183687"/>
              <a:ext cx="96066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Weight Change</a:t>
              </a:r>
            </a:p>
          </p:txBody>
        </p:sp>
        <p:pic>
          <p:nvPicPr>
            <p:cNvPr id="287" name="pic2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4201" y="2368813"/>
              <a:ext cx="219455" cy="1097280"/>
            </a:xfrm>
            <a:prstGeom prst="rect">
              <a:avLst/>
            </a:prstGeom>
          </p:spPr>
        </p:pic>
        <p:sp>
          <p:nvSpPr>
            <p:cNvPr id="288" name="pl288"/>
            <p:cNvSpPr/>
            <p:nvPr/>
          </p:nvSpPr>
          <p:spPr>
            <a:xfrm>
              <a:off x="10929766" y="334275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10929766" y="30389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10929766" y="273518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10929766" y="243139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10754201" y="334275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0754201" y="30389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0754201" y="273518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10754201" y="243139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tx296"/>
            <p:cNvSpPr/>
            <p:nvPr/>
          </p:nvSpPr>
          <p:spPr>
            <a:xfrm>
              <a:off x="11043246" y="3302745"/>
              <a:ext cx="16157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11043246" y="2998961"/>
              <a:ext cx="9939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1043246" y="26951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1043246" y="2391393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8360727" y="739935"/>
              <a:ext cx="4607570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Common Future Relative Weight Change 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8360727" y="986823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302" name="rc302"/>
            <p:cNvSpPr/>
            <p:nvPr/>
          </p:nvSpPr>
          <p:spPr>
            <a:xfrm>
              <a:off x="19124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256487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296207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3359284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375649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415369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4550903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2465569" y="7693060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2465569" y="732342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2465569" y="6953795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2465569" y="658416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2465569" y="6214531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2465569" y="584489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2465569" y="5475266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2465569" y="510563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h318"/>
            <p:cNvSpPr/>
            <p:nvPr/>
          </p:nvSpPr>
          <p:spPr>
            <a:xfrm>
              <a:off x="3436659" y="5369581"/>
              <a:ext cx="930827" cy="1243964"/>
            </a:xfrm>
            <a:custGeom>
              <a:avLst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h319"/>
            <p:cNvSpPr/>
            <p:nvPr/>
          </p:nvSpPr>
          <p:spPr>
            <a:xfrm>
              <a:off x="2936853" y="5950615"/>
              <a:ext cx="1041610" cy="914400"/>
            </a:xfrm>
            <a:custGeom>
              <a:avLst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h320"/>
            <p:cNvSpPr/>
            <p:nvPr/>
          </p:nvSpPr>
          <p:spPr>
            <a:xfrm>
              <a:off x="1942557" y="4963942"/>
              <a:ext cx="2407842" cy="2231449"/>
            </a:xfrm>
            <a:custGeom>
              <a:avLst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h321"/>
            <p:cNvSpPr/>
            <p:nvPr/>
          </p:nvSpPr>
          <p:spPr>
            <a:xfrm>
              <a:off x="3465383" y="5351785"/>
              <a:ext cx="952743" cy="914400"/>
            </a:xfrm>
            <a:custGeom>
              <a:avLst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h322"/>
            <p:cNvSpPr/>
            <p:nvPr/>
          </p:nvSpPr>
          <p:spPr>
            <a:xfrm>
              <a:off x="3313152" y="4923261"/>
              <a:ext cx="936975" cy="914400"/>
            </a:xfrm>
            <a:custGeom>
              <a:avLst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h323"/>
            <p:cNvSpPr/>
            <p:nvPr/>
          </p:nvSpPr>
          <p:spPr>
            <a:xfrm>
              <a:off x="3352563" y="4768874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h324"/>
            <p:cNvSpPr/>
            <p:nvPr/>
          </p:nvSpPr>
          <p:spPr>
            <a:xfrm>
              <a:off x="3621472" y="6618245"/>
              <a:ext cx="929431" cy="915703"/>
            </a:xfrm>
            <a:custGeom>
              <a:avLst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h325"/>
            <p:cNvSpPr/>
            <p:nvPr/>
          </p:nvSpPr>
          <p:spPr>
            <a:xfrm>
              <a:off x="2587028" y="6771892"/>
              <a:ext cx="1963875" cy="921168"/>
            </a:xfrm>
            <a:custGeom>
              <a:avLst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h326"/>
            <p:cNvSpPr/>
            <p:nvPr/>
          </p:nvSpPr>
          <p:spPr>
            <a:xfrm>
              <a:off x="2110167" y="4231103"/>
              <a:ext cx="968821" cy="1653339"/>
            </a:xfrm>
            <a:custGeom>
              <a:avLst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h327"/>
            <p:cNvSpPr/>
            <p:nvPr/>
          </p:nvSpPr>
          <p:spPr>
            <a:xfrm>
              <a:off x="1654873" y="6529555"/>
              <a:ext cx="915718" cy="956749"/>
            </a:xfrm>
            <a:custGeom>
              <a:avLst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h328"/>
            <p:cNvSpPr/>
            <p:nvPr/>
          </p:nvSpPr>
          <p:spPr>
            <a:xfrm>
              <a:off x="1678961" y="6598121"/>
              <a:ext cx="1097293" cy="1094938"/>
            </a:xfrm>
            <a:custGeom>
              <a:avLst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h329"/>
            <p:cNvSpPr/>
            <p:nvPr/>
          </p:nvSpPr>
          <p:spPr>
            <a:xfrm>
              <a:off x="1869787" y="6775267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h330"/>
            <p:cNvSpPr/>
            <p:nvPr/>
          </p:nvSpPr>
          <p:spPr>
            <a:xfrm>
              <a:off x="1988212" y="6736697"/>
              <a:ext cx="1336760" cy="956362"/>
            </a:xfrm>
            <a:custGeom>
              <a:avLst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h331"/>
            <p:cNvSpPr/>
            <p:nvPr/>
          </p:nvSpPr>
          <p:spPr>
            <a:xfrm>
              <a:off x="2392091" y="6662067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h332"/>
            <p:cNvSpPr/>
            <p:nvPr/>
          </p:nvSpPr>
          <p:spPr>
            <a:xfrm>
              <a:off x="2419554" y="6765250"/>
              <a:ext cx="961514" cy="927810"/>
            </a:xfrm>
            <a:custGeom>
              <a:avLst/>
              <a:pathLst>
                <a:path w="961514" h="927810">
                  <a:moveTo>
                    <a:pt x="914399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h333"/>
            <p:cNvSpPr/>
            <p:nvPr/>
          </p:nvSpPr>
          <p:spPr>
            <a:xfrm>
              <a:off x="1874752" y="6624887"/>
              <a:ext cx="944888" cy="914400"/>
            </a:xfrm>
            <a:custGeom>
              <a:avLst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h334"/>
            <p:cNvSpPr/>
            <p:nvPr/>
          </p:nvSpPr>
          <p:spPr>
            <a:xfrm>
              <a:off x="3636503" y="4431098"/>
              <a:ext cx="914400" cy="1013954"/>
            </a:xfrm>
            <a:custGeom>
              <a:avLst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h335"/>
            <p:cNvSpPr/>
            <p:nvPr/>
          </p:nvSpPr>
          <p:spPr>
            <a:xfrm>
              <a:off x="3570464" y="4499970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h336"/>
            <p:cNvSpPr/>
            <p:nvPr/>
          </p:nvSpPr>
          <p:spPr>
            <a:xfrm>
              <a:off x="2161117" y="6155844"/>
              <a:ext cx="921789" cy="1251635"/>
            </a:xfrm>
            <a:custGeom>
              <a:avLst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h337"/>
            <p:cNvSpPr/>
            <p:nvPr/>
          </p:nvSpPr>
          <p:spPr>
            <a:xfrm>
              <a:off x="1701925" y="5441685"/>
              <a:ext cx="1046886" cy="1566147"/>
            </a:xfrm>
            <a:custGeom>
              <a:avLst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h338"/>
            <p:cNvSpPr/>
            <p:nvPr/>
          </p:nvSpPr>
          <p:spPr>
            <a:xfrm>
              <a:off x="1655164" y="6127580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h339"/>
            <p:cNvSpPr/>
            <p:nvPr/>
          </p:nvSpPr>
          <p:spPr>
            <a:xfrm>
              <a:off x="1786874" y="6202914"/>
              <a:ext cx="940699" cy="1102482"/>
            </a:xfrm>
            <a:custGeom>
              <a:avLst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h340"/>
            <p:cNvSpPr/>
            <p:nvPr/>
          </p:nvSpPr>
          <p:spPr>
            <a:xfrm>
              <a:off x="1955997" y="6472017"/>
              <a:ext cx="959590" cy="988597"/>
            </a:xfrm>
            <a:custGeom>
              <a:avLst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h341"/>
            <p:cNvSpPr/>
            <p:nvPr/>
          </p:nvSpPr>
          <p:spPr>
            <a:xfrm>
              <a:off x="1787456" y="6503259"/>
              <a:ext cx="966300" cy="914400"/>
            </a:xfrm>
            <a:custGeom>
              <a:avLst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h342"/>
            <p:cNvSpPr/>
            <p:nvPr/>
          </p:nvSpPr>
          <p:spPr>
            <a:xfrm>
              <a:off x="2149170" y="6427184"/>
              <a:ext cx="921983" cy="935985"/>
            </a:xfrm>
            <a:custGeom>
              <a:avLst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h343"/>
            <p:cNvSpPr/>
            <p:nvPr/>
          </p:nvSpPr>
          <p:spPr>
            <a:xfrm>
              <a:off x="2161195" y="6204250"/>
              <a:ext cx="933096" cy="914400"/>
            </a:xfrm>
            <a:custGeom>
              <a:avLst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h344"/>
            <p:cNvSpPr/>
            <p:nvPr/>
          </p:nvSpPr>
          <p:spPr>
            <a:xfrm>
              <a:off x="1733344" y="6469219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h345"/>
            <p:cNvSpPr/>
            <p:nvPr/>
          </p:nvSpPr>
          <p:spPr>
            <a:xfrm>
              <a:off x="1650470" y="6454052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h346"/>
            <p:cNvSpPr/>
            <p:nvPr/>
          </p:nvSpPr>
          <p:spPr>
            <a:xfrm>
              <a:off x="1767712" y="6126226"/>
              <a:ext cx="928577" cy="914400"/>
            </a:xfrm>
            <a:custGeom>
              <a:avLst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h347"/>
            <p:cNvSpPr/>
            <p:nvPr/>
          </p:nvSpPr>
          <p:spPr>
            <a:xfrm>
              <a:off x="1851343" y="5585080"/>
              <a:ext cx="946789" cy="914400"/>
            </a:xfrm>
            <a:custGeom>
              <a:avLst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h348"/>
            <p:cNvSpPr/>
            <p:nvPr/>
          </p:nvSpPr>
          <p:spPr>
            <a:xfrm>
              <a:off x="2653572" y="6407205"/>
              <a:ext cx="931545" cy="914400"/>
            </a:xfrm>
            <a:custGeom>
              <a:avLst/>
              <a:pathLst>
                <a:path w="931545" h="914400">
                  <a:moveTo>
                    <a:pt x="914399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082493" y="6985549"/>
              <a:ext cx="117405" cy="117405"/>
            </a:xfrm>
            <a:prstGeom prst="ellipse">
              <a:avLst/>
            </a:prstGeom>
            <a:solidFill>
              <a:srgbClr val="F78C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3092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012886" y="6822312"/>
              <a:ext cx="117405" cy="117405"/>
            </a:xfrm>
            <a:prstGeom prst="ellipse">
              <a:avLst/>
            </a:prstGeom>
            <a:solidFill>
              <a:srgbClr val="FFAD78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8428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767678" y="6653194"/>
              <a:ext cx="117405" cy="117405"/>
            </a:xfrm>
            <a:prstGeom prst="ellipse">
              <a:avLst/>
            </a:prstGeom>
            <a:solidFill>
              <a:srgbClr val="EE756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0985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2727739" y="5831552"/>
              <a:ext cx="117405" cy="117405"/>
            </a:xfrm>
            <a:prstGeom prst="ellipse">
              <a:avLst/>
            </a:prstGeom>
            <a:solidFill>
              <a:srgbClr val="8526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2817639" y="6136412"/>
              <a:ext cx="117405" cy="117405"/>
            </a:xfrm>
            <a:prstGeom prst="ellipse">
              <a:avLst/>
            </a:prstGeom>
            <a:solidFill>
              <a:srgbClr val="F382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197134" y="6913063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tx358"/>
            <p:cNvSpPr/>
            <p:nvPr/>
          </p:nvSpPr>
          <p:spPr>
            <a:xfrm>
              <a:off x="3242854" y="6958783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359" name="pg359"/>
            <p:cNvSpPr/>
            <p:nvPr/>
          </p:nvSpPr>
          <p:spPr>
            <a:xfrm>
              <a:off x="4066346" y="5596323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4112066" y="5642043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361" name="pg361"/>
            <p:cNvSpPr/>
            <p:nvPr/>
          </p:nvSpPr>
          <p:spPr>
            <a:xfrm>
              <a:off x="2746796" y="6629299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tx362"/>
            <p:cNvSpPr/>
            <p:nvPr/>
          </p:nvSpPr>
          <p:spPr>
            <a:xfrm>
              <a:off x="2792516" y="6675019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3819896" y="6075510"/>
              <a:ext cx="402701" cy="191749"/>
            </a:xfrm>
            <a:custGeom>
              <a:avLst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tx364"/>
            <p:cNvSpPr/>
            <p:nvPr/>
          </p:nvSpPr>
          <p:spPr>
            <a:xfrm>
              <a:off x="3865616" y="6121230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365" name="pg365"/>
            <p:cNvSpPr/>
            <p:nvPr/>
          </p:nvSpPr>
          <p:spPr>
            <a:xfrm>
              <a:off x="3767509" y="6771473"/>
              <a:ext cx="356250" cy="191749"/>
            </a:xfrm>
            <a:custGeom>
              <a:avLst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tx366"/>
            <p:cNvSpPr/>
            <p:nvPr/>
          </p:nvSpPr>
          <p:spPr>
            <a:xfrm>
              <a:off x="3813229" y="6817193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367" name="pg367"/>
            <p:cNvSpPr/>
            <p:nvPr/>
          </p:nvSpPr>
          <p:spPr>
            <a:xfrm>
              <a:off x="3082844" y="7236536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>
              <a:off x="3128564" y="7282256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369" name="pg369"/>
            <p:cNvSpPr/>
            <p:nvPr/>
          </p:nvSpPr>
          <p:spPr>
            <a:xfrm>
              <a:off x="2734173" y="5638891"/>
              <a:ext cx="343082" cy="191749"/>
            </a:xfrm>
            <a:custGeom>
              <a:avLst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tx370"/>
            <p:cNvSpPr/>
            <p:nvPr/>
          </p:nvSpPr>
          <p:spPr>
            <a:xfrm>
              <a:off x="2779893" y="5684611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371" name="pg371"/>
            <p:cNvSpPr/>
            <p:nvPr/>
          </p:nvSpPr>
          <p:spPr>
            <a:xfrm>
              <a:off x="2840924" y="5943936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tx372"/>
            <p:cNvSpPr/>
            <p:nvPr/>
          </p:nvSpPr>
          <p:spPr>
            <a:xfrm>
              <a:off x="2886644" y="5989656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373" name="rc373"/>
            <p:cNvSpPr/>
            <p:nvPr/>
          </p:nvSpPr>
          <p:spPr>
            <a:xfrm>
              <a:off x="24655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tx374"/>
            <p:cNvSpPr/>
            <p:nvPr/>
          </p:nvSpPr>
          <p:spPr>
            <a:xfrm>
              <a:off x="2153216" y="765236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2277574" y="76338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2322288" y="765236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2153216" y="728273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2277574" y="726426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322288" y="728273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2153216" y="691328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2277574" y="689481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2322288" y="691328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2153216" y="654347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2277574" y="652500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2322288" y="654347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2153216" y="617402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2277574" y="615555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2322288" y="617402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2153216" y="580439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2277574" y="578591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2322288" y="580439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153216" y="54347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277574" y="541628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322288" y="543475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2153216" y="506512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2277574" y="504665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2322288" y="506512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8" name="pl398"/>
            <p:cNvSpPr/>
            <p:nvPr/>
          </p:nvSpPr>
          <p:spPr>
            <a:xfrm>
              <a:off x="2430774" y="7693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2430774" y="73234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2430774" y="6953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2430774" y="6584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2430774" y="62145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2430774" y="5844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2430774" y="54752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430774" y="5105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56487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96207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3359284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375649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415369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550903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244307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256743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261214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284027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296463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300935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323748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36184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340655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63469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75905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80376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403189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415625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420097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442910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455346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459817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3250923" y="80292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431" name="tx431"/>
            <p:cNvSpPr/>
            <p:nvPr/>
          </p:nvSpPr>
          <p:spPr>
            <a:xfrm rot="-5400000">
              <a:off x="1783375" y="6349329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432" name="rc432"/>
            <p:cNvSpPr/>
            <p:nvPr/>
          </p:nvSpPr>
          <p:spPr>
            <a:xfrm>
              <a:off x="4789383" y="5680804"/>
              <a:ext cx="1000987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tx433"/>
            <p:cNvSpPr/>
            <p:nvPr/>
          </p:nvSpPr>
          <p:spPr>
            <a:xfrm>
              <a:off x="4858972" y="5765895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434" name="pic4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8972" y="5951021"/>
              <a:ext cx="219455" cy="1097280"/>
            </a:xfrm>
            <a:prstGeom prst="rect">
              <a:avLst/>
            </a:prstGeom>
          </p:spPr>
        </p:pic>
        <p:sp>
          <p:nvSpPr>
            <p:cNvPr id="435" name="pl435"/>
            <p:cNvSpPr/>
            <p:nvPr/>
          </p:nvSpPr>
          <p:spPr>
            <a:xfrm>
              <a:off x="5034537" y="70464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5034537" y="67730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5034537" y="64996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034537" y="622625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5034537" y="59528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4858972" y="70464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4858972" y="67730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4858972" y="64996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858972" y="622625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858972" y="59528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tx445"/>
            <p:cNvSpPr/>
            <p:nvPr/>
          </p:nvSpPr>
          <p:spPr>
            <a:xfrm>
              <a:off x="5148017" y="7006467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5148017" y="6733061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5148017" y="6459656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5148017" y="6186250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5148017" y="591284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2465569" y="4397627"/>
              <a:ext cx="4400275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Common Future Weight Change Offset 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2465569" y="4644515"/>
              <a:ext cx="2109063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 Future Treatments</a:t>
              </a:r>
            </a:p>
          </p:txBody>
        </p:sp>
        <p:sp>
          <p:nvSpPr>
            <p:cNvPr id="452" name="rc452"/>
            <p:cNvSpPr/>
            <p:nvPr/>
          </p:nvSpPr>
          <p:spPr>
            <a:xfrm>
              <a:off x="7856039" y="4572000"/>
              <a:ext cx="394752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50847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890567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9302884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9700090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10097297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10494503" y="4976262"/>
              <a:ext cx="0" cy="2846169"/>
            </a:xfrm>
            <a:custGeom>
              <a:avLst/>
              <a:pathLst>
                <a:path w="0" h="2846169">
                  <a:moveTo>
                    <a:pt x="0" y="2846169"/>
                  </a:moveTo>
                  <a:lnTo>
                    <a:pt x="0" y="2817606"/>
                  </a:lnTo>
                  <a:lnTo>
                    <a:pt x="0" y="2784003"/>
                  </a:lnTo>
                  <a:lnTo>
                    <a:pt x="0" y="2750400"/>
                  </a:lnTo>
                  <a:lnTo>
                    <a:pt x="0" y="2716797"/>
                  </a:lnTo>
                  <a:lnTo>
                    <a:pt x="0" y="2683194"/>
                  </a:lnTo>
                  <a:lnTo>
                    <a:pt x="0" y="2649591"/>
                  </a:lnTo>
                  <a:lnTo>
                    <a:pt x="0" y="2615989"/>
                  </a:lnTo>
                  <a:lnTo>
                    <a:pt x="0" y="2582386"/>
                  </a:lnTo>
                  <a:lnTo>
                    <a:pt x="0" y="2548783"/>
                  </a:lnTo>
                  <a:lnTo>
                    <a:pt x="0" y="2515180"/>
                  </a:lnTo>
                  <a:lnTo>
                    <a:pt x="0" y="2481577"/>
                  </a:lnTo>
                  <a:lnTo>
                    <a:pt x="0" y="2447974"/>
                  </a:lnTo>
                  <a:lnTo>
                    <a:pt x="0" y="2414371"/>
                  </a:lnTo>
                  <a:lnTo>
                    <a:pt x="0" y="2380768"/>
                  </a:lnTo>
                  <a:lnTo>
                    <a:pt x="0" y="2347165"/>
                  </a:lnTo>
                  <a:lnTo>
                    <a:pt x="0" y="2313562"/>
                  </a:lnTo>
                  <a:lnTo>
                    <a:pt x="0" y="2279959"/>
                  </a:lnTo>
                  <a:lnTo>
                    <a:pt x="0" y="2246356"/>
                  </a:lnTo>
                  <a:lnTo>
                    <a:pt x="0" y="2212753"/>
                  </a:lnTo>
                  <a:lnTo>
                    <a:pt x="0" y="2179150"/>
                  </a:lnTo>
                  <a:lnTo>
                    <a:pt x="0" y="2145547"/>
                  </a:lnTo>
                  <a:lnTo>
                    <a:pt x="0" y="2111944"/>
                  </a:lnTo>
                  <a:lnTo>
                    <a:pt x="0" y="2078341"/>
                  </a:lnTo>
                  <a:lnTo>
                    <a:pt x="0" y="2044739"/>
                  </a:lnTo>
                  <a:lnTo>
                    <a:pt x="0" y="2011136"/>
                  </a:lnTo>
                  <a:lnTo>
                    <a:pt x="0" y="1977533"/>
                  </a:lnTo>
                  <a:lnTo>
                    <a:pt x="0" y="1943930"/>
                  </a:lnTo>
                  <a:lnTo>
                    <a:pt x="0" y="1910327"/>
                  </a:lnTo>
                  <a:lnTo>
                    <a:pt x="0" y="1876724"/>
                  </a:lnTo>
                  <a:lnTo>
                    <a:pt x="0" y="1843121"/>
                  </a:lnTo>
                  <a:lnTo>
                    <a:pt x="0" y="1809518"/>
                  </a:lnTo>
                  <a:lnTo>
                    <a:pt x="0" y="1775915"/>
                  </a:lnTo>
                  <a:lnTo>
                    <a:pt x="0" y="1742312"/>
                  </a:lnTo>
                  <a:lnTo>
                    <a:pt x="0" y="1708709"/>
                  </a:lnTo>
                  <a:lnTo>
                    <a:pt x="0" y="1675106"/>
                  </a:lnTo>
                  <a:lnTo>
                    <a:pt x="0" y="1641503"/>
                  </a:lnTo>
                  <a:lnTo>
                    <a:pt x="0" y="1607900"/>
                  </a:lnTo>
                  <a:lnTo>
                    <a:pt x="0" y="1574297"/>
                  </a:lnTo>
                  <a:lnTo>
                    <a:pt x="0" y="1540694"/>
                  </a:lnTo>
                  <a:lnTo>
                    <a:pt x="0" y="1507091"/>
                  </a:lnTo>
                  <a:lnTo>
                    <a:pt x="0" y="1473489"/>
                  </a:lnTo>
                  <a:lnTo>
                    <a:pt x="0" y="1439886"/>
                  </a:lnTo>
                  <a:lnTo>
                    <a:pt x="0" y="1406283"/>
                  </a:lnTo>
                  <a:lnTo>
                    <a:pt x="0" y="1372680"/>
                  </a:lnTo>
                  <a:lnTo>
                    <a:pt x="0" y="1339077"/>
                  </a:lnTo>
                  <a:lnTo>
                    <a:pt x="0" y="1305474"/>
                  </a:lnTo>
                  <a:lnTo>
                    <a:pt x="0" y="1271871"/>
                  </a:lnTo>
                  <a:lnTo>
                    <a:pt x="0" y="1238268"/>
                  </a:lnTo>
                  <a:lnTo>
                    <a:pt x="0" y="1204665"/>
                  </a:lnTo>
                  <a:lnTo>
                    <a:pt x="0" y="1171062"/>
                  </a:lnTo>
                  <a:lnTo>
                    <a:pt x="0" y="1137459"/>
                  </a:lnTo>
                  <a:lnTo>
                    <a:pt x="0" y="1103856"/>
                  </a:lnTo>
                  <a:lnTo>
                    <a:pt x="0" y="1070253"/>
                  </a:lnTo>
                  <a:lnTo>
                    <a:pt x="0" y="1036650"/>
                  </a:lnTo>
                  <a:lnTo>
                    <a:pt x="0" y="1003047"/>
                  </a:lnTo>
                  <a:lnTo>
                    <a:pt x="0" y="969444"/>
                  </a:lnTo>
                  <a:lnTo>
                    <a:pt x="0" y="935841"/>
                  </a:lnTo>
                  <a:lnTo>
                    <a:pt x="0" y="902238"/>
                  </a:lnTo>
                  <a:lnTo>
                    <a:pt x="0" y="868636"/>
                  </a:lnTo>
                  <a:lnTo>
                    <a:pt x="0" y="835033"/>
                  </a:lnTo>
                  <a:lnTo>
                    <a:pt x="0" y="801430"/>
                  </a:lnTo>
                  <a:lnTo>
                    <a:pt x="0" y="767827"/>
                  </a:lnTo>
                  <a:lnTo>
                    <a:pt x="0" y="734224"/>
                  </a:lnTo>
                  <a:lnTo>
                    <a:pt x="0" y="700621"/>
                  </a:lnTo>
                  <a:lnTo>
                    <a:pt x="0" y="667018"/>
                  </a:lnTo>
                  <a:lnTo>
                    <a:pt x="0" y="633415"/>
                  </a:lnTo>
                  <a:lnTo>
                    <a:pt x="0" y="599812"/>
                  </a:lnTo>
                  <a:lnTo>
                    <a:pt x="0" y="566209"/>
                  </a:lnTo>
                  <a:lnTo>
                    <a:pt x="0" y="532606"/>
                  </a:lnTo>
                  <a:lnTo>
                    <a:pt x="0" y="499003"/>
                  </a:lnTo>
                  <a:lnTo>
                    <a:pt x="0" y="465400"/>
                  </a:lnTo>
                  <a:lnTo>
                    <a:pt x="0" y="431797"/>
                  </a:lnTo>
                  <a:lnTo>
                    <a:pt x="0" y="398194"/>
                  </a:lnTo>
                  <a:lnTo>
                    <a:pt x="0" y="364591"/>
                  </a:lnTo>
                  <a:lnTo>
                    <a:pt x="0" y="330988"/>
                  </a:lnTo>
                  <a:lnTo>
                    <a:pt x="0" y="297386"/>
                  </a:lnTo>
                  <a:lnTo>
                    <a:pt x="0" y="263783"/>
                  </a:lnTo>
                  <a:lnTo>
                    <a:pt x="0" y="230180"/>
                  </a:lnTo>
                  <a:lnTo>
                    <a:pt x="0" y="196577"/>
                  </a:lnTo>
                  <a:lnTo>
                    <a:pt x="0" y="162974"/>
                  </a:lnTo>
                  <a:lnTo>
                    <a:pt x="0" y="129371"/>
                  </a:lnTo>
                  <a:lnTo>
                    <a:pt x="0" y="95768"/>
                  </a:lnTo>
                  <a:lnTo>
                    <a:pt x="0" y="62165"/>
                  </a:lnTo>
                  <a:lnTo>
                    <a:pt x="0" y="28562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8409169" y="7693060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8409169" y="732342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8409169" y="6953795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8409169" y="658416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8409169" y="6214531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8409169" y="5844898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8409169" y="5475266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8409169" y="5105633"/>
              <a:ext cx="2184636" cy="0"/>
            </a:xfrm>
            <a:custGeom>
              <a:avLst/>
              <a:pathLst>
                <a:path w="2184636" h="0">
                  <a:moveTo>
                    <a:pt x="0" y="0"/>
                  </a:moveTo>
                  <a:lnTo>
                    <a:pt x="11033" y="0"/>
                  </a:lnTo>
                  <a:lnTo>
                    <a:pt x="39118" y="0"/>
                  </a:lnTo>
                  <a:lnTo>
                    <a:pt x="67204" y="0"/>
                  </a:lnTo>
                  <a:lnTo>
                    <a:pt x="95289" y="0"/>
                  </a:lnTo>
                  <a:lnTo>
                    <a:pt x="123374" y="0"/>
                  </a:lnTo>
                  <a:lnTo>
                    <a:pt x="151460" y="0"/>
                  </a:lnTo>
                  <a:lnTo>
                    <a:pt x="179545" y="0"/>
                  </a:lnTo>
                  <a:lnTo>
                    <a:pt x="207630" y="0"/>
                  </a:lnTo>
                  <a:lnTo>
                    <a:pt x="235716" y="0"/>
                  </a:lnTo>
                  <a:lnTo>
                    <a:pt x="263801" y="0"/>
                  </a:lnTo>
                  <a:lnTo>
                    <a:pt x="291886" y="0"/>
                  </a:lnTo>
                  <a:lnTo>
                    <a:pt x="319972" y="0"/>
                  </a:lnTo>
                  <a:lnTo>
                    <a:pt x="348057" y="0"/>
                  </a:lnTo>
                  <a:lnTo>
                    <a:pt x="376142" y="0"/>
                  </a:lnTo>
                  <a:lnTo>
                    <a:pt x="404227" y="0"/>
                  </a:lnTo>
                  <a:lnTo>
                    <a:pt x="432313" y="0"/>
                  </a:lnTo>
                  <a:lnTo>
                    <a:pt x="460398" y="0"/>
                  </a:lnTo>
                  <a:lnTo>
                    <a:pt x="488483" y="0"/>
                  </a:lnTo>
                  <a:lnTo>
                    <a:pt x="516569" y="0"/>
                  </a:lnTo>
                  <a:lnTo>
                    <a:pt x="544654" y="0"/>
                  </a:lnTo>
                  <a:lnTo>
                    <a:pt x="572739" y="0"/>
                  </a:lnTo>
                  <a:lnTo>
                    <a:pt x="600825" y="0"/>
                  </a:lnTo>
                  <a:lnTo>
                    <a:pt x="628910" y="0"/>
                  </a:lnTo>
                  <a:lnTo>
                    <a:pt x="656995" y="0"/>
                  </a:lnTo>
                  <a:lnTo>
                    <a:pt x="685081" y="0"/>
                  </a:lnTo>
                  <a:lnTo>
                    <a:pt x="713166" y="0"/>
                  </a:lnTo>
                  <a:lnTo>
                    <a:pt x="741251" y="0"/>
                  </a:lnTo>
                  <a:lnTo>
                    <a:pt x="769337" y="0"/>
                  </a:lnTo>
                  <a:lnTo>
                    <a:pt x="797422" y="0"/>
                  </a:lnTo>
                  <a:lnTo>
                    <a:pt x="825507" y="0"/>
                  </a:lnTo>
                  <a:lnTo>
                    <a:pt x="853593" y="0"/>
                  </a:lnTo>
                  <a:lnTo>
                    <a:pt x="881678" y="0"/>
                  </a:lnTo>
                  <a:lnTo>
                    <a:pt x="909763" y="0"/>
                  </a:lnTo>
                  <a:lnTo>
                    <a:pt x="937849" y="0"/>
                  </a:lnTo>
                  <a:lnTo>
                    <a:pt x="965934" y="0"/>
                  </a:lnTo>
                  <a:lnTo>
                    <a:pt x="994019" y="0"/>
                  </a:lnTo>
                  <a:lnTo>
                    <a:pt x="1022104" y="0"/>
                  </a:lnTo>
                  <a:lnTo>
                    <a:pt x="1050190" y="0"/>
                  </a:lnTo>
                  <a:lnTo>
                    <a:pt x="1078275" y="0"/>
                  </a:lnTo>
                  <a:lnTo>
                    <a:pt x="1106360" y="0"/>
                  </a:lnTo>
                  <a:lnTo>
                    <a:pt x="1134446" y="0"/>
                  </a:lnTo>
                  <a:lnTo>
                    <a:pt x="1162531" y="0"/>
                  </a:lnTo>
                  <a:lnTo>
                    <a:pt x="1190616" y="0"/>
                  </a:lnTo>
                  <a:lnTo>
                    <a:pt x="1218702" y="0"/>
                  </a:lnTo>
                  <a:lnTo>
                    <a:pt x="1246787" y="0"/>
                  </a:lnTo>
                  <a:lnTo>
                    <a:pt x="1274872" y="0"/>
                  </a:lnTo>
                  <a:lnTo>
                    <a:pt x="1302958" y="0"/>
                  </a:lnTo>
                  <a:lnTo>
                    <a:pt x="1331043" y="0"/>
                  </a:lnTo>
                  <a:lnTo>
                    <a:pt x="1359128" y="0"/>
                  </a:lnTo>
                  <a:lnTo>
                    <a:pt x="1387214" y="0"/>
                  </a:lnTo>
                  <a:lnTo>
                    <a:pt x="1415299" y="0"/>
                  </a:lnTo>
                  <a:lnTo>
                    <a:pt x="1443384" y="0"/>
                  </a:lnTo>
                  <a:lnTo>
                    <a:pt x="1471470" y="0"/>
                  </a:lnTo>
                  <a:lnTo>
                    <a:pt x="1499555" y="0"/>
                  </a:lnTo>
                  <a:lnTo>
                    <a:pt x="1527640" y="0"/>
                  </a:lnTo>
                  <a:lnTo>
                    <a:pt x="1555726" y="0"/>
                  </a:lnTo>
                  <a:lnTo>
                    <a:pt x="1583811" y="0"/>
                  </a:lnTo>
                  <a:lnTo>
                    <a:pt x="1611896" y="0"/>
                  </a:lnTo>
                  <a:lnTo>
                    <a:pt x="1639981" y="0"/>
                  </a:lnTo>
                  <a:lnTo>
                    <a:pt x="1668067" y="0"/>
                  </a:lnTo>
                  <a:lnTo>
                    <a:pt x="1696152" y="0"/>
                  </a:lnTo>
                  <a:lnTo>
                    <a:pt x="1724237" y="0"/>
                  </a:lnTo>
                  <a:lnTo>
                    <a:pt x="1752323" y="0"/>
                  </a:lnTo>
                  <a:lnTo>
                    <a:pt x="1780408" y="0"/>
                  </a:lnTo>
                  <a:lnTo>
                    <a:pt x="1808493" y="0"/>
                  </a:lnTo>
                  <a:lnTo>
                    <a:pt x="1836579" y="0"/>
                  </a:lnTo>
                  <a:lnTo>
                    <a:pt x="1864664" y="0"/>
                  </a:lnTo>
                  <a:lnTo>
                    <a:pt x="1892749" y="0"/>
                  </a:lnTo>
                  <a:lnTo>
                    <a:pt x="1920835" y="0"/>
                  </a:lnTo>
                  <a:lnTo>
                    <a:pt x="1948920" y="0"/>
                  </a:lnTo>
                  <a:lnTo>
                    <a:pt x="1977005" y="0"/>
                  </a:lnTo>
                  <a:lnTo>
                    <a:pt x="2005091" y="0"/>
                  </a:lnTo>
                  <a:lnTo>
                    <a:pt x="2033176" y="0"/>
                  </a:lnTo>
                  <a:lnTo>
                    <a:pt x="2061261" y="0"/>
                  </a:lnTo>
                  <a:lnTo>
                    <a:pt x="2089347" y="0"/>
                  </a:lnTo>
                  <a:lnTo>
                    <a:pt x="2117432" y="0"/>
                  </a:lnTo>
                  <a:lnTo>
                    <a:pt x="2145517" y="0"/>
                  </a:lnTo>
                  <a:lnTo>
                    <a:pt x="2173603" y="0"/>
                  </a:lnTo>
                  <a:lnTo>
                    <a:pt x="2184636" y="0"/>
                  </a:lnTo>
                  <a:lnTo>
                    <a:pt x="2184636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h468"/>
            <p:cNvSpPr/>
            <p:nvPr/>
          </p:nvSpPr>
          <p:spPr>
            <a:xfrm>
              <a:off x="9380259" y="5369581"/>
              <a:ext cx="930827" cy="1243964"/>
            </a:xfrm>
            <a:custGeom>
              <a:avLst/>
              <a:pathLst>
                <a:path w="930827" h="1243964">
                  <a:moveTo>
                    <a:pt x="914400" y="914400"/>
                  </a:moveTo>
                  <a:lnTo>
                    <a:pt x="904741" y="940461"/>
                  </a:lnTo>
                  <a:lnTo>
                    <a:pt x="891436" y="944865"/>
                  </a:lnTo>
                  <a:lnTo>
                    <a:pt x="878674" y="953547"/>
                  </a:lnTo>
                  <a:lnTo>
                    <a:pt x="874116" y="1036010"/>
                  </a:lnTo>
                  <a:lnTo>
                    <a:pt x="897351" y="1067342"/>
                  </a:lnTo>
                  <a:lnTo>
                    <a:pt x="884590" y="1071728"/>
                  </a:lnTo>
                  <a:lnTo>
                    <a:pt x="872914" y="1081113"/>
                  </a:lnTo>
                  <a:lnTo>
                    <a:pt x="864574" y="1094992"/>
                  </a:lnTo>
                  <a:lnTo>
                    <a:pt x="856040" y="1124863"/>
                  </a:lnTo>
                  <a:lnTo>
                    <a:pt x="823981" y="1141792"/>
                  </a:lnTo>
                  <a:lnTo>
                    <a:pt x="811840" y="1154318"/>
                  </a:lnTo>
                  <a:lnTo>
                    <a:pt x="793938" y="1182184"/>
                  </a:lnTo>
                  <a:lnTo>
                    <a:pt x="784609" y="1222631"/>
                  </a:lnTo>
                  <a:lnTo>
                    <a:pt x="766475" y="1239885"/>
                  </a:lnTo>
                  <a:lnTo>
                    <a:pt x="746110" y="1243964"/>
                  </a:lnTo>
                  <a:lnTo>
                    <a:pt x="758058" y="1210827"/>
                  </a:lnTo>
                  <a:lnTo>
                    <a:pt x="773709" y="1183827"/>
                  </a:lnTo>
                  <a:lnTo>
                    <a:pt x="758659" y="1165309"/>
                  </a:lnTo>
                  <a:lnTo>
                    <a:pt x="749601" y="1136323"/>
                  </a:lnTo>
                  <a:lnTo>
                    <a:pt x="737906" y="1114088"/>
                  </a:lnTo>
                  <a:lnTo>
                    <a:pt x="747216" y="1089253"/>
                  </a:lnTo>
                  <a:lnTo>
                    <a:pt x="742639" y="1048554"/>
                  </a:lnTo>
                  <a:lnTo>
                    <a:pt x="744151" y="1008829"/>
                  </a:lnTo>
                  <a:lnTo>
                    <a:pt x="757728" y="988777"/>
                  </a:lnTo>
                  <a:lnTo>
                    <a:pt x="773283" y="972425"/>
                  </a:lnTo>
                  <a:lnTo>
                    <a:pt x="797507" y="934830"/>
                  </a:lnTo>
                  <a:lnTo>
                    <a:pt x="823767" y="907577"/>
                  </a:lnTo>
                  <a:lnTo>
                    <a:pt x="860404" y="895322"/>
                  </a:lnTo>
                  <a:lnTo>
                    <a:pt x="876948" y="906621"/>
                  </a:lnTo>
                  <a:lnTo>
                    <a:pt x="884085" y="881840"/>
                  </a:lnTo>
                  <a:lnTo>
                    <a:pt x="895897" y="876191"/>
                  </a:lnTo>
                  <a:lnTo>
                    <a:pt x="906991" y="881912"/>
                  </a:lnTo>
                  <a:lnTo>
                    <a:pt x="930827" y="9055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h469"/>
            <p:cNvSpPr/>
            <p:nvPr/>
          </p:nvSpPr>
          <p:spPr>
            <a:xfrm>
              <a:off x="8880453" y="5950615"/>
              <a:ext cx="1041610" cy="914400"/>
            </a:xfrm>
            <a:custGeom>
              <a:avLst/>
              <a:pathLst>
                <a:path w="1041610" h="914400">
                  <a:moveTo>
                    <a:pt x="914400" y="914400"/>
                  </a:moveTo>
                  <a:lnTo>
                    <a:pt x="905361" y="913082"/>
                  </a:lnTo>
                  <a:lnTo>
                    <a:pt x="899330" y="888265"/>
                  </a:lnTo>
                  <a:lnTo>
                    <a:pt x="897914" y="824410"/>
                  </a:lnTo>
                  <a:lnTo>
                    <a:pt x="901521" y="792861"/>
                  </a:lnTo>
                  <a:lnTo>
                    <a:pt x="944830" y="679066"/>
                  </a:lnTo>
                  <a:lnTo>
                    <a:pt x="964167" y="669771"/>
                  </a:lnTo>
                  <a:lnTo>
                    <a:pt x="991358" y="600032"/>
                  </a:lnTo>
                  <a:lnTo>
                    <a:pt x="998690" y="569006"/>
                  </a:lnTo>
                  <a:lnTo>
                    <a:pt x="1010482" y="541067"/>
                  </a:lnTo>
                  <a:lnTo>
                    <a:pt x="1017444" y="516088"/>
                  </a:lnTo>
                  <a:lnTo>
                    <a:pt x="1023282" y="505999"/>
                  </a:lnTo>
                  <a:lnTo>
                    <a:pt x="1035966" y="510728"/>
                  </a:lnTo>
                  <a:lnTo>
                    <a:pt x="1041610" y="515330"/>
                  </a:lnTo>
                  <a:lnTo>
                    <a:pt x="1028247" y="529877"/>
                  </a:lnTo>
                  <a:lnTo>
                    <a:pt x="1029799" y="548810"/>
                  </a:lnTo>
                  <a:lnTo>
                    <a:pt x="1028868" y="556661"/>
                  </a:lnTo>
                  <a:lnTo>
                    <a:pt x="995140" y="639016"/>
                  </a:lnTo>
                  <a:lnTo>
                    <a:pt x="986122" y="692494"/>
                  </a:lnTo>
                  <a:lnTo>
                    <a:pt x="974155" y="705543"/>
                  </a:lnTo>
                  <a:lnTo>
                    <a:pt x="924601" y="8957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h470"/>
            <p:cNvSpPr/>
            <p:nvPr/>
          </p:nvSpPr>
          <p:spPr>
            <a:xfrm>
              <a:off x="7886157" y="4963942"/>
              <a:ext cx="2407842" cy="2231449"/>
            </a:xfrm>
            <a:custGeom>
              <a:avLst/>
              <a:pathLst>
                <a:path w="2407842" h="2231449">
                  <a:moveTo>
                    <a:pt x="914400" y="914400"/>
                  </a:moveTo>
                  <a:lnTo>
                    <a:pt x="928868" y="920500"/>
                  </a:lnTo>
                  <a:lnTo>
                    <a:pt x="948573" y="908281"/>
                  </a:lnTo>
                  <a:lnTo>
                    <a:pt x="962363" y="874061"/>
                  </a:lnTo>
                  <a:lnTo>
                    <a:pt x="970237" y="822713"/>
                  </a:lnTo>
                  <a:lnTo>
                    <a:pt x="979430" y="773802"/>
                  </a:lnTo>
                  <a:lnTo>
                    <a:pt x="968550" y="721480"/>
                  </a:lnTo>
                  <a:lnTo>
                    <a:pt x="956932" y="675528"/>
                  </a:lnTo>
                  <a:lnTo>
                    <a:pt x="956118" y="662028"/>
                  </a:lnTo>
                  <a:lnTo>
                    <a:pt x="986607" y="623260"/>
                  </a:lnTo>
                  <a:lnTo>
                    <a:pt x="995935" y="591729"/>
                  </a:lnTo>
                  <a:lnTo>
                    <a:pt x="1006040" y="561715"/>
                  </a:lnTo>
                  <a:lnTo>
                    <a:pt x="1017192" y="551499"/>
                  </a:lnTo>
                  <a:lnTo>
                    <a:pt x="1033794" y="549171"/>
                  </a:lnTo>
                  <a:lnTo>
                    <a:pt x="1053131" y="543522"/>
                  </a:lnTo>
                  <a:lnTo>
                    <a:pt x="1077510" y="523434"/>
                  </a:lnTo>
                  <a:lnTo>
                    <a:pt x="1099368" y="496524"/>
                  </a:lnTo>
                  <a:lnTo>
                    <a:pt x="1116067" y="471851"/>
                  </a:lnTo>
                  <a:lnTo>
                    <a:pt x="1121731" y="423030"/>
                  </a:lnTo>
                  <a:lnTo>
                    <a:pt x="1121963" y="398502"/>
                  </a:lnTo>
                  <a:lnTo>
                    <a:pt x="1129314" y="380292"/>
                  </a:lnTo>
                  <a:lnTo>
                    <a:pt x="1136432" y="344718"/>
                  </a:lnTo>
                  <a:lnTo>
                    <a:pt x="1129508" y="309632"/>
                  </a:lnTo>
                  <a:lnTo>
                    <a:pt x="1107960" y="256407"/>
                  </a:lnTo>
                  <a:lnTo>
                    <a:pt x="1082010" y="181560"/>
                  </a:lnTo>
                  <a:lnTo>
                    <a:pt x="1078036" y="141691"/>
                  </a:lnTo>
                  <a:lnTo>
                    <a:pt x="2054342" y="141691"/>
                  </a:lnTo>
                  <a:lnTo>
                    <a:pt x="2054817" y="146925"/>
                  </a:lnTo>
                  <a:lnTo>
                    <a:pt x="2052839" y="159487"/>
                  </a:lnTo>
                  <a:lnTo>
                    <a:pt x="2067928" y="211123"/>
                  </a:lnTo>
                  <a:lnTo>
                    <a:pt x="2064417" y="229226"/>
                  </a:lnTo>
                  <a:lnTo>
                    <a:pt x="2062381" y="252292"/>
                  </a:lnTo>
                  <a:lnTo>
                    <a:pt x="2084006" y="274455"/>
                  </a:lnTo>
                  <a:lnTo>
                    <a:pt x="2103304" y="274094"/>
                  </a:lnTo>
                  <a:lnTo>
                    <a:pt x="2122854" y="273752"/>
                  </a:lnTo>
                  <a:lnTo>
                    <a:pt x="2130321" y="279310"/>
                  </a:lnTo>
                  <a:lnTo>
                    <a:pt x="2137808" y="294995"/>
                  </a:lnTo>
                  <a:lnTo>
                    <a:pt x="2143839" y="313512"/>
                  </a:lnTo>
                  <a:lnTo>
                    <a:pt x="2159937" y="311978"/>
                  </a:lnTo>
                  <a:lnTo>
                    <a:pt x="2185635" y="296908"/>
                  </a:lnTo>
                  <a:lnTo>
                    <a:pt x="2202354" y="293316"/>
                  </a:lnTo>
                  <a:lnTo>
                    <a:pt x="2213389" y="322284"/>
                  </a:lnTo>
                  <a:lnTo>
                    <a:pt x="2243413" y="360547"/>
                  </a:lnTo>
                  <a:lnTo>
                    <a:pt x="2260887" y="377693"/>
                  </a:lnTo>
                  <a:lnTo>
                    <a:pt x="2290581" y="386717"/>
                  </a:lnTo>
                  <a:lnTo>
                    <a:pt x="2321865" y="417598"/>
                  </a:lnTo>
                  <a:lnTo>
                    <a:pt x="2317482" y="454814"/>
                  </a:lnTo>
                  <a:lnTo>
                    <a:pt x="2330534" y="467249"/>
                  </a:lnTo>
                  <a:lnTo>
                    <a:pt x="2367443" y="481940"/>
                  </a:lnTo>
                  <a:lnTo>
                    <a:pt x="2380495" y="501758"/>
                  </a:lnTo>
                  <a:lnTo>
                    <a:pt x="2386760" y="518651"/>
                  </a:lnTo>
                  <a:lnTo>
                    <a:pt x="2396477" y="532657"/>
                  </a:lnTo>
                  <a:lnTo>
                    <a:pt x="2407842" y="574980"/>
                  </a:lnTo>
                  <a:lnTo>
                    <a:pt x="2403886" y="601060"/>
                  </a:lnTo>
                  <a:lnTo>
                    <a:pt x="2389010" y="610030"/>
                  </a:lnTo>
                  <a:lnTo>
                    <a:pt x="2353886" y="637969"/>
                  </a:lnTo>
                  <a:lnTo>
                    <a:pt x="2338234" y="658833"/>
                  </a:lnTo>
                  <a:lnTo>
                    <a:pt x="2325957" y="671828"/>
                  </a:lnTo>
                  <a:lnTo>
                    <a:pt x="2291066" y="699695"/>
                  </a:lnTo>
                  <a:lnTo>
                    <a:pt x="2278285" y="704694"/>
                  </a:lnTo>
                  <a:lnTo>
                    <a:pt x="2266046" y="719187"/>
                  </a:lnTo>
                  <a:lnTo>
                    <a:pt x="2254216" y="725522"/>
                  </a:lnTo>
                  <a:lnTo>
                    <a:pt x="2243626" y="721877"/>
                  </a:lnTo>
                  <a:lnTo>
                    <a:pt x="2204041" y="748119"/>
                  </a:lnTo>
                  <a:lnTo>
                    <a:pt x="2207125" y="759327"/>
                  </a:lnTo>
                  <a:lnTo>
                    <a:pt x="2237478" y="764074"/>
                  </a:lnTo>
                  <a:lnTo>
                    <a:pt x="2252955" y="758443"/>
                  </a:lnTo>
                  <a:lnTo>
                    <a:pt x="2264863" y="745249"/>
                  </a:lnTo>
                  <a:lnTo>
                    <a:pt x="2277877" y="742217"/>
                  </a:lnTo>
                  <a:lnTo>
                    <a:pt x="2289747" y="744708"/>
                  </a:lnTo>
                  <a:lnTo>
                    <a:pt x="2302334" y="734312"/>
                  </a:lnTo>
                  <a:lnTo>
                    <a:pt x="2312206" y="730161"/>
                  </a:lnTo>
                  <a:lnTo>
                    <a:pt x="2322408" y="735142"/>
                  </a:lnTo>
                  <a:lnTo>
                    <a:pt x="2333793" y="760067"/>
                  </a:lnTo>
                  <a:lnTo>
                    <a:pt x="2310170" y="773044"/>
                  </a:lnTo>
                  <a:lnTo>
                    <a:pt x="2293413" y="773640"/>
                  </a:lnTo>
                  <a:lnTo>
                    <a:pt x="2285228" y="814519"/>
                  </a:lnTo>
                  <a:lnTo>
                    <a:pt x="2275084" y="832080"/>
                  </a:lnTo>
                  <a:lnTo>
                    <a:pt x="2267811" y="840527"/>
                  </a:lnTo>
                  <a:lnTo>
                    <a:pt x="2230631" y="857926"/>
                  </a:lnTo>
                  <a:lnTo>
                    <a:pt x="2206097" y="879981"/>
                  </a:lnTo>
                  <a:lnTo>
                    <a:pt x="2177179" y="897741"/>
                  </a:lnTo>
                  <a:lnTo>
                    <a:pt x="2164553" y="893878"/>
                  </a:lnTo>
                  <a:lnTo>
                    <a:pt x="2145527" y="911927"/>
                  </a:lnTo>
                  <a:lnTo>
                    <a:pt x="2103246" y="933296"/>
                  </a:lnTo>
                  <a:lnTo>
                    <a:pt x="2081582" y="962084"/>
                  </a:lnTo>
                  <a:lnTo>
                    <a:pt x="2032959" y="987839"/>
                  </a:lnTo>
                  <a:lnTo>
                    <a:pt x="2008192" y="1008793"/>
                  </a:lnTo>
                  <a:lnTo>
                    <a:pt x="1940911" y="1009894"/>
                  </a:lnTo>
                  <a:lnTo>
                    <a:pt x="1876656" y="1005292"/>
                  </a:lnTo>
                  <a:lnTo>
                    <a:pt x="1856485" y="1015254"/>
                  </a:lnTo>
                  <a:lnTo>
                    <a:pt x="1877102" y="1018341"/>
                  </a:lnTo>
                  <a:lnTo>
                    <a:pt x="1891551" y="1028123"/>
                  </a:lnTo>
                  <a:lnTo>
                    <a:pt x="1908871" y="1024044"/>
                  </a:lnTo>
                  <a:lnTo>
                    <a:pt x="1949581" y="1028935"/>
                  </a:lnTo>
                  <a:lnTo>
                    <a:pt x="1970527" y="1034259"/>
                  </a:lnTo>
                  <a:lnTo>
                    <a:pt x="1997408" y="1068515"/>
                  </a:lnTo>
                  <a:lnTo>
                    <a:pt x="1977645" y="1080698"/>
                  </a:lnTo>
                  <a:lnTo>
                    <a:pt x="1943413" y="1090047"/>
                  </a:lnTo>
                  <a:lnTo>
                    <a:pt x="1956252" y="1138634"/>
                  </a:lnTo>
                  <a:lnTo>
                    <a:pt x="1966842" y="1171391"/>
                  </a:lnTo>
                  <a:lnTo>
                    <a:pt x="1952975" y="1191155"/>
                  </a:lnTo>
                  <a:lnTo>
                    <a:pt x="1951947" y="1281072"/>
                  </a:lnTo>
                  <a:lnTo>
                    <a:pt x="1932494" y="1282787"/>
                  </a:lnTo>
                  <a:lnTo>
                    <a:pt x="1924231" y="1319984"/>
                  </a:lnTo>
                  <a:lnTo>
                    <a:pt x="1930360" y="1338953"/>
                  </a:lnTo>
                  <a:lnTo>
                    <a:pt x="1929875" y="1383010"/>
                  </a:lnTo>
                  <a:lnTo>
                    <a:pt x="1933929" y="1410154"/>
                  </a:lnTo>
                  <a:lnTo>
                    <a:pt x="1943471" y="1435152"/>
                  </a:lnTo>
                  <a:lnTo>
                    <a:pt x="1939224" y="1461214"/>
                  </a:lnTo>
                  <a:lnTo>
                    <a:pt x="1908463" y="1522217"/>
                  </a:lnTo>
                  <a:lnTo>
                    <a:pt x="1909162" y="1550842"/>
                  </a:lnTo>
                  <a:lnTo>
                    <a:pt x="1914689" y="1567844"/>
                  </a:lnTo>
                  <a:lnTo>
                    <a:pt x="1918782" y="1595025"/>
                  </a:lnTo>
                  <a:lnTo>
                    <a:pt x="1904798" y="1647275"/>
                  </a:lnTo>
                  <a:lnTo>
                    <a:pt x="1894926" y="1690934"/>
                  </a:lnTo>
                  <a:lnTo>
                    <a:pt x="1883192" y="1727681"/>
                  </a:lnTo>
                  <a:lnTo>
                    <a:pt x="1856931" y="1771773"/>
                  </a:lnTo>
                  <a:lnTo>
                    <a:pt x="1843859" y="1804730"/>
                  </a:lnTo>
                  <a:lnTo>
                    <a:pt x="1813273" y="1907570"/>
                  </a:lnTo>
                  <a:lnTo>
                    <a:pt x="1798107" y="1927983"/>
                  </a:lnTo>
                  <a:lnTo>
                    <a:pt x="1779507" y="1943667"/>
                  </a:lnTo>
                  <a:lnTo>
                    <a:pt x="1758774" y="1929156"/>
                  </a:lnTo>
                  <a:lnTo>
                    <a:pt x="1739767" y="1921251"/>
                  </a:lnTo>
                  <a:lnTo>
                    <a:pt x="1716551" y="1922207"/>
                  </a:lnTo>
                  <a:lnTo>
                    <a:pt x="1680186" y="1934101"/>
                  </a:lnTo>
                  <a:lnTo>
                    <a:pt x="1625492" y="1926196"/>
                  </a:lnTo>
                  <a:lnTo>
                    <a:pt x="1572040" y="1930004"/>
                  </a:lnTo>
                  <a:lnTo>
                    <a:pt x="1558522" y="1940274"/>
                  </a:lnTo>
                  <a:lnTo>
                    <a:pt x="1566629" y="1977598"/>
                  </a:lnTo>
                  <a:lnTo>
                    <a:pt x="1546924" y="1982489"/>
                  </a:lnTo>
                  <a:lnTo>
                    <a:pt x="1527665" y="1971877"/>
                  </a:lnTo>
                  <a:lnTo>
                    <a:pt x="1510714" y="1984547"/>
                  </a:lnTo>
                  <a:lnTo>
                    <a:pt x="1496555" y="1998444"/>
                  </a:lnTo>
                  <a:lnTo>
                    <a:pt x="1468743" y="2031418"/>
                  </a:lnTo>
                  <a:lnTo>
                    <a:pt x="1459434" y="2051723"/>
                  </a:lnTo>
                  <a:lnTo>
                    <a:pt x="1457029" y="2089968"/>
                  </a:lnTo>
                  <a:lnTo>
                    <a:pt x="1471633" y="2124260"/>
                  </a:lnTo>
                  <a:lnTo>
                    <a:pt x="1484589" y="2164417"/>
                  </a:lnTo>
                  <a:lnTo>
                    <a:pt x="1451230" y="2212878"/>
                  </a:lnTo>
                  <a:lnTo>
                    <a:pt x="1432611" y="2214520"/>
                  </a:lnTo>
                  <a:lnTo>
                    <a:pt x="1378266" y="2201074"/>
                  </a:lnTo>
                  <a:lnTo>
                    <a:pt x="1281951" y="2231449"/>
                  </a:lnTo>
                  <a:lnTo>
                    <a:pt x="1195450" y="2207427"/>
                  </a:lnTo>
                  <a:lnTo>
                    <a:pt x="1206331" y="2181473"/>
                  </a:lnTo>
                  <a:lnTo>
                    <a:pt x="1205962" y="2162396"/>
                  </a:lnTo>
                  <a:lnTo>
                    <a:pt x="1210850" y="2133049"/>
                  </a:lnTo>
                  <a:lnTo>
                    <a:pt x="1213759" y="2103035"/>
                  </a:lnTo>
                  <a:lnTo>
                    <a:pt x="1212945" y="2082947"/>
                  </a:lnTo>
                  <a:lnTo>
                    <a:pt x="1206602" y="2061541"/>
                  </a:lnTo>
                  <a:lnTo>
                    <a:pt x="1185268" y="2033530"/>
                  </a:lnTo>
                  <a:lnTo>
                    <a:pt x="1137208" y="1938992"/>
                  </a:lnTo>
                  <a:lnTo>
                    <a:pt x="1122991" y="1899087"/>
                  </a:lnTo>
                  <a:lnTo>
                    <a:pt x="1113100" y="1882464"/>
                  </a:lnTo>
                  <a:lnTo>
                    <a:pt x="1120218" y="1881562"/>
                  </a:lnTo>
                  <a:lnTo>
                    <a:pt x="1159803" y="1902986"/>
                  </a:lnTo>
                  <a:lnTo>
                    <a:pt x="1169035" y="1900351"/>
                  </a:lnTo>
                  <a:lnTo>
                    <a:pt x="1178732" y="1892301"/>
                  </a:lnTo>
                  <a:lnTo>
                    <a:pt x="1166921" y="1861637"/>
                  </a:lnTo>
                  <a:lnTo>
                    <a:pt x="1156777" y="1847757"/>
                  </a:lnTo>
                  <a:lnTo>
                    <a:pt x="1149892" y="1827002"/>
                  </a:lnTo>
                  <a:lnTo>
                    <a:pt x="1173069" y="1821389"/>
                  </a:lnTo>
                  <a:lnTo>
                    <a:pt x="1189806" y="1822634"/>
                  </a:lnTo>
                  <a:lnTo>
                    <a:pt x="1202142" y="1799279"/>
                  </a:lnTo>
                  <a:lnTo>
                    <a:pt x="1195024" y="1761522"/>
                  </a:lnTo>
                  <a:lnTo>
                    <a:pt x="1177045" y="1749899"/>
                  </a:lnTo>
                  <a:lnTo>
                    <a:pt x="1162033" y="1744845"/>
                  </a:lnTo>
                  <a:lnTo>
                    <a:pt x="1133251" y="1685538"/>
                  </a:lnTo>
                  <a:lnTo>
                    <a:pt x="1103228" y="1654819"/>
                  </a:lnTo>
                  <a:lnTo>
                    <a:pt x="1049679" y="1536331"/>
                  </a:lnTo>
                  <a:lnTo>
                    <a:pt x="1030090" y="1455005"/>
                  </a:lnTo>
                  <a:lnTo>
                    <a:pt x="1011878" y="1462730"/>
                  </a:lnTo>
                  <a:lnTo>
                    <a:pt x="1003034" y="1427301"/>
                  </a:lnTo>
                  <a:lnTo>
                    <a:pt x="996692" y="1393748"/>
                  </a:lnTo>
                  <a:lnTo>
                    <a:pt x="995431" y="1369076"/>
                  </a:lnTo>
                  <a:lnTo>
                    <a:pt x="966882" y="1354944"/>
                  </a:lnTo>
                  <a:lnTo>
                    <a:pt x="965718" y="1337654"/>
                  </a:lnTo>
                  <a:lnTo>
                    <a:pt x="960579" y="1260497"/>
                  </a:lnTo>
                  <a:lnTo>
                    <a:pt x="929954" y="1250137"/>
                  </a:lnTo>
                  <a:lnTo>
                    <a:pt x="910152" y="1206839"/>
                  </a:lnTo>
                  <a:lnTo>
                    <a:pt x="906622" y="1124917"/>
                  </a:lnTo>
                  <a:lnTo>
                    <a:pt x="886452" y="1110009"/>
                  </a:lnTo>
                  <a:lnTo>
                    <a:pt x="870218" y="1114142"/>
                  </a:lnTo>
                  <a:lnTo>
                    <a:pt x="870974" y="1093837"/>
                  </a:lnTo>
                  <a:lnTo>
                    <a:pt x="874853" y="1074778"/>
                  </a:lnTo>
                  <a:lnTo>
                    <a:pt x="865369" y="999263"/>
                  </a:lnTo>
                  <a:lnTo>
                    <a:pt x="862208" y="930336"/>
                  </a:lnTo>
                  <a:lnTo>
                    <a:pt x="854508" y="909526"/>
                  </a:lnTo>
                  <a:lnTo>
                    <a:pt x="850144" y="885161"/>
                  </a:lnTo>
                  <a:lnTo>
                    <a:pt x="854062" y="864117"/>
                  </a:lnTo>
                  <a:lnTo>
                    <a:pt x="859803" y="852024"/>
                  </a:lnTo>
                  <a:lnTo>
                    <a:pt x="879566" y="848848"/>
                  </a:lnTo>
                  <a:lnTo>
                    <a:pt x="898030" y="8674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h471"/>
            <p:cNvSpPr/>
            <p:nvPr/>
          </p:nvSpPr>
          <p:spPr>
            <a:xfrm>
              <a:off x="9408983" y="5351785"/>
              <a:ext cx="952743" cy="914400"/>
            </a:xfrm>
            <a:custGeom>
              <a:avLst/>
              <a:pathLst>
                <a:path w="952743" h="914400">
                  <a:moveTo>
                    <a:pt x="914400" y="914400"/>
                  </a:moveTo>
                  <a:lnTo>
                    <a:pt x="904101" y="912649"/>
                  </a:lnTo>
                  <a:lnTo>
                    <a:pt x="894714" y="895629"/>
                  </a:lnTo>
                  <a:lnTo>
                    <a:pt x="913701" y="869639"/>
                  </a:lnTo>
                  <a:lnTo>
                    <a:pt x="942755" y="871047"/>
                  </a:lnTo>
                  <a:lnTo>
                    <a:pt x="952743" y="876462"/>
                  </a:lnTo>
                  <a:lnTo>
                    <a:pt x="917968" y="8913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h472"/>
            <p:cNvSpPr/>
            <p:nvPr/>
          </p:nvSpPr>
          <p:spPr>
            <a:xfrm>
              <a:off x="9256752" y="4923261"/>
              <a:ext cx="936975" cy="914400"/>
            </a:xfrm>
            <a:custGeom>
              <a:avLst/>
              <a:pathLst>
                <a:path w="936975" h="914400">
                  <a:moveTo>
                    <a:pt x="914400" y="914400"/>
                  </a:moveTo>
                  <a:lnTo>
                    <a:pt x="910036" y="913280"/>
                  </a:lnTo>
                  <a:lnTo>
                    <a:pt x="915466" y="896116"/>
                  </a:lnTo>
                  <a:lnTo>
                    <a:pt x="919500" y="888698"/>
                  </a:lnTo>
                  <a:lnTo>
                    <a:pt x="932883" y="881768"/>
                  </a:lnTo>
                  <a:lnTo>
                    <a:pt x="936975" y="882977"/>
                  </a:lnTo>
                  <a:lnTo>
                    <a:pt x="923205" y="910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h473"/>
            <p:cNvSpPr/>
            <p:nvPr/>
          </p:nvSpPr>
          <p:spPr>
            <a:xfrm>
              <a:off x="9296163" y="4768874"/>
              <a:ext cx="939846" cy="914400"/>
            </a:xfrm>
            <a:custGeom>
              <a:avLst/>
              <a:pathLst>
                <a:path w="939846" h="914400">
                  <a:moveTo>
                    <a:pt x="914400" y="914400"/>
                  </a:moveTo>
                  <a:lnTo>
                    <a:pt x="909396" y="899401"/>
                  </a:lnTo>
                  <a:lnTo>
                    <a:pt x="911393" y="896459"/>
                  </a:lnTo>
                  <a:lnTo>
                    <a:pt x="914807" y="881660"/>
                  </a:lnTo>
                  <a:lnTo>
                    <a:pt x="924446" y="873538"/>
                  </a:lnTo>
                  <a:lnTo>
                    <a:pt x="939846" y="878411"/>
                  </a:lnTo>
                  <a:lnTo>
                    <a:pt x="939749" y="882111"/>
                  </a:lnTo>
                  <a:lnTo>
                    <a:pt x="925028" y="894095"/>
                  </a:lnTo>
                  <a:lnTo>
                    <a:pt x="919384" y="9021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h474"/>
            <p:cNvSpPr/>
            <p:nvPr/>
          </p:nvSpPr>
          <p:spPr>
            <a:xfrm>
              <a:off x="9565072" y="6618245"/>
              <a:ext cx="929431" cy="915703"/>
            </a:xfrm>
            <a:custGeom>
              <a:avLst/>
              <a:pathLst>
                <a:path w="929431" h="915703">
                  <a:moveTo>
                    <a:pt x="914400" y="914400"/>
                  </a:moveTo>
                  <a:lnTo>
                    <a:pt x="858775" y="909563"/>
                  </a:lnTo>
                  <a:lnTo>
                    <a:pt x="850862" y="905086"/>
                  </a:lnTo>
                  <a:lnTo>
                    <a:pt x="881467" y="873430"/>
                  </a:lnTo>
                  <a:lnTo>
                    <a:pt x="901405" y="840527"/>
                  </a:lnTo>
                  <a:lnTo>
                    <a:pt x="918337" y="797590"/>
                  </a:lnTo>
                  <a:lnTo>
                    <a:pt x="920140" y="767846"/>
                  </a:lnTo>
                  <a:lnTo>
                    <a:pt x="924368" y="734312"/>
                  </a:lnTo>
                  <a:lnTo>
                    <a:pt x="929431" y="731813"/>
                  </a:lnTo>
                  <a:lnTo>
                    <a:pt x="929431" y="9157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h475"/>
            <p:cNvSpPr/>
            <p:nvPr/>
          </p:nvSpPr>
          <p:spPr>
            <a:xfrm>
              <a:off x="8530628" y="6771892"/>
              <a:ext cx="1963875" cy="921168"/>
            </a:xfrm>
            <a:custGeom>
              <a:avLst/>
              <a:pathLst>
                <a:path w="1963875" h="921168">
                  <a:moveTo>
                    <a:pt x="914400" y="914400"/>
                  </a:moveTo>
                  <a:lnTo>
                    <a:pt x="1028131" y="869459"/>
                  </a:lnTo>
                  <a:lnTo>
                    <a:pt x="1149601" y="827298"/>
                  </a:lnTo>
                  <a:lnTo>
                    <a:pt x="1177956" y="822713"/>
                  </a:lnTo>
                  <a:lnTo>
                    <a:pt x="1206467" y="813834"/>
                  </a:lnTo>
                  <a:lnTo>
                    <a:pt x="1216998" y="798059"/>
                  </a:lnTo>
                  <a:lnTo>
                    <a:pt x="1227510" y="787501"/>
                  </a:lnTo>
                  <a:lnTo>
                    <a:pt x="1244054" y="759688"/>
                  </a:lnTo>
                  <a:lnTo>
                    <a:pt x="1280633" y="716462"/>
                  </a:lnTo>
                  <a:lnTo>
                    <a:pt x="1345314" y="700724"/>
                  </a:lnTo>
                  <a:lnTo>
                    <a:pt x="1369461" y="680221"/>
                  </a:lnTo>
                  <a:lnTo>
                    <a:pt x="1420082" y="651506"/>
                  </a:lnTo>
                  <a:lnTo>
                    <a:pt x="1535481" y="619289"/>
                  </a:lnTo>
                  <a:lnTo>
                    <a:pt x="1583677" y="612214"/>
                  </a:lnTo>
                  <a:lnTo>
                    <a:pt x="1630904" y="611348"/>
                  </a:lnTo>
                  <a:lnTo>
                    <a:pt x="1672952" y="636760"/>
                  </a:lnTo>
                  <a:lnTo>
                    <a:pt x="1717463" y="668128"/>
                  </a:lnTo>
                  <a:lnTo>
                    <a:pt x="1725473" y="687061"/>
                  </a:lnTo>
                  <a:lnTo>
                    <a:pt x="1701385" y="675257"/>
                  </a:lnTo>
                  <a:lnTo>
                    <a:pt x="1666280" y="647084"/>
                  </a:lnTo>
                  <a:lnTo>
                    <a:pt x="1653305" y="645893"/>
                  </a:lnTo>
                  <a:lnTo>
                    <a:pt x="1683270" y="731587"/>
                  </a:lnTo>
                  <a:lnTo>
                    <a:pt x="1699658" y="761890"/>
                  </a:lnTo>
                  <a:lnTo>
                    <a:pt x="1732785" y="784559"/>
                  </a:lnTo>
                  <a:lnTo>
                    <a:pt x="1760558" y="792193"/>
                  </a:lnTo>
                  <a:lnTo>
                    <a:pt x="1846128" y="778459"/>
                  </a:lnTo>
                  <a:lnTo>
                    <a:pt x="1876520" y="760518"/>
                  </a:lnTo>
                  <a:lnTo>
                    <a:pt x="1885306" y="751440"/>
                  </a:lnTo>
                  <a:lnTo>
                    <a:pt x="1893219" y="755916"/>
                  </a:lnTo>
                  <a:lnTo>
                    <a:pt x="1948844" y="760753"/>
                  </a:lnTo>
                  <a:lnTo>
                    <a:pt x="1963875" y="762057"/>
                  </a:lnTo>
                  <a:lnTo>
                    <a:pt x="1963875" y="921168"/>
                  </a:lnTo>
                  <a:lnTo>
                    <a:pt x="901519" y="9211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h476"/>
            <p:cNvSpPr/>
            <p:nvPr/>
          </p:nvSpPr>
          <p:spPr>
            <a:xfrm>
              <a:off x="8053767" y="4231103"/>
              <a:ext cx="968821" cy="1653339"/>
            </a:xfrm>
            <a:custGeom>
              <a:avLst/>
              <a:pathLst>
                <a:path w="968821" h="1653339">
                  <a:moveTo>
                    <a:pt x="914400" y="914400"/>
                  </a:moveTo>
                  <a:lnTo>
                    <a:pt x="940350" y="989246"/>
                  </a:lnTo>
                  <a:lnTo>
                    <a:pt x="961898" y="1042471"/>
                  </a:lnTo>
                  <a:lnTo>
                    <a:pt x="968821" y="1077558"/>
                  </a:lnTo>
                  <a:lnTo>
                    <a:pt x="961704" y="1113131"/>
                  </a:lnTo>
                  <a:lnTo>
                    <a:pt x="954353" y="1131342"/>
                  </a:lnTo>
                  <a:lnTo>
                    <a:pt x="954120" y="1155870"/>
                  </a:lnTo>
                  <a:lnTo>
                    <a:pt x="948457" y="1204691"/>
                  </a:lnTo>
                  <a:lnTo>
                    <a:pt x="931758" y="1229363"/>
                  </a:lnTo>
                  <a:lnTo>
                    <a:pt x="909900" y="1256273"/>
                  </a:lnTo>
                  <a:lnTo>
                    <a:pt x="885521" y="1276361"/>
                  </a:lnTo>
                  <a:lnTo>
                    <a:pt x="866184" y="1282010"/>
                  </a:lnTo>
                  <a:lnTo>
                    <a:pt x="849582" y="1284339"/>
                  </a:lnTo>
                  <a:lnTo>
                    <a:pt x="838430" y="1294554"/>
                  </a:lnTo>
                  <a:lnTo>
                    <a:pt x="828325" y="1324569"/>
                  </a:lnTo>
                  <a:lnTo>
                    <a:pt x="818996" y="1356099"/>
                  </a:lnTo>
                  <a:lnTo>
                    <a:pt x="788507" y="1394867"/>
                  </a:lnTo>
                  <a:lnTo>
                    <a:pt x="789322" y="1408368"/>
                  </a:lnTo>
                  <a:lnTo>
                    <a:pt x="800940" y="1454319"/>
                  </a:lnTo>
                  <a:lnTo>
                    <a:pt x="811820" y="1506642"/>
                  </a:lnTo>
                  <a:lnTo>
                    <a:pt x="802627" y="1555553"/>
                  </a:lnTo>
                  <a:lnTo>
                    <a:pt x="794753" y="1606901"/>
                  </a:lnTo>
                  <a:lnTo>
                    <a:pt x="780963" y="1641121"/>
                  </a:lnTo>
                  <a:lnTo>
                    <a:pt x="761258" y="1653339"/>
                  </a:lnTo>
                  <a:lnTo>
                    <a:pt x="746789" y="1647239"/>
                  </a:lnTo>
                  <a:lnTo>
                    <a:pt x="730420" y="1600295"/>
                  </a:lnTo>
                  <a:lnTo>
                    <a:pt x="730051" y="1589502"/>
                  </a:lnTo>
                  <a:lnTo>
                    <a:pt x="725978" y="1575153"/>
                  </a:lnTo>
                  <a:lnTo>
                    <a:pt x="679547" y="1560859"/>
                  </a:lnTo>
                  <a:lnTo>
                    <a:pt x="671343" y="1561382"/>
                  </a:lnTo>
                  <a:lnTo>
                    <a:pt x="653093" y="1553008"/>
                  </a:lnTo>
                  <a:lnTo>
                    <a:pt x="642387" y="1550644"/>
                  </a:lnTo>
                  <a:lnTo>
                    <a:pt x="620432" y="1545807"/>
                  </a:lnTo>
                  <a:lnTo>
                    <a:pt x="602181" y="1504385"/>
                  </a:lnTo>
                  <a:lnTo>
                    <a:pt x="582786" y="1469931"/>
                  </a:lnTo>
                  <a:lnTo>
                    <a:pt x="580032" y="1455528"/>
                  </a:lnTo>
                  <a:lnTo>
                    <a:pt x="580692" y="1391095"/>
                  </a:lnTo>
                  <a:lnTo>
                    <a:pt x="574757" y="1362434"/>
                  </a:lnTo>
                  <a:lnTo>
                    <a:pt x="572934" y="1331192"/>
                  </a:lnTo>
                  <a:lnTo>
                    <a:pt x="560734" y="1356605"/>
                  </a:lnTo>
                  <a:lnTo>
                    <a:pt x="567813" y="1396781"/>
                  </a:lnTo>
                  <a:lnTo>
                    <a:pt x="552763" y="1413638"/>
                  </a:lnTo>
                  <a:lnTo>
                    <a:pt x="533775" y="1421832"/>
                  </a:lnTo>
                  <a:lnTo>
                    <a:pt x="535560" y="1445367"/>
                  </a:lnTo>
                  <a:lnTo>
                    <a:pt x="543357" y="1449825"/>
                  </a:lnTo>
                  <a:lnTo>
                    <a:pt x="544986" y="1474263"/>
                  </a:lnTo>
                  <a:lnTo>
                    <a:pt x="540370" y="1510432"/>
                  </a:lnTo>
                  <a:lnTo>
                    <a:pt x="502996" y="1590856"/>
                  </a:lnTo>
                  <a:lnTo>
                    <a:pt x="495451" y="1599501"/>
                  </a:lnTo>
                  <a:lnTo>
                    <a:pt x="490331" y="1610366"/>
                  </a:lnTo>
                  <a:lnTo>
                    <a:pt x="471208" y="1603147"/>
                  </a:lnTo>
                  <a:lnTo>
                    <a:pt x="454703" y="1618214"/>
                  </a:lnTo>
                  <a:lnTo>
                    <a:pt x="454703" y="874530"/>
                  </a:lnTo>
                  <a:lnTo>
                    <a:pt x="910426" y="8745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h477"/>
            <p:cNvSpPr/>
            <p:nvPr/>
          </p:nvSpPr>
          <p:spPr>
            <a:xfrm>
              <a:off x="7598473" y="6529555"/>
              <a:ext cx="915718" cy="956749"/>
            </a:xfrm>
            <a:custGeom>
              <a:avLst/>
              <a:pathLst>
                <a:path w="915718" h="956749">
                  <a:moveTo>
                    <a:pt x="914400" y="914400"/>
                  </a:moveTo>
                  <a:lnTo>
                    <a:pt x="915718" y="948637"/>
                  </a:lnTo>
                  <a:lnTo>
                    <a:pt x="909997" y="956749"/>
                  </a:lnTo>
                  <a:lnTo>
                    <a:pt x="909997" y="9066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h478"/>
            <p:cNvSpPr/>
            <p:nvPr/>
          </p:nvSpPr>
          <p:spPr>
            <a:xfrm>
              <a:off x="7622561" y="6598121"/>
              <a:ext cx="1097293" cy="1094938"/>
            </a:xfrm>
            <a:custGeom>
              <a:avLst/>
              <a:pathLst>
                <a:path w="1097293" h="1094938">
                  <a:moveTo>
                    <a:pt x="914400" y="914400"/>
                  </a:moveTo>
                  <a:lnTo>
                    <a:pt x="919830" y="928531"/>
                  </a:lnTo>
                  <a:lnTo>
                    <a:pt x="928092" y="943782"/>
                  </a:lnTo>
                  <a:lnTo>
                    <a:pt x="957495" y="932917"/>
                  </a:lnTo>
                  <a:lnTo>
                    <a:pt x="1031195" y="978038"/>
                  </a:lnTo>
                  <a:lnTo>
                    <a:pt x="1075765" y="956073"/>
                  </a:lnTo>
                  <a:lnTo>
                    <a:pt x="1087169" y="954792"/>
                  </a:lnTo>
                  <a:lnTo>
                    <a:pt x="1097293" y="991250"/>
                  </a:lnTo>
                  <a:lnTo>
                    <a:pt x="1086219" y="1027978"/>
                  </a:lnTo>
                  <a:lnTo>
                    <a:pt x="1046925" y="1067162"/>
                  </a:lnTo>
                  <a:lnTo>
                    <a:pt x="1055633" y="1091310"/>
                  </a:lnTo>
                  <a:lnTo>
                    <a:pt x="1064125" y="1094938"/>
                  </a:lnTo>
                  <a:lnTo>
                    <a:pt x="885908" y="1094938"/>
                  </a:lnTo>
                  <a:lnTo>
                    <a:pt x="885908" y="9174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h479"/>
            <p:cNvSpPr/>
            <p:nvPr/>
          </p:nvSpPr>
          <p:spPr>
            <a:xfrm>
              <a:off x="7813387" y="6775267"/>
              <a:ext cx="922740" cy="917793"/>
            </a:xfrm>
            <a:custGeom>
              <a:avLst/>
              <a:pathLst>
                <a:path w="922740" h="917793">
                  <a:moveTo>
                    <a:pt x="914400" y="914400"/>
                  </a:moveTo>
                  <a:lnTo>
                    <a:pt x="922740" y="917793"/>
                  </a:lnTo>
                  <a:lnTo>
                    <a:pt x="889877" y="91779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h480"/>
            <p:cNvSpPr/>
            <p:nvPr/>
          </p:nvSpPr>
          <p:spPr>
            <a:xfrm>
              <a:off x="7931812" y="6736697"/>
              <a:ext cx="1336760" cy="956362"/>
            </a:xfrm>
            <a:custGeom>
              <a:avLst/>
              <a:pathLst>
                <a:path w="1336760" h="956362">
                  <a:moveTo>
                    <a:pt x="914400" y="914400"/>
                  </a:moveTo>
                  <a:lnTo>
                    <a:pt x="933406" y="902596"/>
                  </a:lnTo>
                  <a:lnTo>
                    <a:pt x="995974" y="894149"/>
                  </a:lnTo>
                  <a:lnTo>
                    <a:pt x="1007359" y="872870"/>
                  </a:lnTo>
                  <a:lnTo>
                    <a:pt x="1032708" y="851465"/>
                  </a:lnTo>
                  <a:lnTo>
                    <a:pt x="1049039" y="828092"/>
                  </a:lnTo>
                  <a:lnTo>
                    <a:pt x="1088139" y="783602"/>
                  </a:lnTo>
                  <a:lnTo>
                    <a:pt x="1128596" y="791616"/>
                  </a:lnTo>
                  <a:lnTo>
                    <a:pt x="1152219" y="800135"/>
                  </a:lnTo>
                  <a:lnTo>
                    <a:pt x="1178150" y="804430"/>
                  </a:lnTo>
                  <a:lnTo>
                    <a:pt x="1201754" y="851862"/>
                  </a:lnTo>
                  <a:lnTo>
                    <a:pt x="1261451" y="904292"/>
                  </a:lnTo>
                  <a:lnTo>
                    <a:pt x="1316300" y="899726"/>
                  </a:lnTo>
                  <a:lnTo>
                    <a:pt x="1335772" y="949323"/>
                  </a:lnTo>
                  <a:lnTo>
                    <a:pt x="1336760" y="956362"/>
                  </a:lnTo>
                  <a:lnTo>
                    <a:pt x="878112" y="9563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h481"/>
            <p:cNvSpPr/>
            <p:nvPr/>
          </p:nvSpPr>
          <p:spPr>
            <a:xfrm>
              <a:off x="8335691" y="6662067"/>
              <a:ext cx="914400" cy="940119"/>
            </a:xfrm>
            <a:custGeom>
              <a:avLst/>
              <a:pathLst>
                <a:path w="914400" h="940119">
                  <a:moveTo>
                    <a:pt x="914400" y="914400"/>
                  </a:moveTo>
                  <a:lnTo>
                    <a:pt x="909066" y="927070"/>
                  </a:lnTo>
                  <a:lnTo>
                    <a:pt x="886742" y="905989"/>
                  </a:lnTo>
                  <a:lnTo>
                    <a:pt x="864322" y="906278"/>
                  </a:lnTo>
                  <a:lnTo>
                    <a:pt x="850920" y="938747"/>
                  </a:lnTo>
                  <a:lnTo>
                    <a:pt x="840951" y="940119"/>
                  </a:lnTo>
                  <a:lnTo>
                    <a:pt x="806331" y="910627"/>
                  </a:lnTo>
                  <a:lnTo>
                    <a:pt x="800784" y="896243"/>
                  </a:lnTo>
                  <a:lnTo>
                    <a:pt x="799640" y="884277"/>
                  </a:lnTo>
                  <a:lnTo>
                    <a:pt x="804586" y="842855"/>
                  </a:lnTo>
                  <a:lnTo>
                    <a:pt x="803674" y="829824"/>
                  </a:lnTo>
                  <a:lnTo>
                    <a:pt x="814555" y="815584"/>
                  </a:lnTo>
                  <a:lnTo>
                    <a:pt x="816242" y="795009"/>
                  </a:lnTo>
                  <a:lnTo>
                    <a:pt x="835482" y="773315"/>
                  </a:lnTo>
                  <a:lnTo>
                    <a:pt x="852549" y="772503"/>
                  </a:lnTo>
                  <a:lnTo>
                    <a:pt x="857980" y="790876"/>
                  </a:lnTo>
                  <a:lnTo>
                    <a:pt x="866145" y="803528"/>
                  </a:lnTo>
                  <a:lnTo>
                    <a:pt x="894908" y="817714"/>
                  </a:lnTo>
                  <a:lnTo>
                    <a:pt x="899194" y="824157"/>
                  </a:lnTo>
                  <a:lnTo>
                    <a:pt x="901793" y="833073"/>
                  </a:lnTo>
                  <a:lnTo>
                    <a:pt x="888410" y="850544"/>
                  </a:lnTo>
                  <a:lnTo>
                    <a:pt x="883872" y="859496"/>
                  </a:lnTo>
                  <a:lnTo>
                    <a:pt x="888119" y="873845"/>
                  </a:lnTo>
                  <a:lnTo>
                    <a:pt x="909434" y="88952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h482"/>
            <p:cNvSpPr/>
            <p:nvPr/>
          </p:nvSpPr>
          <p:spPr>
            <a:xfrm>
              <a:off x="8363154" y="6765250"/>
              <a:ext cx="961514" cy="927810"/>
            </a:xfrm>
            <a:custGeom>
              <a:avLst/>
              <a:pathLst>
                <a:path w="961514" h="927810">
                  <a:moveTo>
                    <a:pt x="914400" y="914400"/>
                  </a:moveTo>
                  <a:lnTo>
                    <a:pt x="905400" y="905790"/>
                  </a:lnTo>
                  <a:lnTo>
                    <a:pt x="904062" y="893499"/>
                  </a:lnTo>
                  <a:lnTo>
                    <a:pt x="905517" y="880775"/>
                  </a:lnTo>
                  <a:lnTo>
                    <a:pt x="947448" y="915031"/>
                  </a:lnTo>
                  <a:lnTo>
                    <a:pt x="961514" y="927810"/>
                  </a:lnTo>
                  <a:lnTo>
                    <a:pt x="923344" y="9278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h483"/>
            <p:cNvSpPr/>
            <p:nvPr/>
          </p:nvSpPr>
          <p:spPr>
            <a:xfrm>
              <a:off x="7818352" y="6624887"/>
              <a:ext cx="944888" cy="914400"/>
            </a:xfrm>
            <a:custGeom>
              <a:avLst/>
              <a:pathLst>
                <a:path w="944888" h="914400">
                  <a:moveTo>
                    <a:pt x="914400" y="914400"/>
                  </a:moveTo>
                  <a:lnTo>
                    <a:pt x="902763" y="899618"/>
                  </a:lnTo>
                  <a:lnTo>
                    <a:pt x="891048" y="895864"/>
                  </a:lnTo>
                  <a:lnTo>
                    <a:pt x="897351" y="877635"/>
                  </a:lnTo>
                  <a:lnTo>
                    <a:pt x="905594" y="871011"/>
                  </a:lnTo>
                  <a:lnTo>
                    <a:pt x="935113" y="882887"/>
                  </a:lnTo>
                  <a:lnTo>
                    <a:pt x="944384" y="906133"/>
                  </a:lnTo>
                  <a:lnTo>
                    <a:pt x="944888" y="9136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h484"/>
            <p:cNvSpPr/>
            <p:nvPr/>
          </p:nvSpPr>
          <p:spPr>
            <a:xfrm>
              <a:off x="9580103" y="4431098"/>
              <a:ext cx="914400" cy="1013954"/>
            </a:xfrm>
            <a:custGeom>
              <a:avLst/>
              <a:pathLst>
                <a:path w="914400" h="1013954">
                  <a:moveTo>
                    <a:pt x="914400" y="914400"/>
                  </a:moveTo>
                  <a:lnTo>
                    <a:pt x="914400" y="1010220"/>
                  </a:lnTo>
                  <a:lnTo>
                    <a:pt x="874640" y="1013954"/>
                  </a:lnTo>
                  <a:lnTo>
                    <a:pt x="863953" y="1007583"/>
                  </a:lnTo>
                  <a:lnTo>
                    <a:pt x="849310" y="958040"/>
                  </a:lnTo>
                  <a:lnTo>
                    <a:pt x="852220" y="945244"/>
                  </a:lnTo>
                  <a:lnTo>
                    <a:pt x="862072" y="939793"/>
                  </a:lnTo>
                  <a:lnTo>
                    <a:pt x="870509" y="938620"/>
                  </a:lnTo>
                  <a:lnTo>
                    <a:pt x="871750" y="965295"/>
                  </a:lnTo>
                  <a:lnTo>
                    <a:pt x="884144" y="962642"/>
                  </a:lnTo>
                  <a:lnTo>
                    <a:pt x="888022" y="945063"/>
                  </a:lnTo>
                  <a:lnTo>
                    <a:pt x="888895" y="932682"/>
                  </a:lnTo>
                  <a:lnTo>
                    <a:pt x="885540" y="926437"/>
                  </a:lnTo>
                  <a:lnTo>
                    <a:pt x="877123" y="921600"/>
                  </a:lnTo>
                  <a:lnTo>
                    <a:pt x="872254" y="913298"/>
                  </a:lnTo>
                  <a:lnTo>
                    <a:pt x="879256" y="899942"/>
                  </a:lnTo>
                  <a:lnTo>
                    <a:pt x="892212" y="894166"/>
                  </a:lnTo>
                  <a:lnTo>
                    <a:pt x="903383" y="912016"/>
                  </a:lnTo>
                  <a:lnTo>
                    <a:pt x="912324" y="91436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h485"/>
            <p:cNvSpPr/>
            <p:nvPr/>
          </p:nvSpPr>
          <p:spPr>
            <a:xfrm>
              <a:off x="9514064" y="4499970"/>
              <a:ext cx="914400" cy="925373"/>
            </a:xfrm>
            <a:custGeom>
              <a:avLst/>
              <a:pathLst>
                <a:path w="914400" h="925373">
                  <a:moveTo>
                    <a:pt x="914400" y="914400"/>
                  </a:moveTo>
                  <a:lnTo>
                    <a:pt x="906797" y="912324"/>
                  </a:lnTo>
                  <a:lnTo>
                    <a:pt x="900959" y="915158"/>
                  </a:lnTo>
                  <a:lnTo>
                    <a:pt x="897002" y="925373"/>
                  </a:lnTo>
                  <a:lnTo>
                    <a:pt x="888391" y="921709"/>
                  </a:lnTo>
                  <a:lnTo>
                    <a:pt x="884919" y="907072"/>
                  </a:lnTo>
                  <a:lnTo>
                    <a:pt x="891339" y="885161"/>
                  </a:lnTo>
                  <a:lnTo>
                    <a:pt x="906719" y="884331"/>
                  </a:lnTo>
                  <a:lnTo>
                    <a:pt x="913372" y="9061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h486"/>
            <p:cNvSpPr/>
            <p:nvPr/>
          </p:nvSpPr>
          <p:spPr>
            <a:xfrm>
              <a:off x="8104717" y="6155844"/>
              <a:ext cx="921789" cy="1251635"/>
            </a:xfrm>
            <a:custGeom>
              <a:avLst/>
              <a:pathLst>
                <a:path w="921789" h="1251635">
                  <a:moveTo>
                    <a:pt x="914400" y="914400"/>
                  </a:moveTo>
                  <a:lnTo>
                    <a:pt x="909240" y="925174"/>
                  </a:lnTo>
                  <a:lnTo>
                    <a:pt x="901657" y="932267"/>
                  </a:lnTo>
                  <a:lnTo>
                    <a:pt x="881816" y="939794"/>
                  </a:lnTo>
                  <a:lnTo>
                    <a:pt x="864632" y="950298"/>
                  </a:lnTo>
                  <a:lnTo>
                    <a:pt x="849310" y="968761"/>
                  </a:lnTo>
                  <a:lnTo>
                    <a:pt x="843666" y="995148"/>
                  </a:lnTo>
                  <a:lnTo>
                    <a:pt x="855652" y="1014460"/>
                  </a:lnTo>
                  <a:lnTo>
                    <a:pt x="877452" y="1025037"/>
                  </a:lnTo>
                  <a:lnTo>
                    <a:pt x="882999" y="1061801"/>
                  </a:lnTo>
                  <a:lnTo>
                    <a:pt x="865001" y="1079940"/>
                  </a:lnTo>
                  <a:lnTo>
                    <a:pt x="818822" y="1098043"/>
                  </a:lnTo>
                  <a:lnTo>
                    <a:pt x="813973" y="1141738"/>
                  </a:lnTo>
                  <a:lnTo>
                    <a:pt x="815466" y="1176174"/>
                  </a:lnTo>
                  <a:lnTo>
                    <a:pt x="814632" y="1201208"/>
                  </a:lnTo>
                  <a:lnTo>
                    <a:pt x="810967" y="1235842"/>
                  </a:lnTo>
                  <a:lnTo>
                    <a:pt x="773612" y="1251635"/>
                  </a:lnTo>
                  <a:lnTo>
                    <a:pt x="749504" y="1198879"/>
                  </a:lnTo>
                  <a:lnTo>
                    <a:pt x="749291" y="1177763"/>
                  </a:lnTo>
                  <a:lnTo>
                    <a:pt x="742096" y="1153108"/>
                  </a:lnTo>
                  <a:lnTo>
                    <a:pt x="740738" y="1132100"/>
                  </a:lnTo>
                  <a:lnTo>
                    <a:pt x="732204" y="1098494"/>
                  </a:lnTo>
                  <a:lnTo>
                    <a:pt x="696867" y="1089397"/>
                  </a:lnTo>
                  <a:lnTo>
                    <a:pt x="683155" y="1088206"/>
                  </a:lnTo>
                  <a:lnTo>
                    <a:pt x="663973" y="1094451"/>
                  </a:lnTo>
                  <a:lnTo>
                    <a:pt x="659221" y="1092014"/>
                  </a:lnTo>
                  <a:lnTo>
                    <a:pt x="636258" y="1046117"/>
                  </a:lnTo>
                  <a:lnTo>
                    <a:pt x="640040" y="995473"/>
                  </a:lnTo>
                  <a:lnTo>
                    <a:pt x="627782" y="969917"/>
                  </a:lnTo>
                  <a:lnTo>
                    <a:pt x="626095" y="958347"/>
                  </a:lnTo>
                  <a:lnTo>
                    <a:pt x="626386" y="945533"/>
                  </a:lnTo>
                  <a:lnTo>
                    <a:pt x="616320" y="934975"/>
                  </a:lnTo>
                  <a:lnTo>
                    <a:pt x="604101" y="929380"/>
                  </a:lnTo>
                  <a:lnTo>
                    <a:pt x="598166" y="900881"/>
                  </a:lnTo>
                  <a:lnTo>
                    <a:pt x="612208" y="893969"/>
                  </a:lnTo>
                  <a:lnTo>
                    <a:pt x="646925" y="897308"/>
                  </a:lnTo>
                  <a:lnTo>
                    <a:pt x="657069" y="895358"/>
                  </a:lnTo>
                  <a:lnTo>
                    <a:pt x="666359" y="889420"/>
                  </a:lnTo>
                  <a:lnTo>
                    <a:pt x="694442" y="842567"/>
                  </a:lnTo>
                  <a:lnTo>
                    <a:pt x="693628" y="832243"/>
                  </a:lnTo>
                  <a:lnTo>
                    <a:pt x="696634" y="818851"/>
                  </a:lnTo>
                  <a:lnTo>
                    <a:pt x="727026" y="813888"/>
                  </a:lnTo>
                  <a:lnTo>
                    <a:pt x="740563" y="831990"/>
                  </a:lnTo>
                  <a:lnTo>
                    <a:pt x="737848" y="860976"/>
                  </a:lnTo>
                  <a:lnTo>
                    <a:pt x="739574" y="898120"/>
                  </a:lnTo>
                  <a:lnTo>
                    <a:pt x="757980" y="908227"/>
                  </a:lnTo>
                  <a:lnTo>
                    <a:pt x="765156" y="909707"/>
                  </a:lnTo>
                  <a:lnTo>
                    <a:pt x="772817" y="882273"/>
                  </a:lnTo>
                  <a:lnTo>
                    <a:pt x="778189" y="868935"/>
                  </a:lnTo>
                  <a:lnTo>
                    <a:pt x="785482" y="861499"/>
                  </a:lnTo>
                  <a:lnTo>
                    <a:pt x="787964" y="836430"/>
                  </a:lnTo>
                  <a:lnTo>
                    <a:pt x="783639" y="821125"/>
                  </a:lnTo>
                  <a:lnTo>
                    <a:pt x="774427" y="809718"/>
                  </a:lnTo>
                  <a:lnTo>
                    <a:pt x="808833" y="778675"/>
                  </a:lnTo>
                  <a:lnTo>
                    <a:pt x="844442" y="754093"/>
                  </a:lnTo>
                  <a:lnTo>
                    <a:pt x="865156" y="752812"/>
                  </a:lnTo>
                  <a:lnTo>
                    <a:pt x="886005" y="758822"/>
                  </a:lnTo>
                  <a:lnTo>
                    <a:pt x="905381" y="767124"/>
                  </a:lnTo>
                  <a:lnTo>
                    <a:pt x="915893" y="774271"/>
                  </a:lnTo>
                  <a:lnTo>
                    <a:pt x="921789" y="785750"/>
                  </a:lnTo>
                  <a:lnTo>
                    <a:pt x="908794" y="813112"/>
                  </a:lnTo>
                  <a:lnTo>
                    <a:pt x="905187" y="828092"/>
                  </a:lnTo>
                  <a:lnTo>
                    <a:pt x="913915" y="87740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h487"/>
            <p:cNvSpPr/>
            <p:nvPr/>
          </p:nvSpPr>
          <p:spPr>
            <a:xfrm>
              <a:off x="7645525" y="5441685"/>
              <a:ext cx="1046886" cy="1566147"/>
            </a:xfrm>
            <a:custGeom>
              <a:avLst/>
              <a:pathLst>
                <a:path w="1046886" h="1566147">
                  <a:moveTo>
                    <a:pt x="914400" y="914400"/>
                  </a:moveTo>
                  <a:lnTo>
                    <a:pt x="968860" y="870650"/>
                  </a:lnTo>
                  <a:lnTo>
                    <a:pt x="984085" y="870091"/>
                  </a:lnTo>
                  <a:lnTo>
                    <a:pt x="958465" y="902704"/>
                  </a:lnTo>
                  <a:lnTo>
                    <a:pt x="954353" y="915320"/>
                  </a:lnTo>
                  <a:lnTo>
                    <a:pt x="951250" y="934668"/>
                  </a:lnTo>
                  <a:lnTo>
                    <a:pt x="969617" y="976685"/>
                  </a:lnTo>
                  <a:lnTo>
                    <a:pt x="965738" y="1002259"/>
                  </a:lnTo>
                  <a:lnTo>
                    <a:pt x="967037" y="1052578"/>
                  </a:lnTo>
                  <a:lnTo>
                    <a:pt x="949718" y="1078803"/>
                  </a:lnTo>
                  <a:lnTo>
                    <a:pt x="930168" y="1134591"/>
                  </a:lnTo>
                  <a:lnTo>
                    <a:pt x="921750" y="1142803"/>
                  </a:lnTo>
                  <a:lnTo>
                    <a:pt x="919946" y="1207922"/>
                  </a:lnTo>
                  <a:lnTo>
                    <a:pt x="921867" y="1223461"/>
                  </a:lnTo>
                  <a:lnTo>
                    <a:pt x="919093" y="1282750"/>
                  </a:lnTo>
                  <a:lnTo>
                    <a:pt x="939128" y="1307026"/>
                  </a:lnTo>
                  <a:lnTo>
                    <a:pt x="960307" y="1319714"/>
                  </a:lnTo>
                  <a:lnTo>
                    <a:pt x="1030943" y="1319262"/>
                  </a:lnTo>
                  <a:lnTo>
                    <a:pt x="1038274" y="1329929"/>
                  </a:lnTo>
                  <a:lnTo>
                    <a:pt x="1046886" y="1348266"/>
                  </a:lnTo>
                  <a:lnTo>
                    <a:pt x="1040582" y="1379400"/>
                  </a:lnTo>
                  <a:lnTo>
                    <a:pt x="1033038" y="1402881"/>
                  </a:lnTo>
                  <a:lnTo>
                    <a:pt x="1012576" y="1422662"/>
                  </a:lnTo>
                  <a:lnTo>
                    <a:pt x="986316" y="1437408"/>
                  </a:lnTo>
                  <a:lnTo>
                    <a:pt x="969985" y="1438057"/>
                  </a:lnTo>
                  <a:lnTo>
                    <a:pt x="947739" y="1410028"/>
                  </a:lnTo>
                  <a:lnTo>
                    <a:pt x="937169" y="1419125"/>
                  </a:lnTo>
                  <a:lnTo>
                    <a:pt x="926250" y="1433419"/>
                  </a:lnTo>
                  <a:lnTo>
                    <a:pt x="907960" y="1510125"/>
                  </a:lnTo>
                  <a:lnTo>
                    <a:pt x="899291" y="1561942"/>
                  </a:lnTo>
                  <a:lnTo>
                    <a:pt x="894597" y="1566147"/>
                  </a:lnTo>
                  <a:lnTo>
                    <a:pt x="884260" y="1558513"/>
                  </a:lnTo>
                  <a:lnTo>
                    <a:pt x="866397" y="1557917"/>
                  </a:lnTo>
                  <a:lnTo>
                    <a:pt x="862945" y="1559797"/>
                  </a:lnTo>
                  <a:lnTo>
                    <a:pt x="862945" y="9260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h488"/>
            <p:cNvSpPr/>
            <p:nvPr/>
          </p:nvSpPr>
          <p:spPr>
            <a:xfrm>
              <a:off x="7598764" y="6127580"/>
              <a:ext cx="914400" cy="923586"/>
            </a:xfrm>
            <a:custGeom>
              <a:avLst/>
              <a:pathLst>
                <a:path w="914400" h="923586">
                  <a:moveTo>
                    <a:pt x="914400" y="914400"/>
                  </a:moveTo>
                  <a:lnTo>
                    <a:pt x="909706" y="923586"/>
                  </a:lnTo>
                  <a:lnTo>
                    <a:pt x="909706" y="907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h489"/>
            <p:cNvSpPr/>
            <p:nvPr/>
          </p:nvSpPr>
          <p:spPr>
            <a:xfrm>
              <a:off x="7730474" y="6202914"/>
              <a:ext cx="940699" cy="1102482"/>
            </a:xfrm>
            <a:custGeom>
              <a:avLst/>
              <a:pathLst>
                <a:path w="940699" h="1102482">
                  <a:moveTo>
                    <a:pt x="914400" y="914399"/>
                  </a:moveTo>
                  <a:lnTo>
                    <a:pt x="924582" y="955532"/>
                  </a:lnTo>
                  <a:lnTo>
                    <a:pt x="940699" y="1001537"/>
                  </a:lnTo>
                  <a:lnTo>
                    <a:pt x="933969" y="1020795"/>
                  </a:lnTo>
                  <a:lnTo>
                    <a:pt x="938546" y="1045467"/>
                  </a:lnTo>
                  <a:lnTo>
                    <a:pt x="933950" y="1071204"/>
                  </a:lnTo>
                  <a:lnTo>
                    <a:pt x="901890" y="1101129"/>
                  </a:lnTo>
                  <a:lnTo>
                    <a:pt x="865932" y="1102482"/>
                  </a:lnTo>
                  <a:lnTo>
                    <a:pt x="828558" y="1088026"/>
                  </a:lnTo>
                  <a:lnTo>
                    <a:pt x="777995" y="1061371"/>
                  </a:lnTo>
                  <a:lnTo>
                    <a:pt x="777995" y="922097"/>
                  </a:lnTo>
                  <a:lnTo>
                    <a:pt x="834822" y="894727"/>
                  </a:lnTo>
                  <a:lnTo>
                    <a:pt x="848224" y="899112"/>
                  </a:lnTo>
                  <a:lnTo>
                    <a:pt x="862208" y="913389"/>
                  </a:lnTo>
                  <a:lnTo>
                    <a:pt x="878306" y="914237"/>
                  </a:lnTo>
                  <a:lnTo>
                    <a:pt x="901676" y="893987"/>
                  </a:lnTo>
                  <a:lnTo>
                    <a:pt x="906118" y="8951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h490"/>
            <p:cNvSpPr/>
            <p:nvPr/>
          </p:nvSpPr>
          <p:spPr>
            <a:xfrm>
              <a:off x="7899597" y="6472017"/>
              <a:ext cx="959590" cy="988597"/>
            </a:xfrm>
            <a:custGeom>
              <a:avLst/>
              <a:pathLst>
                <a:path w="959590" h="988597">
                  <a:moveTo>
                    <a:pt x="914400" y="914400"/>
                  </a:moveTo>
                  <a:lnTo>
                    <a:pt x="938178" y="913082"/>
                  </a:lnTo>
                  <a:lnTo>
                    <a:pt x="954353" y="922593"/>
                  </a:lnTo>
                  <a:lnTo>
                    <a:pt x="958212" y="937285"/>
                  </a:lnTo>
                  <a:lnTo>
                    <a:pt x="959590" y="969898"/>
                  </a:lnTo>
                  <a:lnTo>
                    <a:pt x="942600" y="979410"/>
                  </a:lnTo>
                  <a:lnTo>
                    <a:pt x="923845" y="976179"/>
                  </a:lnTo>
                  <a:lnTo>
                    <a:pt x="898321" y="988597"/>
                  </a:lnTo>
                  <a:lnTo>
                    <a:pt x="814535" y="935282"/>
                  </a:lnTo>
                  <a:lnTo>
                    <a:pt x="815757" y="890828"/>
                  </a:lnTo>
                  <a:lnTo>
                    <a:pt x="819113" y="873375"/>
                  </a:lnTo>
                  <a:lnTo>
                    <a:pt x="858814" y="869224"/>
                  </a:lnTo>
                  <a:lnTo>
                    <a:pt x="879256" y="8914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h491"/>
            <p:cNvSpPr/>
            <p:nvPr/>
          </p:nvSpPr>
          <p:spPr>
            <a:xfrm>
              <a:off x="7731056" y="6503259"/>
              <a:ext cx="966300" cy="914400"/>
            </a:xfrm>
            <a:custGeom>
              <a:avLst/>
              <a:pathLst>
                <a:path w="966300" h="914400">
                  <a:moveTo>
                    <a:pt x="914400" y="914400"/>
                  </a:moveTo>
                  <a:lnTo>
                    <a:pt x="902433" y="884457"/>
                  </a:lnTo>
                  <a:lnTo>
                    <a:pt x="900881" y="875090"/>
                  </a:lnTo>
                  <a:lnTo>
                    <a:pt x="914943" y="855923"/>
                  </a:lnTo>
                  <a:lnTo>
                    <a:pt x="924039" y="834210"/>
                  </a:lnTo>
                  <a:lnTo>
                    <a:pt x="947565" y="800875"/>
                  </a:lnTo>
                  <a:lnTo>
                    <a:pt x="961122" y="761818"/>
                  </a:lnTo>
                  <a:lnTo>
                    <a:pt x="966300" y="762432"/>
                  </a:lnTo>
                  <a:lnTo>
                    <a:pt x="960288" y="797211"/>
                  </a:lnTo>
                  <a:lnTo>
                    <a:pt x="929392" y="894221"/>
                  </a:lnTo>
                  <a:lnTo>
                    <a:pt x="923205" y="9123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h492"/>
            <p:cNvSpPr/>
            <p:nvPr/>
          </p:nvSpPr>
          <p:spPr>
            <a:xfrm>
              <a:off x="8092770" y="6427184"/>
              <a:ext cx="921983" cy="935985"/>
            </a:xfrm>
            <a:custGeom>
              <a:avLst/>
              <a:pathLst>
                <a:path w="921983" h="935985">
                  <a:moveTo>
                    <a:pt x="914400" y="914400"/>
                  </a:moveTo>
                  <a:lnTo>
                    <a:pt x="883911" y="910357"/>
                  </a:lnTo>
                  <a:lnTo>
                    <a:pt x="849543" y="935985"/>
                  </a:lnTo>
                  <a:lnTo>
                    <a:pt x="836510" y="927882"/>
                  </a:lnTo>
                  <a:lnTo>
                    <a:pt x="841436" y="911512"/>
                  </a:lnTo>
                  <a:lnTo>
                    <a:pt x="845024" y="905556"/>
                  </a:lnTo>
                  <a:lnTo>
                    <a:pt x="856583" y="898607"/>
                  </a:lnTo>
                  <a:lnTo>
                    <a:pt x="864303" y="888446"/>
                  </a:lnTo>
                  <a:lnTo>
                    <a:pt x="867328" y="872545"/>
                  </a:lnTo>
                  <a:lnTo>
                    <a:pt x="874485" y="881118"/>
                  </a:lnTo>
                  <a:lnTo>
                    <a:pt x="895761" y="884710"/>
                  </a:lnTo>
                  <a:lnTo>
                    <a:pt x="906157" y="889781"/>
                  </a:lnTo>
                  <a:lnTo>
                    <a:pt x="914846" y="897235"/>
                  </a:lnTo>
                  <a:lnTo>
                    <a:pt x="921983" y="9088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h493"/>
            <p:cNvSpPr/>
            <p:nvPr/>
          </p:nvSpPr>
          <p:spPr>
            <a:xfrm>
              <a:off x="8104795" y="6204250"/>
              <a:ext cx="933096" cy="914400"/>
            </a:xfrm>
            <a:custGeom>
              <a:avLst/>
              <a:pathLst>
                <a:path w="933096" h="914400">
                  <a:moveTo>
                    <a:pt x="914400" y="914400"/>
                  </a:moveTo>
                  <a:lnTo>
                    <a:pt x="910288" y="913569"/>
                  </a:lnTo>
                  <a:lnTo>
                    <a:pt x="904217" y="892001"/>
                  </a:lnTo>
                  <a:lnTo>
                    <a:pt x="914070" y="878880"/>
                  </a:lnTo>
                  <a:lnTo>
                    <a:pt x="919888" y="867744"/>
                  </a:lnTo>
                  <a:lnTo>
                    <a:pt x="924019" y="868069"/>
                  </a:lnTo>
                  <a:lnTo>
                    <a:pt x="929663" y="880107"/>
                  </a:lnTo>
                  <a:lnTo>
                    <a:pt x="933096" y="8986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h494"/>
            <p:cNvSpPr/>
            <p:nvPr/>
          </p:nvSpPr>
          <p:spPr>
            <a:xfrm>
              <a:off x="7676944" y="6469219"/>
              <a:ext cx="931797" cy="914400"/>
            </a:xfrm>
            <a:custGeom>
              <a:avLst/>
              <a:pathLst>
                <a:path w="931797" h="914400">
                  <a:moveTo>
                    <a:pt x="914400" y="914400"/>
                  </a:moveTo>
                  <a:lnTo>
                    <a:pt x="899155" y="906350"/>
                  </a:lnTo>
                  <a:lnTo>
                    <a:pt x="874349" y="876028"/>
                  </a:lnTo>
                  <a:lnTo>
                    <a:pt x="871227" y="867979"/>
                  </a:lnTo>
                  <a:lnTo>
                    <a:pt x="884260" y="873123"/>
                  </a:lnTo>
                  <a:lnTo>
                    <a:pt x="900435" y="888969"/>
                  </a:lnTo>
                  <a:lnTo>
                    <a:pt x="913682" y="892344"/>
                  </a:lnTo>
                  <a:lnTo>
                    <a:pt x="931797" y="905754"/>
                  </a:lnTo>
                  <a:lnTo>
                    <a:pt x="927724" y="9105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h495"/>
            <p:cNvSpPr/>
            <p:nvPr/>
          </p:nvSpPr>
          <p:spPr>
            <a:xfrm>
              <a:off x="7594070" y="6454052"/>
              <a:ext cx="926560" cy="914400"/>
            </a:xfrm>
            <a:custGeom>
              <a:avLst/>
              <a:pathLst>
                <a:path w="926560" h="914400">
                  <a:moveTo>
                    <a:pt x="914400" y="914400"/>
                  </a:moveTo>
                  <a:lnTo>
                    <a:pt x="914400" y="874953"/>
                  </a:lnTo>
                  <a:lnTo>
                    <a:pt x="925862" y="903415"/>
                  </a:lnTo>
                  <a:lnTo>
                    <a:pt x="926560" y="9113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h496"/>
            <p:cNvSpPr/>
            <p:nvPr/>
          </p:nvSpPr>
          <p:spPr>
            <a:xfrm>
              <a:off x="7711312" y="6126226"/>
              <a:ext cx="928577" cy="914400"/>
            </a:xfrm>
            <a:custGeom>
              <a:avLst/>
              <a:pathLst>
                <a:path w="928577" h="914400">
                  <a:moveTo>
                    <a:pt x="914400" y="914400"/>
                  </a:moveTo>
                  <a:lnTo>
                    <a:pt x="901812" y="907487"/>
                  </a:lnTo>
                  <a:lnTo>
                    <a:pt x="900493" y="883573"/>
                  </a:lnTo>
                  <a:lnTo>
                    <a:pt x="905265" y="862095"/>
                  </a:lnTo>
                  <a:lnTo>
                    <a:pt x="899659" y="842892"/>
                  </a:lnTo>
                  <a:lnTo>
                    <a:pt x="905827" y="830546"/>
                  </a:lnTo>
                  <a:lnTo>
                    <a:pt x="923534" y="859298"/>
                  </a:lnTo>
                  <a:lnTo>
                    <a:pt x="928577" y="872816"/>
                  </a:lnTo>
                  <a:lnTo>
                    <a:pt x="921750" y="888969"/>
                  </a:lnTo>
                  <a:lnTo>
                    <a:pt x="917774" y="9077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h497"/>
            <p:cNvSpPr/>
            <p:nvPr/>
          </p:nvSpPr>
          <p:spPr>
            <a:xfrm>
              <a:off x="7794943" y="5585080"/>
              <a:ext cx="946789" cy="914400"/>
            </a:xfrm>
            <a:custGeom>
              <a:avLst/>
              <a:pathLst>
                <a:path w="946789" h="914400">
                  <a:moveTo>
                    <a:pt x="914400" y="914400"/>
                  </a:moveTo>
                  <a:lnTo>
                    <a:pt x="887072" y="902145"/>
                  </a:lnTo>
                  <a:lnTo>
                    <a:pt x="899136" y="885017"/>
                  </a:lnTo>
                  <a:lnTo>
                    <a:pt x="929159" y="877129"/>
                  </a:lnTo>
                  <a:lnTo>
                    <a:pt x="946789" y="879728"/>
                  </a:lnTo>
                  <a:lnTo>
                    <a:pt x="927394" y="896730"/>
                  </a:lnTo>
                  <a:lnTo>
                    <a:pt x="922487" y="9057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h498"/>
            <p:cNvSpPr/>
            <p:nvPr/>
          </p:nvSpPr>
          <p:spPr>
            <a:xfrm>
              <a:off x="8597172" y="6407205"/>
              <a:ext cx="931545" cy="914400"/>
            </a:xfrm>
            <a:custGeom>
              <a:avLst/>
              <a:pathLst>
                <a:path w="931545" h="914400">
                  <a:moveTo>
                    <a:pt x="914400" y="914400"/>
                  </a:moveTo>
                  <a:lnTo>
                    <a:pt x="881583" y="904040"/>
                  </a:lnTo>
                  <a:lnTo>
                    <a:pt x="841591" y="878429"/>
                  </a:lnTo>
                  <a:lnTo>
                    <a:pt x="847448" y="828236"/>
                  </a:lnTo>
                  <a:lnTo>
                    <a:pt x="857708" y="806542"/>
                  </a:lnTo>
                  <a:lnTo>
                    <a:pt x="930652" y="862799"/>
                  </a:lnTo>
                  <a:lnTo>
                    <a:pt x="931545" y="884006"/>
                  </a:lnTo>
                  <a:lnTo>
                    <a:pt x="921731" y="9081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9026093" y="6985549"/>
              <a:ext cx="117405" cy="117405"/>
            </a:xfrm>
            <a:prstGeom prst="ellipse">
              <a:avLst/>
            </a:prstGeom>
            <a:solidFill>
              <a:srgbClr val="A230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10252824" y="547761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8956486" y="6822312"/>
              <a:ext cx="117405" cy="117405"/>
            </a:xfrm>
            <a:prstGeom prst="ellipse">
              <a:avLst/>
            </a:prstGeom>
            <a:solidFill>
              <a:srgbClr val="FD9E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9786492" y="6268510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9711278" y="6653194"/>
              <a:ext cx="117405" cy="117405"/>
            </a:xfrm>
            <a:prstGeom prst="ellipse">
              <a:avLst/>
            </a:prstGeom>
            <a:solidFill>
              <a:srgbClr val="D143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9042174" y="7118361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8671339" y="5831552"/>
              <a:ext cx="117405" cy="117405"/>
            </a:xfrm>
            <a:prstGeom prst="ellipse">
              <a:avLst/>
            </a:prstGeom>
            <a:solidFill>
              <a:srgbClr val="1608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8761239" y="6136412"/>
              <a:ext cx="117405" cy="117405"/>
            </a:xfrm>
            <a:prstGeom prst="ellipse">
              <a:avLst/>
            </a:prstGeom>
            <a:solidFill>
              <a:srgbClr val="FFE8A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9141180" y="6913013"/>
              <a:ext cx="379475" cy="191749"/>
            </a:xfrm>
            <a:custGeom>
              <a:avLst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tx508"/>
            <p:cNvSpPr/>
            <p:nvPr/>
          </p:nvSpPr>
          <p:spPr>
            <a:xfrm>
              <a:off x="9186900" y="6958733"/>
              <a:ext cx="28803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509" name="pg509"/>
            <p:cNvSpPr/>
            <p:nvPr/>
          </p:nvSpPr>
          <p:spPr>
            <a:xfrm>
              <a:off x="10184154" y="5285029"/>
              <a:ext cx="363931" cy="191749"/>
            </a:xfrm>
            <a:custGeom>
              <a:avLst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2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tx510"/>
            <p:cNvSpPr/>
            <p:nvPr/>
          </p:nvSpPr>
          <p:spPr>
            <a:xfrm>
              <a:off x="10229874" y="5330749"/>
              <a:ext cx="27249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511" name="pg511"/>
            <p:cNvSpPr/>
            <p:nvPr/>
          </p:nvSpPr>
          <p:spPr>
            <a:xfrm>
              <a:off x="8690526" y="6629728"/>
              <a:ext cx="410565" cy="191749"/>
            </a:xfrm>
            <a:custGeom>
              <a:avLst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1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tx512"/>
            <p:cNvSpPr/>
            <p:nvPr/>
          </p:nvSpPr>
          <p:spPr>
            <a:xfrm>
              <a:off x="8736246" y="6675448"/>
              <a:ext cx="319125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13" name="pg513"/>
            <p:cNvSpPr/>
            <p:nvPr/>
          </p:nvSpPr>
          <p:spPr>
            <a:xfrm>
              <a:off x="9763021" y="6075966"/>
              <a:ext cx="402701" cy="191749"/>
            </a:xfrm>
            <a:custGeom>
              <a:avLst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tx514"/>
            <p:cNvSpPr/>
            <p:nvPr/>
          </p:nvSpPr>
          <p:spPr>
            <a:xfrm>
              <a:off x="9808741" y="6121686"/>
              <a:ext cx="311261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9711037" y="6771234"/>
              <a:ext cx="356250" cy="191749"/>
            </a:xfrm>
            <a:custGeom>
              <a:avLst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tx516"/>
            <p:cNvSpPr/>
            <p:nvPr/>
          </p:nvSpPr>
          <p:spPr>
            <a:xfrm>
              <a:off x="9756757" y="6816954"/>
              <a:ext cx="264810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517" name="pg517"/>
            <p:cNvSpPr/>
            <p:nvPr/>
          </p:nvSpPr>
          <p:spPr>
            <a:xfrm>
              <a:off x="9026444" y="7236524"/>
              <a:ext cx="387156" cy="191749"/>
            </a:xfrm>
            <a:custGeom>
              <a:avLst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tx518"/>
            <p:cNvSpPr/>
            <p:nvPr/>
          </p:nvSpPr>
          <p:spPr>
            <a:xfrm>
              <a:off x="9072164" y="7282244"/>
              <a:ext cx="29571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519" name="pg519"/>
            <p:cNvSpPr/>
            <p:nvPr/>
          </p:nvSpPr>
          <p:spPr>
            <a:xfrm>
              <a:off x="8677703" y="5639081"/>
              <a:ext cx="343082" cy="191749"/>
            </a:xfrm>
            <a:custGeom>
              <a:avLst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2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tx520"/>
            <p:cNvSpPr/>
            <p:nvPr/>
          </p:nvSpPr>
          <p:spPr>
            <a:xfrm>
              <a:off x="8723423" y="5684801"/>
              <a:ext cx="251642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21" name="pg521"/>
            <p:cNvSpPr/>
            <p:nvPr/>
          </p:nvSpPr>
          <p:spPr>
            <a:xfrm>
              <a:off x="8541796" y="6254862"/>
              <a:ext cx="317296" cy="191749"/>
            </a:xfrm>
            <a:custGeom>
              <a:avLst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tx522"/>
            <p:cNvSpPr/>
            <p:nvPr/>
          </p:nvSpPr>
          <p:spPr>
            <a:xfrm>
              <a:off x="8587516" y="6300582"/>
              <a:ext cx="225856" cy="100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23" name="rc523"/>
            <p:cNvSpPr/>
            <p:nvPr/>
          </p:nvSpPr>
          <p:spPr>
            <a:xfrm>
              <a:off x="8409169" y="4976262"/>
              <a:ext cx="2184636" cy="284616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tx524"/>
            <p:cNvSpPr/>
            <p:nvPr/>
          </p:nvSpPr>
          <p:spPr>
            <a:xfrm>
              <a:off x="8096816" y="765236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8221174" y="763389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8265888" y="765236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8096816" y="728273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8221174" y="726426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8265888" y="728273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096816" y="691328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8221174" y="689481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8265888" y="691328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8096816" y="654347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8221174" y="652500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8265888" y="654347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8096816" y="6174023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8221174" y="6155552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8265888" y="6174023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8096816" y="580439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8221174" y="578591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8265888" y="580439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8096816" y="54347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8221174" y="541628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8265888" y="543475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8096816" y="506512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8221174" y="504665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8265888" y="5065126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548" name="pl548"/>
            <p:cNvSpPr/>
            <p:nvPr/>
          </p:nvSpPr>
          <p:spPr>
            <a:xfrm>
              <a:off x="8374374" y="76930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8374374" y="73234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8374374" y="6953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8374374" y="6584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8374374" y="62145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8374374" y="5844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8374374" y="54752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8374374" y="5105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850847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890567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9302884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9700090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0097297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0494503" y="78224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tx562"/>
            <p:cNvSpPr/>
            <p:nvPr/>
          </p:nvSpPr>
          <p:spPr>
            <a:xfrm>
              <a:off x="838667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3" name="tx563"/>
            <p:cNvSpPr/>
            <p:nvPr/>
          </p:nvSpPr>
          <p:spPr>
            <a:xfrm>
              <a:off x="851103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4" name="tx564"/>
            <p:cNvSpPr/>
            <p:nvPr/>
          </p:nvSpPr>
          <p:spPr>
            <a:xfrm>
              <a:off x="855574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878387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890823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895295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918108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930544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935015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9578292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9702651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9747365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9975499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10099857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0144571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10372705" y="78854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10497064" y="786695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10541778" y="7885427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9194523" y="802924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581" name="tx581"/>
            <p:cNvSpPr/>
            <p:nvPr/>
          </p:nvSpPr>
          <p:spPr>
            <a:xfrm rot="-5400000">
              <a:off x="7726975" y="6349329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582" name="rc582"/>
            <p:cNvSpPr/>
            <p:nvPr/>
          </p:nvSpPr>
          <p:spPr>
            <a:xfrm>
              <a:off x="10732983" y="5605366"/>
              <a:ext cx="1000987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tx583"/>
            <p:cNvSpPr/>
            <p:nvPr/>
          </p:nvSpPr>
          <p:spPr>
            <a:xfrm>
              <a:off x="10802572" y="5690457"/>
              <a:ext cx="5436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10802572" y="5841333"/>
              <a:ext cx="85953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Offset</a:t>
              </a:r>
            </a:p>
          </p:txBody>
        </p:sp>
        <p:pic>
          <p:nvPicPr>
            <p:cNvPr id="585" name="pic58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2572" y="6026459"/>
              <a:ext cx="219455" cy="1097280"/>
            </a:xfrm>
            <a:prstGeom prst="rect">
              <a:avLst/>
            </a:prstGeom>
          </p:spPr>
        </p:pic>
        <p:sp>
          <p:nvSpPr>
            <p:cNvPr id="586" name="pl586"/>
            <p:cNvSpPr/>
            <p:nvPr/>
          </p:nvSpPr>
          <p:spPr>
            <a:xfrm>
              <a:off x="10978137" y="693963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10978137" y="663585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10978137" y="633207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10978137" y="602828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10802572" y="693963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10802572" y="663585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10802572" y="633207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10802572" y="602828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tx594"/>
            <p:cNvSpPr/>
            <p:nvPr/>
          </p:nvSpPr>
          <p:spPr>
            <a:xfrm>
              <a:off x="11091617" y="6899634"/>
              <a:ext cx="16157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595" name="tx595"/>
            <p:cNvSpPr/>
            <p:nvPr/>
          </p:nvSpPr>
          <p:spPr>
            <a:xfrm>
              <a:off x="11091617" y="6595850"/>
              <a:ext cx="9939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-5</a:t>
              </a:r>
            </a:p>
          </p:txBody>
        </p:sp>
        <p:sp>
          <p:nvSpPr>
            <p:cNvPr id="596" name="tx596"/>
            <p:cNvSpPr/>
            <p:nvPr/>
          </p:nvSpPr>
          <p:spPr>
            <a:xfrm>
              <a:off x="11091617" y="629206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7" name="tx597"/>
            <p:cNvSpPr/>
            <p:nvPr/>
          </p:nvSpPr>
          <p:spPr>
            <a:xfrm>
              <a:off x="11091617" y="598828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8409169" y="4397627"/>
              <a:ext cx="4620188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Common Future Relative Weight Change 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8409169" y="4644515"/>
              <a:ext cx="2778404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 in Future Treatments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2026-05-29T08:47:07Z</dcterms:modified>
  <cp:category/>
</cp:coreProperties>
</file>