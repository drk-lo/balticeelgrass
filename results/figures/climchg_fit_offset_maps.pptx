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Relationship Id="rId9" Type="http://schemas.openxmlformats.org/officeDocument/2006/relationships/slide" Target="slides/slide2.xml"/>
<Relationship Id="rId10" Type="http://schemas.openxmlformats.org/officeDocument/2006/relationships/slide" Target="slides/slide3.xml"/>
<Relationship Id="rId11" Type="http://schemas.openxmlformats.org/officeDocument/2006/relationships/slide" Target="slides/slide4.xml"/>
<Relationship Id="rId12" Type="http://schemas.openxmlformats.org/officeDocument/2006/relationships/slide" Target="slides/slide5.xml"/>
<Relationship Id="rId13" Type="http://schemas.openxmlformats.org/officeDocument/2006/relationships/slide" Target="slides/slide6.xml"/>
<Relationship Id="rId14" Type="http://schemas.openxmlformats.org/officeDocument/2006/relationships/slide" Target="slides/slide7.xml"/>
<Relationship Id="rId15" Type="http://schemas.openxmlformats.org/officeDocument/2006/relationships/slide" Target="slides/slide8.xml"/>
<Relationship Id="rId16" Type="http://schemas.openxmlformats.org/officeDocument/2006/relationships/slide" Target="slides/slide9.xml"/>
<Relationship Id="rId17" Type="http://schemas.openxmlformats.org/officeDocument/2006/relationships/slide" Target="slides/slide10.xml"/>
<Relationship Id="rId18" Type="http://schemas.openxmlformats.org/officeDocument/2006/relationships/slide" Target="slides/slide11.xml"/>
<Relationship Id="rId19" Type="http://schemas.openxmlformats.org/officeDocument/2006/relationships/slide" Target="slides/slide12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Relationship Id="rId2" Type="http://schemas.openxmlformats.org/officeDocument/2006/relationships/image" Target="../media/618a263fda6b9684828040742a003087708ea6bc.png"/>
</Relationships>

</file>

<file path=ppt/slides/_rels/slide2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Relationship Id="rId2" Type="http://schemas.openxmlformats.org/officeDocument/2006/relationships/image" Target="../media/618a263fda6b9684828040742a003087708ea6bc.png"/>
</Relationships>

</file>

<file path=ppt/slides/_rels/slide3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Relationship Id="rId2" Type="http://schemas.openxmlformats.org/officeDocument/2006/relationships/image" Target="../media/618a263fda6b9684828040742a003087708ea6bc.png"/>
</Relationships>

</file>

<file path=ppt/slides/_rels/slide4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Relationship Id="rId2" Type="http://schemas.openxmlformats.org/officeDocument/2006/relationships/image" Target="../media/618a263fda6b9684828040742a003087708ea6bc.png"/>
</Relationships>

</file>

<file path=ppt/slides/_rels/slide5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Relationship Id="rId2" Type="http://schemas.openxmlformats.org/officeDocument/2006/relationships/image" Target="../media/618a263fda6b9684828040742a003087708ea6bc.png"/>
</Relationships>

</file>

<file path=ppt/slides/_rels/slide6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Relationship Id="rId2" Type="http://schemas.openxmlformats.org/officeDocument/2006/relationships/image" Target="../media/618a263fda6b9684828040742a003087708ea6bc.png"/>
</Relationships>

</file>

<file path=ppt/slides/_rels/slide7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Relationship Id="rId2" Type="http://schemas.openxmlformats.org/officeDocument/2006/relationships/image" Target="../media/618a263fda6b9684828040742a003087708ea6bc.png"/>
</Relationships>

</file>

<file path=ppt/slides/_rels/slide8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Relationship Id="rId2" Type="http://schemas.openxmlformats.org/officeDocument/2006/relationships/image" Target="../media/618a263fda6b9684828040742a003087708ea6bc.png"/>
</Relationships>

</file>

<file path=ppt/slides/_rels/slide9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Relationship Id="rId2" Type="http://schemas.openxmlformats.org/officeDocument/2006/relationships/image" Target="../media/618a263fda6b9684828040742a003087708ea6bc.png"/>
</Relationships>

</file>

<file path=ppt/slides/_rels/slide10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Relationship Id="rId2" Type="http://schemas.openxmlformats.org/officeDocument/2006/relationships/image" Target="../media/618a263fda6b9684828040742a003087708ea6bc.png"/>
</Relationships>

</file>

<file path=ppt/slides/_rels/slide1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Relationship Id="rId2" Type="http://schemas.openxmlformats.org/officeDocument/2006/relationships/image" Target="../media/618a263fda6b9684828040742a003087708ea6bc.png"/>
</Relationships>

</file>

<file path=ppt/slides/_rels/slide12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Relationship Id="rId2" Type="http://schemas.openxmlformats.org/officeDocument/2006/relationships/image" Target="../media/618a263fda6b9684828040742a003087708ea6bc.png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914400" y="914400"/>
            <a:ext cx="5943600" cy="3657600"/>
            <a:chOff x="914400" y="914400"/>
            <a:chExt cx="5943600" cy="3657600"/>
          </a:xfrm>
        </p:grpSpPr>
        <p:sp>
          <p:nvSpPr>
            <p:cNvPr id="3" name="rc3"/>
            <p:cNvSpPr/>
            <p:nvPr/>
          </p:nvSpPr>
          <p:spPr>
            <a:xfrm>
              <a:off x="914400" y="914400"/>
              <a:ext cx="5943600" cy="36576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2090539" y="914400"/>
              <a:ext cx="3591320" cy="36576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2636755" y="1316468"/>
              <a:ext cx="2190487" cy="2853791"/>
            </a:xfrm>
            <a:prstGeom prst="rect">
              <a:avLst/>
            </a:prstGeom>
            <a:solidFill>
              <a:srgbClr val="F0F8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2736322" y="1316468"/>
              <a:ext cx="0" cy="2853791"/>
            </a:xfrm>
            <a:custGeom>
              <a:avLst/>
              <a:pathLst>
                <a:path w="0" h="2853791">
                  <a:moveTo>
                    <a:pt x="0" y="2853791"/>
                  </a:moveTo>
                  <a:lnTo>
                    <a:pt x="0" y="2825152"/>
                  </a:lnTo>
                  <a:lnTo>
                    <a:pt x="0" y="2791459"/>
                  </a:lnTo>
                  <a:lnTo>
                    <a:pt x="0" y="2757766"/>
                  </a:lnTo>
                  <a:lnTo>
                    <a:pt x="0" y="2724073"/>
                  </a:lnTo>
                  <a:lnTo>
                    <a:pt x="0" y="2690380"/>
                  </a:lnTo>
                  <a:lnTo>
                    <a:pt x="0" y="2656688"/>
                  </a:lnTo>
                  <a:lnTo>
                    <a:pt x="0" y="2622995"/>
                  </a:lnTo>
                  <a:lnTo>
                    <a:pt x="0" y="2589302"/>
                  </a:lnTo>
                  <a:lnTo>
                    <a:pt x="0" y="2555609"/>
                  </a:lnTo>
                  <a:lnTo>
                    <a:pt x="0" y="2521916"/>
                  </a:lnTo>
                  <a:lnTo>
                    <a:pt x="0" y="2488223"/>
                  </a:lnTo>
                  <a:lnTo>
                    <a:pt x="0" y="2454530"/>
                  </a:lnTo>
                  <a:lnTo>
                    <a:pt x="0" y="2420837"/>
                  </a:lnTo>
                  <a:lnTo>
                    <a:pt x="0" y="2387144"/>
                  </a:lnTo>
                  <a:lnTo>
                    <a:pt x="0" y="2353451"/>
                  </a:lnTo>
                  <a:lnTo>
                    <a:pt x="0" y="2319758"/>
                  </a:lnTo>
                  <a:lnTo>
                    <a:pt x="0" y="2286065"/>
                  </a:lnTo>
                  <a:lnTo>
                    <a:pt x="0" y="2252372"/>
                  </a:lnTo>
                  <a:lnTo>
                    <a:pt x="0" y="2218679"/>
                  </a:lnTo>
                  <a:lnTo>
                    <a:pt x="0" y="2184986"/>
                  </a:lnTo>
                  <a:lnTo>
                    <a:pt x="0" y="2151294"/>
                  </a:lnTo>
                  <a:lnTo>
                    <a:pt x="0" y="2117601"/>
                  </a:lnTo>
                  <a:lnTo>
                    <a:pt x="0" y="2083908"/>
                  </a:lnTo>
                  <a:lnTo>
                    <a:pt x="0" y="2050215"/>
                  </a:lnTo>
                  <a:lnTo>
                    <a:pt x="0" y="2016522"/>
                  </a:lnTo>
                  <a:lnTo>
                    <a:pt x="0" y="1982829"/>
                  </a:lnTo>
                  <a:lnTo>
                    <a:pt x="0" y="1949136"/>
                  </a:lnTo>
                  <a:lnTo>
                    <a:pt x="0" y="1915443"/>
                  </a:lnTo>
                  <a:lnTo>
                    <a:pt x="0" y="1881750"/>
                  </a:lnTo>
                  <a:lnTo>
                    <a:pt x="0" y="1848057"/>
                  </a:lnTo>
                  <a:lnTo>
                    <a:pt x="0" y="1814364"/>
                  </a:lnTo>
                  <a:lnTo>
                    <a:pt x="0" y="1780671"/>
                  </a:lnTo>
                  <a:lnTo>
                    <a:pt x="0" y="1746978"/>
                  </a:lnTo>
                  <a:lnTo>
                    <a:pt x="0" y="1713285"/>
                  </a:lnTo>
                  <a:lnTo>
                    <a:pt x="0" y="1679592"/>
                  </a:lnTo>
                  <a:lnTo>
                    <a:pt x="0" y="1645899"/>
                  </a:lnTo>
                  <a:lnTo>
                    <a:pt x="0" y="1612207"/>
                  </a:lnTo>
                  <a:lnTo>
                    <a:pt x="0" y="1578514"/>
                  </a:lnTo>
                  <a:lnTo>
                    <a:pt x="0" y="1544821"/>
                  </a:lnTo>
                  <a:lnTo>
                    <a:pt x="0" y="1511128"/>
                  </a:lnTo>
                  <a:lnTo>
                    <a:pt x="0" y="1477435"/>
                  </a:lnTo>
                  <a:lnTo>
                    <a:pt x="0" y="1443742"/>
                  </a:lnTo>
                  <a:lnTo>
                    <a:pt x="0" y="1410049"/>
                  </a:lnTo>
                  <a:lnTo>
                    <a:pt x="0" y="1376356"/>
                  </a:lnTo>
                  <a:lnTo>
                    <a:pt x="0" y="1342663"/>
                  </a:lnTo>
                  <a:lnTo>
                    <a:pt x="0" y="1308970"/>
                  </a:lnTo>
                  <a:lnTo>
                    <a:pt x="0" y="1275277"/>
                  </a:lnTo>
                  <a:lnTo>
                    <a:pt x="0" y="1241584"/>
                  </a:lnTo>
                  <a:lnTo>
                    <a:pt x="0" y="1207891"/>
                  </a:lnTo>
                  <a:lnTo>
                    <a:pt x="0" y="1174198"/>
                  </a:lnTo>
                  <a:lnTo>
                    <a:pt x="0" y="1140505"/>
                  </a:lnTo>
                  <a:lnTo>
                    <a:pt x="0" y="1106812"/>
                  </a:lnTo>
                  <a:lnTo>
                    <a:pt x="0" y="1073120"/>
                  </a:lnTo>
                  <a:lnTo>
                    <a:pt x="0" y="1039427"/>
                  </a:lnTo>
                  <a:lnTo>
                    <a:pt x="0" y="1005734"/>
                  </a:lnTo>
                  <a:lnTo>
                    <a:pt x="0" y="972041"/>
                  </a:lnTo>
                  <a:lnTo>
                    <a:pt x="0" y="938348"/>
                  </a:lnTo>
                  <a:lnTo>
                    <a:pt x="0" y="904655"/>
                  </a:lnTo>
                  <a:lnTo>
                    <a:pt x="0" y="870962"/>
                  </a:lnTo>
                  <a:lnTo>
                    <a:pt x="0" y="837269"/>
                  </a:lnTo>
                  <a:lnTo>
                    <a:pt x="0" y="803576"/>
                  </a:lnTo>
                  <a:lnTo>
                    <a:pt x="0" y="769883"/>
                  </a:lnTo>
                  <a:lnTo>
                    <a:pt x="0" y="736190"/>
                  </a:lnTo>
                  <a:lnTo>
                    <a:pt x="0" y="702497"/>
                  </a:lnTo>
                  <a:lnTo>
                    <a:pt x="0" y="668804"/>
                  </a:lnTo>
                  <a:lnTo>
                    <a:pt x="0" y="635111"/>
                  </a:lnTo>
                  <a:lnTo>
                    <a:pt x="0" y="601418"/>
                  </a:lnTo>
                  <a:lnTo>
                    <a:pt x="0" y="567725"/>
                  </a:lnTo>
                  <a:lnTo>
                    <a:pt x="0" y="534033"/>
                  </a:lnTo>
                  <a:lnTo>
                    <a:pt x="0" y="500340"/>
                  </a:lnTo>
                  <a:lnTo>
                    <a:pt x="0" y="466647"/>
                  </a:lnTo>
                  <a:lnTo>
                    <a:pt x="0" y="432954"/>
                  </a:lnTo>
                  <a:lnTo>
                    <a:pt x="0" y="399261"/>
                  </a:lnTo>
                  <a:lnTo>
                    <a:pt x="0" y="365568"/>
                  </a:lnTo>
                  <a:lnTo>
                    <a:pt x="0" y="331875"/>
                  </a:lnTo>
                  <a:lnTo>
                    <a:pt x="0" y="298182"/>
                  </a:lnTo>
                  <a:lnTo>
                    <a:pt x="0" y="264489"/>
                  </a:lnTo>
                  <a:lnTo>
                    <a:pt x="0" y="230796"/>
                  </a:lnTo>
                  <a:lnTo>
                    <a:pt x="0" y="197103"/>
                  </a:lnTo>
                  <a:lnTo>
                    <a:pt x="0" y="163410"/>
                  </a:lnTo>
                  <a:lnTo>
                    <a:pt x="0" y="129717"/>
                  </a:lnTo>
                  <a:lnTo>
                    <a:pt x="0" y="96024"/>
                  </a:lnTo>
                  <a:lnTo>
                    <a:pt x="0" y="62331"/>
                  </a:lnTo>
                  <a:lnTo>
                    <a:pt x="0" y="28638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3134593" y="1316468"/>
              <a:ext cx="0" cy="2853791"/>
            </a:xfrm>
            <a:custGeom>
              <a:avLst/>
              <a:pathLst>
                <a:path w="0" h="2853791">
                  <a:moveTo>
                    <a:pt x="0" y="2853791"/>
                  </a:moveTo>
                  <a:lnTo>
                    <a:pt x="0" y="2825152"/>
                  </a:lnTo>
                  <a:lnTo>
                    <a:pt x="0" y="2791459"/>
                  </a:lnTo>
                  <a:lnTo>
                    <a:pt x="0" y="2757766"/>
                  </a:lnTo>
                  <a:lnTo>
                    <a:pt x="0" y="2724073"/>
                  </a:lnTo>
                  <a:lnTo>
                    <a:pt x="0" y="2690380"/>
                  </a:lnTo>
                  <a:lnTo>
                    <a:pt x="0" y="2656688"/>
                  </a:lnTo>
                  <a:lnTo>
                    <a:pt x="0" y="2622995"/>
                  </a:lnTo>
                  <a:lnTo>
                    <a:pt x="0" y="2589302"/>
                  </a:lnTo>
                  <a:lnTo>
                    <a:pt x="0" y="2555609"/>
                  </a:lnTo>
                  <a:lnTo>
                    <a:pt x="0" y="2521916"/>
                  </a:lnTo>
                  <a:lnTo>
                    <a:pt x="0" y="2488223"/>
                  </a:lnTo>
                  <a:lnTo>
                    <a:pt x="0" y="2454530"/>
                  </a:lnTo>
                  <a:lnTo>
                    <a:pt x="0" y="2420837"/>
                  </a:lnTo>
                  <a:lnTo>
                    <a:pt x="0" y="2387144"/>
                  </a:lnTo>
                  <a:lnTo>
                    <a:pt x="0" y="2353451"/>
                  </a:lnTo>
                  <a:lnTo>
                    <a:pt x="0" y="2319758"/>
                  </a:lnTo>
                  <a:lnTo>
                    <a:pt x="0" y="2286065"/>
                  </a:lnTo>
                  <a:lnTo>
                    <a:pt x="0" y="2252372"/>
                  </a:lnTo>
                  <a:lnTo>
                    <a:pt x="0" y="2218679"/>
                  </a:lnTo>
                  <a:lnTo>
                    <a:pt x="0" y="2184986"/>
                  </a:lnTo>
                  <a:lnTo>
                    <a:pt x="0" y="2151294"/>
                  </a:lnTo>
                  <a:lnTo>
                    <a:pt x="0" y="2117601"/>
                  </a:lnTo>
                  <a:lnTo>
                    <a:pt x="0" y="2083908"/>
                  </a:lnTo>
                  <a:lnTo>
                    <a:pt x="0" y="2050215"/>
                  </a:lnTo>
                  <a:lnTo>
                    <a:pt x="0" y="2016522"/>
                  </a:lnTo>
                  <a:lnTo>
                    <a:pt x="0" y="1982829"/>
                  </a:lnTo>
                  <a:lnTo>
                    <a:pt x="0" y="1949136"/>
                  </a:lnTo>
                  <a:lnTo>
                    <a:pt x="0" y="1915443"/>
                  </a:lnTo>
                  <a:lnTo>
                    <a:pt x="0" y="1881750"/>
                  </a:lnTo>
                  <a:lnTo>
                    <a:pt x="0" y="1848057"/>
                  </a:lnTo>
                  <a:lnTo>
                    <a:pt x="0" y="1814364"/>
                  </a:lnTo>
                  <a:lnTo>
                    <a:pt x="0" y="1780671"/>
                  </a:lnTo>
                  <a:lnTo>
                    <a:pt x="0" y="1746978"/>
                  </a:lnTo>
                  <a:lnTo>
                    <a:pt x="0" y="1713285"/>
                  </a:lnTo>
                  <a:lnTo>
                    <a:pt x="0" y="1679592"/>
                  </a:lnTo>
                  <a:lnTo>
                    <a:pt x="0" y="1645899"/>
                  </a:lnTo>
                  <a:lnTo>
                    <a:pt x="0" y="1612207"/>
                  </a:lnTo>
                  <a:lnTo>
                    <a:pt x="0" y="1578514"/>
                  </a:lnTo>
                  <a:lnTo>
                    <a:pt x="0" y="1544821"/>
                  </a:lnTo>
                  <a:lnTo>
                    <a:pt x="0" y="1511128"/>
                  </a:lnTo>
                  <a:lnTo>
                    <a:pt x="0" y="1477435"/>
                  </a:lnTo>
                  <a:lnTo>
                    <a:pt x="0" y="1443742"/>
                  </a:lnTo>
                  <a:lnTo>
                    <a:pt x="0" y="1410049"/>
                  </a:lnTo>
                  <a:lnTo>
                    <a:pt x="0" y="1376356"/>
                  </a:lnTo>
                  <a:lnTo>
                    <a:pt x="0" y="1342663"/>
                  </a:lnTo>
                  <a:lnTo>
                    <a:pt x="0" y="1308970"/>
                  </a:lnTo>
                  <a:lnTo>
                    <a:pt x="0" y="1275277"/>
                  </a:lnTo>
                  <a:lnTo>
                    <a:pt x="0" y="1241584"/>
                  </a:lnTo>
                  <a:lnTo>
                    <a:pt x="0" y="1207891"/>
                  </a:lnTo>
                  <a:lnTo>
                    <a:pt x="0" y="1174198"/>
                  </a:lnTo>
                  <a:lnTo>
                    <a:pt x="0" y="1140505"/>
                  </a:lnTo>
                  <a:lnTo>
                    <a:pt x="0" y="1106812"/>
                  </a:lnTo>
                  <a:lnTo>
                    <a:pt x="0" y="1073120"/>
                  </a:lnTo>
                  <a:lnTo>
                    <a:pt x="0" y="1039427"/>
                  </a:lnTo>
                  <a:lnTo>
                    <a:pt x="0" y="1005734"/>
                  </a:lnTo>
                  <a:lnTo>
                    <a:pt x="0" y="972041"/>
                  </a:lnTo>
                  <a:lnTo>
                    <a:pt x="0" y="938348"/>
                  </a:lnTo>
                  <a:lnTo>
                    <a:pt x="0" y="904655"/>
                  </a:lnTo>
                  <a:lnTo>
                    <a:pt x="0" y="870962"/>
                  </a:lnTo>
                  <a:lnTo>
                    <a:pt x="0" y="837269"/>
                  </a:lnTo>
                  <a:lnTo>
                    <a:pt x="0" y="803576"/>
                  </a:lnTo>
                  <a:lnTo>
                    <a:pt x="0" y="769883"/>
                  </a:lnTo>
                  <a:lnTo>
                    <a:pt x="0" y="736190"/>
                  </a:lnTo>
                  <a:lnTo>
                    <a:pt x="0" y="702497"/>
                  </a:lnTo>
                  <a:lnTo>
                    <a:pt x="0" y="668804"/>
                  </a:lnTo>
                  <a:lnTo>
                    <a:pt x="0" y="635111"/>
                  </a:lnTo>
                  <a:lnTo>
                    <a:pt x="0" y="601418"/>
                  </a:lnTo>
                  <a:lnTo>
                    <a:pt x="0" y="567725"/>
                  </a:lnTo>
                  <a:lnTo>
                    <a:pt x="0" y="534033"/>
                  </a:lnTo>
                  <a:lnTo>
                    <a:pt x="0" y="500340"/>
                  </a:lnTo>
                  <a:lnTo>
                    <a:pt x="0" y="466647"/>
                  </a:lnTo>
                  <a:lnTo>
                    <a:pt x="0" y="432954"/>
                  </a:lnTo>
                  <a:lnTo>
                    <a:pt x="0" y="399261"/>
                  </a:lnTo>
                  <a:lnTo>
                    <a:pt x="0" y="365568"/>
                  </a:lnTo>
                  <a:lnTo>
                    <a:pt x="0" y="331875"/>
                  </a:lnTo>
                  <a:lnTo>
                    <a:pt x="0" y="298182"/>
                  </a:lnTo>
                  <a:lnTo>
                    <a:pt x="0" y="264489"/>
                  </a:lnTo>
                  <a:lnTo>
                    <a:pt x="0" y="230796"/>
                  </a:lnTo>
                  <a:lnTo>
                    <a:pt x="0" y="197103"/>
                  </a:lnTo>
                  <a:lnTo>
                    <a:pt x="0" y="163410"/>
                  </a:lnTo>
                  <a:lnTo>
                    <a:pt x="0" y="129717"/>
                  </a:lnTo>
                  <a:lnTo>
                    <a:pt x="0" y="96024"/>
                  </a:lnTo>
                  <a:lnTo>
                    <a:pt x="0" y="62331"/>
                  </a:lnTo>
                  <a:lnTo>
                    <a:pt x="0" y="28638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3532863" y="1316468"/>
              <a:ext cx="0" cy="2853791"/>
            </a:xfrm>
            <a:custGeom>
              <a:avLst/>
              <a:pathLst>
                <a:path w="0" h="2853791">
                  <a:moveTo>
                    <a:pt x="0" y="2853791"/>
                  </a:moveTo>
                  <a:lnTo>
                    <a:pt x="0" y="2825152"/>
                  </a:lnTo>
                  <a:lnTo>
                    <a:pt x="0" y="2791459"/>
                  </a:lnTo>
                  <a:lnTo>
                    <a:pt x="0" y="2757766"/>
                  </a:lnTo>
                  <a:lnTo>
                    <a:pt x="0" y="2724073"/>
                  </a:lnTo>
                  <a:lnTo>
                    <a:pt x="0" y="2690380"/>
                  </a:lnTo>
                  <a:lnTo>
                    <a:pt x="0" y="2656688"/>
                  </a:lnTo>
                  <a:lnTo>
                    <a:pt x="0" y="2622995"/>
                  </a:lnTo>
                  <a:lnTo>
                    <a:pt x="0" y="2589302"/>
                  </a:lnTo>
                  <a:lnTo>
                    <a:pt x="0" y="2555609"/>
                  </a:lnTo>
                  <a:lnTo>
                    <a:pt x="0" y="2521916"/>
                  </a:lnTo>
                  <a:lnTo>
                    <a:pt x="0" y="2488223"/>
                  </a:lnTo>
                  <a:lnTo>
                    <a:pt x="0" y="2454530"/>
                  </a:lnTo>
                  <a:lnTo>
                    <a:pt x="0" y="2420837"/>
                  </a:lnTo>
                  <a:lnTo>
                    <a:pt x="0" y="2387144"/>
                  </a:lnTo>
                  <a:lnTo>
                    <a:pt x="0" y="2353451"/>
                  </a:lnTo>
                  <a:lnTo>
                    <a:pt x="0" y="2319758"/>
                  </a:lnTo>
                  <a:lnTo>
                    <a:pt x="0" y="2286065"/>
                  </a:lnTo>
                  <a:lnTo>
                    <a:pt x="0" y="2252372"/>
                  </a:lnTo>
                  <a:lnTo>
                    <a:pt x="0" y="2218679"/>
                  </a:lnTo>
                  <a:lnTo>
                    <a:pt x="0" y="2184986"/>
                  </a:lnTo>
                  <a:lnTo>
                    <a:pt x="0" y="2151294"/>
                  </a:lnTo>
                  <a:lnTo>
                    <a:pt x="0" y="2117601"/>
                  </a:lnTo>
                  <a:lnTo>
                    <a:pt x="0" y="2083908"/>
                  </a:lnTo>
                  <a:lnTo>
                    <a:pt x="0" y="2050215"/>
                  </a:lnTo>
                  <a:lnTo>
                    <a:pt x="0" y="2016522"/>
                  </a:lnTo>
                  <a:lnTo>
                    <a:pt x="0" y="1982829"/>
                  </a:lnTo>
                  <a:lnTo>
                    <a:pt x="0" y="1949136"/>
                  </a:lnTo>
                  <a:lnTo>
                    <a:pt x="0" y="1915443"/>
                  </a:lnTo>
                  <a:lnTo>
                    <a:pt x="0" y="1881750"/>
                  </a:lnTo>
                  <a:lnTo>
                    <a:pt x="0" y="1848057"/>
                  </a:lnTo>
                  <a:lnTo>
                    <a:pt x="0" y="1814364"/>
                  </a:lnTo>
                  <a:lnTo>
                    <a:pt x="0" y="1780671"/>
                  </a:lnTo>
                  <a:lnTo>
                    <a:pt x="0" y="1746978"/>
                  </a:lnTo>
                  <a:lnTo>
                    <a:pt x="0" y="1713285"/>
                  </a:lnTo>
                  <a:lnTo>
                    <a:pt x="0" y="1679592"/>
                  </a:lnTo>
                  <a:lnTo>
                    <a:pt x="0" y="1645899"/>
                  </a:lnTo>
                  <a:lnTo>
                    <a:pt x="0" y="1612207"/>
                  </a:lnTo>
                  <a:lnTo>
                    <a:pt x="0" y="1578514"/>
                  </a:lnTo>
                  <a:lnTo>
                    <a:pt x="0" y="1544821"/>
                  </a:lnTo>
                  <a:lnTo>
                    <a:pt x="0" y="1511128"/>
                  </a:lnTo>
                  <a:lnTo>
                    <a:pt x="0" y="1477435"/>
                  </a:lnTo>
                  <a:lnTo>
                    <a:pt x="0" y="1443742"/>
                  </a:lnTo>
                  <a:lnTo>
                    <a:pt x="0" y="1410049"/>
                  </a:lnTo>
                  <a:lnTo>
                    <a:pt x="0" y="1376356"/>
                  </a:lnTo>
                  <a:lnTo>
                    <a:pt x="0" y="1342663"/>
                  </a:lnTo>
                  <a:lnTo>
                    <a:pt x="0" y="1308970"/>
                  </a:lnTo>
                  <a:lnTo>
                    <a:pt x="0" y="1275277"/>
                  </a:lnTo>
                  <a:lnTo>
                    <a:pt x="0" y="1241584"/>
                  </a:lnTo>
                  <a:lnTo>
                    <a:pt x="0" y="1207891"/>
                  </a:lnTo>
                  <a:lnTo>
                    <a:pt x="0" y="1174198"/>
                  </a:lnTo>
                  <a:lnTo>
                    <a:pt x="0" y="1140505"/>
                  </a:lnTo>
                  <a:lnTo>
                    <a:pt x="0" y="1106812"/>
                  </a:lnTo>
                  <a:lnTo>
                    <a:pt x="0" y="1073120"/>
                  </a:lnTo>
                  <a:lnTo>
                    <a:pt x="0" y="1039427"/>
                  </a:lnTo>
                  <a:lnTo>
                    <a:pt x="0" y="1005734"/>
                  </a:lnTo>
                  <a:lnTo>
                    <a:pt x="0" y="972041"/>
                  </a:lnTo>
                  <a:lnTo>
                    <a:pt x="0" y="938348"/>
                  </a:lnTo>
                  <a:lnTo>
                    <a:pt x="0" y="904655"/>
                  </a:lnTo>
                  <a:lnTo>
                    <a:pt x="0" y="870962"/>
                  </a:lnTo>
                  <a:lnTo>
                    <a:pt x="0" y="837269"/>
                  </a:lnTo>
                  <a:lnTo>
                    <a:pt x="0" y="803576"/>
                  </a:lnTo>
                  <a:lnTo>
                    <a:pt x="0" y="769883"/>
                  </a:lnTo>
                  <a:lnTo>
                    <a:pt x="0" y="736190"/>
                  </a:lnTo>
                  <a:lnTo>
                    <a:pt x="0" y="702497"/>
                  </a:lnTo>
                  <a:lnTo>
                    <a:pt x="0" y="668804"/>
                  </a:lnTo>
                  <a:lnTo>
                    <a:pt x="0" y="635111"/>
                  </a:lnTo>
                  <a:lnTo>
                    <a:pt x="0" y="601418"/>
                  </a:lnTo>
                  <a:lnTo>
                    <a:pt x="0" y="567725"/>
                  </a:lnTo>
                  <a:lnTo>
                    <a:pt x="0" y="534033"/>
                  </a:lnTo>
                  <a:lnTo>
                    <a:pt x="0" y="500340"/>
                  </a:lnTo>
                  <a:lnTo>
                    <a:pt x="0" y="466647"/>
                  </a:lnTo>
                  <a:lnTo>
                    <a:pt x="0" y="432954"/>
                  </a:lnTo>
                  <a:lnTo>
                    <a:pt x="0" y="399261"/>
                  </a:lnTo>
                  <a:lnTo>
                    <a:pt x="0" y="365568"/>
                  </a:lnTo>
                  <a:lnTo>
                    <a:pt x="0" y="331875"/>
                  </a:lnTo>
                  <a:lnTo>
                    <a:pt x="0" y="298182"/>
                  </a:lnTo>
                  <a:lnTo>
                    <a:pt x="0" y="264489"/>
                  </a:lnTo>
                  <a:lnTo>
                    <a:pt x="0" y="230796"/>
                  </a:lnTo>
                  <a:lnTo>
                    <a:pt x="0" y="197103"/>
                  </a:lnTo>
                  <a:lnTo>
                    <a:pt x="0" y="163410"/>
                  </a:lnTo>
                  <a:lnTo>
                    <a:pt x="0" y="129717"/>
                  </a:lnTo>
                  <a:lnTo>
                    <a:pt x="0" y="96024"/>
                  </a:lnTo>
                  <a:lnTo>
                    <a:pt x="0" y="62331"/>
                  </a:lnTo>
                  <a:lnTo>
                    <a:pt x="0" y="28638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931134" y="1316468"/>
              <a:ext cx="0" cy="2853791"/>
            </a:xfrm>
            <a:custGeom>
              <a:avLst/>
              <a:pathLst>
                <a:path w="0" h="2853791">
                  <a:moveTo>
                    <a:pt x="0" y="2853791"/>
                  </a:moveTo>
                  <a:lnTo>
                    <a:pt x="0" y="2825152"/>
                  </a:lnTo>
                  <a:lnTo>
                    <a:pt x="0" y="2791459"/>
                  </a:lnTo>
                  <a:lnTo>
                    <a:pt x="0" y="2757766"/>
                  </a:lnTo>
                  <a:lnTo>
                    <a:pt x="0" y="2724073"/>
                  </a:lnTo>
                  <a:lnTo>
                    <a:pt x="0" y="2690380"/>
                  </a:lnTo>
                  <a:lnTo>
                    <a:pt x="0" y="2656688"/>
                  </a:lnTo>
                  <a:lnTo>
                    <a:pt x="0" y="2622995"/>
                  </a:lnTo>
                  <a:lnTo>
                    <a:pt x="0" y="2589302"/>
                  </a:lnTo>
                  <a:lnTo>
                    <a:pt x="0" y="2555609"/>
                  </a:lnTo>
                  <a:lnTo>
                    <a:pt x="0" y="2521916"/>
                  </a:lnTo>
                  <a:lnTo>
                    <a:pt x="0" y="2488223"/>
                  </a:lnTo>
                  <a:lnTo>
                    <a:pt x="0" y="2454530"/>
                  </a:lnTo>
                  <a:lnTo>
                    <a:pt x="0" y="2420837"/>
                  </a:lnTo>
                  <a:lnTo>
                    <a:pt x="0" y="2387144"/>
                  </a:lnTo>
                  <a:lnTo>
                    <a:pt x="0" y="2353451"/>
                  </a:lnTo>
                  <a:lnTo>
                    <a:pt x="0" y="2319758"/>
                  </a:lnTo>
                  <a:lnTo>
                    <a:pt x="0" y="2286065"/>
                  </a:lnTo>
                  <a:lnTo>
                    <a:pt x="0" y="2252372"/>
                  </a:lnTo>
                  <a:lnTo>
                    <a:pt x="0" y="2218679"/>
                  </a:lnTo>
                  <a:lnTo>
                    <a:pt x="0" y="2184986"/>
                  </a:lnTo>
                  <a:lnTo>
                    <a:pt x="0" y="2151294"/>
                  </a:lnTo>
                  <a:lnTo>
                    <a:pt x="0" y="2117601"/>
                  </a:lnTo>
                  <a:lnTo>
                    <a:pt x="0" y="2083908"/>
                  </a:lnTo>
                  <a:lnTo>
                    <a:pt x="0" y="2050215"/>
                  </a:lnTo>
                  <a:lnTo>
                    <a:pt x="0" y="2016522"/>
                  </a:lnTo>
                  <a:lnTo>
                    <a:pt x="0" y="1982829"/>
                  </a:lnTo>
                  <a:lnTo>
                    <a:pt x="0" y="1949136"/>
                  </a:lnTo>
                  <a:lnTo>
                    <a:pt x="0" y="1915443"/>
                  </a:lnTo>
                  <a:lnTo>
                    <a:pt x="0" y="1881750"/>
                  </a:lnTo>
                  <a:lnTo>
                    <a:pt x="0" y="1848057"/>
                  </a:lnTo>
                  <a:lnTo>
                    <a:pt x="0" y="1814364"/>
                  </a:lnTo>
                  <a:lnTo>
                    <a:pt x="0" y="1780671"/>
                  </a:lnTo>
                  <a:lnTo>
                    <a:pt x="0" y="1746978"/>
                  </a:lnTo>
                  <a:lnTo>
                    <a:pt x="0" y="1713285"/>
                  </a:lnTo>
                  <a:lnTo>
                    <a:pt x="0" y="1679592"/>
                  </a:lnTo>
                  <a:lnTo>
                    <a:pt x="0" y="1645899"/>
                  </a:lnTo>
                  <a:lnTo>
                    <a:pt x="0" y="1612207"/>
                  </a:lnTo>
                  <a:lnTo>
                    <a:pt x="0" y="1578514"/>
                  </a:lnTo>
                  <a:lnTo>
                    <a:pt x="0" y="1544821"/>
                  </a:lnTo>
                  <a:lnTo>
                    <a:pt x="0" y="1511128"/>
                  </a:lnTo>
                  <a:lnTo>
                    <a:pt x="0" y="1477435"/>
                  </a:lnTo>
                  <a:lnTo>
                    <a:pt x="0" y="1443742"/>
                  </a:lnTo>
                  <a:lnTo>
                    <a:pt x="0" y="1410049"/>
                  </a:lnTo>
                  <a:lnTo>
                    <a:pt x="0" y="1376356"/>
                  </a:lnTo>
                  <a:lnTo>
                    <a:pt x="0" y="1342663"/>
                  </a:lnTo>
                  <a:lnTo>
                    <a:pt x="0" y="1308970"/>
                  </a:lnTo>
                  <a:lnTo>
                    <a:pt x="0" y="1275277"/>
                  </a:lnTo>
                  <a:lnTo>
                    <a:pt x="0" y="1241584"/>
                  </a:lnTo>
                  <a:lnTo>
                    <a:pt x="0" y="1207891"/>
                  </a:lnTo>
                  <a:lnTo>
                    <a:pt x="0" y="1174198"/>
                  </a:lnTo>
                  <a:lnTo>
                    <a:pt x="0" y="1140505"/>
                  </a:lnTo>
                  <a:lnTo>
                    <a:pt x="0" y="1106812"/>
                  </a:lnTo>
                  <a:lnTo>
                    <a:pt x="0" y="1073120"/>
                  </a:lnTo>
                  <a:lnTo>
                    <a:pt x="0" y="1039427"/>
                  </a:lnTo>
                  <a:lnTo>
                    <a:pt x="0" y="1005734"/>
                  </a:lnTo>
                  <a:lnTo>
                    <a:pt x="0" y="972041"/>
                  </a:lnTo>
                  <a:lnTo>
                    <a:pt x="0" y="938348"/>
                  </a:lnTo>
                  <a:lnTo>
                    <a:pt x="0" y="904655"/>
                  </a:lnTo>
                  <a:lnTo>
                    <a:pt x="0" y="870962"/>
                  </a:lnTo>
                  <a:lnTo>
                    <a:pt x="0" y="837269"/>
                  </a:lnTo>
                  <a:lnTo>
                    <a:pt x="0" y="803576"/>
                  </a:lnTo>
                  <a:lnTo>
                    <a:pt x="0" y="769883"/>
                  </a:lnTo>
                  <a:lnTo>
                    <a:pt x="0" y="736190"/>
                  </a:lnTo>
                  <a:lnTo>
                    <a:pt x="0" y="702497"/>
                  </a:lnTo>
                  <a:lnTo>
                    <a:pt x="0" y="668804"/>
                  </a:lnTo>
                  <a:lnTo>
                    <a:pt x="0" y="635111"/>
                  </a:lnTo>
                  <a:lnTo>
                    <a:pt x="0" y="601418"/>
                  </a:lnTo>
                  <a:lnTo>
                    <a:pt x="0" y="567725"/>
                  </a:lnTo>
                  <a:lnTo>
                    <a:pt x="0" y="534033"/>
                  </a:lnTo>
                  <a:lnTo>
                    <a:pt x="0" y="500340"/>
                  </a:lnTo>
                  <a:lnTo>
                    <a:pt x="0" y="466647"/>
                  </a:lnTo>
                  <a:lnTo>
                    <a:pt x="0" y="432954"/>
                  </a:lnTo>
                  <a:lnTo>
                    <a:pt x="0" y="399261"/>
                  </a:lnTo>
                  <a:lnTo>
                    <a:pt x="0" y="365568"/>
                  </a:lnTo>
                  <a:lnTo>
                    <a:pt x="0" y="331875"/>
                  </a:lnTo>
                  <a:lnTo>
                    <a:pt x="0" y="298182"/>
                  </a:lnTo>
                  <a:lnTo>
                    <a:pt x="0" y="264489"/>
                  </a:lnTo>
                  <a:lnTo>
                    <a:pt x="0" y="230796"/>
                  </a:lnTo>
                  <a:lnTo>
                    <a:pt x="0" y="197103"/>
                  </a:lnTo>
                  <a:lnTo>
                    <a:pt x="0" y="163410"/>
                  </a:lnTo>
                  <a:lnTo>
                    <a:pt x="0" y="129717"/>
                  </a:lnTo>
                  <a:lnTo>
                    <a:pt x="0" y="96024"/>
                  </a:lnTo>
                  <a:lnTo>
                    <a:pt x="0" y="62331"/>
                  </a:lnTo>
                  <a:lnTo>
                    <a:pt x="0" y="28638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4329404" y="1316468"/>
              <a:ext cx="0" cy="2853791"/>
            </a:xfrm>
            <a:custGeom>
              <a:avLst/>
              <a:pathLst>
                <a:path w="0" h="2853791">
                  <a:moveTo>
                    <a:pt x="0" y="2853791"/>
                  </a:moveTo>
                  <a:lnTo>
                    <a:pt x="0" y="2825152"/>
                  </a:lnTo>
                  <a:lnTo>
                    <a:pt x="0" y="2791459"/>
                  </a:lnTo>
                  <a:lnTo>
                    <a:pt x="0" y="2757766"/>
                  </a:lnTo>
                  <a:lnTo>
                    <a:pt x="0" y="2724073"/>
                  </a:lnTo>
                  <a:lnTo>
                    <a:pt x="0" y="2690380"/>
                  </a:lnTo>
                  <a:lnTo>
                    <a:pt x="0" y="2656688"/>
                  </a:lnTo>
                  <a:lnTo>
                    <a:pt x="0" y="2622995"/>
                  </a:lnTo>
                  <a:lnTo>
                    <a:pt x="0" y="2589302"/>
                  </a:lnTo>
                  <a:lnTo>
                    <a:pt x="0" y="2555609"/>
                  </a:lnTo>
                  <a:lnTo>
                    <a:pt x="0" y="2521916"/>
                  </a:lnTo>
                  <a:lnTo>
                    <a:pt x="0" y="2488223"/>
                  </a:lnTo>
                  <a:lnTo>
                    <a:pt x="0" y="2454530"/>
                  </a:lnTo>
                  <a:lnTo>
                    <a:pt x="0" y="2420837"/>
                  </a:lnTo>
                  <a:lnTo>
                    <a:pt x="0" y="2387144"/>
                  </a:lnTo>
                  <a:lnTo>
                    <a:pt x="0" y="2353451"/>
                  </a:lnTo>
                  <a:lnTo>
                    <a:pt x="0" y="2319758"/>
                  </a:lnTo>
                  <a:lnTo>
                    <a:pt x="0" y="2286065"/>
                  </a:lnTo>
                  <a:lnTo>
                    <a:pt x="0" y="2252372"/>
                  </a:lnTo>
                  <a:lnTo>
                    <a:pt x="0" y="2218679"/>
                  </a:lnTo>
                  <a:lnTo>
                    <a:pt x="0" y="2184986"/>
                  </a:lnTo>
                  <a:lnTo>
                    <a:pt x="0" y="2151294"/>
                  </a:lnTo>
                  <a:lnTo>
                    <a:pt x="0" y="2117601"/>
                  </a:lnTo>
                  <a:lnTo>
                    <a:pt x="0" y="2083908"/>
                  </a:lnTo>
                  <a:lnTo>
                    <a:pt x="0" y="2050215"/>
                  </a:lnTo>
                  <a:lnTo>
                    <a:pt x="0" y="2016522"/>
                  </a:lnTo>
                  <a:lnTo>
                    <a:pt x="0" y="1982829"/>
                  </a:lnTo>
                  <a:lnTo>
                    <a:pt x="0" y="1949136"/>
                  </a:lnTo>
                  <a:lnTo>
                    <a:pt x="0" y="1915443"/>
                  </a:lnTo>
                  <a:lnTo>
                    <a:pt x="0" y="1881750"/>
                  </a:lnTo>
                  <a:lnTo>
                    <a:pt x="0" y="1848057"/>
                  </a:lnTo>
                  <a:lnTo>
                    <a:pt x="0" y="1814364"/>
                  </a:lnTo>
                  <a:lnTo>
                    <a:pt x="0" y="1780671"/>
                  </a:lnTo>
                  <a:lnTo>
                    <a:pt x="0" y="1746978"/>
                  </a:lnTo>
                  <a:lnTo>
                    <a:pt x="0" y="1713285"/>
                  </a:lnTo>
                  <a:lnTo>
                    <a:pt x="0" y="1679592"/>
                  </a:lnTo>
                  <a:lnTo>
                    <a:pt x="0" y="1645899"/>
                  </a:lnTo>
                  <a:lnTo>
                    <a:pt x="0" y="1612207"/>
                  </a:lnTo>
                  <a:lnTo>
                    <a:pt x="0" y="1578514"/>
                  </a:lnTo>
                  <a:lnTo>
                    <a:pt x="0" y="1544821"/>
                  </a:lnTo>
                  <a:lnTo>
                    <a:pt x="0" y="1511128"/>
                  </a:lnTo>
                  <a:lnTo>
                    <a:pt x="0" y="1477435"/>
                  </a:lnTo>
                  <a:lnTo>
                    <a:pt x="0" y="1443742"/>
                  </a:lnTo>
                  <a:lnTo>
                    <a:pt x="0" y="1410049"/>
                  </a:lnTo>
                  <a:lnTo>
                    <a:pt x="0" y="1376356"/>
                  </a:lnTo>
                  <a:lnTo>
                    <a:pt x="0" y="1342663"/>
                  </a:lnTo>
                  <a:lnTo>
                    <a:pt x="0" y="1308970"/>
                  </a:lnTo>
                  <a:lnTo>
                    <a:pt x="0" y="1275277"/>
                  </a:lnTo>
                  <a:lnTo>
                    <a:pt x="0" y="1241584"/>
                  </a:lnTo>
                  <a:lnTo>
                    <a:pt x="0" y="1207891"/>
                  </a:lnTo>
                  <a:lnTo>
                    <a:pt x="0" y="1174198"/>
                  </a:lnTo>
                  <a:lnTo>
                    <a:pt x="0" y="1140505"/>
                  </a:lnTo>
                  <a:lnTo>
                    <a:pt x="0" y="1106812"/>
                  </a:lnTo>
                  <a:lnTo>
                    <a:pt x="0" y="1073120"/>
                  </a:lnTo>
                  <a:lnTo>
                    <a:pt x="0" y="1039427"/>
                  </a:lnTo>
                  <a:lnTo>
                    <a:pt x="0" y="1005734"/>
                  </a:lnTo>
                  <a:lnTo>
                    <a:pt x="0" y="972041"/>
                  </a:lnTo>
                  <a:lnTo>
                    <a:pt x="0" y="938348"/>
                  </a:lnTo>
                  <a:lnTo>
                    <a:pt x="0" y="904655"/>
                  </a:lnTo>
                  <a:lnTo>
                    <a:pt x="0" y="870962"/>
                  </a:lnTo>
                  <a:lnTo>
                    <a:pt x="0" y="837269"/>
                  </a:lnTo>
                  <a:lnTo>
                    <a:pt x="0" y="803576"/>
                  </a:lnTo>
                  <a:lnTo>
                    <a:pt x="0" y="769883"/>
                  </a:lnTo>
                  <a:lnTo>
                    <a:pt x="0" y="736190"/>
                  </a:lnTo>
                  <a:lnTo>
                    <a:pt x="0" y="702497"/>
                  </a:lnTo>
                  <a:lnTo>
                    <a:pt x="0" y="668804"/>
                  </a:lnTo>
                  <a:lnTo>
                    <a:pt x="0" y="635111"/>
                  </a:lnTo>
                  <a:lnTo>
                    <a:pt x="0" y="601418"/>
                  </a:lnTo>
                  <a:lnTo>
                    <a:pt x="0" y="567725"/>
                  </a:lnTo>
                  <a:lnTo>
                    <a:pt x="0" y="534033"/>
                  </a:lnTo>
                  <a:lnTo>
                    <a:pt x="0" y="500340"/>
                  </a:lnTo>
                  <a:lnTo>
                    <a:pt x="0" y="466647"/>
                  </a:lnTo>
                  <a:lnTo>
                    <a:pt x="0" y="432954"/>
                  </a:lnTo>
                  <a:lnTo>
                    <a:pt x="0" y="399261"/>
                  </a:lnTo>
                  <a:lnTo>
                    <a:pt x="0" y="365568"/>
                  </a:lnTo>
                  <a:lnTo>
                    <a:pt x="0" y="331875"/>
                  </a:lnTo>
                  <a:lnTo>
                    <a:pt x="0" y="298182"/>
                  </a:lnTo>
                  <a:lnTo>
                    <a:pt x="0" y="264489"/>
                  </a:lnTo>
                  <a:lnTo>
                    <a:pt x="0" y="230796"/>
                  </a:lnTo>
                  <a:lnTo>
                    <a:pt x="0" y="197103"/>
                  </a:lnTo>
                  <a:lnTo>
                    <a:pt x="0" y="163410"/>
                  </a:lnTo>
                  <a:lnTo>
                    <a:pt x="0" y="129717"/>
                  </a:lnTo>
                  <a:lnTo>
                    <a:pt x="0" y="96024"/>
                  </a:lnTo>
                  <a:lnTo>
                    <a:pt x="0" y="62331"/>
                  </a:lnTo>
                  <a:lnTo>
                    <a:pt x="0" y="28638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4727675" y="1316468"/>
              <a:ext cx="0" cy="2853791"/>
            </a:xfrm>
            <a:custGeom>
              <a:avLst/>
              <a:pathLst>
                <a:path w="0" h="2853791">
                  <a:moveTo>
                    <a:pt x="0" y="2853791"/>
                  </a:moveTo>
                  <a:lnTo>
                    <a:pt x="0" y="2825152"/>
                  </a:lnTo>
                  <a:lnTo>
                    <a:pt x="0" y="2791459"/>
                  </a:lnTo>
                  <a:lnTo>
                    <a:pt x="0" y="2757766"/>
                  </a:lnTo>
                  <a:lnTo>
                    <a:pt x="0" y="2724073"/>
                  </a:lnTo>
                  <a:lnTo>
                    <a:pt x="0" y="2690380"/>
                  </a:lnTo>
                  <a:lnTo>
                    <a:pt x="0" y="2656688"/>
                  </a:lnTo>
                  <a:lnTo>
                    <a:pt x="0" y="2622995"/>
                  </a:lnTo>
                  <a:lnTo>
                    <a:pt x="0" y="2589302"/>
                  </a:lnTo>
                  <a:lnTo>
                    <a:pt x="0" y="2555609"/>
                  </a:lnTo>
                  <a:lnTo>
                    <a:pt x="0" y="2521916"/>
                  </a:lnTo>
                  <a:lnTo>
                    <a:pt x="0" y="2488223"/>
                  </a:lnTo>
                  <a:lnTo>
                    <a:pt x="0" y="2454530"/>
                  </a:lnTo>
                  <a:lnTo>
                    <a:pt x="0" y="2420837"/>
                  </a:lnTo>
                  <a:lnTo>
                    <a:pt x="0" y="2387144"/>
                  </a:lnTo>
                  <a:lnTo>
                    <a:pt x="0" y="2353451"/>
                  </a:lnTo>
                  <a:lnTo>
                    <a:pt x="0" y="2319758"/>
                  </a:lnTo>
                  <a:lnTo>
                    <a:pt x="0" y="2286065"/>
                  </a:lnTo>
                  <a:lnTo>
                    <a:pt x="0" y="2252372"/>
                  </a:lnTo>
                  <a:lnTo>
                    <a:pt x="0" y="2218679"/>
                  </a:lnTo>
                  <a:lnTo>
                    <a:pt x="0" y="2184986"/>
                  </a:lnTo>
                  <a:lnTo>
                    <a:pt x="0" y="2151294"/>
                  </a:lnTo>
                  <a:lnTo>
                    <a:pt x="0" y="2117601"/>
                  </a:lnTo>
                  <a:lnTo>
                    <a:pt x="0" y="2083908"/>
                  </a:lnTo>
                  <a:lnTo>
                    <a:pt x="0" y="2050215"/>
                  </a:lnTo>
                  <a:lnTo>
                    <a:pt x="0" y="2016522"/>
                  </a:lnTo>
                  <a:lnTo>
                    <a:pt x="0" y="1982829"/>
                  </a:lnTo>
                  <a:lnTo>
                    <a:pt x="0" y="1949136"/>
                  </a:lnTo>
                  <a:lnTo>
                    <a:pt x="0" y="1915443"/>
                  </a:lnTo>
                  <a:lnTo>
                    <a:pt x="0" y="1881750"/>
                  </a:lnTo>
                  <a:lnTo>
                    <a:pt x="0" y="1848057"/>
                  </a:lnTo>
                  <a:lnTo>
                    <a:pt x="0" y="1814364"/>
                  </a:lnTo>
                  <a:lnTo>
                    <a:pt x="0" y="1780671"/>
                  </a:lnTo>
                  <a:lnTo>
                    <a:pt x="0" y="1746978"/>
                  </a:lnTo>
                  <a:lnTo>
                    <a:pt x="0" y="1713285"/>
                  </a:lnTo>
                  <a:lnTo>
                    <a:pt x="0" y="1679592"/>
                  </a:lnTo>
                  <a:lnTo>
                    <a:pt x="0" y="1645899"/>
                  </a:lnTo>
                  <a:lnTo>
                    <a:pt x="0" y="1612207"/>
                  </a:lnTo>
                  <a:lnTo>
                    <a:pt x="0" y="1578514"/>
                  </a:lnTo>
                  <a:lnTo>
                    <a:pt x="0" y="1544821"/>
                  </a:lnTo>
                  <a:lnTo>
                    <a:pt x="0" y="1511128"/>
                  </a:lnTo>
                  <a:lnTo>
                    <a:pt x="0" y="1477435"/>
                  </a:lnTo>
                  <a:lnTo>
                    <a:pt x="0" y="1443742"/>
                  </a:lnTo>
                  <a:lnTo>
                    <a:pt x="0" y="1410049"/>
                  </a:lnTo>
                  <a:lnTo>
                    <a:pt x="0" y="1376356"/>
                  </a:lnTo>
                  <a:lnTo>
                    <a:pt x="0" y="1342663"/>
                  </a:lnTo>
                  <a:lnTo>
                    <a:pt x="0" y="1308970"/>
                  </a:lnTo>
                  <a:lnTo>
                    <a:pt x="0" y="1275277"/>
                  </a:lnTo>
                  <a:lnTo>
                    <a:pt x="0" y="1241584"/>
                  </a:lnTo>
                  <a:lnTo>
                    <a:pt x="0" y="1207891"/>
                  </a:lnTo>
                  <a:lnTo>
                    <a:pt x="0" y="1174198"/>
                  </a:lnTo>
                  <a:lnTo>
                    <a:pt x="0" y="1140505"/>
                  </a:lnTo>
                  <a:lnTo>
                    <a:pt x="0" y="1106812"/>
                  </a:lnTo>
                  <a:lnTo>
                    <a:pt x="0" y="1073120"/>
                  </a:lnTo>
                  <a:lnTo>
                    <a:pt x="0" y="1039427"/>
                  </a:lnTo>
                  <a:lnTo>
                    <a:pt x="0" y="1005734"/>
                  </a:lnTo>
                  <a:lnTo>
                    <a:pt x="0" y="972041"/>
                  </a:lnTo>
                  <a:lnTo>
                    <a:pt x="0" y="938348"/>
                  </a:lnTo>
                  <a:lnTo>
                    <a:pt x="0" y="904655"/>
                  </a:lnTo>
                  <a:lnTo>
                    <a:pt x="0" y="870962"/>
                  </a:lnTo>
                  <a:lnTo>
                    <a:pt x="0" y="837269"/>
                  </a:lnTo>
                  <a:lnTo>
                    <a:pt x="0" y="803576"/>
                  </a:lnTo>
                  <a:lnTo>
                    <a:pt x="0" y="769883"/>
                  </a:lnTo>
                  <a:lnTo>
                    <a:pt x="0" y="736190"/>
                  </a:lnTo>
                  <a:lnTo>
                    <a:pt x="0" y="702497"/>
                  </a:lnTo>
                  <a:lnTo>
                    <a:pt x="0" y="668804"/>
                  </a:lnTo>
                  <a:lnTo>
                    <a:pt x="0" y="635111"/>
                  </a:lnTo>
                  <a:lnTo>
                    <a:pt x="0" y="601418"/>
                  </a:lnTo>
                  <a:lnTo>
                    <a:pt x="0" y="567725"/>
                  </a:lnTo>
                  <a:lnTo>
                    <a:pt x="0" y="534033"/>
                  </a:lnTo>
                  <a:lnTo>
                    <a:pt x="0" y="500340"/>
                  </a:lnTo>
                  <a:lnTo>
                    <a:pt x="0" y="466647"/>
                  </a:lnTo>
                  <a:lnTo>
                    <a:pt x="0" y="432954"/>
                  </a:lnTo>
                  <a:lnTo>
                    <a:pt x="0" y="399261"/>
                  </a:lnTo>
                  <a:lnTo>
                    <a:pt x="0" y="365568"/>
                  </a:lnTo>
                  <a:lnTo>
                    <a:pt x="0" y="331875"/>
                  </a:lnTo>
                  <a:lnTo>
                    <a:pt x="0" y="298182"/>
                  </a:lnTo>
                  <a:lnTo>
                    <a:pt x="0" y="264489"/>
                  </a:lnTo>
                  <a:lnTo>
                    <a:pt x="0" y="230796"/>
                  </a:lnTo>
                  <a:lnTo>
                    <a:pt x="0" y="197103"/>
                  </a:lnTo>
                  <a:lnTo>
                    <a:pt x="0" y="163410"/>
                  </a:lnTo>
                  <a:lnTo>
                    <a:pt x="0" y="129717"/>
                  </a:lnTo>
                  <a:lnTo>
                    <a:pt x="0" y="96024"/>
                  </a:lnTo>
                  <a:lnTo>
                    <a:pt x="0" y="62331"/>
                  </a:lnTo>
                  <a:lnTo>
                    <a:pt x="0" y="28638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2636755" y="4040542"/>
              <a:ext cx="2190487" cy="0"/>
            </a:xfrm>
            <a:custGeom>
              <a:avLst/>
              <a:pathLst>
                <a:path w="2190487" h="0">
                  <a:moveTo>
                    <a:pt x="0" y="0"/>
                  </a:moveTo>
                  <a:lnTo>
                    <a:pt x="11063" y="0"/>
                  </a:lnTo>
                  <a:lnTo>
                    <a:pt x="39223" y="0"/>
                  </a:lnTo>
                  <a:lnTo>
                    <a:pt x="67384" y="0"/>
                  </a:lnTo>
                  <a:lnTo>
                    <a:pt x="95544" y="0"/>
                  </a:lnTo>
                  <a:lnTo>
                    <a:pt x="123705" y="0"/>
                  </a:lnTo>
                  <a:lnTo>
                    <a:pt x="151865" y="0"/>
                  </a:lnTo>
                  <a:lnTo>
                    <a:pt x="180026" y="0"/>
                  </a:lnTo>
                  <a:lnTo>
                    <a:pt x="208186" y="0"/>
                  </a:lnTo>
                  <a:lnTo>
                    <a:pt x="236347" y="0"/>
                  </a:lnTo>
                  <a:lnTo>
                    <a:pt x="264507" y="0"/>
                  </a:lnTo>
                  <a:lnTo>
                    <a:pt x="292668" y="0"/>
                  </a:lnTo>
                  <a:lnTo>
                    <a:pt x="320828" y="0"/>
                  </a:lnTo>
                  <a:lnTo>
                    <a:pt x="348989" y="0"/>
                  </a:lnTo>
                  <a:lnTo>
                    <a:pt x="377150" y="0"/>
                  </a:lnTo>
                  <a:lnTo>
                    <a:pt x="405310" y="0"/>
                  </a:lnTo>
                  <a:lnTo>
                    <a:pt x="433471" y="0"/>
                  </a:lnTo>
                  <a:lnTo>
                    <a:pt x="461631" y="0"/>
                  </a:lnTo>
                  <a:lnTo>
                    <a:pt x="489792" y="0"/>
                  </a:lnTo>
                  <a:lnTo>
                    <a:pt x="517952" y="0"/>
                  </a:lnTo>
                  <a:lnTo>
                    <a:pt x="546113" y="0"/>
                  </a:lnTo>
                  <a:lnTo>
                    <a:pt x="574273" y="0"/>
                  </a:lnTo>
                  <a:lnTo>
                    <a:pt x="602434" y="0"/>
                  </a:lnTo>
                  <a:lnTo>
                    <a:pt x="630594" y="0"/>
                  </a:lnTo>
                  <a:lnTo>
                    <a:pt x="658755" y="0"/>
                  </a:lnTo>
                  <a:lnTo>
                    <a:pt x="686915" y="0"/>
                  </a:lnTo>
                  <a:lnTo>
                    <a:pt x="715076" y="0"/>
                  </a:lnTo>
                  <a:lnTo>
                    <a:pt x="743237" y="0"/>
                  </a:lnTo>
                  <a:lnTo>
                    <a:pt x="771397" y="0"/>
                  </a:lnTo>
                  <a:lnTo>
                    <a:pt x="799558" y="0"/>
                  </a:lnTo>
                  <a:lnTo>
                    <a:pt x="827718" y="0"/>
                  </a:lnTo>
                  <a:lnTo>
                    <a:pt x="855879" y="0"/>
                  </a:lnTo>
                  <a:lnTo>
                    <a:pt x="884039" y="0"/>
                  </a:lnTo>
                  <a:lnTo>
                    <a:pt x="912200" y="0"/>
                  </a:lnTo>
                  <a:lnTo>
                    <a:pt x="940360" y="0"/>
                  </a:lnTo>
                  <a:lnTo>
                    <a:pt x="968521" y="0"/>
                  </a:lnTo>
                  <a:lnTo>
                    <a:pt x="996681" y="0"/>
                  </a:lnTo>
                  <a:lnTo>
                    <a:pt x="1024842" y="0"/>
                  </a:lnTo>
                  <a:lnTo>
                    <a:pt x="1053002" y="0"/>
                  </a:lnTo>
                  <a:lnTo>
                    <a:pt x="1081163" y="0"/>
                  </a:lnTo>
                  <a:lnTo>
                    <a:pt x="1109323" y="0"/>
                  </a:lnTo>
                  <a:lnTo>
                    <a:pt x="1137484" y="0"/>
                  </a:lnTo>
                  <a:lnTo>
                    <a:pt x="1165645" y="0"/>
                  </a:lnTo>
                  <a:lnTo>
                    <a:pt x="1193805" y="0"/>
                  </a:lnTo>
                  <a:lnTo>
                    <a:pt x="1221966" y="0"/>
                  </a:lnTo>
                  <a:lnTo>
                    <a:pt x="1250126" y="0"/>
                  </a:lnTo>
                  <a:lnTo>
                    <a:pt x="1278287" y="0"/>
                  </a:lnTo>
                  <a:lnTo>
                    <a:pt x="1306447" y="0"/>
                  </a:lnTo>
                  <a:lnTo>
                    <a:pt x="1334608" y="0"/>
                  </a:lnTo>
                  <a:lnTo>
                    <a:pt x="1362768" y="0"/>
                  </a:lnTo>
                  <a:lnTo>
                    <a:pt x="1390929" y="0"/>
                  </a:lnTo>
                  <a:lnTo>
                    <a:pt x="1419089" y="0"/>
                  </a:lnTo>
                  <a:lnTo>
                    <a:pt x="1447250" y="0"/>
                  </a:lnTo>
                  <a:lnTo>
                    <a:pt x="1475410" y="0"/>
                  </a:lnTo>
                  <a:lnTo>
                    <a:pt x="1503571" y="0"/>
                  </a:lnTo>
                  <a:lnTo>
                    <a:pt x="1531732" y="0"/>
                  </a:lnTo>
                  <a:lnTo>
                    <a:pt x="1559892" y="0"/>
                  </a:lnTo>
                  <a:lnTo>
                    <a:pt x="1588053" y="0"/>
                  </a:lnTo>
                  <a:lnTo>
                    <a:pt x="1616213" y="0"/>
                  </a:lnTo>
                  <a:lnTo>
                    <a:pt x="1644374" y="0"/>
                  </a:lnTo>
                  <a:lnTo>
                    <a:pt x="1672534" y="0"/>
                  </a:lnTo>
                  <a:lnTo>
                    <a:pt x="1700695" y="0"/>
                  </a:lnTo>
                  <a:lnTo>
                    <a:pt x="1728855" y="0"/>
                  </a:lnTo>
                  <a:lnTo>
                    <a:pt x="1757016" y="0"/>
                  </a:lnTo>
                  <a:lnTo>
                    <a:pt x="1785176" y="0"/>
                  </a:lnTo>
                  <a:lnTo>
                    <a:pt x="1813337" y="0"/>
                  </a:lnTo>
                  <a:lnTo>
                    <a:pt x="1841497" y="0"/>
                  </a:lnTo>
                  <a:lnTo>
                    <a:pt x="1869658" y="0"/>
                  </a:lnTo>
                  <a:lnTo>
                    <a:pt x="1897818" y="0"/>
                  </a:lnTo>
                  <a:lnTo>
                    <a:pt x="1925979" y="0"/>
                  </a:lnTo>
                  <a:lnTo>
                    <a:pt x="1954140" y="0"/>
                  </a:lnTo>
                  <a:lnTo>
                    <a:pt x="1982300" y="0"/>
                  </a:lnTo>
                  <a:lnTo>
                    <a:pt x="2010461" y="0"/>
                  </a:lnTo>
                  <a:lnTo>
                    <a:pt x="2038621" y="0"/>
                  </a:lnTo>
                  <a:lnTo>
                    <a:pt x="2066782" y="0"/>
                  </a:lnTo>
                  <a:lnTo>
                    <a:pt x="2094942" y="0"/>
                  </a:lnTo>
                  <a:lnTo>
                    <a:pt x="2123103" y="0"/>
                  </a:lnTo>
                  <a:lnTo>
                    <a:pt x="2151263" y="0"/>
                  </a:lnTo>
                  <a:lnTo>
                    <a:pt x="2179424" y="0"/>
                  </a:lnTo>
                  <a:lnTo>
                    <a:pt x="2190487" y="0"/>
                  </a:lnTo>
                  <a:lnTo>
                    <a:pt x="2190487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2636755" y="3669919"/>
              <a:ext cx="2190487" cy="0"/>
            </a:xfrm>
            <a:custGeom>
              <a:avLst/>
              <a:pathLst>
                <a:path w="2190487" h="0">
                  <a:moveTo>
                    <a:pt x="0" y="0"/>
                  </a:moveTo>
                  <a:lnTo>
                    <a:pt x="11063" y="0"/>
                  </a:lnTo>
                  <a:lnTo>
                    <a:pt x="39223" y="0"/>
                  </a:lnTo>
                  <a:lnTo>
                    <a:pt x="67384" y="0"/>
                  </a:lnTo>
                  <a:lnTo>
                    <a:pt x="95544" y="0"/>
                  </a:lnTo>
                  <a:lnTo>
                    <a:pt x="123705" y="0"/>
                  </a:lnTo>
                  <a:lnTo>
                    <a:pt x="151865" y="0"/>
                  </a:lnTo>
                  <a:lnTo>
                    <a:pt x="180026" y="0"/>
                  </a:lnTo>
                  <a:lnTo>
                    <a:pt x="208186" y="0"/>
                  </a:lnTo>
                  <a:lnTo>
                    <a:pt x="236347" y="0"/>
                  </a:lnTo>
                  <a:lnTo>
                    <a:pt x="264507" y="0"/>
                  </a:lnTo>
                  <a:lnTo>
                    <a:pt x="292668" y="0"/>
                  </a:lnTo>
                  <a:lnTo>
                    <a:pt x="320828" y="0"/>
                  </a:lnTo>
                  <a:lnTo>
                    <a:pt x="348989" y="0"/>
                  </a:lnTo>
                  <a:lnTo>
                    <a:pt x="377150" y="0"/>
                  </a:lnTo>
                  <a:lnTo>
                    <a:pt x="405310" y="0"/>
                  </a:lnTo>
                  <a:lnTo>
                    <a:pt x="433471" y="0"/>
                  </a:lnTo>
                  <a:lnTo>
                    <a:pt x="461631" y="0"/>
                  </a:lnTo>
                  <a:lnTo>
                    <a:pt x="489792" y="0"/>
                  </a:lnTo>
                  <a:lnTo>
                    <a:pt x="517952" y="0"/>
                  </a:lnTo>
                  <a:lnTo>
                    <a:pt x="546113" y="0"/>
                  </a:lnTo>
                  <a:lnTo>
                    <a:pt x="574273" y="0"/>
                  </a:lnTo>
                  <a:lnTo>
                    <a:pt x="602434" y="0"/>
                  </a:lnTo>
                  <a:lnTo>
                    <a:pt x="630594" y="0"/>
                  </a:lnTo>
                  <a:lnTo>
                    <a:pt x="658755" y="0"/>
                  </a:lnTo>
                  <a:lnTo>
                    <a:pt x="686915" y="0"/>
                  </a:lnTo>
                  <a:lnTo>
                    <a:pt x="715076" y="0"/>
                  </a:lnTo>
                  <a:lnTo>
                    <a:pt x="743237" y="0"/>
                  </a:lnTo>
                  <a:lnTo>
                    <a:pt x="771397" y="0"/>
                  </a:lnTo>
                  <a:lnTo>
                    <a:pt x="799558" y="0"/>
                  </a:lnTo>
                  <a:lnTo>
                    <a:pt x="827718" y="0"/>
                  </a:lnTo>
                  <a:lnTo>
                    <a:pt x="855879" y="0"/>
                  </a:lnTo>
                  <a:lnTo>
                    <a:pt x="884039" y="0"/>
                  </a:lnTo>
                  <a:lnTo>
                    <a:pt x="912200" y="0"/>
                  </a:lnTo>
                  <a:lnTo>
                    <a:pt x="940360" y="0"/>
                  </a:lnTo>
                  <a:lnTo>
                    <a:pt x="968521" y="0"/>
                  </a:lnTo>
                  <a:lnTo>
                    <a:pt x="996681" y="0"/>
                  </a:lnTo>
                  <a:lnTo>
                    <a:pt x="1024842" y="0"/>
                  </a:lnTo>
                  <a:lnTo>
                    <a:pt x="1053002" y="0"/>
                  </a:lnTo>
                  <a:lnTo>
                    <a:pt x="1081163" y="0"/>
                  </a:lnTo>
                  <a:lnTo>
                    <a:pt x="1109323" y="0"/>
                  </a:lnTo>
                  <a:lnTo>
                    <a:pt x="1137484" y="0"/>
                  </a:lnTo>
                  <a:lnTo>
                    <a:pt x="1165645" y="0"/>
                  </a:lnTo>
                  <a:lnTo>
                    <a:pt x="1193805" y="0"/>
                  </a:lnTo>
                  <a:lnTo>
                    <a:pt x="1221966" y="0"/>
                  </a:lnTo>
                  <a:lnTo>
                    <a:pt x="1250126" y="0"/>
                  </a:lnTo>
                  <a:lnTo>
                    <a:pt x="1278287" y="0"/>
                  </a:lnTo>
                  <a:lnTo>
                    <a:pt x="1306447" y="0"/>
                  </a:lnTo>
                  <a:lnTo>
                    <a:pt x="1334608" y="0"/>
                  </a:lnTo>
                  <a:lnTo>
                    <a:pt x="1362768" y="0"/>
                  </a:lnTo>
                  <a:lnTo>
                    <a:pt x="1390929" y="0"/>
                  </a:lnTo>
                  <a:lnTo>
                    <a:pt x="1419089" y="0"/>
                  </a:lnTo>
                  <a:lnTo>
                    <a:pt x="1447250" y="0"/>
                  </a:lnTo>
                  <a:lnTo>
                    <a:pt x="1475410" y="0"/>
                  </a:lnTo>
                  <a:lnTo>
                    <a:pt x="1503571" y="0"/>
                  </a:lnTo>
                  <a:lnTo>
                    <a:pt x="1531732" y="0"/>
                  </a:lnTo>
                  <a:lnTo>
                    <a:pt x="1559892" y="0"/>
                  </a:lnTo>
                  <a:lnTo>
                    <a:pt x="1588053" y="0"/>
                  </a:lnTo>
                  <a:lnTo>
                    <a:pt x="1616213" y="0"/>
                  </a:lnTo>
                  <a:lnTo>
                    <a:pt x="1644374" y="0"/>
                  </a:lnTo>
                  <a:lnTo>
                    <a:pt x="1672534" y="0"/>
                  </a:lnTo>
                  <a:lnTo>
                    <a:pt x="1700695" y="0"/>
                  </a:lnTo>
                  <a:lnTo>
                    <a:pt x="1728855" y="0"/>
                  </a:lnTo>
                  <a:lnTo>
                    <a:pt x="1757016" y="0"/>
                  </a:lnTo>
                  <a:lnTo>
                    <a:pt x="1785176" y="0"/>
                  </a:lnTo>
                  <a:lnTo>
                    <a:pt x="1813337" y="0"/>
                  </a:lnTo>
                  <a:lnTo>
                    <a:pt x="1841497" y="0"/>
                  </a:lnTo>
                  <a:lnTo>
                    <a:pt x="1869658" y="0"/>
                  </a:lnTo>
                  <a:lnTo>
                    <a:pt x="1897818" y="0"/>
                  </a:lnTo>
                  <a:lnTo>
                    <a:pt x="1925979" y="0"/>
                  </a:lnTo>
                  <a:lnTo>
                    <a:pt x="1954140" y="0"/>
                  </a:lnTo>
                  <a:lnTo>
                    <a:pt x="1982300" y="0"/>
                  </a:lnTo>
                  <a:lnTo>
                    <a:pt x="2010461" y="0"/>
                  </a:lnTo>
                  <a:lnTo>
                    <a:pt x="2038621" y="0"/>
                  </a:lnTo>
                  <a:lnTo>
                    <a:pt x="2066782" y="0"/>
                  </a:lnTo>
                  <a:lnTo>
                    <a:pt x="2094942" y="0"/>
                  </a:lnTo>
                  <a:lnTo>
                    <a:pt x="2123103" y="0"/>
                  </a:lnTo>
                  <a:lnTo>
                    <a:pt x="2151263" y="0"/>
                  </a:lnTo>
                  <a:lnTo>
                    <a:pt x="2179424" y="0"/>
                  </a:lnTo>
                  <a:lnTo>
                    <a:pt x="2190487" y="0"/>
                  </a:lnTo>
                  <a:lnTo>
                    <a:pt x="2190487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2636755" y="3299297"/>
              <a:ext cx="2190487" cy="0"/>
            </a:xfrm>
            <a:custGeom>
              <a:avLst/>
              <a:pathLst>
                <a:path w="2190487" h="0">
                  <a:moveTo>
                    <a:pt x="0" y="0"/>
                  </a:moveTo>
                  <a:lnTo>
                    <a:pt x="11063" y="0"/>
                  </a:lnTo>
                  <a:lnTo>
                    <a:pt x="39223" y="0"/>
                  </a:lnTo>
                  <a:lnTo>
                    <a:pt x="67384" y="0"/>
                  </a:lnTo>
                  <a:lnTo>
                    <a:pt x="95544" y="0"/>
                  </a:lnTo>
                  <a:lnTo>
                    <a:pt x="123705" y="0"/>
                  </a:lnTo>
                  <a:lnTo>
                    <a:pt x="151865" y="0"/>
                  </a:lnTo>
                  <a:lnTo>
                    <a:pt x="180026" y="0"/>
                  </a:lnTo>
                  <a:lnTo>
                    <a:pt x="208186" y="0"/>
                  </a:lnTo>
                  <a:lnTo>
                    <a:pt x="236347" y="0"/>
                  </a:lnTo>
                  <a:lnTo>
                    <a:pt x="264507" y="0"/>
                  </a:lnTo>
                  <a:lnTo>
                    <a:pt x="292668" y="0"/>
                  </a:lnTo>
                  <a:lnTo>
                    <a:pt x="320828" y="0"/>
                  </a:lnTo>
                  <a:lnTo>
                    <a:pt x="348989" y="0"/>
                  </a:lnTo>
                  <a:lnTo>
                    <a:pt x="377150" y="0"/>
                  </a:lnTo>
                  <a:lnTo>
                    <a:pt x="405310" y="0"/>
                  </a:lnTo>
                  <a:lnTo>
                    <a:pt x="433471" y="0"/>
                  </a:lnTo>
                  <a:lnTo>
                    <a:pt x="461631" y="0"/>
                  </a:lnTo>
                  <a:lnTo>
                    <a:pt x="489792" y="0"/>
                  </a:lnTo>
                  <a:lnTo>
                    <a:pt x="517952" y="0"/>
                  </a:lnTo>
                  <a:lnTo>
                    <a:pt x="546113" y="0"/>
                  </a:lnTo>
                  <a:lnTo>
                    <a:pt x="574273" y="0"/>
                  </a:lnTo>
                  <a:lnTo>
                    <a:pt x="602434" y="0"/>
                  </a:lnTo>
                  <a:lnTo>
                    <a:pt x="630594" y="0"/>
                  </a:lnTo>
                  <a:lnTo>
                    <a:pt x="658755" y="0"/>
                  </a:lnTo>
                  <a:lnTo>
                    <a:pt x="686915" y="0"/>
                  </a:lnTo>
                  <a:lnTo>
                    <a:pt x="715076" y="0"/>
                  </a:lnTo>
                  <a:lnTo>
                    <a:pt x="743237" y="0"/>
                  </a:lnTo>
                  <a:lnTo>
                    <a:pt x="771397" y="0"/>
                  </a:lnTo>
                  <a:lnTo>
                    <a:pt x="799558" y="0"/>
                  </a:lnTo>
                  <a:lnTo>
                    <a:pt x="827718" y="0"/>
                  </a:lnTo>
                  <a:lnTo>
                    <a:pt x="855879" y="0"/>
                  </a:lnTo>
                  <a:lnTo>
                    <a:pt x="884039" y="0"/>
                  </a:lnTo>
                  <a:lnTo>
                    <a:pt x="912200" y="0"/>
                  </a:lnTo>
                  <a:lnTo>
                    <a:pt x="940360" y="0"/>
                  </a:lnTo>
                  <a:lnTo>
                    <a:pt x="968521" y="0"/>
                  </a:lnTo>
                  <a:lnTo>
                    <a:pt x="996681" y="0"/>
                  </a:lnTo>
                  <a:lnTo>
                    <a:pt x="1024842" y="0"/>
                  </a:lnTo>
                  <a:lnTo>
                    <a:pt x="1053002" y="0"/>
                  </a:lnTo>
                  <a:lnTo>
                    <a:pt x="1081163" y="0"/>
                  </a:lnTo>
                  <a:lnTo>
                    <a:pt x="1109323" y="0"/>
                  </a:lnTo>
                  <a:lnTo>
                    <a:pt x="1137484" y="0"/>
                  </a:lnTo>
                  <a:lnTo>
                    <a:pt x="1165645" y="0"/>
                  </a:lnTo>
                  <a:lnTo>
                    <a:pt x="1193805" y="0"/>
                  </a:lnTo>
                  <a:lnTo>
                    <a:pt x="1221966" y="0"/>
                  </a:lnTo>
                  <a:lnTo>
                    <a:pt x="1250126" y="0"/>
                  </a:lnTo>
                  <a:lnTo>
                    <a:pt x="1278287" y="0"/>
                  </a:lnTo>
                  <a:lnTo>
                    <a:pt x="1306447" y="0"/>
                  </a:lnTo>
                  <a:lnTo>
                    <a:pt x="1334608" y="0"/>
                  </a:lnTo>
                  <a:lnTo>
                    <a:pt x="1362768" y="0"/>
                  </a:lnTo>
                  <a:lnTo>
                    <a:pt x="1390929" y="0"/>
                  </a:lnTo>
                  <a:lnTo>
                    <a:pt x="1419089" y="0"/>
                  </a:lnTo>
                  <a:lnTo>
                    <a:pt x="1447250" y="0"/>
                  </a:lnTo>
                  <a:lnTo>
                    <a:pt x="1475410" y="0"/>
                  </a:lnTo>
                  <a:lnTo>
                    <a:pt x="1503571" y="0"/>
                  </a:lnTo>
                  <a:lnTo>
                    <a:pt x="1531732" y="0"/>
                  </a:lnTo>
                  <a:lnTo>
                    <a:pt x="1559892" y="0"/>
                  </a:lnTo>
                  <a:lnTo>
                    <a:pt x="1588053" y="0"/>
                  </a:lnTo>
                  <a:lnTo>
                    <a:pt x="1616213" y="0"/>
                  </a:lnTo>
                  <a:lnTo>
                    <a:pt x="1644374" y="0"/>
                  </a:lnTo>
                  <a:lnTo>
                    <a:pt x="1672534" y="0"/>
                  </a:lnTo>
                  <a:lnTo>
                    <a:pt x="1700695" y="0"/>
                  </a:lnTo>
                  <a:lnTo>
                    <a:pt x="1728855" y="0"/>
                  </a:lnTo>
                  <a:lnTo>
                    <a:pt x="1757016" y="0"/>
                  </a:lnTo>
                  <a:lnTo>
                    <a:pt x="1785176" y="0"/>
                  </a:lnTo>
                  <a:lnTo>
                    <a:pt x="1813337" y="0"/>
                  </a:lnTo>
                  <a:lnTo>
                    <a:pt x="1841497" y="0"/>
                  </a:lnTo>
                  <a:lnTo>
                    <a:pt x="1869658" y="0"/>
                  </a:lnTo>
                  <a:lnTo>
                    <a:pt x="1897818" y="0"/>
                  </a:lnTo>
                  <a:lnTo>
                    <a:pt x="1925979" y="0"/>
                  </a:lnTo>
                  <a:lnTo>
                    <a:pt x="1954140" y="0"/>
                  </a:lnTo>
                  <a:lnTo>
                    <a:pt x="1982300" y="0"/>
                  </a:lnTo>
                  <a:lnTo>
                    <a:pt x="2010461" y="0"/>
                  </a:lnTo>
                  <a:lnTo>
                    <a:pt x="2038621" y="0"/>
                  </a:lnTo>
                  <a:lnTo>
                    <a:pt x="2066782" y="0"/>
                  </a:lnTo>
                  <a:lnTo>
                    <a:pt x="2094942" y="0"/>
                  </a:lnTo>
                  <a:lnTo>
                    <a:pt x="2123103" y="0"/>
                  </a:lnTo>
                  <a:lnTo>
                    <a:pt x="2151263" y="0"/>
                  </a:lnTo>
                  <a:lnTo>
                    <a:pt x="2179424" y="0"/>
                  </a:lnTo>
                  <a:lnTo>
                    <a:pt x="2190487" y="0"/>
                  </a:lnTo>
                  <a:lnTo>
                    <a:pt x="2190487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2636755" y="2928675"/>
              <a:ext cx="2190487" cy="0"/>
            </a:xfrm>
            <a:custGeom>
              <a:avLst/>
              <a:pathLst>
                <a:path w="2190487" h="0">
                  <a:moveTo>
                    <a:pt x="0" y="0"/>
                  </a:moveTo>
                  <a:lnTo>
                    <a:pt x="11063" y="0"/>
                  </a:lnTo>
                  <a:lnTo>
                    <a:pt x="39223" y="0"/>
                  </a:lnTo>
                  <a:lnTo>
                    <a:pt x="67384" y="0"/>
                  </a:lnTo>
                  <a:lnTo>
                    <a:pt x="95544" y="0"/>
                  </a:lnTo>
                  <a:lnTo>
                    <a:pt x="123705" y="0"/>
                  </a:lnTo>
                  <a:lnTo>
                    <a:pt x="151865" y="0"/>
                  </a:lnTo>
                  <a:lnTo>
                    <a:pt x="180026" y="0"/>
                  </a:lnTo>
                  <a:lnTo>
                    <a:pt x="208186" y="0"/>
                  </a:lnTo>
                  <a:lnTo>
                    <a:pt x="236347" y="0"/>
                  </a:lnTo>
                  <a:lnTo>
                    <a:pt x="264507" y="0"/>
                  </a:lnTo>
                  <a:lnTo>
                    <a:pt x="292668" y="0"/>
                  </a:lnTo>
                  <a:lnTo>
                    <a:pt x="320828" y="0"/>
                  </a:lnTo>
                  <a:lnTo>
                    <a:pt x="348989" y="0"/>
                  </a:lnTo>
                  <a:lnTo>
                    <a:pt x="377150" y="0"/>
                  </a:lnTo>
                  <a:lnTo>
                    <a:pt x="405310" y="0"/>
                  </a:lnTo>
                  <a:lnTo>
                    <a:pt x="433471" y="0"/>
                  </a:lnTo>
                  <a:lnTo>
                    <a:pt x="461631" y="0"/>
                  </a:lnTo>
                  <a:lnTo>
                    <a:pt x="489792" y="0"/>
                  </a:lnTo>
                  <a:lnTo>
                    <a:pt x="517952" y="0"/>
                  </a:lnTo>
                  <a:lnTo>
                    <a:pt x="546113" y="0"/>
                  </a:lnTo>
                  <a:lnTo>
                    <a:pt x="574273" y="0"/>
                  </a:lnTo>
                  <a:lnTo>
                    <a:pt x="602434" y="0"/>
                  </a:lnTo>
                  <a:lnTo>
                    <a:pt x="630594" y="0"/>
                  </a:lnTo>
                  <a:lnTo>
                    <a:pt x="658755" y="0"/>
                  </a:lnTo>
                  <a:lnTo>
                    <a:pt x="686915" y="0"/>
                  </a:lnTo>
                  <a:lnTo>
                    <a:pt x="715076" y="0"/>
                  </a:lnTo>
                  <a:lnTo>
                    <a:pt x="743237" y="0"/>
                  </a:lnTo>
                  <a:lnTo>
                    <a:pt x="771397" y="0"/>
                  </a:lnTo>
                  <a:lnTo>
                    <a:pt x="799558" y="0"/>
                  </a:lnTo>
                  <a:lnTo>
                    <a:pt x="827718" y="0"/>
                  </a:lnTo>
                  <a:lnTo>
                    <a:pt x="855879" y="0"/>
                  </a:lnTo>
                  <a:lnTo>
                    <a:pt x="884039" y="0"/>
                  </a:lnTo>
                  <a:lnTo>
                    <a:pt x="912200" y="0"/>
                  </a:lnTo>
                  <a:lnTo>
                    <a:pt x="940360" y="0"/>
                  </a:lnTo>
                  <a:lnTo>
                    <a:pt x="968521" y="0"/>
                  </a:lnTo>
                  <a:lnTo>
                    <a:pt x="996681" y="0"/>
                  </a:lnTo>
                  <a:lnTo>
                    <a:pt x="1024842" y="0"/>
                  </a:lnTo>
                  <a:lnTo>
                    <a:pt x="1053002" y="0"/>
                  </a:lnTo>
                  <a:lnTo>
                    <a:pt x="1081163" y="0"/>
                  </a:lnTo>
                  <a:lnTo>
                    <a:pt x="1109323" y="0"/>
                  </a:lnTo>
                  <a:lnTo>
                    <a:pt x="1137484" y="0"/>
                  </a:lnTo>
                  <a:lnTo>
                    <a:pt x="1165645" y="0"/>
                  </a:lnTo>
                  <a:lnTo>
                    <a:pt x="1193805" y="0"/>
                  </a:lnTo>
                  <a:lnTo>
                    <a:pt x="1221966" y="0"/>
                  </a:lnTo>
                  <a:lnTo>
                    <a:pt x="1250126" y="0"/>
                  </a:lnTo>
                  <a:lnTo>
                    <a:pt x="1278287" y="0"/>
                  </a:lnTo>
                  <a:lnTo>
                    <a:pt x="1306447" y="0"/>
                  </a:lnTo>
                  <a:lnTo>
                    <a:pt x="1334608" y="0"/>
                  </a:lnTo>
                  <a:lnTo>
                    <a:pt x="1362768" y="0"/>
                  </a:lnTo>
                  <a:lnTo>
                    <a:pt x="1390929" y="0"/>
                  </a:lnTo>
                  <a:lnTo>
                    <a:pt x="1419089" y="0"/>
                  </a:lnTo>
                  <a:lnTo>
                    <a:pt x="1447250" y="0"/>
                  </a:lnTo>
                  <a:lnTo>
                    <a:pt x="1475410" y="0"/>
                  </a:lnTo>
                  <a:lnTo>
                    <a:pt x="1503571" y="0"/>
                  </a:lnTo>
                  <a:lnTo>
                    <a:pt x="1531732" y="0"/>
                  </a:lnTo>
                  <a:lnTo>
                    <a:pt x="1559892" y="0"/>
                  </a:lnTo>
                  <a:lnTo>
                    <a:pt x="1588053" y="0"/>
                  </a:lnTo>
                  <a:lnTo>
                    <a:pt x="1616213" y="0"/>
                  </a:lnTo>
                  <a:lnTo>
                    <a:pt x="1644374" y="0"/>
                  </a:lnTo>
                  <a:lnTo>
                    <a:pt x="1672534" y="0"/>
                  </a:lnTo>
                  <a:lnTo>
                    <a:pt x="1700695" y="0"/>
                  </a:lnTo>
                  <a:lnTo>
                    <a:pt x="1728855" y="0"/>
                  </a:lnTo>
                  <a:lnTo>
                    <a:pt x="1757016" y="0"/>
                  </a:lnTo>
                  <a:lnTo>
                    <a:pt x="1785176" y="0"/>
                  </a:lnTo>
                  <a:lnTo>
                    <a:pt x="1813337" y="0"/>
                  </a:lnTo>
                  <a:lnTo>
                    <a:pt x="1841497" y="0"/>
                  </a:lnTo>
                  <a:lnTo>
                    <a:pt x="1869658" y="0"/>
                  </a:lnTo>
                  <a:lnTo>
                    <a:pt x="1897818" y="0"/>
                  </a:lnTo>
                  <a:lnTo>
                    <a:pt x="1925979" y="0"/>
                  </a:lnTo>
                  <a:lnTo>
                    <a:pt x="1954140" y="0"/>
                  </a:lnTo>
                  <a:lnTo>
                    <a:pt x="1982300" y="0"/>
                  </a:lnTo>
                  <a:lnTo>
                    <a:pt x="2010461" y="0"/>
                  </a:lnTo>
                  <a:lnTo>
                    <a:pt x="2038621" y="0"/>
                  </a:lnTo>
                  <a:lnTo>
                    <a:pt x="2066782" y="0"/>
                  </a:lnTo>
                  <a:lnTo>
                    <a:pt x="2094942" y="0"/>
                  </a:lnTo>
                  <a:lnTo>
                    <a:pt x="2123103" y="0"/>
                  </a:lnTo>
                  <a:lnTo>
                    <a:pt x="2151263" y="0"/>
                  </a:lnTo>
                  <a:lnTo>
                    <a:pt x="2179424" y="0"/>
                  </a:lnTo>
                  <a:lnTo>
                    <a:pt x="2190487" y="0"/>
                  </a:lnTo>
                  <a:lnTo>
                    <a:pt x="2190487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2636755" y="2558052"/>
              <a:ext cx="2190487" cy="0"/>
            </a:xfrm>
            <a:custGeom>
              <a:avLst/>
              <a:pathLst>
                <a:path w="2190487" h="0">
                  <a:moveTo>
                    <a:pt x="0" y="0"/>
                  </a:moveTo>
                  <a:lnTo>
                    <a:pt x="11063" y="0"/>
                  </a:lnTo>
                  <a:lnTo>
                    <a:pt x="39223" y="0"/>
                  </a:lnTo>
                  <a:lnTo>
                    <a:pt x="67384" y="0"/>
                  </a:lnTo>
                  <a:lnTo>
                    <a:pt x="95544" y="0"/>
                  </a:lnTo>
                  <a:lnTo>
                    <a:pt x="123705" y="0"/>
                  </a:lnTo>
                  <a:lnTo>
                    <a:pt x="151865" y="0"/>
                  </a:lnTo>
                  <a:lnTo>
                    <a:pt x="180026" y="0"/>
                  </a:lnTo>
                  <a:lnTo>
                    <a:pt x="208186" y="0"/>
                  </a:lnTo>
                  <a:lnTo>
                    <a:pt x="236347" y="0"/>
                  </a:lnTo>
                  <a:lnTo>
                    <a:pt x="264507" y="0"/>
                  </a:lnTo>
                  <a:lnTo>
                    <a:pt x="292668" y="0"/>
                  </a:lnTo>
                  <a:lnTo>
                    <a:pt x="320828" y="0"/>
                  </a:lnTo>
                  <a:lnTo>
                    <a:pt x="348989" y="0"/>
                  </a:lnTo>
                  <a:lnTo>
                    <a:pt x="377150" y="0"/>
                  </a:lnTo>
                  <a:lnTo>
                    <a:pt x="405310" y="0"/>
                  </a:lnTo>
                  <a:lnTo>
                    <a:pt x="433471" y="0"/>
                  </a:lnTo>
                  <a:lnTo>
                    <a:pt x="461631" y="0"/>
                  </a:lnTo>
                  <a:lnTo>
                    <a:pt x="489792" y="0"/>
                  </a:lnTo>
                  <a:lnTo>
                    <a:pt x="517952" y="0"/>
                  </a:lnTo>
                  <a:lnTo>
                    <a:pt x="546113" y="0"/>
                  </a:lnTo>
                  <a:lnTo>
                    <a:pt x="574273" y="0"/>
                  </a:lnTo>
                  <a:lnTo>
                    <a:pt x="602434" y="0"/>
                  </a:lnTo>
                  <a:lnTo>
                    <a:pt x="630594" y="0"/>
                  </a:lnTo>
                  <a:lnTo>
                    <a:pt x="658755" y="0"/>
                  </a:lnTo>
                  <a:lnTo>
                    <a:pt x="686915" y="0"/>
                  </a:lnTo>
                  <a:lnTo>
                    <a:pt x="715076" y="0"/>
                  </a:lnTo>
                  <a:lnTo>
                    <a:pt x="743237" y="0"/>
                  </a:lnTo>
                  <a:lnTo>
                    <a:pt x="771397" y="0"/>
                  </a:lnTo>
                  <a:lnTo>
                    <a:pt x="799558" y="0"/>
                  </a:lnTo>
                  <a:lnTo>
                    <a:pt x="827718" y="0"/>
                  </a:lnTo>
                  <a:lnTo>
                    <a:pt x="855879" y="0"/>
                  </a:lnTo>
                  <a:lnTo>
                    <a:pt x="884039" y="0"/>
                  </a:lnTo>
                  <a:lnTo>
                    <a:pt x="912200" y="0"/>
                  </a:lnTo>
                  <a:lnTo>
                    <a:pt x="940360" y="0"/>
                  </a:lnTo>
                  <a:lnTo>
                    <a:pt x="968521" y="0"/>
                  </a:lnTo>
                  <a:lnTo>
                    <a:pt x="996681" y="0"/>
                  </a:lnTo>
                  <a:lnTo>
                    <a:pt x="1024842" y="0"/>
                  </a:lnTo>
                  <a:lnTo>
                    <a:pt x="1053002" y="0"/>
                  </a:lnTo>
                  <a:lnTo>
                    <a:pt x="1081163" y="0"/>
                  </a:lnTo>
                  <a:lnTo>
                    <a:pt x="1109323" y="0"/>
                  </a:lnTo>
                  <a:lnTo>
                    <a:pt x="1137484" y="0"/>
                  </a:lnTo>
                  <a:lnTo>
                    <a:pt x="1165645" y="0"/>
                  </a:lnTo>
                  <a:lnTo>
                    <a:pt x="1193805" y="0"/>
                  </a:lnTo>
                  <a:lnTo>
                    <a:pt x="1221966" y="0"/>
                  </a:lnTo>
                  <a:lnTo>
                    <a:pt x="1250126" y="0"/>
                  </a:lnTo>
                  <a:lnTo>
                    <a:pt x="1278287" y="0"/>
                  </a:lnTo>
                  <a:lnTo>
                    <a:pt x="1306447" y="0"/>
                  </a:lnTo>
                  <a:lnTo>
                    <a:pt x="1334608" y="0"/>
                  </a:lnTo>
                  <a:lnTo>
                    <a:pt x="1362768" y="0"/>
                  </a:lnTo>
                  <a:lnTo>
                    <a:pt x="1390929" y="0"/>
                  </a:lnTo>
                  <a:lnTo>
                    <a:pt x="1419089" y="0"/>
                  </a:lnTo>
                  <a:lnTo>
                    <a:pt x="1447250" y="0"/>
                  </a:lnTo>
                  <a:lnTo>
                    <a:pt x="1475410" y="0"/>
                  </a:lnTo>
                  <a:lnTo>
                    <a:pt x="1503571" y="0"/>
                  </a:lnTo>
                  <a:lnTo>
                    <a:pt x="1531732" y="0"/>
                  </a:lnTo>
                  <a:lnTo>
                    <a:pt x="1559892" y="0"/>
                  </a:lnTo>
                  <a:lnTo>
                    <a:pt x="1588053" y="0"/>
                  </a:lnTo>
                  <a:lnTo>
                    <a:pt x="1616213" y="0"/>
                  </a:lnTo>
                  <a:lnTo>
                    <a:pt x="1644374" y="0"/>
                  </a:lnTo>
                  <a:lnTo>
                    <a:pt x="1672534" y="0"/>
                  </a:lnTo>
                  <a:lnTo>
                    <a:pt x="1700695" y="0"/>
                  </a:lnTo>
                  <a:lnTo>
                    <a:pt x="1728855" y="0"/>
                  </a:lnTo>
                  <a:lnTo>
                    <a:pt x="1757016" y="0"/>
                  </a:lnTo>
                  <a:lnTo>
                    <a:pt x="1785176" y="0"/>
                  </a:lnTo>
                  <a:lnTo>
                    <a:pt x="1813337" y="0"/>
                  </a:lnTo>
                  <a:lnTo>
                    <a:pt x="1841497" y="0"/>
                  </a:lnTo>
                  <a:lnTo>
                    <a:pt x="1869658" y="0"/>
                  </a:lnTo>
                  <a:lnTo>
                    <a:pt x="1897818" y="0"/>
                  </a:lnTo>
                  <a:lnTo>
                    <a:pt x="1925979" y="0"/>
                  </a:lnTo>
                  <a:lnTo>
                    <a:pt x="1954140" y="0"/>
                  </a:lnTo>
                  <a:lnTo>
                    <a:pt x="1982300" y="0"/>
                  </a:lnTo>
                  <a:lnTo>
                    <a:pt x="2010461" y="0"/>
                  </a:lnTo>
                  <a:lnTo>
                    <a:pt x="2038621" y="0"/>
                  </a:lnTo>
                  <a:lnTo>
                    <a:pt x="2066782" y="0"/>
                  </a:lnTo>
                  <a:lnTo>
                    <a:pt x="2094942" y="0"/>
                  </a:lnTo>
                  <a:lnTo>
                    <a:pt x="2123103" y="0"/>
                  </a:lnTo>
                  <a:lnTo>
                    <a:pt x="2151263" y="0"/>
                  </a:lnTo>
                  <a:lnTo>
                    <a:pt x="2179424" y="0"/>
                  </a:lnTo>
                  <a:lnTo>
                    <a:pt x="2190487" y="0"/>
                  </a:lnTo>
                  <a:lnTo>
                    <a:pt x="2190487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636755" y="2187430"/>
              <a:ext cx="2190487" cy="0"/>
            </a:xfrm>
            <a:custGeom>
              <a:avLst/>
              <a:pathLst>
                <a:path w="2190487" h="0">
                  <a:moveTo>
                    <a:pt x="0" y="0"/>
                  </a:moveTo>
                  <a:lnTo>
                    <a:pt x="11063" y="0"/>
                  </a:lnTo>
                  <a:lnTo>
                    <a:pt x="39223" y="0"/>
                  </a:lnTo>
                  <a:lnTo>
                    <a:pt x="67384" y="0"/>
                  </a:lnTo>
                  <a:lnTo>
                    <a:pt x="95544" y="0"/>
                  </a:lnTo>
                  <a:lnTo>
                    <a:pt x="123705" y="0"/>
                  </a:lnTo>
                  <a:lnTo>
                    <a:pt x="151865" y="0"/>
                  </a:lnTo>
                  <a:lnTo>
                    <a:pt x="180026" y="0"/>
                  </a:lnTo>
                  <a:lnTo>
                    <a:pt x="208186" y="0"/>
                  </a:lnTo>
                  <a:lnTo>
                    <a:pt x="236347" y="0"/>
                  </a:lnTo>
                  <a:lnTo>
                    <a:pt x="264507" y="0"/>
                  </a:lnTo>
                  <a:lnTo>
                    <a:pt x="292668" y="0"/>
                  </a:lnTo>
                  <a:lnTo>
                    <a:pt x="320828" y="0"/>
                  </a:lnTo>
                  <a:lnTo>
                    <a:pt x="348989" y="0"/>
                  </a:lnTo>
                  <a:lnTo>
                    <a:pt x="377150" y="0"/>
                  </a:lnTo>
                  <a:lnTo>
                    <a:pt x="405310" y="0"/>
                  </a:lnTo>
                  <a:lnTo>
                    <a:pt x="433471" y="0"/>
                  </a:lnTo>
                  <a:lnTo>
                    <a:pt x="461631" y="0"/>
                  </a:lnTo>
                  <a:lnTo>
                    <a:pt x="489792" y="0"/>
                  </a:lnTo>
                  <a:lnTo>
                    <a:pt x="517952" y="0"/>
                  </a:lnTo>
                  <a:lnTo>
                    <a:pt x="546113" y="0"/>
                  </a:lnTo>
                  <a:lnTo>
                    <a:pt x="574273" y="0"/>
                  </a:lnTo>
                  <a:lnTo>
                    <a:pt x="602434" y="0"/>
                  </a:lnTo>
                  <a:lnTo>
                    <a:pt x="630594" y="0"/>
                  </a:lnTo>
                  <a:lnTo>
                    <a:pt x="658755" y="0"/>
                  </a:lnTo>
                  <a:lnTo>
                    <a:pt x="686915" y="0"/>
                  </a:lnTo>
                  <a:lnTo>
                    <a:pt x="715076" y="0"/>
                  </a:lnTo>
                  <a:lnTo>
                    <a:pt x="743237" y="0"/>
                  </a:lnTo>
                  <a:lnTo>
                    <a:pt x="771397" y="0"/>
                  </a:lnTo>
                  <a:lnTo>
                    <a:pt x="799558" y="0"/>
                  </a:lnTo>
                  <a:lnTo>
                    <a:pt x="827718" y="0"/>
                  </a:lnTo>
                  <a:lnTo>
                    <a:pt x="855879" y="0"/>
                  </a:lnTo>
                  <a:lnTo>
                    <a:pt x="884039" y="0"/>
                  </a:lnTo>
                  <a:lnTo>
                    <a:pt x="912200" y="0"/>
                  </a:lnTo>
                  <a:lnTo>
                    <a:pt x="940360" y="0"/>
                  </a:lnTo>
                  <a:lnTo>
                    <a:pt x="968521" y="0"/>
                  </a:lnTo>
                  <a:lnTo>
                    <a:pt x="996681" y="0"/>
                  </a:lnTo>
                  <a:lnTo>
                    <a:pt x="1024842" y="0"/>
                  </a:lnTo>
                  <a:lnTo>
                    <a:pt x="1053002" y="0"/>
                  </a:lnTo>
                  <a:lnTo>
                    <a:pt x="1081163" y="0"/>
                  </a:lnTo>
                  <a:lnTo>
                    <a:pt x="1109323" y="0"/>
                  </a:lnTo>
                  <a:lnTo>
                    <a:pt x="1137484" y="0"/>
                  </a:lnTo>
                  <a:lnTo>
                    <a:pt x="1165645" y="0"/>
                  </a:lnTo>
                  <a:lnTo>
                    <a:pt x="1193805" y="0"/>
                  </a:lnTo>
                  <a:lnTo>
                    <a:pt x="1221966" y="0"/>
                  </a:lnTo>
                  <a:lnTo>
                    <a:pt x="1250126" y="0"/>
                  </a:lnTo>
                  <a:lnTo>
                    <a:pt x="1278287" y="0"/>
                  </a:lnTo>
                  <a:lnTo>
                    <a:pt x="1306447" y="0"/>
                  </a:lnTo>
                  <a:lnTo>
                    <a:pt x="1334608" y="0"/>
                  </a:lnTo>
                  <a:lnTo>
                    <a:pt x="1362768" y="0"/>
                  </a:lnTo>
                  <a:lnTo>
                    <a:pt x="1390929" y="0"/>
                  </a:lnTo>
                  <a:lnTo>
                    <a:pt x="1419089" y="0"/>
                  </a:lnTo>
                  <a:lnTo>
                    <a:pt x="1447250" y="0"/>
                  </a:lnTo>
                  <a:lnTo>
                    <a:pt x="1475410" y="0"/>
                  </a:lnTo>
                  <a:lnTo>
                    <a:pt x="1503571" y="0"/>
                  </a:lnTo>
                  <a:lnTo>
                    <a:pt x="1531732" y="0"/>
                  </a:lnTo>
                  <a:lnTo>
                    <a:pt x="1559892" y="0"/>
                  </a:lnTo>
                  <a:lnTo>
                    <a:pt x="1588053" y="0"/>
                  </a:lnTo>
                  <a:lnTo>
                    <a:pt x="1616213" y="0"/>
                  </a:lnTo>
                  <a:lnTo>
                    <a:pt x="1644374" y="0"/>
                  </a:lnTo>
                  <a:lnTo>
                    <a:pt x="1672534" y="0"/>
                  </a:lnTo>
                  <a:lnTo>
                    <a:pt x="1700695" y="0"/>
                  </a:lnTo>
                  <a:lnTo>
                    <a:pt x="1728855" y="0"/>
                  </a:lnTo>
                  <a:lnTo>
                    <a:pt x="1757016" y="0"/>
                  </a:lnTo>
                  <a:lnTo>
                    <a:pt x="1785176" y="0"/>
                  </a:lnTo>
                  <a:lnTo>
                    <a:pt x="1813337" y="0"/>
                  </a:lnTo>
                  <a:lnTo>
                    <a:pt x="1841497" y="0"/>
                  </a:lnTo>
                  <a:lnTo>
                    <a:pt x="1869658" y="0"/>
                  </a:lnTo>
                  <a:lnTo>
                    <a:pt x="1897818" y="0"/>
                  </a:lnTo>
                  <a:lnTo>
                    <a:pt x="1925979" y="0"/>
                  </a:lnTo>
                  <a:lnTo>
                    <a:pt x="1954140" y="0"/>
                  </a:lnTo>
                  <a:lnTo>
                    <a:pt x="1982300" y="0"/>
                  </a:lnTo>
                  <a:lnTo>
                    <a:pt x="2010461" y="0"/>
                  </a:lnTo>
                  <a:lnTo>
                    <a:pt x="2038621" y="0"/>
                  </a:lnTo>
                  <a:lnTo>
                    <a:pt x="2066782" y="0"/>
                  </a:lnTo>
                  <a:lnTo>
                    <a:pt x="2094942" y="0"/>
                  </a:lnTo>
                  <a:lnTo>
                    <a:pt x="2123103" y="0"/>
                  </a:lnTo>
                  <a:lnTo>
                    <a:pt x="2151263" y="0"/>
                  </a:lnTo>
                  <a:lnTo>
                    <a:pt x="2179424" y="0"/>
                  </a:lnTo>
                  <a:lnTo>
                    <a:pt x="2190487" y="0"/>
                  </a:lnTo>
                  <a:lnTo>
                    <a:pt x="2190487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2636755" y="1816808"/>
              <a:ext cx="2190487" cy="0"/>
            </a:xfrm>
            <a:custGeom>
              <a:avLst/>
              <a:pathLst>
                <a:path w="2190487" h="0">
                  <a:moveTo>
                    <a:pt x="0" y="0"/>
                  </a:moveTo>
                  <a:lnTo>
                    <a:pt x="11063" y="0"/>
                  </a:lnTo>
                  <a:lnTo>
                    <a:pt x="39223" y="0"/>
                  </a:lnTo>
                  <a:lnTo>
                    <a:pt x="67384" y="0"/>
                  </a:lnTo>
                  <a:lnTo>
                    <a:pt x="95544" y="0"/>
                  </a:lnTo>
                  <a:lnTo>
                    <a:pt x="123705" y="0"/>
                  </a:lnTo>
                  <a:lnTo>
                    <a:pt x="151865" y="0"/>
                  </a:lnTo>
                  <a:lnTo>
                    <a:pt x="180026" y="0"/>
                  </a:lnTo>
                  <a:lnTo>
                    <a:pt x="208186" y="0"/>
                  </a:lnTo>
                  <a:lnTo>
                    <a:pt x="236347" y="0"/>
                  </a:lnTo>
                  <a:lnTo>
                    <a:pt x="264507" y="0"/>
                  </a:lnTo>
                  <a:lnTo>
                    <a:pt x="292668" y="0"/>
                  </a:lnTo>
                  <a:lnTo>
                    <a:pt x="320828" y="0"/>
                  </a:lnTo>
                  <a:lnTo>
                    <a:pt x="348989" y="0"/>
                  </a:lnTo>
                  <a:lnTo>
                    <a:pt x="377150" y="0"/>
                  </a:lnTo>
                  <a:lnTo>
                    <a:pt x="405310" y="0"/>
                  </a:lnTo>
                  <a:lnTo>
                    <a:pt x="433471" y="0"/>
                  </a:lnTo>
                  <a:lnTo>
                    <a:pt x="461631" y="0"/>
                  </a:lnTo>
                  <a:lnTo>
                    <a:pt x="489792" y="0"/>
                  </a:lnTo>
                  <a:lnTo>
                    <a:pt x="517952" y="0"/>
                  </a:lnTo>
                  <a:lnTo>
                    <a:pt x="546113" y="0"/>
                  </a:lnTo>
                  <a:lnTo>
                    <a:pt x="574273" y="0"/>
                  </a:lnTo>
                  <a:lnTo>
                    <a:pt x="602434" y="0"/>
                  </a:lnTo>
                  <a:lnTo>
                    <a:pt x="630594" y="0"/>
                  </a:lnTo>
                  <a:lnTo>
                    <a:pt x="658755" y="0"/>
                  </a:lnTo>
                  <a:lnTo>
                    <a:pt x="686915" y="0"/>
                  </a:lnTo>
                  <a:lnTo>
                    <a:pt x="715076" y="0"/>
                  </a:lnTo>
                  <a:lnTo>
                    <a:pt x="743237" y="0"/>
                  </a:lnTo>
                  <a:lnTo>
                    <a:pt x="771397" y="0"/>
                  </a:lnTo>
                  <a:lnTo>
                    <a:pt x="799558" y="0"/>
                  </a:lnTo>
                  <a:lnTo>
                    <a:pt x="827718" y="0"/>
                  </a:lnTo>
                  <a:lnTo>
                    <a:pt x="855879" y="0"/>
                  </a:lnTo>
                  <a:lnTo>
                    <a:pt x="884039" y="0"/>
                  </a:lnTo>
                  <a:lnTo>
                    <a:pt x="912200" y="0"/>
                  </a:lnTo>
                  <a:lnTo>
                    <a:pt x="940360" y="0"/>
                  </a:lnTo>
                  <a:lnTo>
                    <a:pt x="968521" y="0"/>
                  </a:lnTo>
                  <a:lnTo>
                    <a:pt x="996681" y="0"/>
                  </a:lnTo>
                  <a:lnTo>
                    <a:pt x="1024842" y="0"/>
                  </a:lnTo>
                  <a:lnTo>
                    <a:pt x="1053002" y="0"/>
                  </a:lnTo>
                  <a:lnTo>
                    <a:pt x="1081163" y="0"/>
                  </a:lnTo>
                  <a:lnTo>
                    <a:pt x="1109323" y="0"/>
                  </a:lnTo>
                  <a:lnTo>
                    <a:pt x="1137484" y="0"/>
                  </a:lnTo>
                  <a:lnTo>
                    <a:pt x="1165645" y="0"/>
                  </a:lnTo>
                  <a:lnTo>
                    <a:pt x="1193805" y="0"/>
                  </a:lnTo>
                  <a:lnTo>
                    <a:pt x="1221966" y="0"/>
                  </a:lnTo>
                  <a:lnTo>
                    <a:pt x="1250126" y="0"/>
                  </a:lnTo>
                  <a:lnTo>
                    <a:pt x="1278287" y="0"/>
                  </a:lnTo>
                  <a:lnTo>
                    <a:pt x="1306447" y="0"/>
                  </a:lnTo>
                  <a:lnTo>
                    <a:pt x="1334608" y="0"/>
                  </a:lnTo>
                  <a:lnTo>
                    <a:pt x="1362768" y="0"/>
                  </a:lnTo>
                  <a:lnTo>
                    <a:pt x="1390929" y="0"/>
                  </a:lnTo>
                  <a:lnTo>
                    <a:pt x="1419089" y="0"/>
                  </a:lnTo>
                  <a:lnTo>
                    <a:pt x="1447250" y="0"/>
                  </a:lnTo>
                  <a:lnTo>
                    <a:pt x="1475410" y="0"/>
                  </a:lnTo>
                  <a:lnTo>
                    <a:pt x="1503571" y="0"/>
                  </a:lnTo>
                  <a:lnTo>
                    <a:pt x="1531732" y="0"/>
                  </a:lnTo>
                  <a:lnTo>
                    <a:pt x="1559892" y="0"/>
                  </a:lnTo>
                  <a:lnTo>
                    <a:pt x="1588053" y="0"/>
                  </a:lnTo>
                  <a:lnTo>
                    <a:pt x="1616213" y="0"/>
                  </a:lnTo>
                  <a:lnTo>
                    <a:pt x="1644374" y="0"/>
                  </a:lnTo>
                  <a:lnTo>
                    <a:pt x="1672534" y="0"/>
                  </a:lnTo>
                  <a:lnTo>
                    <a:pt x="1700695" y="0"/>
                  </a:lnTo>
                  <a:lnTo>
                    <a:pt x="1728855" y="0"/>
                  </a:lnTo>
                  <a:lnTo>
                    <a:pt x="1757016" y="0"/>
                  </a:lnTo>
                  <a:lnTo>
                    <a:pt x="1785176" y="0"/>
                  </a:lnTo>
                  <a:lnTo>
                    <a:pt x="1813337" y="0"/>
                  </a:lnTo>
                  <a:lnTo>
                    <a:pt x="1841497" y="0"/>
                  </a:lnTo>
                  <a:lnTo>
                    <a:pt x="1869658" y="0"/>
                  </a:lnTo>
                  <a:lnTo>
                    <a:pt x="1897818" y="0"/>
                  </a:lnTo>
                  <a:lnTo>
                    <a:pt x="1925979" y="0"/>
                  </a:lnTo>
                  <a:lnTo>
                    <a:pt x="1954140" y="0"/>
                  </a:lnTo>
                  <a:lnTo>
                    <a:pt x="1982300" y="0"/>
                  </a:lnTo>
                  <a:lnTo>
                    <a:pt x="2010461" y="0"/>
                  </a:lnTo>
                  <a:lnTo>
                    <a:pt x="2038621" y="0"/>
                  </a:lnTo>
                  <a:lnTo>
                    <a:pt x="2066782" y="0"/>
                  </a:lnTo>
                  <a:lnTo>
                    <a:pt x="2094942" y="0"/>
                  </a:lnTo>
                  <a:lnTo>
                    <a:pt x="2123103" y="0"/>
                  </a:lnTo>
                  <a:lnTo>
                    <a:pt x="2151263" y="0"/>
                  </a:lnTo>
                  <a:lnTo>
                    <a:pt x="2179424" y="0"/>
                  </a:lnTo>
                  <a:lnTo>
                    <a:pt x="2190487" y="0"/>
                  </a:lnTo>
                  <a:lnTo>
                    <a:pt x="2190487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2636755" y="1446185"/>
              <a:ext cx="2190487" cy="0"/>
            </a:xfrm>
            <a:custGeom>
              <a:avLst/>
              <a:pathLst>
                <a:path w="2190487" h="0">
                  <a:moveTo>
                    <a:pt x="0" y="0"/>
                  </a:moveTo>
                  <a:lnTo>
                    <a:pt x="11063" y="0"/>
                  </a:lnTo>
                  <a:lnTo>
                    <a:pt x="39223" y="0"/>
                  </a:lnTo>
                  <a:lnTo>
                    <a:pt x="67384" y="0"/>
                  </a:lnTo>
                  <a:lnTo>
                    <a:pt x="95544" y="0"/>
                  </a:lnTo>
                  <a:lnTo>
                    <a:pt x="123705" y="0"/>
                  </a:lnTo>
                  <a:lnTo>
                    <a:pt x="151865" y="0"/>
                  </a:lnTo>
                  <a:lnTo>
                    <a:pt x="180026" y="0"/>
                  </a:lnTo>
                  <a:lnTo>
                    <a:pt x="208186" y="0"/>
                  </a:lnTo>
                  <a:lnTo>
                    <a:pt x="236347" y="0"/>
                  </a:lnTo>
                  <a:lnTo>
                    <a:pt x="264507" y="0"/>
                  </a:lnTo>
                  <a:lnTo>
                    <a:pt x="292668" y="0"/>
                  </a:lnTo>
                  <a:lnTo>
                    <a:pt x="320828" y="0"/>
                  </a:lnTo>
                  <a:lnTo>
                    <a:pt x="348989" y="0"/>
                  </a:lnTo>
                  <a:lnTo>
                    <a:pt x="377150" y="0"/>
                  </a:lnTo>
                  <a:lnTo>
                    <a:pt x="405310" y="0"/>
                  </a:lnTo>
                  <a:lnTo>
                    <a:pt x="433471" y="0"/>
                  </a:lnTo>
                  <a:lnTo>
                    <a:pt x="461631" y="0"/>
                  </a:lnTo>
                  <a:lnTo>
                    <a:pt x="489792" y="0"/>
                  </a:lnTo>
                  <a:lnTo>
                    <a:pt x="517952" y="0"/>
                  </a:lnTo>
                  <a:lnTo>
                    <a:pt x="546113" y="0"/>
                  </a:lnTo>
                  <a:lnTo>
                    <a:pt x="574273" y="0"/>
                  </a:lnTo>
                  <a:lnTo>
                    <a:pt x="602434" y="0"/>
                  </a:lnTo>
                  <a:lnTo>
                    <a:pt x="630594" y="0"/>
                  </a:lnTo>
                  <a:lnTo>
                    <a:pt x="658755" y="0"/>
                  </a:lnTo>
                  <a:lnTo>
                    <a:pt x="686915" y="0"/>
                  </a:lnTo>
                  <a:lnTo>
                    <a:pt x="715076" y="0"/>
                  </a:lnTo>
                  <a:lnTo>
                    <a:pt x="743237" y="0"/>
                  </a:lnTo>
                  <a:lnTo>
                    <a:pt x="771397" y="0"/>
                  </a:lnTo>
                  <a:lnTo>
                    <a:pt x="799558" y="0"/>
                  </a:lnTo>
                  <a:lnTo>
                    <a:pt x="827718" y="0"/>
                  </a:lnTo>
                  <a:lnTo>
                    <a:pt x="855879" y="0"/>
                  </a:lnTo>
                  <a:lnTo>
                    <a:pt x="884039" y="0"/>
                  </a:lnTo>
                  <a:lnTo>
                    <a:pt x="912200" y="0"/>
                  </a:lnTo>
                  <a:lnTo>
                    <a:pt x="940360" y="0"/>
                  </a:lnTo>
                  <a:lnTo>
                    <a:pt x="968521" y="0"/>
                  </a:lnTo>
                  <a:lnTo>
                    <a:pt x="996681" y="0"/>
                  </a:lnTo>
                  <a:lnTo>
                    <a:pt x="1024842" y="0"/>
                  </a:lnTo>
                  <a:lnTo>
                    <a:pt x="1053002" y="0"/>
                  </a:lnTo>
                  <a:lnTo>
                    <a:pt x="1081163" y="0"/>
                  </a:lnTo>
                  <a:lnTo>
                    <a:pt x="1109323" y="0"/>
                  </a:lnTo>
                  <a:lnTo>
                    <a:pt x="1137484" y="0"/>
                  </a:lnTo>
                  <a:lnTo>
                    <a:pt x="1165645" y="0"/>
                  </a:lnTo>
                  <a:lnTo>
                    <a:pt x="1193805" y="0"/>
                  </a:lnTo>
                  <a:lnTo>
                    <a:pt x="1221966" y="0"/>
                  </a:lnTo>
                  <a:lnTo>
                    <a:pt x="1250126" y="0"/>
                  </a:lnTo>
                  <a:lnTo>
                    <a:pt x="1278287" y="0"/>
                  </a:lnTo>
                  <a:lnTo>
                    <a:pt x="1306447" y="0"/>
                  </a:lnTo>
                  <a:lnTo>
                    <a:pt x="1334608" y="0"/>
                  </a:lnTo>
                  <a:lnTo>
                    <a:pt x="1362768" y="0"/>
                  </a:lnTo>
                  <a:lnTo>
                    <a:pt x="1390929" y="0"/>
                  </a:lnTo>
                  <a:lnTo>
                    <a:pt x="1419089" y="0"/>
                  </a:lnTo>
                  <a:lnTo>
                    <a:pt x="1447250" y="0"/>
                  </a:lnTo>
                  <a:lnTo>
                    <a:pt x="1475410" y="0"/>
                  </a:lnTo>
                  <a:lnTo>
                    <a:pt x="1503571" y="0"/>
                  </a:lnTo>
                  <a:lnTo>
                    <a:pt x="1531732" y="0"/>
                  </a:lnTo>
                  <a:lnTo>
                    <a:pt x="1559892" y="0"/>
                  </a:lnTo>
                  <a:lnTo>
                    <a:pt x="1588053" y="0"/>
                  </a:lnTo>
                  <a:lnTo>
                    <a:pt x="1616213" y="0"/>
                  </a:lnTo>
                  <a:lnTo>
                    <a:pt x="1644374" y="0"/>
                  </a:lnTo>
                  <a:lnTo>
                    <a:pt x="1672534" y="0"/>
                  </a:lnTo>
                  <a:lnTo>
                    <a:pt x="1700695" y="0"/>
                  </a:lnTo>
                  <a:lnTo>
                    <a:pt x="1728855" y="0"/>
                  </a:lnTo>
                  <a:lnTo>
                    <a:pt x="1757016" y="0"/>
                  </a:lnTo>
                  <a:lnTo>
                    <a:pt x="1785176" y="0"/>
                  </a:lnTo>
                  <a:lnTo>
                    <a:pt x="1813337" y="0"/>
                  </a:lnTo>
                  <a:lnTo>
                    <a:pt x="1841497" y="0"/>
                  </a:lnTo>
                  <a:lnTo>
                    <a:pt x="1869658" y="0"/>
                  </a:lnTo>
                  <a:lnTo>
                    <a:pt x="1897818" y="0"/>
                  </a:lnTo>
                  <a:lnTo>
                    <a:pt x="1925979" y="0"/>
                  </a:lnTo>
                  <a:lnTo>
                    <a:pt x="1954140" y="0"/>
                  </a:lnTo>
                  <a:lnTo>
                    <a:pt x="1982300" y="0"/>
                  </a:lnTo>
                  <a:lnTo>
                    <a:pt x="2010461" y="0"/>
                  </a:lnTo>
                  <a:lnTo>
                    <a:pt x="2038621" y="0"/>
                  </a:lnTo>
                  <a:lnTo>
                    <a:pt x="2066782" y="0"/>
                  </a:lnTo>
                  <a:lnTo>
                    <a:pt x="2094942" y="0"/>
                  </a:lnTo>
                  <a:lnTo>
                    <a:pt x="2123103" y="0"/>
                  </a:lnTo>
                  <a:lnTo>
                    <a:pt x="2151263" y="0"/>
                  </a:lnTo>
                  <a:lnTo>
                    <a:pt x="2179424" y="0"/>
                  </a:lnTo>
                  <a:lnTo>
                    <a:pt x="2190487" y="0"/>
                  </a:lnTo>
                  <a:lnTo>
                    <a:pt x="2190487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h20"/>
            <p:cNvSpPr/>
            <p:nvPr/>
          </p:nvSpPr>
          <p:spPr>
            <a:xfrm>
              <a:off x="3612895" y="1713289"/>
              <a:ext cx="930871" cy="1244847"/>
            </a:xfrm>
            <a:custGeom>
              <a:avLst/>
              <a:pathLst>
                <a:path w="930871" h="1244847">
                  <a:moveTo>
                    <a:pt x="914400" y="914400"/>
                  </a:moveTo>
                  <a:lnTo>
                    <a:pt x="904715" y="940531"/>
                  </a:lnTo>
                  <a:lnTo>
                    <a:pt x="891374" y="944947"/>
                  </a:lnTo>
                  <a:lnTo>
                    <a:pt x="878578" y="953651"/>
                  </a:lnTo>
                  <a:lnTo>
                    <a:pt x="874008" y="1036336"/>
                  </a:lnTo>
                  <a:lnTo>
                    <a:pt x="897306" y="1067752"/>
                  </a:lnTo>
                  <a:lnTo>
                    <a:pt x="884510" y="1072149"/>
                  </a:lnTo>
                  <a:lnTo>
                    <a:pt x="872803" y="1081560"/>
                  </a:lnTo>
                  <a:lnTo>
                    <a:pt x="864441" y="1095476"/>
                  </a:lnTo>
                  <a:lnTo>
                    <a:pt x="855884" y="1125426"/>
                  </a:lnTo>
                  <a:lnTo>
                    <a:pt x="823739" y="1142401"/>
                  </a:lnTo>
                  <a:lnTo>
                    <a:pt x="811565" y="1154960"/>
                  </a:lnTo>
                  <a:lnTo>
                    <a:pt x="793615" y="1182902"/>
                  </a:lnTo>
                  <a:lnTo>
                    <a:pt x="784262" y="1223457"/>
                  </a:lnTo>
                  <a:lnTo>
                    <a:pt x="766079" y="1240757"/>
                  </a:lnTo>
                  <a:lnTo>
                    <a:pt x="745660" y="1244847"/>
                  </a:lnTo>
                  <a:lnTo>
                    <a:pt x="757639" y="1211621"/>
                  </a:lnTo>
                  <a:lnTo>
                    <a:pt x="773332" y="1184548"/>
                  </a:lnTo>
                  <a:lnTo>
                    <a:pt x="758242" y="1165981"/>
                  </a:lnTo>
                  <a:lnTo>
                    <a:pt x="749160" y="1136918"/>
                  </a:lnTo>
                  <a:lnTo>
                    <a:pt x="737434" y="1114622"/>
                  </a:lnTo>
                  <a:lnTo>
                    <a:pt x="746768" y="1089721"/>
                  </a:lnTo>
                  <a:lnTo>
                    <a:pt x="742179" y="1048913"/>
                  </a:lnTo>
                  <a:lnTo>
                    <a:pt x="743696" y="1009082"/>
                  </a:lnTo>
                  <a:lnTo>
                    <a:pt x="757308" y="988976"/>
                  </a:lnTo>
                  <a:lnTo>
                    <a:pt x="772905" y="972581"/>
                  </a:lnTo>
                  <a:lnTo>
                    <a:pt x="797194" y="934885"/>
                  </a:lnTo>
                  <a:lnTo>
                    <a:pt x="823525" y="907559"/>
                  </a:lnTo>
                  <a:lnTo>
                    <a:pt x="860260" y="895271"/>
                  </a:lnTo>
                  <a:lnTo>
                    <a:pt x="876848" y="906600"/>
                  </a:lnTo>
                  <a:lnTo>
                    <a:pt x="884004" y="881753"/>
                  </a:lnTo>
                  <a:lnTo>
                    <a:pt x="895847" y="876089"/>
                  </a:lnTo>
                  <a:lnTo>
                    <a:pt x="906971" y="881825"/>
                  </a:lnTo>
                  <a:lnTo>
                    <a:pt x="930871" y="905568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h21"/>
            <p:cNvSpPr/>
            <p:nvPr/>
          </p:nvSpPr>
          <p:spPr>
            <a:xfrm>
              <a:off x="3111751" y="2295879"/>
              <a:ext cx="1041951" cy="914400"/>
            </a:xfrm>
            <a:custGeom>
              <a:avLst/>
              <a:pathLst>
                <a:path w="1041951" h="914400">
                  <a:moveTo>
                    <a:pt x="914400" y="914400"/>
                  </a:moveTo>
                  <a:lnTo>
                    <a:pt x="905337" y="913078"/>
                  </a:lnTo>
                  <a:lnTo>
                    <a:pt x="899289" y="888195"/>
                  </a:lnTo>
                  <a:lnTo>
                    <a:pt x="897870" y="824169"/>
                  </a:lnTo>
                  <a:lnTo>
                    <a:pt x="901487" y="792536"/>
                  </a:lnTo>
                  <a:lnTo>
                    <a:pt x="944912" y="678435"/>
                  </a:lnTo>
                  <a:lnTo>
                    <a:pt x="964300" y="669116"/>
                  </a:lnTo>
                  <a:lnTo>
                    <a:pt x="991564" y="599190"/>
                  </a:lnTo>
                  <a:lnTo>
                    <a:pt x="998915" y="568081"/>
                  </a:lnTo>
                  <a:lnTo>
                    <a:pt x="1010739" y="540067"/>
                  </a:lnTo>
                  <a:lnTo>
                    <a:pt x="1017720" y="515021"/>
                  </a:lnTo>
                  <a:lnTo>
                    <a:pt x="1023574" y="504905"/>
                  </a:lnTo>
                  <a:lnTo>
                    <a:pt x="1036292" y="509647"/>
                  </a:lnTo>
                  <a:lnTo>
                    <a:pt x="1041951" y="514261"/>
                  </a:lnTo>
                  <a:lnTo>
                    <a:pt x="1028552" y="528847"/>
                  </a:lnTo>
                  <a:lnTo>
                    <a:pt x="1030108" y="547831"/>
                  </a:lnTo>
                  <a:lnTo>
                    <a:pt x="1029175" y="555703"/>
                  </a:lnTo>
                  <a:lnTo>
                    <a:pt x="995357" y="638279"/>
                  </a:lnTo>
                  <a:lnTo>
                    <a:pt x="986314" y="691899"/>
                  </a:lnTo>
                  <a:lnTo>
                    <a:pt x="974315" y="704983"/>
                  </a:lnTo>
                  <a:lnTo>
                    <a:pt x="924629" y="895742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h22"/>
            <p:cNvSpPr/>
            <p:nvPr/>
          </p:nvSpPr>
          <p:spPr>
            <a:xfrm>
              <a:off x="2114791" y="1306563"/>
              <a:ext cx="2411842" cy="2234977"/>
            </a:xfrm>
            <a:custGeom>
              <a:avLst/>
              <a:pathLst>
                <a:path w="2411842" h="2234977">
                  <a:moveTo>
                    <a:pt x="914400" y="914400"/>
                  </a:moveTo>
                  <a:lnTo>
                    <a:pt x="928907" y="920516"/>
                  </a:lnTo>
                  <a:lnTo>
                    <a:pt x="948665" y="908265"/>
                  </a:lnTo>
                  <a:lnTo>
                    <a:pt x="962491" y="873953"/>
                  </a:lnTo>
                  <a:lnTo>
                    <a:pt x="970387" y="822468"/>
                  </a:lnTo>
                  <a:lnTo>
                    <a:pt x="979605" y="773425"/>
                  </a:lnTo>
                  <a:lnTo>
                    <a:pt x="968695" y="720963"/>
                  </a:lnTo>
                  <a:lnTo>
                    <a:pt x="957046" y="674888"/>
                  </a:lnTo>
                  <a:lnTo>
                    <a:pt x="956230" y="661352"/>
                  </a:lnTo>
                  <a:lnTo>
                    <a:pt x="986800" y="622480"/>
                  </a:lnTo>
                  <a:lnTo>
                    <a:pt x="996154" y="590865"/>
                  </a:lnTo>
                  <a:lnTo>
                    <a:pt x="1006286" y="560770"/>
                  </a:lnTo>
                  <a:lnTo>
                    <a:pt x="1017468" y="550527"/>
                  </a:lnTo>
                  <a:lnTo>
                    <a:pt x="1034114" y="548193"/>
                  </a:lnTo>
                  <a:lnTo>
                    <a:pt x="1053502" y="542529"/>
                  </a:lnTo>
                  <a:lnTo>
                    <a:pt x="1077947" y="522387"/>
                  </a:lnTo>
                  <a:lnTo>
                    <a:pt x="1099864" y="495404"/>
                  </a:lnTo>
                  <a:lnTo>
                    <a:pt x="1116607" y="470666"/>
                  </a:lnTo>
                  <a:lnTo>
                    <a:pt x="1122286" y="421714"/>
                  </a:lnTo>
                  <a:lnTo>
                    <a:pt x="1122519" y="397121"/>
                  </a:lnTo>
                  <a:lnTo>
                    <a:pt x="1129889" y="378861"/>
                  </a:lnTo>
                  <a:lnTo>
                    <a:pt x="1137026" y="343192"/>
                  </a:lnTo>
                  <a:lnTo>
                    <a:pt x="1130084" y="308012"/>
                  </a:lnTo>
                  <a:lnTo>
                    <a:pt x="1108479" y="254645"/>
                  </a:lnTo>
                  <a:lnTo>
                    <a:pt x="1082459" y="179597"/>
                  </a:lnTo>
                  <a:lnTo>
                    <a:pt x="1078474" y="139622"/>
                  </a:lnTo>
                  <a:lnTo>
                    <a:pt x="2057395" y="139622"/>
                  </a:lnTo>
                  <a:lnTo>
                    <a:pt x="2057871" y="144870"/>
                  </a:lnTo>
                  <a:lnTo>
                    <a:pt x="2055888" y="157465"/>
                  </a:lnTo>
                  <a:lnTo>
                    <a:pt x="2071017" y="209240"/>
                  </a:lnTo>
                  <a:lnTo>
                    <a:pt x="2067497" y="227391"/>
                  </a:lnTo>
                  <a:lnTo>
                    <a:pt x="2065456" y="250519"/>
                  </a:lnTo>
                  <a:lnTo>
                    <a:pt x="2087139" y="272742"/>
                  </a:lnTo>
                  <a:lnTo>
                    <a:pt x="2106488" y="272380"/>
                  </a:lnTo>
                  <a:lnTo>
                    <a:pt x="2126091" y="272036"/>
                  </a:lnTo>
                  <a:lnTo>
                    <a:pt x="2133578" y="277610"/>
                  </a:lnTo>
                  <a:lnTo>
                    <a:pt x="2141084" y="293336"/>
                  </a:lnTo>
                  <a:lnTo>
                    <a:pt x="2147132" y="311903"/>
                  </a:lnTo>
                  <a:lnTo>
                    <a:pt x="2163273" y="310365"/>
                  </a:lnTo>
                  <a:lnTo>
                    <a:pt x="2189040" y="295254"/>
                  </a:lnTo>
                  <a:lnTo>
                    <a:pt x="2205803" y="291653"/>
                  </a:lnTo>
                  <a:lnTo>
                    <a:pt x="2216868" y="320698"/>
                  </a:lnTo>
                  <a:lnTo>
                    <a:pt x="2246972" y="359063"/>
                  </a:lnTo>
                  <a:lnTo>
                    <a:pt x="2264493" y="376255"/>
                  </a:lnTo>
                  <a:lnTo>
                    <a:pt x="2294267" y="385304"/>
                  </a:lnTo>
                  <a:lnTo>
                    <a:pt x="2325634" y="416267"/>
                  </a:lnTo>
                  <a:lnTo>
                    <a:pt x="2321239" y="453583"/>
                  </a:lnTo>
                  <a:lnTo>
                    <a:pt x="2334327" y="466051"/>
                  </a:lnTo>
                  <a:lnTo>
                    <a:pt x="2371334" y="480782"/>
                  </a:lnTo>
                  <a:lnTo>
                    <a:pt x="2384422" y="500653"/>
                  </a:lnTo>
                  <a:lnTo>
                    <a:pt x="2390703" y="517591"/>
                  </a:lnTo>
                  <a:lnTo>
                    <a:pt x="2400446" y="531634"/>
                  </a:lnTo>
                  <a:lnTo>
                    <a:pt x="2411842" y="574071"/>
                  </a:lnTo>
                  <a:lnTo>
                    <a:pt x="2407875" y="600221"/>
                  </a:lnTo>
                  <a:lnTo>
                    <a:pt x="2392959" y="609215"/>
                  </a:lnTo>
                  <a:lnTo>
                    <a:pt x="2357741" y="637229"/>
                  </a:lnTo>
                  <a:lnTo>
                    <a:pt x="2342047" y="658149"/>
                  </a:lnTo>
                  <a:lnTo>
                    <a:pt x="2329738" y="671179"/>
                  </a:lnTo>
                  <a:lnTo>
                    <a:pt x="2294753" y="699120"/>
                  </a:lnTo>
                  <a:lnTo>
                    <a:pt x="2281937" y="704133"/>
                  </a:lnTo>
                  <a:lnTo>
                    <a:pt x="2269666" y="718665"/>
                  </a:lnTo>
                  <a:lnTo>
                    <a:pt x="2257804" y="725017"/>
                  </a:lnTo>
                  <a:lnTo>
                    <a:pt x="2247186" y="721361"/>
                  </a:lnTo>
                  <a:lnTo>
                    <a:pt x="2207495" y="747674"/>
                  </a:lnTo>
                  <a:lnTo>
                    <a:pt x="2210587" y="758912"/>
                  </a:lnTo>
                  <a:lnTo>
                    <a:pt x="2241021" y="763671"/>
                  </a:lnTo>
                  <a:lnTo>
                    <a:pt x="2256540" y="758025"/>
                  </a:lnTo>
                  <a:lnTo>
                    <a:pt x="2268480" y="744796"/>
                  </a:lnTo>
                  <a:lnTo>
                    <a:pt x="2281529" y="741756"/>
                  </a:lnTo>
                  <a:lnTo>
                    <a:pt x="2293430" y="744253"/>
                  </a:lnTo>
                  <a:lnTo>
                    <a:pt x="2306051" y="733830"/>
                  </a:lnTo>
                  <a:lnTo>
                    <a:pt x="2315950" y="729667"/>
                  </a:lnTo>
                  <a:lnTo>
                    <a:pt x="2326179" y="734662"/>
                  </a:lnTo>
                  <a:lnTo>
                    <a:pt x="2337594" y="759654"/>
                  </a:lnTo>
                  <a:lnTo>
                    <a:pt x="2313908" y="772665"/>
                  </a:lnTo>
                  <a:lnTo>
                    <a:pt x="2297106" y="773263"/>
                  </a:lnTo>
                  <a:lnTo>
                    <a:pt x="2288899" y="814252"/>
                  </a:lnTo>
                  <a:lnTo>
                    <a:pt x="2278729" y="831860"/>
                  </a:lnTo>
                  <a:lnTo>
                    <a:pt x="2271436" y="840329"/>
                  </a:lnTo>
                  <a:lnTo>
                    <a:pt x="2234156" y="857775"/>
                  </a:lnTo>
                  <a:lnTo>
                    <a:pt x="2209556" y="879889"/>
                  </a:lnTo>
                  <a:lnTo>
                    <a:pt x="2180561" y="897696"/>
                  </a:lnTo>
                  <a:lnTo>
                    <a:pt x="2167901" y="893823"/>
                  </a:lnTo>
                  <a:lnTo>
                    <a:pt x="2148824" y="911920"/>
                  </a:lnTo>
                  <a:lnTo>
                    <a:pt x="2106430" y="933347"/>
                  </a:lnTo>
                  <a:lnTo>
                    <a:pt x="2084708" y="962211"/>
                  </a:lnTo>
                  <a:lnTo>
                    <a:pt x="2035955" y="988035"/>
                  </a:lnTo>
                  <a:lnTo>
                    <a:pt x="2011121" y="1009046"/>
                  </a:lnTo>
                  <a:lnTo>
                    <a:pt x="1943660" y="1010150"/>
                  </a:lnTo>
                  <a:lnTo>
                    <a:pt x="1879233" y="1005535"/>
                  </a:lnTo>
                  <a:lnTo>
                    <a:pt x="1859008" y="1015524"/>
                  </a:lnTo>
                  <a:lnTo>
                    <a:pt x="1879680" y="1018619"/>
                  </a:lnTo>
                  <a:lnTo>
                    <a:pt x="1894168" y="1028427"/>
                  </a:lnTo>
                  <a:lnTo>
                    <a:pt x="1911534" y="1024338"/>
                  </a:lnTo>
                  <a:lnTo>
                    <a:pt x="1952353" y="1029242"/>
                  </a:lnTo>
                  <a:lnTo>
                    <a:pt x="1973355" y="1034580"/>
                  </a:lnTo>
                  <a:lnTo>
                    <a:pt x="2000309" y="1068928"/>
                  </a:lnTo>
                  <a:lnTo>
                    <a:pt x="1980492" y="1081143"/>
                  </a:lnTo>
                  <a:lnTo>
                    <a:pt x="1946169" y="1090517"/>
                  </a:lnTo>
                  <a:lnTo>
                    <a:pt x="1959043" y="1139234"/>
                  </a:lnTo>
                  <a:lnTo>
                    <a:pt x="1969661" y="1172080"/>
                  </a:lnTo>
                  <a:lnTo>
                    <a:pt x="1955756" y="1191896"/>
                  </a:lnTo>
                  <a:lnTo>
                    <a:pt x="1954725" y="1282054"/>
                  </a:lnTo>
                  <a:lnTo>
                    <a:pt x="1935220" y="1283773"/>
                  </a:lnTo>
                  <a:lnTo>
                    <a:pt x="1926936" y="1321071"/>
                  </a:lnTo>
                  <a:lnTo>
                    <a:pt x="1933081" y="1340090"/>
                  </a:lnTo>
                  <a:lnTo>
                    <a:pt x="1932595" y="1384265"/>
                  </a:lnTo>
                  <a:lnTo>
                    <a:pt x="1936659" y="1411482"/>
                  </a:lnTo>
                  <a:lnTo>
                    <a:pt x="1946227" y="1436546"/>
                  </a:lnTo>
                  <a:lnTo>
                    <a:pt x="1941968" y="1462678"/>
                  </a:lnTo>
                  <a:lnTo>
                    <a:pt x="1911126" y="1523845"/>
                  </a:lnTo>
                  <a:lnTo>
                    <a:pt x="1911826" y="1552547"/>
                  </a:lnTo>
                  <a:lnTo>
                    <a:pt x="1917368" y="1569594"/>
                  </a:lnTo>
                  <a:lnTo>
                    <a:pt x="1921471" y="1596848"/>
                  </a:lnTo>
                  <a:lnTo>
                    <a:pt x="1907450" y="1649238"/>
                  </a:lnTo>
                  <a:lnTo>
                    <a:pt x="1897552" y="1693014"/>
                  </a:lnTo>
                  <a:lnTo>
                    <a:pt x="1885787" y="1729859"/>
                  </a:lnTo>
                  <a:lnTo>
                    <a:pt x="1859456" y="1774070"/>
                  </a:lnTo>
                  <a:lnTo>
                    <a:pt x="1846348" y="1807114"/>
                  </a:lnTo>
                  <a:lnTo>
                    <a:pt x="1815681" y="1910230"/>
                  </a:lnTo>
                  <a:lnTo>
                    <a:pt x="1800473" y="1930697"/>
                  </a:lnTo>
                  <a:lnTo>
                    <a:pt x="1781824" y="1946423"/>
                  </a:lnTo>
                  <a:lnTo>
                    <a:pt x="1761035" y="1931874"/>
                  </a:lnTo>
                  <a:lnTo>
                    <a:pt x="1741977" y="1923947"/>
                  </a:lnTo>
                  <a:lnTo>
                    <a:pt x="1718700" y="1924906"/>
                  </a:lnTo>
                  <a:lnTo>
                    <a:pt x="1682237" y="1936832"/>
                  </a:lnTo>
                  <a:lnTo>
                    <a:pt x="1627397" y="1928906"/>
                  </a:lnTo>
                  <a:lnTo>
                    <a:pt x="1573802" y="1932724"/>
                  </a:lnTo>
                  <a:lnTo>
                    <a:pt x="1560247" y="1943021"/>
                  </a:lnTo>
                  <a:lnTo>
                    <a:pt x="1568376" y="1980445"/>
                  </a:lnTo>
                  <a:lnTo>
                    <a:pt x="1548618" y="1985350"/>
                  </a:lnTo>
                  <a:lnTo>
                    <a:pt x="1529307" y="1974709"/>
                  </a:lnTo>
                  <a:lnTo>
                    <a:pt x="1512311" y="1987413"/>
                  </a:lnTo>
                  <a:lnTo>
                    <a:pt x="1498115" y="2001347"/>
                  </a:lnTo>
                  <a:lnTo>
                    <a:pt x="1470228" y="2034410"/>
                  </a:lnTo>
                  <a:lnTo>
                    <a:pt x="1460893" y="2054769"/>
                  </a:lnTo>
                  <a:lnTo>
                    <a:pt x="1458482" y="2093116"/>
                  </a:lnTo>
                  <a:lnTo>
                    <a:pt x="1473125" y="2127500"/>
                  </a:lnTo>
                  <a:lnTo>
                    <a:pt x="1486116" y="2167765"/>
                  </a:lnTo>
                  <a:lnTo>
                    <a:pt x="1452667" y="2216355"/>
                  </a:lnTo>
                  <a:lnTo>
                    <a:pt x="1433999" y="2218002"/>
                  </a:lnTo>
                  <a:lnTo>
                    <a:pt x="1379509" y="2204520"/>
                  </a:lnTo>
                  <a:lnTo>
                    <a:pt x="1282936" y="2234977"/>
                  </a:lnTo>
                  <a:lnTo>
                    <a:pt x="1196203" y="2210890"/>
                  </a:lnTo>
                  <a:lnTo>
                    <a:pt x="1207113" y="2184867"/>
                  </a:lnTo>
                  <a:lnTo>
                    <a:pt x="1206743" y="2165738"/>
                  </a:lnTo>
                  <a:lnTo>
                    <a:pt x="1211644" y="2136313"/>
                  </a:lnTo>
                  <a:lnTo>
                    <a:pt x="1214561" y="2106218"/>
                  </a:lnTo>
                  <a:lnTo>
                    <a:pt x="1213744" y="2086076"/>
                  </a:lnTo>
                  <a:lnTo>
                    <a:pt x="1207385" y="2064614"/>
                  </a:lnTo>
                  <a:lnTo>
                    <a:pt x="1185993" y="2036527"/>
                  </a:lnTo>
                  <a:lnTo>
                    <a:pt x="1137804" y="1941736"/>
                  </a:lnTo>
                  <a:lnTo>
                    <a:pt x="1123550" y="1901724"/>
                  </a:lnTo>
                  <a:lnTo>
                    <a:pt x="1113632" y="1885057"/>
                  </a:lnTo>
                  <a:lnTo>
                    <a:pt x="1120769" y="1884152"/>
                  </a:lnTo>
                  <a:lnTo>
                    <a:pt x="1160460" y="1905633"/>
                  </a:lnTo>
                  <a:lnTo>
                    <a:pt x="1169717" y="1902991"/>
                  </a:lnTo>
                  <a:lnTo>
                    <a:pt x="1179440" y="1894920"/>
                  </a:lnTo>
                  <a:lnTo>
                    <a:pt x="1167597" y="1864173"/>
                  </a:lnTo>
                  <a:lnTo>
                    <a:pt x="1157426" y="1850257"/>
                  </a:lnTo>
                  <a:lnTo>
                    <a:pt x="1150523" y="1829446"/>
                  </a:lnTo>
                  <a:lnTo>
                    <a:pt x="1173761" y="1823818"/>
                  </a:lnTo>
                  <a:lnTo>
                    <a:pt x="1190544" y="1825066"/>
                  </a:lnTo>
                  <a:lnTo>
                    <a:pt x="1202912" y="1801649"/>
                  </a:lnTo>
                  <a:lnTo>
                    <a:pt x="1195775" y="1763791"/>
                  </a:lnTo>
                  <a:lnTo>
                    <a:pt x="1177748" y="1752136"/>
                  </a:lnTo>
                  <a:lnTo>
                    <a:pt x="1162696" y="1747069"/>
                  </a:lnTo>
                  <a:lnTo>
                    <a:pt x="1133837" y="1687603"/>
                  </a:lnTo>
                  <a:lnTo>
                    <a:pt x="1103734" y="1656802"/>
                  </a:lnTo>
                  <a:lnTo>
                    <a:pt x="1050041" y="1537997"/>
                  </a:lnTo>
                  <a:lnTo>
                    <a:pt x="1030400" y="1456453"/>
                  </a:lnTo>
                  <a:lnTo>
                    <a:pt x="1012139" y="1464198"/>
                  </a:lnTo>
                  <a:lnTo>
                    <a:pt x="1003271" y="1428674"/>
                  </a:lnTo>
                  <a:lnTo>
                    <a:pt x="996912" y="1395032"/>
                  </a:lnTo>
                  <a:lnTo>
                    <a:pt x="995648" y="1370294"/>
                  </a:lnTo>
                  <a:lnTo>
                    <a:pt x="967023" y="1356124"/>
                  </a:lnTo>
                  <a:lnTo>
                    <a:pt x="965856" y="1338787"/>
                  </a:lnTo>
                  <a:lnTo>
                    <a:pt x="960702" y="1261424"/>
                  </a:lnTo>
                  <a:lnTo>
                    <a:pt x="929996" y="1251036"/>
                  </a:lnTo>
                  <a:lnTo>
                    <a:pt x="910141" y="1207622"/>
                  </a:lnTo>
                  <a:lnTo>
                    <a:pt x="906601" y="1125480"/>
                  </a:lnTo>
                  <a:lnTo>
                    <a:pt x="886377" y="1110533"/>
                  </a:lnTo>
                  <a:lnTo>
                    <a:pt x="870100" y="1114677"/>
                  </a:lnTo>
                  <a:lnTo>
                    <a:pt x="870858" y="1094318"/>
                  </a:lnTo>
                  <a:lnTo>
                    <a:pt x="874747" y="1075208"/>
                  </a:lnTo>
                  <a:lnTo>
                    <a:pt x="865238" y="999491"/>
                  </a:lnTo>
                  <a:lnTo>
                    <a:pt x="862068" y="930379"/>
                  </a:lnTo>
                  <a:lnTo>
                    <a:pt x="854348" y="909513"/>
                  </a:lnTo>
                  <a:lnTo>
                    <a:pt x="849972" y="885083"/>
                  </a:lnTo>
                  <a:lnTo>
                    <a:pt x="853901" y="863982"/>
                  </a:lnTo>
                  <a:lnTo>
                    <a:pt x="859657" y="851857"/>
                  </a:lnTo>
                  <a:lnTo>
                    <a:pt x="879473" y="848672"/>
                  </a:lnTo>
                  <a:lnTo>
                    <a:pt x="897986" y="867330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h23"/>
            <p:cNvSpPr/>
            <p:nvPr/>
          </p:nvSpPr>
          <p:spPr>
            <a:xfrm>
              <a:off x="3641695" y="1695445"/>
              <a:ext cx="952846" cy="914400"/>
            </a:xfrm>
            <a:custGeom>
              <a:avLst/>
              <a:pathLst>
                <a:path w="952846" h="914400">
                  <a:moveTo>
                    <a:pt x="914400" y="914400"/>
                  </a:moveTo>
                  <a:lnTo>
                    <a:pt x="904073" y="912644"/>
                  </a:lnTo>
                  <a:lnTo>
                    <a:pt x="894661" y="895579"/>
                  </a:lnTo>
                  <a:lnTo>
                    <a:pt x="913699" y="869519"/>
                  </a:lnTo>
                  <a:lnTo>
                    <a:pt x="942831" y="870931"/>
                  </a:lnTo>
                  <a:lnTo>
                    <a:pt x="952846" y="876360"/>
                  </a:lnTo>
                  <a:lnTo>
                    <a:pt x="917978" y="891290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h24"/>
            <p:cNvSpPr/>
            <p:nvPr/>
          </p:nvSpPr>
          <p:spPr>
            <a:xfrm>
              <a:off x="3489058" y="1265773"/>
              <a:ext cx="937036" cy="914400"/>
            </a:xfrm>
            <a:custGeom>
              <a:avLst/>
              <a:pathLst>
                <a:path w="937036" h="914400">
                  <a:moveTo>
                    <a:pt x="914400" y="914400"/>
                  </a:moveTo>
                  <a:lnTo>
                    <a:pt x="910024" y="913277"/>
                  </a:lnTo>
                  <a:lnTo>
                    <a:pt x="915469" y="896067"/>
                  </a:lnTo>
                  <a:lnTo>
                    <a:pt x="919514" y="888630"/>
                  </a:lnTo>
                  <a:lnTo>
                    <a:pt x="932932" y="881680"/>
                  </a:lnTo>
                  <a:lnTo>
                    <a:pt x="937036" y="882893"/>
                  </a:lnTo>
                  <a:lnTo>
                    <a:pt x="923228" y="910871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h25"/>
            <p:cNvSpPr/>
            <p:nvPr/>
          </p:nvSpPr>
          <p:spPr>
            <a:xfrm>
              <a:off x="3528573" y="1110973"/>
              <a:ext cx="939914" cy="914399"/>
            </a:xfrm>
            <a:custGeom>
              <a:avLst/>
              <a:pathLst>
                <a:path w="939914" h="914399">
                  <a:moveTo>
                    <a:pt x="914400" y="914399"/>
                  </a:moveTo>
                  <a:lnTo>
                    <a:pt x="909382" y="899361"/>
                  </a:lnTo>
                  <a:lnTo>
                    <a:pt x="911385" y="896411"/>
                  </a:lnTo>
                  <a:lnTo>
                    <a:pt x="914808" y="881572"/>
                  </a:lnTo>
                  <a:lnTo>
                    <a:pt x="924473" y="873428"/>
                  </a:lnTo>
                  <a:lnTo>
                    <a:pt x="939914" y="878314"/>
                  </a:lnTo>
                  <a:lnTo>
                    <a:pt x="939816" y="882024"/>
                  </a:lnTo>
                  <a:lnTo>
                    <a:pt x="925056" y="894041"/>
                  </a:lnTo>
                  <a:lnTo>
                    <a:pt x="919397" y="902130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h26"/>
            <p:cNvSpPr/>
            <p:nvPr/>
          </p:nvSpPr>
          <p:spPr>
            <a:xfrm>
              <a:off x="3798203" y="2965297"/>
              <a:ext cx="929471" cy="915707"/>
            </a:xfrm>
            <a:custGeom>
              <a:avLst/>
              <a:pathLst>
                <a:path w="929471" h="915707">
                  <a:moveTo>
                    <a:pt x="914400" y="914400"/>
                  </a:moveTo>
                  <a:lnTo>
                    <a:pt x="858626" y="909550"/>
                  </a:lnTo>
                  <a:lnTo>
                    <a:pt x="850692" y="905062"/>
                  </a:lnTo>
                  <a:lnTo>
                    <a:pt x="881379" y="873320"/>
                  </a:lnTo>
                  <a:lnTo>
                    <a:pt x="901370" y="840329"/>
                  </a:lnTo>
                  <a:lnTo>
                    <a:pt x="918347" y="797277"/>
                  </a:lnTo>
                  <a:lnTo>
                    <a:pt x="920156" y="767454"/>
                  </a:lnTo>
                  <a:lnTo>
                    <a:pt x="924395" y="733830"/>
                  </a:lnTo>
                  <a:lnTo>
                    <a:pt x="929471" y="731324"/>
                  </a:lnTo>
                  <a:lnTo>
                    <a:pt x="929471" y="915707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h27"/>
            <p:cNvSpPr/>
            <p:nvPr/>
          </p:nvSpPr>
          <p:spPr>
            <a:xfrm>
              <a:off x="2760989" y="3119355"/>
              <a:ext cx="1966685" cy="921186"/>
            </a:xfrm>
            <a:custGeom>
              <a:avLst/>
              <a:pathLst>
                <a:path w="1966685" h="921186">
                  <a:moveTo>
                    <a:pt x="914399" y="914400"/>
                  </a:moveTo>
                  <a:lnTo>
                    <a:pt x="1028436" y="869338"/>
                  </a:lnTo>
                  <a:lnTo>
                    <a:pt x="1150231" y="827064"/>
                  </a:lnTo>
                  <a:lnTo>
                    <a:pt x="1178662" y="822468"/>
                  </a:lnTo>
                  <a:lnTo>
                    <a:pt x="1207249" y="813564"/>
                  </a:lnTo>
                  <a:lnTo>
                    <a:pt x="1217808" y="797748"/>
                  </a:lnTo>
                  <a:lnTo>
                    <a:pt x="1228349" y="787161"/>
                  </a:lnTo>
                  <a:lnTo>
                    <a:pt x="1244937" y="759274"/>
                  </a:lnTo>
                  <a:lnTo>
                    <a:pt x="1281613" y="715932"/>
                  </a:lnTo>
                  <a:lnTo>
                    <a:pt x="1346468" y="700152"/>
                  </a:lnTo>
                  <a:lnTo>
                    <a:pt x="1370680" y="679594"/>
                  </a:lnTo>
                  <a:lnTo>
                    <a:pt x="1421436" y="650802"/>
                  </a:lnTo>
                  <a:lnTo>
                    <a:pt x="1537144" y="618499"/>
                  </a:lnTo>
                  <a:lnTo>
                    <a:pt x="1585470" y="611405"/>
                  </a:lnTo>
                  <a:lnTo>
                    <a:pt x="1632823" y="610536"/>
                  </a:lnTo>
                  <a:lnTo>
                    <a:pt x="1674983" y="636017"/>
                  </a:lnTo>
                  <a:lnTo>
                    <a:pt x="1719614" y="667469"/>
                  </a:lnTo>
                  <a:lnTo>
                    <a:pt x="1727645" y="686452"/>
                  </a:lnTo>
                  <a:lnTo>
                    <a:pt x="1703492" y="674617"/>
                  </a:lnTo>
                  <a:lnTo>
                    <a:pt x="1668294" y="646368"/>
                  </a:lnTo>
                  <a:lnTo>
                    <a:pt x="1655284" y="645174"/>
                  </a:lnTo>
                  <a:lnTo>
                    <a:pt x="1685329" y="731097"/>
                  </a:lnTo>
                  <a:lnTo>
                    <a:pt x="1701761" y="761482"/>
                  </a:lnTo>
                  <a:lnTo>
                    <a:pt x="1734977" y="784211"/>
                  </a:lnTo>
                  <a:lnTo>
                    <a:pt x="1762824" y="791866"/>
                  </a:lnTo>
                  <a:lnTo>
                    <a:pt x="1848624" y="778094"/>
                  </a:lnTo>
                  <a:lnTo>
                    <a:pt x="1879097" y="760106"/>
                  </a:lnTo>
                  <a:lnTo>
                    <a:pt x="1887906" y="751004"/>
                  </a:lnTo>
                  <a:lnTo>
                    <a:pt x="1895841" y="755492"/>
                  </a:lnTo>
                  <a:lnTo>
                    <a:pt x="1951614" y="760342"/>
                  </a:lnTo>
                  <a:lnTo>
                    <a:pt x="1966685" y="761649"/>
                  </a:lnTo>
                  <a:lnTo>
                    <a:pt x="1966685" y="921186"/>
                  </a:lnTo>
                  <a:lnTo>
                    <a:pt x="901484" y="921186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h28"/>
            <p:cNvSpPr/>
            <p:nvPr/>
          </p:nvSpPr>
          <p:spPr>
            <a:xfrm>
              <a:off x="2282850" y="571761"/>
              <a:ext cx="968967" cy="1655318"/>
            </a:xfrm>
            <a:custGeom>
              <a:avLst/>
              <a:pathLst>
                <a:path w="968967" h="1655318">
                  <a:moveTo>
                    <a:pt x="914400" y="914400"/>
                  </a:moveTo>
                  <a:lnTo>
                    <a:pt x="940419" y="989447"/>
                  </a:lnTo>
                  <a:lnTo>
                    <a:pt x="962025" y="1042814"/>
                  </a:lnTo>
                  <a:lnTo>
                    <a:pt x="968967" y="1077995"/>
                  </a:lnTo>
                  <a:lnTo>
                    <a:pt x="961830" y="1113663"/>
                  </a:lnTo>
                  <a:lnTo>
                    <a:pt x="954460" y="1131923"/>
                  </a:lnTo>
                  <a:lnTo>
                    <a:pt x="954227" y="1156516"/>
                  </a:lnTo>
                  <a:lnTo>
                    <a:pt x="948548" y="1205468"/>
                  </a:lnTo>
                  <a:lnTo>
                    <a:pt x="931804" y="1230207"/>
                  </a:lnTo>
                  <a:lnTo>
                    <a:pt x="909888" y="1257189"/>
                  </a:lnTo>
                  <a:lnTo>
                    <a:pt x="885443" y="1277331"/>
                  </a:lnTo>
                  <a:lnTo>
                    <a:pt x="866055" y="1282995"/>
                  </a:lnTo>
                  <a:lnTo>
                    <a:pt x="849408" y="1285329"/>
                  </a:lnTo>
                  <a:lnTo>
                    <a:pt x="838226" y="1295572"/>
                  </a:lnTo>
                  <a:lnTo>
                    <a:pt x="828095" y="1325667"/>
                  </a:lnTo>
                  <a:lnTo>
                    <a:pt x="818741" y="1357282"/>
                  </a:lnTo>
                  <a:lnTo>
                    <a:pt x="788170" y="1396154"/>
                  </a:lnTo>
                  <a:lnTo>
                    <a:pt x="788987" y="1409691"/>
                  </a:lnTo>
                  <a:lnTo>
                    <a:pt x="800636" y="1455765"/>
                  </a:lnTo>
                  <a:lnTo>
                    <a:pt x="811545" y="1508228"/>
                  </a:lnTo>
                  <a:lnTo>
                    <a:pt x="802328" y="1557270"/>
                  </a:lnTo>
                  <a:lnTo>
                    <a:pt x="794432" y="1608755"/>
                  </a:lnTo>
                  <a:lnTo>
                    <a:pt x="780606" y="1643067"/>
                  </a:lnTo>
                  <a:lnTo>
                    <a:pt x="760848" y="1655318"/>
                  </a:lnTo>
                  <a:lnTo>
                    <a:pt x="746340" y="1649202"/>
                  </a:lnTo>
                  <a:lnTo>
                    <a:pt x="729927" y="1602132"/>
                  </a:lnTo>
                  <a:lnTo>
                    <a:pt x="729558" y="1591310"/>
                  </a:lnTo>
                  <a:lnTo>
                    <a:pt x="725474" y="1576923"/>
                  </a:lnTo>
                  <a:lnTo>
                    <a:pt x="678918" y="1562590"/>
                  </a:lnTo>
                  <a:lnTo>
                    <a:pt x="670692" y="1563115"/>
                  </a:lnTo>
                  <a:lnTo>
                    <a:pt x="652393" y="1554718"/>
                  </a:lnTo>
                  <a:lnTo>
                    <a:pt x="641658" y="1552348"/>
                  </a:lnTo>
                  <a:lnTo>
                    <a:pt x="619644" y="1547498"/>
                  </a:lnTo>
                  <a:lnTo>
                    <a:pt x="601345" y="1505966"/>
                  </a:lnTo>
                  <a:lnTo>
                    <a:pt x="581898" y="1471419"/>
                  </a:lnTo>
                  <a:lnTo>
                    <a:pt x="579137" y="1456978"/>
                  </a:lnTo>
                  <a:lnTo>
                    <a:pt x="579798" y="1392372"/>
                  </a:lnTo>
                  <a:lnTo>
                    <a:pt x="573847" y="1363634"/>
                  </a:lnTo>
                  <a:lnTo>
                    <a:pt x="572019" y="1332309"/>
                  </a:lnTo>
                  <a:lnTo>
                    <a:pt x="559787" y="1357789"/>
                  </a:lnTo>
                  <a:lnTo>
                    <a:pt x="566885" y="1398072"/>
                  </a:lnTo>
                  <a:lnTo>
                    <a:pt x="551794" y="1414975"/>
                  </a:lnTo>
                  <a:lnTo>
                    <a:pt x="532756" y="1423191"/>
                  </a:lnTo>
                  <a:lnTo>
                    <a:pt x="534545" y="1446789"/>
                  </a:lnTo>
                  <a:lnTo>
                    <a:pt x="542363" y="1451259"/>
                  </a:lnTo>
                  <a:lnTo>
                    <a:pt x="543996" y="1475762"/>
                  </a:lnTo>
                  <a:lnTo>
                    <a:pt x="539368" y="1512028"/>
                  </a:lnTo>
                  <a:lnTo>
                    <a:pt x="501894" y="1592667"/>
                  </a:lnTo>
                  <a:lnTo>
                    <a:pt x="494329" y="1601336"/>
                  </a:lnTo>
                  <a:lnTo>
                    <a:pt x="489195" y="1612230"/>
                  </a:lnTo>
                  <a:lnTo>
                    <a:pt x="470021" y="1604991"/>
                  </a:lnTo>
                  <a:lnTo>
                    <a:pt x="453471" y="1620099"/>
                  </a:lnTo>
                  <a:lnTo>
                    <a:pt x="453471" y="874424"/>
                  </a:lnTo>
                  <a:lnTo>
                    <a:pt x="910415" y="874424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h29"/>
            <p:cNvSpPr/>
            <p:nvPr/>
          </p:nvSpPr>
          <p:spPr>
            <a:xfrm>
              <a:off x="1826337" y="2876370"/>
              <a:ext cx="915722" cy="956862"/>
            </a:xfrm>
            <a:custGeom>
              <a:avLst/>
              <a:pathLst>
                <a:path w="915722" h="956862">
                  <a:moveTo>
                    <a:pt x="914400" y="914400"/>
                  </a:moveTo>
                  <a:lnTo>
                    <a:pt x="915722" y="948729"/>
                  </a:lnTo>
                  <a:lnTo>
                    <a:pt x="909985" y="956862"/>
                  </a:lnTo>
                  <a:lnTo>
                    <a:pt x="909985" y="906665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h30"/>
            <p:cNvSpPr/>
            <p:nvPr/>
          </p:nvSpPr>
          <p:spPr>
            <a:xfrm>
              <a:off x="1850490" y="2945119"/>
              <a:ext cx="1097783" cy="1095422"/>
            </a:xfrm>
            <a:custGeom>
              <a:avLst/>
              <a:pathLst>
                <a:path w="1097783" h="1095422">
                  <a:moveTo>
                    <a:pt x="914400" y="914400"/>
                  </a:moveTo>
                  <a:lnTo>
                    <a:pt x="919845" y="928569"/>
                  </a:lnTo>
                  <a:lnTo>
                    <a:pt x="928129" y="943861"/>
                  </a:lnTo>
                  <a:lnTo>
                    <a:pt x="957610" y="932967"/>
                  </a:lnTo>
                  <a:lnTo>
                    <a:pt x="1031508" y="978209"/>
                  </a:lnTo>
                  <a:lnTo>
                    <a:pt x="1076197" y="956185"/>
                  </a:lnTo>
                  <a:lnTo>
                    <a:pt x="1087632" y="954900"/>
                  </a:lnTo>
                  <a:lnTo>
                    <a:pt x="1097783" y="991456"/>
                  </a:lnTo>
                  <a:lnTo>
                    <a:pt x="1086679" y="1028283"/>
                  </a:lnTo>
                  <a:lnTo>
                    <a:pt x="1047279" y="1067571"/>
                  </a:lnTo>
                  <a:lnTo>
                    <a:pt x="1056011" y="1091784"/>
                  </a:lnTo>
                  <a:lnTo>
                    <a:pt x="1064526" y="1095422"/>
                  </a:lnTo>
                  <a:lnTo>
                    <a:pt x="885832" y="1095422"/>
                  </a:lnTo>
                  <a:lnTo>
                    <a:pt x="885832" y="917489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h31"/>
            <p:cNvSpPr/>
            <p:nvPr/>
          </p:nvSpPr>
          <p:spPr>
            <a:xfrm>
              <a:off x="2041827" y="3122739"/>
              <a:ext cx="922762" cy="917802"/>
            </a:xfrm>
            <a:custGeom>
              <a:avLst/>
              <a:pathLst>
                <a:path w="922762" h="917802">
                  <a:moveTo>
                    <a:pt x="914400" y="914400"/>
                  </a:moveTo>
                  <a:lnTo>
                    <a:pt x="922762" y="917802"/>
                  </a:lnTo>
                  <a:lnTo>
                    <a:pt x="889812" y="917802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h32"/>
            <p:cNvSpPr/>
            <p:nvPr/>
          </p:nvSpPr>
          <p:spPr>
            <a:xfrm>
              <a:off x="2160569" y="3084066"/>
              <a:ext cx="1337891" cy="956475"/>
            </a:xfrm>
            <a:custGeom>
              <a:avLst/>
              <a:pathLst>
                <a:path w="1337891" h="956475">
                  <a:moveTo>
                    <a:pt x="914400" y="914400"/>
                  </a:moveTo>
                  <a:lnTo>
                    <a:pt x="933457" y="902564"/>
                  </a:lnTo>
                  <a:lnTo>
                    <a:pt x="996193" y="894095"/>
                  </a:lnTo>
                  <a:lnTo>
                    <a:pt x="1007608" y="872759"/>
                  </a:lnTo>
                  <a:lnTo>
                    <a:pt x="1033025" y="851296"/>
                  </a:lnTo>
                  <a:lnTo>
                    <a:pt x="1049399" y="827861"/>
                  </a:lnTo>
                  <a:lnTo>
                    <a:pt x="1088604" y="783252"/>
                  </a:lnTo>
                  <a:lnTo>
                    <a:pt x="1129170" y="791287"/>
                  </a:lnTo>
                  <a:lnTo>
                    <a:pt x="1152856" y="799829"/>
                  </a:lnTo>
                  <a:lnTo>
                    <a:pt x="1178857" y="804136"/>
                  </a:lnTo>
                  <a:lnTo>
                    <a:pt x="1202523" y="851694"/>
                  </a:lnTo>
                  <a:lnTo>
                    <a:pt x="1262381" y="904265"/>
                  </a:lnTo>
                  <a:lnTo>
                    <a:pt x="1317376" y="899687"/>
                  </a:lnTo>
                  <a:lnTo>
                    <a:pt x="1336901" y="949417"/>
                  </a:lnTo>
                  <a:lnTo>
                    <a:pt x="1337891" y="956475"/>
                  </a:lnTo>
                  <a:lnTo>
                    <a:pt x="878015" y="956475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h33"/>
            <p:cNvSpPr/>
            <p:nvPr/>
          </p:nvSpPr>
          <p:spPr>
            <a:xfrm>
              <a:off x="2565529" y="3009236"/>
              <a:ext cx="914400" cy="940187"/>
            </a:xfrm>
            <a:custGeom>
              <a:avLst/>
              <a:pathLst>
                <a:path w="914400" h="940187">
                  <a:moveTo>
                    <a:pt x="914400" y="914400"/>
                  </a:moveTo>
                  <a:lnTo>
                    <a:pt x="909052" y="927103"/>
                  </a:lnTo>
                  <a:lnTo>
                    <a:pt x="886668" y="905966"/>
                  </a:lnTo>
                  <a:lnTo>
                    <a:pt x="864188" y="906256"/>
                  </a:lnTo>
                  <a:lnTo>
                    <a:pt x="850750" y="938812"/>
                  </a:lnTo>
                  <a:lnTo>
                    <a:pt x="840754" y="940187"/>
                  </a:lnTo>
                  <a:lnTo>
                    <a:pt x="806042" y="910617"/>
                  </a:lnTo>
                  <a:lnTo>
                    <a:pt x="800480" y="896194"/>
                  </a:lnTo>
                  <a:lnTo>
                    <a:pt x="799333" y="884196"/>
                  </a:lnTo>
                  <a:lnTo>
                    <a:pt x="804292" y="842664"/>
                  </a:lnTo>
                  <a:lnTo>
                    <a:pt x="803378" y="829598"/>
                  </a:lnTo>
                  <a:lnTo>
                    <a:pt x="814287" y="815320"/>
                  </a:lnTo>
                  <a:lnTo>
                    <a:pt x="815979" y="794689"/>
                  </a:lnTo>
                  <a:lnTo>
                    <a:pt x="835270" y="772937"/>
                  </a:lnTo>
                  <a:lnTo>
                    <a:pt x="852384" y="772123"/>
                  </a:lnTo>
                  <a:lnTo>
                    <a:pt x="857829" y="790545"/>
                  </a:lnTo>
                  <a:lnTo>
                    <a:pt x="866016" y="803231"/>
                  </a:lnTo>
                  <a:lnTo>
                    <a:pt x="894855" y="817455"/>
                  </a:lnTo>
                  <a:lnTo>
                    <a:pt x="899153" y="823916"/>
                  </a:lnTo>
                  <a:lnTo>
                    <a:pt x="901759" y="832855"/>
                  </a:lnTo>
                  <a:lnTo>
                    <a:pt x="888341" y="850373"/>
                  </a:lnTo>
                  <a:lnTo>
                    <a:pt x="883790" y="859349"/>
                  </a:lnTo>
                  <a:lnTo>
                    <a:pt x="888049" y="873736"/>
                  </a:lnTo>
                  <a:lnTo>
                    <a:pt x="909421" y="889462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h34"/>
            <p:cNvSpPr/>
            <p:nvPr/>
          </p:nvSpPr>
          <p:spPr>
            <a:xfrm>
              <a:off x="2593066" y="3112696"/>
              <a:ext cx="961640" cy="927845"/>
            </a:xfrm>
            <a:custGeom>
              <a:avLst/>
              <a:pathLst>
                <a:path w="961640" h="927845">
                  <a:moveTo>
                    <a:pt x="914399" y="914400"/>
                  </a:moveTo>
                  <a:lnTo>
                    <a:pt x="905376" y="905767"/>
                  </a:lnTo>
                  <a:lnTo>
                    <a:pt x="904034" y="893443"/>
                  </a:lnTo>
                  <a:lnTo>
                    <a:pt x="905493" y="880685"/>
                  </a:lnTo>
                  <a:lnTo>
                    <a:pt x="947537" y="915033"/>
                  </a:lnTo>
                  <a:lnTo>
                    <a:pt x="961640" y="927845"/>
                  </a:lnTo>
                  <a:lnTo>
                    <a:pt x="923368" y="927845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h35"/>
            <p:cNvSpPr/>
            <p:nvPr/>
          </p:nvSpPr>
          <p:spPr>
            <a:xfrm>
              <a:off x="2046805" y="2971957"/>
              <a:ext cx="944970" cy="914400"/>
            </a:xfrm>
            <a:custGeom>
              <a:avLst/>
              <a:pathLst>
                <a:path w="944970" h="914400">
                  <a:moveTo>
                    <a:pt x="914400" y="914400"/>
                  </a:moveTo>
                  <a:lnTo>
                    <a:pt x="902731" y="899578"/>
                  </a:lnTo>
                  <a:lnTo>
                    <a:pt x="890986" y="895814"/>
                  </a:lnTo>
                  <a:lnTo>
                    <a:pt x="897306" y="877536"/>
                  </a:lnTo>
                  <a:lnTo>
                    <a:pt x="905571" y="870895"/>
                  </a:lnTo>
                  <a:lnTo>
                    <a:pt x="935169" y="882803"/>
                  </a:lnTo>
                  <a:lnTo>
                    <a:pt x="944464" y="906111"/>
                  </a:lnTo>
                  <a:lnTo>
                    <a:pt x="944970" y="913676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h36"/>
            <p:cNvSpPr/>
            <p:nvPr/>
          </p:nvSpPr>
          <p:spPr>
            <a:xfrm>
              <a:off x="3813275" y="772293"/>
              <a:ext cx="914400" cy="1014221"/>
            </a:xfrm>
            <a:custGeom>
              <a:avLst/>
              <a:pathLst>
                <a:path w="914400" h="1014221">
                  <a:moveTo>
                    <a:pt x="914400" y="914399"/>
                  </a:moveTo>
                  <a:lnTo>
                    <a:pt x="914400" y="1010477"/>
                  </a:lnTo>
                  <a:lnTo>
                    <a:pt x="874534" y="1014221"/>
                  </a:lnTo>
                  <a:lnTo>
                    <a:pt x="863818" y="1007832"/>
                  </a:lnTo>
                  <a:lnTo>
                    <a:pt x="849136" y="958157"/>
                  </a:lnTo>
                  <a:lnTo>
                    <a:pt x="852053" y="945326"/>
                  </a:lnTo>
                  <a:lnTo>
                    <a:pt x="861932" y="939861"/>
                  </a:lnTo>
                  <a:lnTo>
                    <a:pt x="870391" y="938685"/>
                  </a:lnTo>
                  <a:lnTo>
                    <a:pt x="871636" y="965432"/>
                  </a:lnTo>
                  <a:lnTo>
                    <a:pt x="884062" y="962771"/>
                  </a:lnTo>
                  <a:lnTo>
                    <a:pt x="887952" y="945145"/>
                  </a:lnTo>
                  <a:lnTo>
                    <a:pt x="888827" y="932731"/>
                  </a:lnTo>
                  <a:lnTo>
                    <a:pt x="885463" y="926469"/>
                  </a:lnTo>
                  <a:lnTo>
                    <a:pt x="877023" y="921619"/>
                  </a:lnTo>
                  <a:lnTo>
                    <a:pt x="872142" y="913295"/>
                  </a:lnTo>
                  <a:lnTo>
                    <a:pt x="879162" y="899903"/>
                  </a:lnTo>
                  <a:lnTo>
                    <a:pt x="892152" y="894112"/>
                  </a:lnTo>
                  <a:lnTo>
                    <a:pt x="903354" y="912010"/>
                  </a:lnTo>
                  <a:lnTo>
                    <a:pt x="912319" y="914362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h37"/>
            <p:cNvSpPr/>
            <p:nvPr/>
          </p:nvSpPr>
          <p:spPr>
            <a:xfrm>
              <a:off x="3747058" y="841349"/>
              <a:ext cx="914400" cy="925402"/>
            </a:xfrm>
            <a:custGeom>
              <a:avLst/>
              <a:pathLst>
                <a:path w="914400" h="925402">
                  <a:moveTo>
                    <a:pt x="914400" y="914400"/>
                  </a:moveTo>
                  <a:lnTo>
                    <a:pt x="906776" y="912318"/>
                  </a:lnTo>
                  <a:lnTo>
                    <a:pt x="900923" y="915160"/>
                  </a:lnTo>
                  <a:lnTo>
                    <a:pt x="896956" y="925402"/>
                  </a:lnTo>
                  <a:lnTo>
                    <a:pt x="888321" y="921729"/>
                  </a:lnTo>
                  <a:lnTo>
                    <a:pt x="884840" y="907052"/>
                  </a:lnTo>
                  <a:lnTo>
                    <a:pt x="891277" y="885083"/>
                  </a:lnTo>
                  <a:lnTo>
                    <a:pt x="906699" y="884250"/>
                  </a:lnTo>
                  <a:lnTo>
                    <a:pt x="913369" y="906093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h38"/>
            <p:cNvSpPr/>
            <p:nvPr/>
          </p:nvSpPr>
          <p:spPr>
            <a:xfrm>
              <a:off x="2333937" y="2501657"/>
              <a:ext cx="921809" cy="1252538"/>
            </a:xfrm>
            <a:custGeom>
              <a:avLst/>
              <a:pathLst>
                <a:path w="921809" h="1252538">
                  <a:moveTo>
                    <a:pt x="914400" y="914400"/>
                  </a:moveTo>
                  <a:lnTo>
                    <a:pt x="909227" y="925203"/>
                  </a:lnTo>
                  <a:lnTo>
                    <a:pt x="901623" y="932315"/>
                  </a:lnTo>
                  <a:lnTo>
                    <a:pt x="881729" y="939862"/>
                  </a:lnTo>
                  <a:lnTo>
                    <a:pt x="864499" y="950394"/>
                  </a:lnTo>
                  <a:lnTo>
                    <a:pt x="849136" y="968907"/>
                  </a:lnTo>
                  <a:lnTo>
                    <a:pt x="843477" y="995365"/>
                  </a:lnTo>
                  <a:lnTo>
                    <a:pt x="855495" y="1014728"/>
                  </a:lnTo>
                  <a:lnTo>
                    <a:pt x="877353" y="1025333"/>
                  </a:lnTo>
                  <a:lnTo>
                    <a:pt x="882915" y="1062196"/>
                  </a:lnTo>
                  <a:lnTo>
                    <a:pt x="864869" y="1080383"/>
                  </a:lnTo>
                  <a:lnTo>
                    <a:pt x="818566" y="1098534"/>
                  </a:lnTo>
                  <a:lnTo>
                    <a:pt x="813704" y="1142347"/>
                  </a:lnTo>
                  <a:lnTo>
                    <a:pt x="815201" y="1176875"/>
                  </a:lnTo>
                  <a:lnTo>
                    <a:pt x="814365" y="1201976"/>
                  </a:lnTo>
                  <a:lnTo>
                    <a:pt x="810690" y="1236703"/>
                  </a:lnTo>
                  <a:lnTo>
                    <a:pt x="773235" y="1252538"/>
                  </a:lnTo>
                  <a:lnTo>
                    <a:pt x="749063" y="1199641"/>
                  </a:lnTo>
                  <a:lnTo>
                    <a:pt x="748849" y="1178468"/>
                  </a:lnTo>
                  <a:lnTo>
                    <a:pt x="741634" y="1153748"/>
                  </a:lnTo>
                  <a:lnTo>
                    <a:pt x="740273" y="1132683"/>
                  </a:lnTo>
                  <a:lnTo>
                    <a:pt x="731716" y="1098987"/>
                  </a:lnTo>
                  <a:lnTo>
                    <a:pt x="696284" y="1089866"/>
                  </a:lnTo>
                  <a:lnTo>
                    <a:pt x="682535" y="1088672"/>
                  </a:lnTo>
                  <a:lnTo>
                    <a:pt x="663302" y="1094933"/>
                  </a:lnTo>
                  <a:lnTo>
                    <a:pt x="658538" y="1092490"/>
                  </a:lnTo>
                  <a:lnTo>
                    <a:pt x="635513" y="1046470"/>
                  </a:lnTo>
                  <a:lnTo>
                    <a:pt x="639305" y="995690"/>
                  </a:lnTo>
                  <a:lnTo>
                    <a:pt x="627015" y="970065"/>
                  </a:lnTo>
                  <a:lnTo>
                    <a:pt x="625323" y="958465"/>
                  </a:lnTo>
                  <a:lnTo>
                    <a:pt x="625615" y="945616"/>
                  </a:lnTo>
                  <a:lnTo>
                    <a:pt x="615522" y="935030"/>
                  </a:lnTo>
                  <a:lnTo>
                    <a:pt x="603270" y="929420"/>
                  </a:lnTo>
                  <a:lnTo>
                    <a:pt x="597319" y="900845"/>
                  </a:lnTo>
                  <a:lnTo>
                    <a:pt x="611399" y="893914"/>
                  </a:lnTo>
                  <a:lnTo>
                    <a:pt x="646209" y="897262"/>
                  </a:lnTo>
                  <a:lnTo>
                    <a:pt x="656379" y="895307"/>
                  </a:lnTo>
                  <a:lnTo>
                    <a:pt x="665694" y="889354"/>
                  </a:lnTo>
                  <a:lnTo>
                    <a:pt x="693853" y="842374"/>
                  </a:lnTo>
                  <a:lnTo>
                    <a:pt x="693037" y="832023"/>
                  </a:lnTo>
                  <a:lnTo>
                    <a:pt x="696051" y="818595"/>
                  </a:lnTo>
                  <a:lnTo>
                    <a:pt x="726524" y="813618"/>
                  </a:lnTo>
                  <a:lnTo>
                    <a:pt x="740098" y="831770"/>
                  </a:lnTo>
                  <a:lnTo>
                    <a:pt x="737375" y="860833"/>
                  </a:lnTo>
                  <a:lnTo>
                    <a:pt x="739106" y="898076"/>
                  </a:lnTo>
                  <a:lnTo>
                    <a:pt x="757561" y="908210"/>
                  </a:lnTo>
                  <a:lnTo>
                    <a:pt x="764756" y="909694"/>
                  </a:lnTo>
                  <a:lnTo>
                    <a:pt x="772438" y="882187"/>
                  </a:lnTo>
                  <a:lnTo>
                    <a:pt x="777825" y="868814"/>
                  </a:lnTo>
                  <a:lnTo>
                    <a:pt x="785137" y="861358"/>
                  </a:lnTo>
                  <a:lnTo>
                    <a:pt x="787626" y="836221"/>
                  </a:lnTo>
                  <a:lnTo>
                    <a:pt x="783289" y="820875"/>
                  </a:lnTo>
                  <a:lnTo>
                    <a:pt x="774052" y="809438"/>
                  </a:lnTo>
                  <a:lnTo>
                    <a:pt x="808551" y="778312"/>
                  </a:lnTo>
                  <a:lnTo>
                    <a:pt x="844255" y="753664"/>
                  </a:lnTo>
                  <a:lnTo>
                    <a:pt x="865024" y="752379"/>
                  </a:lnTo>
                  <a:lnTo>
                    <a:pt x="885929" y="758405"/>
                  </a:lnTo>
                  <a:lnTo>
                    <a:pt x="905357" y="766730"/>
                  </a:lnTo>
                  <a:lnTo>
                    <a:pt x="915897" y="773896"/>
                  </a:lnTo>
                  <a:lnTo>
                    <a:pt x="921809" y="785406"/>
                  </a:lnTo>
                  <a:lnTo>
                    <a:pt x="908779" y="812840"/>
                  </a:lnTo>
                  <a:lnTo>
                    <a:pt x="905162" y="827861"/>
                  </a:lnTo>
                  <a:lnTo>
                    <a:pt x="913913" y="877301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h39"/>
            <p:cNvSpPr/>
            <p:nvPr/>
          </p:nvSpPr>
          <p:spPr>
            <a:xfrm>
              <a:off x="1873515" y="1785585"/>
              <a:ext cx="1047241" cy="1567893"/>
            </a:xfrm>
            <a:custGeom>
              <a:avLst/>
              <a:pathLst>
                <a:path w="1047241" h="1567893">
                  <a:moveTo>
                    <a:pt x="914400" y="914400"/>
                  </a:moveTo>
                  <a:lnTo>
                    <a:pt x="969006" y="870533"/>
                  </a:lnTo>
                  <a:lnTo>
                    <a:pt x="984272" y="869972"/>
                  </a:lnTo>
                  <a:lnTo>
                    <a:pt x="958583" y="902673"/>
                  </a:lnTo>
                  <a:lnTo>
                    <a:pt x="954460" y="915322"/>
                  </a:lnTo>
                  <a:lnTo>
                    <a:pt x="951348" y="934722"/>
                  </a:lnTo>
                  <a:lnTo>
                    <a:pt x="969765" y="976852"/>
                  </a:lnTo>
                  <a:lnTo>
                    <a:pt x="965875" y="1002495"/>
                  </a:lnTo>
                  <a:lnTo>
                    <a:pt x="967178" y="1052949"/>
                  </a:lnTo>
                  <a:lnTo>
                    <a:pt x="949812" y="1079243"/>
                  </a:lnTo>
                  <a:lnTo>
                    <a:pt x="930210" y="1135180"/>
                  </a:lnTo>
                  <a:lnTo>
                    <a:pt x="921770" y="1143414"/>
                  </a:lnTo>
                  <a:lnTo>
                    <a:pt x="919961" y="1208708"/>
                  </a:lnTo>
                  <a:lnTo>
                    <a:pt x="921887" y="1224289"/>
                  </a:lnTo>
                  <a:lnTo>
                    <a:pt x="919106" y="1283737"/>
                  </a:lnTo>
                  <a:lnTo>
                    <a:pt x="939194" y="1308077"/>
                  </a:lnTo>
                  <a:lnTo>
                    <a:pt x="960430" y="1320799"/>
                  </a:lnTo>
                  <a:lnTo>
                    <a:pt x="1031255" y="1320347"/>
                  </a:lnTo>
                  <a:lnTo>
                    <a:pt x="1038606" y="1331042"/>
                  </a:lnTo>
                  <a:lnTo>
                    <a:pt x="1047241" y="1349428"/>
                  </a:lnTo>
                  <a:lnTo>
                    <a:pt x="1040920" y="1380645"/>
                  </a:lnTo>
                  <a:lnTo>
                    <a:pt x="1033356" y="1404189"/>
                  </a:lnTo>
                  <a:lnTo>
                    <a:pt x="1012839" y="1424023"/>
                  </a:lnTo>
                  <a:lnTo>
                    <a:pt x="986508" y="1438808"/>
                  </a:lnTo>
                  <a:lnTo>
                    <a:pt x="970134" y="1439460"/>
                  </a:lnTo>
                  <a:lnTo>
                    <a:pt x="947829" y="1411356"/>
                  </a:lnTo>
                  <a:lnTo>
                    <a:pt x="937230" y="1420476"/>
                  </a:lnTo>
                  <a:lnTo>
                    <a:pt x="926281" y="1434809"/>
                  </a:lnTo>
                  <a:lnTo>
                    <a:pt x="907943" y="1511720"/>
                  </a:lnTo>
                  <a:lnTo>
                    <a:pt x="899250" y="1563676"/>
                  </a:lnTo>
                  <a:lnTo>
                    <a:pt x="894544" y="1567893"/>
                  </a:lnTo>
                  <a:lnTo>
                    <a:pt x="884179" y="1560238"/>
                  </a:lnTo>
                  <a:lnTo>
                    <a:pt x="866269" y="1559641"/>
                  </a:lnTo>
                  <a:lnTo>
                    <a:pt x="862807" y="1561525"/>
                  </a:lnTo>
                  <a:lnTo>
                    <a:pt x="862807" y="926074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h40"/>
            <p:cNvSpPr/>
            <p:nvPr/>
          </p:nvSpPr>
          <p:spPr>
            <a:xfrm>
              <a:off x="1826628" y="2473318"/>
              <a:ext cx="914400" cy="923610"/>
            </a:xfrm>
            <a:custGeom>
              <a:avLst/>
              <a:pathLst>
                <a:path w="914400" h="923610">
                  <a:moveTo>
                    <a:pt x="914400" y="914399"/>
                  </a:moveTo>
                  <a:lnTo>
                    <a:pt x="909693" y="923610"/>
                  </a:lnTo>
                  <a:lnTo>
                    <a:pt x="909693" y="907057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h41"/>
            <p:cNvSpPr/>
            <p:nvPr/>
          </p:nvSpPr>
          <p:spPr>
            <a:xfrm>
              <a:off x="1958692" y="2548854"/>
              <a:ext cx="940769" cy="1102986"/>
            </a:xfrm>
            <a:custGeom>
              <a:avLst/>
              <a:pathLst>
                <a:path w="940769" h="1102986">
                  <a:moveTo>
                    <a:pt x="914400" y="914400"/>
                  </a:moveTo>
                  <a:lnTo>
                    <a:pt x="924609" y="955642"/>
                  </a:lnTo>
                  <a:lnTo>
                    <a:pt x="940769" y="1001771"/>
                  </a:lnTo>
                  <a:lnTo>
                    <a:pt x="934021" y="1021080"/>
                  </a:lnTo>
                  <a:lnTo>
                    <a:pt x="938611" y="1045818"/>
                  </a:lnTo>
                  <a:lnTo>
                    <a:pt x="934002" y="1071624"/>
                  </a:lnTo>
                  <a:lnTo>
                    <a:pt x="901856" y="1101629"/>
                  </a:lnTo>
                  <a:lnTo>
                    <a:pt x="865802" y="1102986"/>
                  </a:lnTo>
                  <a:lnTo>
                    <a:pt x="828328" y="1088491"/>
                  </a:lnTo>
                  <a:lnTo>
                    <a:pt x="777630" y="1061764"/>
                  </a:lnTo>
                  <a:lnTo>
                    <a:pt x="777630" y="922117"/>
                  </a:lnTo>
                  <a:lnTo>
                    <a:pt x="834609" y="894674"/>
                  </a:lnTo>
                  <a:lnTo>
                    <a:pt x="848047" y="899072"/>
                  </a:lnTo>
                  <a:lnTo>
                    <a:pt x="862068" y="913386"/>
                  </a:lnTo>
                  <a:lnTo>
                    <a:pt x="878209" y="914237"/>
                  </a:lnTo>
                  <a:lnTo>
                    <a:pt x="901642" y="893932"/>
                  </a:lnTo>
                  <a:lnTo>
                    <a:pt x="906096" y="895054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h42"/>
            <p:cNvSpPr/>
            <p:nvPr/>
          </p:nvSpPr>
          <p:spPr>
            <a:xfrm>
              <a:off x="2128268" y="2818677"/>
              <a:ext cx="959711" cy="988795"/>
            </a:xfrm>
            <a:custGeom>
              <a:avLst/>
              <a:pathLst>
                <a:path w="959711" h="988795">
                  <a:moveTo>
                    <a:pt x="914400" y="914400"/>
                  </a:moveTo>
                  <a:lnTo>
                    <a:pt x="938241" y="913078"/>
                  </a:lnTo>
                  <a:lnTo>
                    <a:pt x="954460" y="922615"/>
                  </a:lnTo>
                  <a:lnTo>
                    <a:pt x="958330" y="937346"/>
                  </a:lnTo>
                  <a:lnTo>
                    <a:pt x="959711" y="970047"/>
                  </a:lnTo>
                  <a:lnTo>
                    <a:pt x="942675" y="979584"/>
                  </a:lnTo>
                  <a:lnTo>
                    <a:pt x="923870" y="976345"/>
                  </a:lnTo>
                  <a:lnTo>
                    <a:pt x="898278" y="988795"/>
                  </a:lnTo>
                  <a:lnTo>
                    <a:pt x="814268" y="935337"/>
                  </a:lnTo>
                  <a:lnTo>
                    <a:pt x="815493" y="890765"/>
                  </a:lnTo>
                  <a:lnTo>
                    <a:pt x="818857" y="873265"/>
                  </a:lnTo>
                  <a:lnTo>
                    <a:pt x="858665" y="869103"/>
                  </a:lnTo>
                  <a:lnTo>
                    <a:pt x="879162" y="891398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h43"/>
            <p:cNvSpPr/>
            <p:nvPr/>
          </p:nvSpPr>
          <p:spPr>
            <a:xfrm>
              <a:off x="1959275" y="2850003"/>
              <a:ext cx="966439" cy="914400"/>
            </a:xfrm>
            <a:custGeom>
              <a:avLst/>
              <a:pathLst>
                <a:path w="966439" h="914400">
                  <a:moveTo>
                    <a:pt x="914400" y="914400"/>
                  </a:moveTo>
                  <a:lnTo>
                    <a:pt x="902401" y="884377"/>
                  </a:lnTo>
                  <a:lnTo>
                    <a:pt x="900845" y="874985"/>
                  </a:lnTo>
                  <a:lnTo>
                    <a:pt x="914944" y="855766"/>
                  </a:lnTo>
                  <a:lnTo>
                    <a:pt x="924065" y="833995"/>
                  </a:lnTo>
                  <a:lnTo>
                    <a:pt x="947654" y="800571"/>
                  </a:lnTo>
                  <a:lnTo>
                    <a:pt x="961247" y="761409"/>
                  </a:lnTo>
                  <a:lnTo>
                    <a:pt x="966439" y="762025"/>
                  </a:lnTo>
                  <a:lnTo>
                    <a:pt x="960411" y="796897"/>
                  </a:lnTo>
                  <a:lnTo>
                    <a:pt x="929432" y="894167"/>
                  </a:lnTo>
                  <a:lnTo>
                    <a:pt x="923228" y="912300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h44"/>
            <p:cNvSpPr/>
            <p:nvPr/>
          </p:nvSpPr>
          <p:spPr>
            <a:xfrm>
              <a:off x="2321958" y="2773725"/>
              <a:ext cx="922003" cy="936043"/>
            </a:xfrm>
            <a:custGeom>
              <a:avLst/>
              <a:pathLst>
                <a:path w="922003" h="936043">
                  <a:moveTo>
                    <a:pt x="914400" y="914400"/>
                  </a:moveTo>
                  <a:lnTo>
                    <a:pt x="883829" y="910346"/>
                  </a:lnTo>
                  <a:lnTo>
                    <a:pt x="849369" y="936043"/>
                  </a:lnTo>
                  <a:lnTo>
                    <a:pt x="836301" y="927918"/>
                  </a:lnTo>
                  <a:lnTo>
                    <a:pt x="841241" y="911504"/>
                  </a:lnTo>
                  <a:lnTo>
                    <a:pt x="844838" y="905532"/>
                  </a:lnTo>
                  <a:lnTo>
                    <a:pt x="856429" y="898565"/>
                  </a:lnTo>
                  <a:lnTo>
                    <a:pt x="864168" y="888376"/>
                  </a:lnTo>
                  <a:lnTo>
                    <a:pt x="867202" y="872433"/>
                  </a:lnTo>
                  <a:lnTo>
                    <a:pt x="874378" y="881029"/>
                  </a:lnTo>
                  <a:lnTo>
                    <a:pt x="895711" y="884630"/>
                  </a:lnTo>
                  <a:lnTo>
                    <a:pt x="906135" y="889715"/>
                  </a:lnTo>
                  <a:lnTo>
                    <a:pt x="914847" y="897189"/>
                  </a:lnTo>
                  <a:lnTo>
                    <a:pt x="922003" y="908880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h45"/>
            <p:cNvSpPr/>
            <p:nvPr/>
          </p:nvSpPr>
          <p:spPr>
            <a:xfrm>
              <a:off x="2334015" y="2550193"/>
              <a:ext cx="933146" cy="914400"/>
            </a:xfrm>
            <a:custGeom>
              <a:avLst/>
              <a:pathLst>
                <a:path w="933146" h="914400">
                  <a:moveTo>
                    <a:pt x="914400" y="914400"/>
                  </a:moveTo>
                  <a:lnTo>
                    <a:pt x="910277" y="913567"/>
                  </a:lnTo>
                  <a:lnTo>
                    <a:pt x="904190" y="891941"/>
                  </a:lnTo>
                  <a:lnTo>
                    <a:pt x="914069" y="878785"/>
                  </a:lnTo>
                  <a:lnTo>
                    <a:pt x="919903" y="867619"/>
                  </a:lnTo>
                  <a:lnTo>
                    <a:pt x="924045" y="867945"/>
                  </a:lnTo>
                  <a:lnTo>
                    <a:pt x="929704" y="880016"/>
                  </a:lnTo>
                  <a:lnTo>
                    <a:pt x="933146" y="898637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h46"/>
            <p:cNvSpPr/>
            <p:nvPr/>
          </p:nvSpPr>
          <p:spPr>
            <a:xfrm>
              <a:off x="1905019" y="2815872"/>
              <a:ext cx="931843" cy="914400"/>
            </a:xfrm>
            <a:custGeom>
              <a:avLst/>
              <a:pathLst>
                <a:path w="931843" h="914400">
                  <a:moveTo>
                    <a:pt x="914400" y="914400"/>
                  </a:moveTo>
                  <a:lnTo>
                    <a:pt x="899114" y="906328"/>
                  </a:lnTo>
                  <a:lnTo>
                    <a:pt x="874242" y="875926"/>
                  </a:lnTo>
                  <a:lnTo>
                    <a:pt x="871111" y="867855"/>
                  </a:lnTo>
                  <a:lnTo>
                    <a:pt x="884179" y="873012"/>
                  </a:lnTo>
                  <a:lnTo>
                    <a:pt x="900398" y="888901"/>
                  </a:lnTo>
                  <a:lnTo>
                    <a:pt x="913680" y="892285"/>
                  </a:lnTo>
                  <a:lnTo>
                    <a:pt x="931843" y="905731"/>
                  </a:lnTo>
                  <a:lnTo>
                    <a:pt x="927759" y="910545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h47"/>
            <p:cNvSpPr/>
            <p:nvPr/>
          </p:nvSpPr>
          <p:spPr>
            <a:xfrm>
              <a:off x="1821922" y="2800664"/>
              <a:ext cx="926593" cy="914399"/>
            </a:xfrm>
            <a:custGeom>
              <a:avLst/>
              <a:pathLst>
                <a:path w="926593" h="914399">
                  <a:moveTo>
                    <a:pt x="914400" y="914399"/>
                  </a:moveTo>
                  <a:lnTo>
                    <a:pt x="914400" y="874847"/>
                  </a:lnTo>
                  <a:lnTo>
                    <a:pt x="925893" y="903385"/>
                  </a:lnTo>
                  <a:lnTo>
                    <a:pt x="926593" y="911366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h48"/>
            <p:cNvSpPr/>
            <p:nvPr/>
          </p:nvSpPr>
          <p:spPr>
            <a:xfrm>
              <a:off x="1939478" y="2471961"/>
              <a:ext cx="928615" cy="914400"/>
            </a:xfrm>
            <a:custGeom>
              <a:avLst/>
              <a:pathLst>
                <a:path w="928615" h="914400">
                  <a:moveTo>
                    <a:pt x="914400" y="914400"/>
                  </a:moveTo>
                  <a:lnTo>
                    <a:pt x="901779" y="907468"/>
                  </a:lnTo>
                  <a:lnTo>
                    <a:pt x="900456" y="883490"/>
                  </a:lnTo>
                  <a:lnTo>
                    <a:pt x="905240" y="861955"/>
                  </a:lnTo>
                  <a:lnTo>
                    <a:pt x="899620" y="842700"/>
                  </a:lnTo>
                  <a:lnTo>
                    <a:pt x="905804" y="830322"/>
                  </a:lnTo>
                  <a:lnTo>
                    <a:pt x="923559" y="859150"/>
                  </a:lnTo>
                  <a:lnTo>
                    <a:pt x="928615" y="872704"/>
                  </a:lnTo>
                  <a:lnTo>
                    <a:pt x="921770" y="888901"/>
                  </a:lnTo>
                  <a:lnTo>
                    <a:pt x="917783" y="907740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h49"/>
            <p:cNvSpPr/>
            <p:nvPr/>
          </p:nvSpPr>
          <p:spPr>
            <a:xfrm>
              <a:off x="2023333" y="1929364"/>
              <a:ext cx="946876" cy="914400"/>
            </a:xfrm>
            <a:custGeom>
              <a:avLst/>
              <a:pathLst>
                <a:path w="946876" h="914400">
                  <a:moveTo>
                    <a:pt x="914400" y="914400"/>
                  </a:moveTo>
                  <a:lnTo>
                    <a:pt x="886999" y="902112"/>
                  </a:lnTo>
                  <a:lnTo>
                    <a:pt x="899095" y="884938"/>
                  </a:lnTo>
                  <a:lnTo>
                    <a:pt x="929199" y="877030"/>
                  </a:lnTo>
                  <a:lnTo>
                    <a:pt x="946876" y="879636"/>
                  </a:lnTo>
                  <a:lnTo>
                    <a:pt x="927429" y="896683"/>
                  </a:lnTo>
                  <a:lnTo>
                    <a:pt x="922509" y="905713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h50"/>
            <p:cNvSpPr/>
            <p:nvPr/>
          </p:nvSpPr>
          <p:spPr>
            <a:xfrm>
              <a:off x="2827711" y="2753691"/>
              <a:ext cx="931590" cy="914400"/>
            </a:xfrm>
            <a:custGeom>
              <a:avLst/>
              <a:pathLst>
                <a:path w="931590" h="914400">
                  <a:moveTo>
                    <a:pt x="914400" y="914400"/>
                  </a:moveTo>
                  <a:lnTo>
                    <a:pt x="881496" y="904012"/>
                  </a:lnTo>
                  <a:lnTo>
                    <a:pt x="841396" y="878333"/>
                  </a:lnTo>
                  <a:lnTo>
                    <a:pt x="847269" y="828005"/>
                  </a:lnTo>
                  <a:lnTo>
                    <a:pt x="857557" y="806253"/>
                  </a:lnTo>
                  <a:lnTo>
                    <a:pt x="930696" y="862661"/>
                  </a:lnTo>
                  <a:lnTo>
                    <a:pt x="931590" y="883925"/>
                  </a:lnTo>
                  <a:lnTo>
                    <a:pt x="921750" y="908120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t51"/>
            <p:cNvSpPr/>
            <p:nvPr/>
          </p:nvSpPr>
          <p:spPr>
            <a:xfrm>
              <a:off x="3255488" y="3331293"/>
              <a:ext cx="117405" cy="117405"/>
            </a:xfrm>
            <a:prstGeom prst="ellipse">
              <a:avLst/>
            </a:prstGeom>
            <a:solidFill>
              <a:srgbClr val="D7466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t52"/>
            <p:cNvSpPr/>
            <p:nvPr/>
          </p:nvSpPr>
          <p:spPr>
            <a:xfrm>
              <a:off x="4485505" y="1819316"/>
              <a:ext cx="117405" cy="117405"/>
            </a:xfrm>
            <a:prstGeom prst="ellipse">
              <a:avLst/>
            </a:prstGeom>
            <a:solidFill>
              <a:srgbClr val="00000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t53"/>
            <p:cNvSpPr/>
            <p:nvPr/>
          </p:nvSpPr>
          <p:spPr>
            <a:xfrm>
              <a:off x="3185695" y="3167619"/>
              <a:ext cx="117405" cy="117405"/>
            </a:xfrm>
            <a:prstGeom prst="ellipse">
              <a:avLst/>
            </a:prstGeom>
            <a:solidFill>
              <a:srgbClr val="E9686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t54"/>
            <p:cNvSpPr/>
            <p:nvPr/>
          </p:nvSpPr>
          <p:spPr>
            <a:xfrm>
              <a:off x="4017924" y="2612334"/>
              <a:ext cx="117405" cy="117405"/>
            </a:xfrm>
            <a:prstGeom prst="ellipse">
              <a:avLst/>
            </a:prstGeom>
            <a:solidFill>
              <a:srgbClr val="00000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t55"/>
            <p:cNvSpPr/>
            <p:nvPr/>
          </p:nvSpPr>
          <p:spPr>
            <a:xfrm>
              <a:off x="3942508" y="2998048"/>
              <a:ext cx="117405" cy="117405"/>
            </a:xfrm>
            <a:prstGeom prst="ellipse">
              <a:avLst/>
            </a:prstGeom>
            <a:solidFill>
              <a:srgbClr val="33105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t56"/>
            <p:cNvSpPr/>
            <p:nvPr/>
          </p:nvSpPr>
          <p:spPr>
            <a:xfrm>
              <a:off x="3271613" y="3464461"/>
              <a:ext cx="117405" cy="117405"/>
            </a:xfrm>
            <a:prstGeom prst="ellipse">
              <a:avLst/>
            </a:prstGeom>
            <a:solidFill>
              <a:srgbClr val="00000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t57"/>
            <p:cNvSpPr/>
            <p:nvPr/>
          </p:nvSpPr>
          <p:spPr>
            <a:xfrm>
              <a:off x="2899784" y="2174205"/>
              <a:ext cx="117405" cy="117405"/>
            </a:xfrm>
            <a:prstGeom prst="ellipse">
              <a:avLst/>
            </a:prstGeom>
            <a:solidFill>
              <a:srgbClr val="5B1776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t58"/>
            <p:cNvSpPr/>
            <p:nvPr/>
          </p:nvSpPr>
          <p:spPr>
            <a:xfrm>
              <a:off x="2989925" y="2479882"/>
              <a:ext cx="117405" cy="117405"/>
            </a:xfrm>
            <a:prstGeom prst="ellipse">
              <a:avLst/>
            </a:prstGeom>
            <a:solidFill>
              <a:srgbClr val="FCFDB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g59"/>
            <p:cNvSpPr/>
            <p:nvPr/>
          </p:nvSpPr>
          <p:spPr>
            <a:xfrm>
              <a:off x="3370741" y="3258321"/>
              <a:ext cx="379475" cy="191749"/>
            </a:xfrm>
            <a:custGeom>
              <a:avLst/>
              <a:pathLst>
                <a:path w="379475" h="191749">
                  <a:moveTo>
                    <a:pt x="27431" y="191749"/>
                  </a:moveTo>
                  <a:lnTo>
                    <a:pt x="352043" y="191749"/>
                  </a:lnTo>
                  <a:lnTo>
                    <a:pt x="350939" y="191727"/>
                  </a:lnTo>
                  <a:lnTo>
                    <a:pt x="355350" y="191549"/>
                  </a:lnTo>
                  <a:lnTo>
                    <a:pt x="359676" y="190666"/>
                  </a:lnTo>
                  <a:lnTo>
                    <a:pt x="363803" y="189101"/>
                  </a:lnTo>
                  <a:lnTo>
                    <a:pt x="367627" y="186893"/>
                  </a:lnTo>
                  <a:lnTo>
                    <a:pt x="371046" y="184101"/>
                  </a:lnTo>
                  <a:lnTo>
                    <a:pt x="373974" y="180797"/>
                  </a:lnTo>
                  <a:lnTo>
                    <a:pt x="376333" y="177065"/>
                  </a:lnTo>
                  <a:lnTo>
                    <a:pt x="378064" y="173004"/>
                  </a:lnTo>
                  <a:lnTo>
                    <a:pt x="379120" y="168718"/>
                  </a:lnTo>
                  <a:lnTo>
                    <a:pt x="379475" y="164317"/>
                  </a:lnTo>
                  <a:lnTo>
                    <a:pt x="379475" y="27432"/>
                  </a:lnTo>
                  <a:lnTo>
                    <a:pt x="379120" y="23031"/>
                  </a:lnTo>
                  <a:lnTo>
                    <a:pt x="378064" y="18745"/>
                  </a:lnTo>
                  <a:lnTo>
                    <a:pt x="376333" y="14683"/>
                  </a:lnTo>
                  <a:lnTo>
                    <a:pt x="373974" y="10952"/>
                  </a:lnTo>
                  <a:lnTo>
                    <a:pt x="371046" y="7647"/>
                  </a:lnTo>
                  <a:lnTo>
                    <a:pt x="367627" y="4855"/>
                  </a:lnTo>
                  <a:lnTo>
                    <a:pt x="363803" y="2648"/>
                  </a:lnTo>
                  <a:lnTo>
                    <a:pt x="359676" y="1083"/>
                  </a:lnTo>
                  <a:lnTo>
                    <a:pt x="355350" y="200"/>
                  </a:lnTo>
                  <a:lnTo>
                    <a:pt x="352043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5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2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5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tx60"/>
            <p:cNvSpPr/>
            <p:nvPr/>
          </p:nvSpPr>
          <p:spPr>
            <a:xfrm>
              <a:off x="3416461" y="3304041"/>
              <a:ext cx="288036" cy="1003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3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BAR</a:t>
              </a:r>
            </a:p>
          </p:txBody>
        </p:sp>
        <p:sp>
          <p:nvSpPr>
            <p:cNvPr id="61" name="pg61"/>
            <p:cNvSpPr/>
            <p:nvPr/>
          </p:nvSpPr>
          <p:spPr>
            <a:xfrm>
              <a:off x="4417591" y="1626357"/>
              <a:ext cx="363931" cy="191749"/>
            </a:xfrm>
            <a:custGeom>
              <a:avLst/>
              <a:pathLst>
                <a:path w="363931" h="191749">
                  <a:moveTo>
                    <a:pt x="27431" y="191749"/>
                  </a:moveTo>
                  <a:lnTo>
                    <a:pt x="336499" y="191749"/>
                  </a:lnTo>
                  <a:lnTo>
                    <a:pt x="335394" y="191727"/>
                  </a:lnTo>
                  <a:lnTo>
                    <a:pt x="339805" y="191549"/>
                  </a:lnTo>
                  <a:lnTo>
                    <a:pt x="344131" y="190666"/>
                  </a:lnTo>
                  <a:lnTo>
                    <a:pt x="348259" y="189101"/>
                  </a:lnTo>
                  <a:lnTo>
                    <a:pt x="352082" y="186893"/>
                  </a:lnTo>
                  <a:lnTo>
                    <a:pt x="355502" y="184101"/>
                  </a:lnTo>
                  <a:lnTo>
                    <a:pt x="358429" y="180797"/>
                  </a:lnTo>
                  <a:lnTo>
                    <a:pt x="360789" y="177065"/>
                  </a:lnTo>
                  <a:lnTo>
                    <a:pt x="362519" y="173004"/>
                  </a:lnTo>
                  <a:lnTo>
                    <a:pt x="363575" y="168718"/>
                  </a:lnTo>
                  <a:lnTo>
                    <a:pt x="363931" y="164317"/>
                  </a:lnTo>
                  <a:lnTo>
                    <a:pt x="363931" y="27431"/>
                  </a:lnTo>
                  <a:lnTo>
                    <a:pt x="363575" y="23031"/>
                  </a:lnTo>
                  <a:lnTo>
                    <a:pt x="362519" y="18745"/>
                  </a:lnTo>
                  <a:lnTo>
                    <a:pt x="360789" y="14683"/>
                  </a:lnTo>
                  <a:lnTo>
                    <a:pt x="358429" y="10952"/>
                  </a:lnTo>
                  <a:lnTo>
                    <a:pt x="355502" y="7647"/>
                  </a:lnTo>
                  <a:lnTo>
                    <a:pt x="352082" y="4855"/>
                  </a:lnTo>
                  <a:lnTo>
                    <a:pt x="348259" y="2648"/>
                  </a:lnTo>
                  <a:lnTo>
                    <a:pt x="344131" y="1083"/>
                  </a:lnTo>
                  <a:lnTo>
                    <a:pt x="339805" y="200"/>
                  </a:lnTo>
                  <a:lnTo>
                    <a:pt x="336499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5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1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5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tx62"/>
            <p:cNvSpPr/>
            <p:nvPr/>
          </p:nvSpPr>
          <p:spPr>
            <a:xfrm>
              <a:off x="4463311" y="1672077"/>
              <a:ext cx="272491" cy="1003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3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BJO</a:t>
              </a:r>
            </a:p>
          </p:txBody>
        </p:sp>
        <p:sp>
          <p:nvSpPr>
            <p:cNvPr id="63" name="pg63"/>
            <p:cNvSpPr/>
            <p:nvPr/>
          </p:nvSpPr>
          <p:spPr>
            <a:xfrm>
              <a:off x="2919946" y="2975024"/>
              <a:ext cx="410565" cy="191749"/>
            </a:xfrm>
            <a:custGeom>
              <a:avLst/>
              <a:pathLst>
                <a:path w="410565" h="191749">
                  <a:moveTo>
                    <a:pt x="27431" y="191749"/>
                  </a:moveTo>
                  <a:lnTo>
                    <a:pt x="383133" y="191749"/>
                  </a:lnTo>
                  <a:lnTo>
                    <a:pt x="382029" y="191727"/>
                  </a:lnTo>
                  <a:lnTo>
                    <a:pt x="386440" y="191549"/>
                  </a:lnTo>
                  <a:lnTo>
                    <a:pt x="390765" y="190666"/>
                  </a:lnTo>
                  <a:lnTo>
                    <a:pt x="394893" y="189101"/>
                  </a:lnTo>
                  <a:lnTo>
                    <a:pt x="398716" y="186893"/>
                  </a:lnTo>
                  <a:lnTo>
                    <a:pt x="402136" y="184101"/>
                  </a:lnTo>
                  <a:lnTo>
                    <a:pt x="405063" y="180797"/>
                  </a:lnTo>
                  <a:lnTo>
                    <a:pt x="407423" y="177065"/>
                  </a:lnTo>
                  <a:lnTo>
                    <a:pt x="409153" y="173004"/>
                  </a:lnTo>
                  <a:lnTo>
                    <a:pt x="410210" y="168718"/>
                  </a:lnTo>
                  <a:lnTo>
                    <a:pt x="410565" y="164317"/>
                  </a:lnTo>
                  <a:lnTo>
                    <a:pt x="410565" y="27432"/>
                  </a:lnTo>
                  <a:lnTo>
                    <a:pt x="410210" y="23031"/>
                  </a:lnTo>
                  <a:lnTo>
                    <a:pt x="409153" y="18745"/>
                  </a:lnTo>
                  <a:lnTo>
                    <a:pt x="407423" y="14683"/>
                  </a:lnTo>
                  <a:lnTo>
                    <a:pt x="405063" y="10952"/>
                  </a:lnTo>
                  <a:lnTo>
                    <a:pt x="402136" y="7647"/>
                  </a:lnTo>
                  <a:lnTo>
                    <a:pt x="398716" y="4855"/>
                  </a:lnTo>
                  <a:lnTo>
                    <a:pt x="394893" y="2648"/>
                  </a:lnTo>
                  <a:lnTo>
                    <a:pt x="390765" y="1083"/>
                  </a:lnTo>
                  <a:lnTo>
                    <a:pt x="386440" y="200"/>
                  </a:lnTo>
                  <a:lnTo>
                    <a:pt x="383133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6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2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6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tx64"/>
            <p:cNvSpPr/>
            <p:nvPr/>
          </p:nvSpPr>
          <p:spPr>
            <a:xfrm>
              <a:off x="2965666" y="3020744"/>
              <a:ext cx="319125" cy="1003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3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HOG</a:t>
              </a:r>
            </a:p>
          </p:txBody>
        </p:sp>
        <p:sp>
          <p:nvSpPr>
            <p:cNvPr id="65" name="pg65"/>
            <p:cNvSpPr/>
            <p:nvPr/>
          </p:nvSpPr>
          <p:spPr>
            <a:xfrm>
              <a:off x="3756153" y="2730423"/>
              <a:ext cx="402701" cy="191749"/>
            </a:xfrm>
            <a:custGeom>
              <a:avLst/>
              <a:pathLst>
                <a:path w="402701" h="191749">
                  <a:moveTo>
                    <a:pt x="27431" y="191749"/>
                  </a:moveTo>
                  <a:lnTo>
                    <a:pt x="375269" y="191749"/>
                  </a:lnTo>
                  <a:lnTo>
                    <a:pt x="374165" y="191727"/>
                  </a:lnTo>
                  <a:lnTo>
                    <a:pt x="378576" y="191549"/>
                  </a:lnTo>
                  <a:lnTo>
                    <a:pt x="382901" y="190666"/>
                  </a:lnTo>
                  <a:lnTo>
                    <a:pt x="387029" y="189101"/>
                  </a:lnTo>
                  <a:lnTo>
                    <a:pt x="390852" y="186893"/>
                  </a:lnTo>
                  <a:lnTo>
                    <a:pt x="394272" y="184101"/>
                  </a:lnTo>
                  <a:lnTo>
                    <a:pt x="397200" y="180797"/>
                  </a:lnTo>
                  <a:lnTo>
                    <a:pt x="399559" y="177065"/>
                  </a:lnTo>
                  <a:lnTo>
                    <a:pt x="401290" y="173004"/>
                  </a:lnTo>
                  <a:lnTo>
                    <a:pt x="402346" y="168718"/>
                  </a:lnTo>
                  <a:lnTo>
                    <a:pt x="402701" y="164317"/>
                  </a:lnTo>
                  <a:lnTo>
                    <a:pt x="402701" y="27432"/>
                  </a:lnTo>
                  <a:lnTo>
                    <a:pt x="402346" y="23031"/>
                  </a:lnTo>
                  <a:lnTo>
                    <a:pt x="401290" y="18745"/>
                  </a:lnTo>
                  <a:lnTo>
                    <a:pt x="399559" y="14683"/>
                  </a:lnTo>
                  <a:lnTo>
                    <a:pt x="397200" y="10952"/>
                  </a:lnTo>
                  <a:lnTo>
                    <a:pt x="394272" y="7647"/>
                  </a:lnTo>
                  <a:lnTo>
                    <a:pt x="390852" y="4855"/>
                  </a:lnTo>
                  <a:lnTo>
                    <a:pt x="387029" y="2648"/>
                  </a:lnTo>
                  <a:lnTo>
                    <a:pt x="382901" y="1083"/>
                  </a:lnTo>
                  <a:lnTo>
                    <a:pt x="378576" y="200"/>
                  </a:lnTo>
                  <a:lnTo>
                    <a:pt x="375269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6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2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6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tx66"/>
            <p:cNvSpPr/>
            <p:nvPr/>
          </p:nvSpPr>
          <p:spPr>
            <a:xfrm>
              <a:off x="3801873" y="2776143"/>
              <a:ext cx="311261" cy="1003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3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HOR</a:t>
              </a:r>
            </a:p>
          </p:txBody>
        </p:sp>
        <p:sp>
          <p:nvSpPr>
            <p:cNvPr id="67" name="pg67"/>
            <p:cNvSpPr/>
            <p:nvPr/>
          </p:nvSpPr>
          <p:spPr>
            <a:xfrm>
              <a:off x="3942636" y="3116570"/>
              <a:ext cx="356250" cy="191749"/>
            </a:xfrm>
            <a:custGeom>
              <a:avLst/>
              <a:pathLst>
                <a:path w="356250" h="191749">
                  <a:moveTo>
                    <a:pt x="27432" y="191749"/>
                  </a:moveTo>
                  <a:lnTo>
                    <a:pt x="328818" y="191749"/>
                  </a:lnTo>
                  <a:lnTo>
                    <a:pt x="327713" y="191727"/>
                  </a:lnTo>
                  <a:lnTo>
                    <a:pt x="332124" y="191549"/>
                  </a:lnTo>
                  <a:lnTo>
                    <a:pt x="336450" y="190666"/>
                  </a:lnTo>
                  <a:lnTo>
                    <a:pt x="340578" y="189101"/>
                  </a:lnTo>
                  <a:lnTo>
                    <a:pt x="344401" y="186893"/>
                  </a:lnTo>
                  <a:lnTo>
                    <a:pt x="347821" y="184101"/>
                  </a:lnTo>
                  <a:lnTo>
                    <a:pt x="350748" y="180797"/>
                  </a:lnTo>
                  <a:lnTo>
                    <a:pt x="353108" y="177065"/>
                  </a:lnTo>
                  <a:lnTo>
                    <a:pt x="354838" y="173004"/>
                  </a:lnTo>
                  <a:lnTo>
                    <a:pt x="355895" y="168718"/>
                  </a:lnTo>
                  <a:lnTo>
                    <a:pt x="356250" y="164317"/>
                  </a:lnTo>
                  <a:lnTo>
                    <a:pt x="356250" y="27431"/>
                  </a:lnTo>
                  <a:lnTo>
                    <a:pt x="355895" y="23031"/>
                  </a:lnTo>
                  <a:lnTo>
                    <a:pt x="354838" y="18745"/>
                  </a:lnTo>
                  <a:lnTo>
                    <a:pt x="353108" y="14683"/>
                  </a:lnTo>
                  <a:lnTo>
                    <a:pt x="350748" y="10952"/>
                  </a:lnTo>
                  <a:lnTo>
                    <a:pt x="347821" y="7647"/>
                  </a:lnTo>
                  <a:lnTo>
                    <a:pt x="344401" y="4855"/>
                  </a:lnTo>
                  <a:lnTo>
                    <a:pt x="340578" y="2648"/>
                  </a:lnTo>
                  <a:lnTo>
                    <a:pt x="336450" y="1083"/>
                  </a:lnTo>
                  <a:lnTo>
                    <a:pt x="332124" y="200"/>
                  </a:lnTo>
                  <a:lnTo>
                    <a:pt x="328818" y="0"/>
                  </a:lnTo>
                  <a:lnTo>
                    <a:pt x="27432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6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1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6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tx68"/>
            <p:cNvSpPr/>
            <p:nvPr/>
          </p:nvSpPr>
          <p:spPr>
            <a:xfrm>
              <a:off x="3988356" y="3162290"/>
              <a:ext cx="264810" cy="1003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3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KAL</a:t>
              </a:r>
            </a:p>
          </p:txBody>
        </p:sp>
        <p:sp>
          <p:nvSpPr>
            <p:cNvPr id="69" name="pg69"/>
            <p:cNvSpPr/>
            <p:nvPr/>
          </p:nvSpPr>
          <p:spPr>
            <a:xfrm>
              <a:off x="3256248" y="3582993"/>
              <a:ext cx="387156" cy="191749"/>
            </a:xfrm>
            <a:custGeom>
              <a:avLst/>
              <a:pathLst>
                <a:path w="387156" h="191749">
                  <a:moveTo>
                    <a:pt x="27432" y="191749"/>
                  </a:moveTo>
                  <a:lnTo>
                    <a:pt x="359724" y="191749"/>
                  </a:lnTo>
                  <a:lnTo>
                    <a:pt x="358620" y="191727"/>
                  </a:lnTo>
                  <a:lnTo>
                    <a:pt x="363031" y="191549"/>
                  </a:lnTo>
                  <a:lnTo>
                    <a:pt x="367357" y="190666"/>
                  </a:lnTo>
                  <a:lnTo>
                    <a:pt x="371484" y="189101"/>
                  </a:lnTo>
                  <a:lnTo>
                    <a:pt x="375308" y="186893"/>
                  </a:lnTo>
                  <a:lnTo>
                    <a:pt x="378727" y="184101"/>
                  </a:lnTo>
                  <a:lnTo>
                    <a:pt x="381655" y="180797"/>
                  </a:lnTo>
                  <a:lnTo>
                    <a:pt x="384014" y="177065"/>
                  </a:lnTo>
                  <a:lnTo>
                    <a:pt x="385745" y="173004"/>
                  </a:lnTo>
                  <a:lnTo>
                    <a:pt x="386801" y="168718"/>
                  </a:lnTo>
                  <a:lnTo>
                    <a:pt x="387156" y="164317"/>
                  </a:lnTo>
                  <a:lnTo>
                    <a:pt x="387156" y="27432"/>
                  </a:lnTo>
                  <a:lnTo>
                    <a:pt x="386801" y="23031"/>
                  </a:lnTo>
                  <a:lnTo>
                    <a:pt x="385745" y="18745"/>
                  </a:lnTo>
                  <a:lnTo>
                    <a:pt x="384014" y="14683"/>
                  </a:lnTo>
                  <a:lnTo>
                    <a:pt x="381655" y="10952"/>
                  </a:lnTo>
                  <a:lnTo>
                    <a:pt x="378727" y="7647"/>
                  </a:lnTo>
                  <a:lnTo>
                    <a:pt x="375308" y="4855"/>
                  </a:lnTo>
                  <a:lnTo>
                    <a:pt x="371484" y="2648"/>
                  </a:lnTo>
                  <a:lnTo>
                    <a:pt x="367357" y="1083"/>
                  </a:lnTo>
                  <a:lnTo>
                    <a:pt x="363031" y="200"/>
                  </a:lnTo>
                  <a:lnTo>
                    <a:pt x="359724" y="0"/>
                  </a:lnTo>
                  <a:lnTo>
                    <a:pt x="27432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5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2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5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tx70"/>
            <p:cNvSpPr/>
            <p:nvPr/>
          </p:nvSpPr>
          <p:spPr>
            <a:xfrm>
              <a:off x="3301968" y="3628713"/>
              <a:ext cx="295716" cy="1003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3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KUR</a:t>
              </a:r>
            </a:p>
          </p:txBody>
        </p:sp>
        <p:sp>
          <p:nvSpPr>
            <p:cNvPr id="71" name="pg71"/>
            <p:cNvSpPr/>
            <p:nvPr/>
          </p:nvSpPr>
          <p:spPr>
            <a:xfrm>
              <a:off x="2906521" y="1981158"/>
              <a:ext cx="343082" cy="191749"/>
            </a:xfrm>
            <a:custGeom>
              <a:avLst/>
              <a:pathLst>
                <a:path w="343082" h="191749">
                  <a:moveTo>
                    <a:pt x="27431" y="191749"/>
                  </a:moveTo>
                  <a:lnTo>
                    <a:pt x="315650" y="191749"/>
                  </a:lnTo>
                  <a:lnTo>
                    <a:pt x="314546" y="191727"/>
                  </a:lnTo>
                  <a:lnTo>
                    <a:pt x="318957" y="191549"/>
                  </a:lnTo>
                  <a:lnTo>
                    <a:pt x="323282" y="190666"/>
                  </a:lnTo>
                  <a:lnTo>
                    <a:pt x="327410" y="189101"/>
                  </a:lnTo>
                  <a:lnTo>
                    <a:pt x="331234" y="186893"/>
                  </a:lnTo>
                  <a:lnTo>
                    <a:pt x="334653" y="184101"/>
                  </a:lnTo>
                  <a:lnTo>
                    <a:pt x="337581" y="180797"/>
                  </a:lnTo>
                  <a:lnTo>
                    <a:pt x="339940" y="177065"/>
                  </a:lnTo>
                  <a:lnTo>
                    <a:pt x="341671" y="173004"/>
                  </a:lnTo>
                  <a:lnTo>
                    <a:pt x="342727" y="168718"/>
                  </a:lnTo>
                  <a:lnTo>
                    <a:pt x="343082" y="164317"/>
                  </a:lnTo>
                  <a:lnTo>
                    <a:pt x="343082" y="27431"/>
                  </a:lnTo>
                  <a:lnTo>
                    <a:pt x="342727" y="23031"/>
                  </a:lnTo>
                  <a:lnTo>
                    <a:pt x="341671" y="18745"/>
                  </a:lnTo>
                  <a:lnTo>
                    <a:pt x="339940" y="14683"/>
                  </a:lnTo>
                  <a:lnTo>
                    <a:pt x="337581" y="10952"/>
                  </a:lnTo>
                  <a:lnTo>
                    <a:pt x="334653" y="7647"/>
                  </a:lnTo>
                  <a:lnTo>
                    <a:pt x="331234" y="4855"/>
                  </a:lnTo>
                  <a:lnTo>
                    <a:pt x="327410" y="2648"/>
                  </a:lnTo>
                  <a:lnTo>
                    <a:pt x="323282" y="1083"/>
                  </a:lnTo>
                  <a:lnTo>
                    <a:pt x="318957" y="200"/>
                  </a:lnTo>
                  <a:lnTo>
                    <a:pt x="315650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6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1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6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tx72"/>
            <p:cNvSpPr/>
            <p:nvPr/>
          </p:nvSpPr>
          <p:spPr>
            <a:xfrm>
              <a:off x="2952241" y="2026878"/>
              <a:ext cx="251642" cy="1003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3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VAT</a:t>
              </a:r>
            </a:p>
          </p:txBody>
        </p:sp>
        <p:sp>
          <p:nvSpPr>
            <p:cNvPr id="73" name="pg73"/>
            <p:cNvSpPr/>
            <p:nvPr/>
          </p:nvSpPr>
          <p:spPr>
            <a:xfrm>
              <a:off x="3012841" y="2287009"/>
              <a:ext cx="317296" cy="191749"/>
            </a:xfrm>
            <a:custGeom>
              <a:avLst/>
              <a:pathLst>
                <a:path w="317296" h="191749">
                  <a:moveTo>
                    <a:pt x="27431" y="191749"/>
                  </a:moveTo>
                  <a:lnTo>
                    <a:pt x="289864" y="191749"/>
                  </a:lnTo>
                  <a:lnTo>
                    <a:pt x="288760" y="191727"/>
                  </a:lnTo>
                  <a:lnTo>
                    <a:pt x="293171" y="191549"/>
                  </a:lnTo>
                  <a:lnTo>
                    <a:pt x="297496" y="190666"/>
                  </a:lnTo>
                  <a:lnTo>
                    <a:pt x="301624" y="189101"/>
                  </a:lnTo>
                  <a:lnTo>
                    <a:pt x="305447" y="186893"/>
                  </a:lnTo>
                  <a:lnTo>
                    <a:pt x="308867" y="184101"/>
                  </a:lnTo>
                  <a:lnTo>
                    <a:pt x="311795" y="180797"/>
                  </a:lnTo>
                  <a:lnTo>
                    <a:pt x="314154" y="177065"/>
                  </a:lnTo>
                  <a:lnTo>
                    <a:pt x="315885" y="173004"/>
                  </a:lnTo>
                  <a:lnTo>
                    <a:pt x="316941" y="168718"/>
                  </a:lnTo>
                  <a:lnTo>
                    <a:pt x="317296" y="164317"/>
                  </a:lnTo>
                  <a:lnTo>
                    <a:pt x="317296" y="27431"/>
                  </a:lnTo>
                  <a:lnTo>
                    <a:pt x="316941" y="23031"/>
                  </a:lnTo>
                  <a:lnTo>
                    <a:pt x="315885" y="18745"/>
                  </a:lnTo>
                  <a:lnTo>
                    <a:pt x="314154" y="14683"/>
                  </a:lnTo>
                  <a:lnTo>
                    <a:pt x="311795" y="10952"/>
                  </a:lnTo>
                  <a:lnTo>
                    <a:pt x="308867" y="7647"/>
                  </a:lnTo>
                  <a:lnTo>
                    <a:pt x="305447" y="4855"/>
                  </a:lnTo>
                  <a:lnTo>
                    <a:pt x="301624" y="2648"/>
                  </a:lnTo>
                  <a:lnTo>
                    <a:pt x="297496" y="1083"/>
                  </a:lnTo>
                  <a:lnTo>
                    <a:pt x="293171" y="200"/>
                  </a:lnTo>
                  <a:lnTo>
                    <a:pt x="289864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6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1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6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tx74"/>
            <p:cNvSpPr/>
            <p:nvPr/>
          </p:nvSpPr>
          <p:spPr>
            <a:xfrm>
              <a:off x="3058561" y="2332729"/>
              <a:ext cx="225856" cy="1003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3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VIK</a:t>
              </a:r>
            </a:p>
          </p:txBody>
        </p:sp>
        <p:sp>
          <p:nvSpPr>
            <p:cNvPr id="75" name="rc75"/>
            <p:cNvSpPr/>
            <p:nvPr/>
          </p:nvSpPr>
          <p:spPr>
            <a:xfrm>
              <a:off x="2636755" y="1316468"/>
              <a:ext cx="2190487" cy="2853791"/>
            </a:xfrm>
            <a:prstGeom prst="rect">
              <a:avLst/>
            </a:prstGeom>
            <a:noFill/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tx76"/>
            <p:cNvSpPr/>
            <p:nvPr/>
          </p:nvSpPr>
          <p:spPr>
            <a:xfrm>
              <a:off x="2324402" y="3999851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54</a:t>
              </a:r>
            </a:p>
          </p:txBody>
        </p:sp>
        <p:sp>
          <p:nvSpPr>
            <p:cNvPr id="77" name="tx77"/>
            <p:cNvSpPr/>
            <p:nvPr/>
          </p:nvSpPr>
          <p:spPr>
            <a:xfrm>
              <a:off x="2448760" y="3981380"/>
              <a:ext cx="44714" cy="984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78" name="tx78"/>
            <p:cNvSpPr/>
            <p:nvPr/>
          </p:nvSpPr>
          <p:spPr>
            <a:xfrm>
              <a:off x="2493475" y="3999851"/>
              <a:ext cx="80650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79" name="tx79"/>
            <p:cNvSpPr/>
            <p:nvPr/>
          </p:nvSpPr>
          <p:spPr>
            <a:xfrm>
              <a:off x="2324402" y="3629228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55</a:t>
              </a:r>
            </a:p>
          </p:txBody>
        </p:sp>
        <p:sp>
          <p:nvSpPr>
            <p:cNvPr id="80" name="tx80"/>
            <p:cNvSpPr/>
            <p:nvPr/>
          </p:nvSpPr>
          <p:spPr>
            <a:xfrm>
              <a:off x="2448760" y="3610758"/>
              <a:ext cx="44714" cy="984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81" name="tx81"/>
            <p:cNvSpPr/>
            <p:nvPr/>
          </p:nvSpPr>
          <p:spPr>
            <a:xfrm>
              <a:off x="2493475" y="3629228"/>
              <a:ext cx="80650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82" name="tx82"/>
            <p:cNvSpPr/>
            <p:nvPr/>
          </p:nvSpPr>
          <p:spPr>
            <a:xfrm>
              <a:off x="2324402" y="3258789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56</a:t>
              </a:r>
            </a:p>
          </p:txBody>
        </p:sp>
        <p:sp>
          <p:nvSpPr>
            <p:cNvPr id="83" name="tx83"/>
            <p:cNvSpPr/>
            <p:nvPr/>
          </p:nvSpPr>
          <p:spPr>
            <a:xfrm>
              <a:off x="2448760" y="3240318"/>
              <a:ext cx="44714" cy="984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84" name="tx84"/>
            <p:cNvSpPr/>
            <p:nvPr/>
          </p:nvSpPr>
          <p:spPr>
            <a:xfrm>
              <a:off x="2493475" y="3258789"/>
              <a:ext cx="80650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85" name="tx85"/>
            <p:cNvSpPr/>
            <p:nvPr/>
          </p:nvSpPr>
          <p:spPr>
            <a:xfrm>
              <a:off x="2324402" y="2887984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57</a:t>
              </a:r>
            </a:p>
          </p:txBody>
        </p:sp>
        <p:sp>
          <p:nvSpPr>
            <p:cNvPr id="86" name="tx86"/>
            <p:cNvSpPr/>
            <p:nvPr/>
          </p:nvSpPr>
          <p:spPr>
            <a:xfrm>
              <a:off x="2448760" y="2869513"/>
              <a:ext cx="44714" cy="984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87" name="tx87"/>
            <p:cNvSpPr/>
            <p:nvPr/>
          </p:nvSpPr>
          <p:spPr>
            <a:xfrm>
              <a:off x="2493475" y="2887984"/>
              <a:ext cx="80650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88" name="tx88"/>
            <p:cNvSpPr/>
            <p:nvPr/>
          </p:nvSpPr>
          <p:spPr>
            <a:xfrm>
              <a:off x="2324402" y="2517544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58</a:t>
              </a:r>
            </a:p>
          </p:txBody>
        </p:sp>
        <p:sp>
          <p:nvSpPr>
            <p:cNvPr id="89" name="tx89"/>
            <p:cNvSpPr/>
            <p:nvPr/>
          </p:nvSpPr>
          <p:spPr>
            <a:xfrm>
              <a:off x="2448760" y="2499073"/>
              <a:ext cx="44714" cy="984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90" name="tx90"/>
            <p:cNvSpPr/>
            <p:nvPr/>
          </p:nvSpPr>
          <p:spPr>
            <a:xfrm>
              <a:off x="2493475" y="2517544"/>
              <a:ext cx="80650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91" name="tx91"/>
            <p:cNvSpPr/>
            <p:nvPr/>
          </p:nvSpPr>
          <p:spPr>
            <a:xfrm>
              <a:off x="2324402" y="2146922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59</a:t>
              </a:r>
            </a:p>
          </p:txBody>
        </p:sp>
        <p:sp>
          <p:nvSpPr>
            <p:cNvPr id="92" name="tx92"/>
            <p:cNvSpPr/>
            <p:nvPr/>
          </p:nvSpPr>
          <p:spPr>
            <a:xfrm>
              <a:off x="2448760" y="2128451"/>
              <a:ext cx="44714" cy="984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93" name="tx93"/>
            <p:cNvSpPr/>
            <p:nvPr/>
          </p:nvSpPr>
          <p:spPr>
            <a:xfrm>
              <a:off x="2493475" y="2146922"/>
              <a:ext cx="80650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94" name="tx94"/>
            <p:cNvSpPr/>
            <p:nvPr/>
          </p:nvSpPr>
          <p:spPr>
            <a:xfrm>
              <a:off x="2324402" y="1776300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60</a:t>
              </a:r>
            </a:p>
          </p:txBody>
        </p:sp>
        <p:sp>
          <p:nvSpPr>
            <p:cNvPr id="95" name="tx95"/>
            <p:cNvSpPr/>
            <p:nvPr/>
          </p:nvSpPr>
          <p:spPr>
            <a:xfrm>
              <a:off x="2448760" y="1757829"/>
              <a:ext cx="44714" cy="984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96" name="tx96"/>
            <p:cNvSpPr/>
            <p:nvPr/>
          </p:nvSpPr>
          <p:spPr>
            <a:xfrm>
              <a:off x="2493475" y="1776300"/>
              <a:ext cx="80650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97" name="tx97"/>
            <p:cNvSpPr/>
            <p:nvPr/>
          </p:nvSpPr>
          <p:spPr>
            <a:xfrm>
              <a:off x="2324402" y="1405677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61</a:t>
              </a:r>
            </a:p>
          </p:txBody>
        </p:sp>
        <p:sp>
          <p:nvSpPr>
            <p:cNvPr id="98" name="tx98"/>
            <p:cNvSpPr/>
            <p:nvPr/>
          </p:nvSpPr>
          <p:spPr>
            <a:xfrm>
              <a:off x="2448760" y="1387207"/>
              <a:ext cx="44714" cy="984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99" name="tx99"/>
            <p:cNvSpPr/>
            <p:nvPr/>
          </p:nvSpPr>
          <p:spPr>
            <a:xfrm>
              <a:off x="2493475" y="1405677"/>
              <a:ext cx="80650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100" name="pl100"/>
            <p:cNvSpPr/>
            <p:nvPr/>
          </p:nvSpPr>
          <p:spPr>
            <a:xfrm>
              <a:off x="2601960" y="4040542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l101"/>
            <p:cNvSpPr/>
            <p:nvPr/>
          </p:nvSpPr>
          <p:spPr>
            <a:xfrm>
              <a:off x="2601960" y="3669919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l102"/>
            <p:cNvSpPr/>
            <p:nvPr/>
          </p:nvSpPr>
          <p:spPr>
            <a:xfrm>
              <a:off x="2601960" y="3299297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l103"/>
            <p:cNvSpPr/>
            <p:nvPr/>
          </p:nvSpPr>
          <p:spPr>
            <a:xfrm>
              <a:off x="2601960" y="2928675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l104"/>
            <p:cNvSpPr/>
            <p:nvPr/>
          </p:nvSpPr>
          <p:spPr>
            <a:xfrm>
              <a:off x="2601960" y="2558052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l105"/>
            <p:cNvSpPr/>
            <p:nvPr/>
          </p:nvSpPr>
          <p:spPr>
            <a:xfrm>
              <a:off x="2601960" y="2187430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l106"/>
            <p:cNvSpPr/>
            <p:nvPr/>
          </p:nvSpPr>
          <p:spPr>
            <a:xfrm>
              <a:off x="2601960" y="1816808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l107"/>
            <p:cNvSpPr/>
            <p:nvPr/>
          </p:nvSpPr>
          <p:spPr>
            <a:xfrm>
              <a:off x="2601960" y="1446185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l108"/>
            <p:cNvSpPr/>
            <p:nvPr/>
          </p:nvSpPr>
          <p:spPr>
            <a:xfrm>
              <a:off x="2736322" y="4170259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l109"/>
            <p:cNvSpPr/>
            <p:nvPr/>
          </p:nvSpPr>
          <p:spPr>
            <a:xfrm>
              <a:off x="3134593" y="4170259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l110"/>
            <p:cNvSpPr/>
            <p:nvPr/>
          </p:nvSpPr>
          <p:spPr>
            <a:xfrm>
              <a:off x="3532863" y="4170259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l111"/>
            <p:cNvSpPr/>
            <p:nvPr/>
          </p:nvSpPr>
          <p:spPr>
            <a:xfrm>
              <a:off x="3931134" y="4170259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l112"/>
            <p:cNvSpPr/>
            <p:nvPr/>
          </p:nvSpPr>
          <p:spPr>
            <a:xfrm>
              <a:off x="4329404" y="4170259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l113"/>
            <p:cNvSpPr/>
            <p:nvPr/>
          </p:nvSpPr>
          <p:spPr>
            <a:xfrm>
              <a:off x="4727675" y="4170259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tx114"/>
            <p:cNvSpPr/>
            <p:nvPr/>
          </p:nvSpPr>
          <p:spPr>
            <a:xfrm>
              <a:off x="2614524" y="4233255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115" name="tx115"/>
            <p:cNvSpPr/>
            <p:nvPr/>
          </p:nvSpPr>
          <p:spPr>
            <a:xfrm>
              <a:off x="2738883" y="4214784"/>
              <a:ext cx="44714" cy="984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116" name="tx116"/>
            <p:cNvSpPr/>
            <p:nvPr/>
          </p:nvSpPr>
          <p:spPr>
            <a:xfrm>
              <a:off x="2783597" y="4233255"/>
              <a:ext cx="74523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E</a:t>
              </a:r>
            </a:p>
          </p:txBody>
        </p:sp>
        <p:sp>
          <p:nvSpPr>
            <p:cNvPr id="117" name="tx117"/>
            <p:cNvSpPr/>
            <p:nvPr/>
          </p:nvSpPr>
          <p:spPr>
            <a:xfrm>
              <a:off x="3012795" y="4233255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12</a:t>
              </a:r>
            </a:p>
          </p:txBody>
        </p:sp>
        <p:sp>
          <p:nvSpPr>
            <p:cNvPr id="118" name="tx118"/>
            <p:cNvSpPr/>
            <p:nvPr/>
          </p:nvSpPr>
          <p:spPr>
            <a:xfrm>
              <a:off x="3137153" y="4214784"/>
              <a:ext cx="44714" cy="984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119" name="tx119"/>
            <p:cNvSpPr/>
            <p:nvPr/>
          </p:nvSpPr>
          <p:spPr>
            <a:xfrm>
              <a:off x="3181867" y="4233255"/>
              <a:ext cx="74523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E</a:t>
              </a:r>
            </a:p>
          </p:txBody>
        </p:sp>
        <p:sp>
          <p:nvSpPr>
            <p:cNvPr id="120" name="tx120"/>
            <p:cNvSpPr/>
            <p:nvPr/>
          </p:nvSpPr>
          <p:spPr>
            <a:xfrm>
              <a:off x="3411065" y="4233255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14</a:t>
              </a:r>
            </a:p>
          </p:txBody>
        </p:sp>
        <p:sp>
          <p:nvSpPr>
            <p:cNvPr id="121" name="tx121"/>
            <p:cNvSpPr/>
            <p:nvPr/>
          </p:nvSpPr>
          <p:spPr>
            <a:xfrm>
              <a:off x="3535424" y="4214784"/>
              <a:ext cx="44714" cy="984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122" name="tx122"/>
            <p:cNvSpPr/>
            <p:nvPr/>
          </p:nvSpPr>
          <p:spPr>
            <a:xfrm>
              <a:off x="3580138" y="4233255"/>
              <a:ext cx="74523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E</a:t>
              </a:r>
            </a:p>
          </p:txBody>
        </p:sp>
        <p:sp>
          <p:nvSpPr>
            <p:cNvPr id="123" name="tx123"/>
            <p:cNvSpPr/>
            <p:nvPr/>
          </p:nvSpPr>
          <p:spPr>
            <a:xfrm>
              <a:off x="3809336" y="4233255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16</a:t>
              </a:r>
            </a:p>
          </p:txBody>
        </p:sp>
        <p:sp>
          <p:nvSpPr>
            <p:cNvPr id="124" name="tx124"/>
            <p:cNvSpPr/>
            <p:nvPr/>
          </p:nvSpPr>
          <p:spPr>
            <a:xfrm>
              <a:off x="3933694" y="4214784"/>
              <a:ext cx="44714" cy="984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125" name="tx125"/>
            <p:cNvSpPr/>
            <p:nvPr/>
          </p:nvSpPr>
          <p:spPr>
            <a:xfrm>
              <a:off x="3978408" y="4233255"/>
              <a:ext cx="74523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E</a:t>
              </a:r>
            </a:p>
          </p:txBody>
        </p:sp>
        <p:sp>
          <p:nvSpPr>
            <p:cNvPr id="126" name="tx126"/>
            <p:cNvSpPr/>
            <p:nvPr/>
          </p:nvSpPr>
          <p:spPr>
            <a:xfrm>
              <a:off x="4207606" y="4233255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18</a:t>
              </a:r>
            </a:p>
          </p:txBody>
        </p:sp>
        <p:sp>
          <p:nvSpPr>
            <p:cNvPr id="127" name="tx127"/>
            <p:cNvSpPr/>
            <p:nvPr/>
          </p:nvSpPr>
          <p:spPr>
            <a:xfrm>
              <a:off x="4331964" y="4214784"/>
              <a:ext cx="44714" cy="984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128" name="tx128"/>
            <p:cNvSpPr/>
            <p:nvPr/>
          </p:nvSpPr>
          <p:spPr>
            <a:xfrm>
              <a:off x="4376679" y="4233255"/>
              <a:ext cx="74523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E</a:t>
              </a:r>
            </a:p>
          </p:txBody>
        </p:sp>
        <p:sp>
          <p:nvSpPr>
            <p:cNvPr id="129" name="tx129"/>
            <p:cNvSpPr/>
            <p:nvPr/>
          </p:nvSpPr>
          <p:spPr>
            <a:xfrm>
              <a:off x="4605876" y="4233255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20</a:t>
              </a:r>
            </a:p>
          </p:txBody>
        </p:sp>
        <p:sp>
          <p:nvSpPr>
            <p:cNvPr id="130" name="tx130"/>
            <p:cNvSpPr/>
            <p:nvPr/>
          </p:nvSpPr>
          <p:spPr>
            <a:xfrm>
              <a:off x="4730235" y="4214784"/>
              <a:ext cx="44714" cy="984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131" name="tx131"/>
            <p:cNvSpPr/>
            <p:nvPr/>
          </p:nvSpPr>
          <p:spPr>
            <a:xfrm>
              <a:off x="4774949" y="4233255"/>
              <a:ext cx="74523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E</a:t>
              </a:r>
            </a:p>
          </p:txBody>
        </p:sp>
        <p:sp>
          <p:nvSpPr>
            <p:cNvPr id="132" name="tx132"/>
            <p:cNvSpPr/>
            <p:nvPr/>
          </p:nvSpPr>
          <p:spPr>
            <a:xfrm>
              <a:off x="3425034" y="4372931"/>
              <a:ext cx="613928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Longitude</a:t>
              </a:r>
            </a:p>
          </p:txBody>
        </p:sp>
        <p:sp>
          <p:nvSpPr>
            <p:cNvPr id="133" name="tx133"/>
            <p:cNvSpPr/>
            <p:nvPr/>
          </p:nvSpPr>
          <p:spPr>
            <a:xfrm rot="-5400000">
              <a:off x="1961475" y="2693346"/>
              <a:ext cx="497342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Latitude</a:t>
              </a:r>
            </a:p>
          </p:txBody>
        </p:sp>
        <p:sp>
          <p:nvSpPr>
            <p:cNvPr id="134" name="rc134"/>
            <p:cNvSpPr/>
            <p:nvPr/>
          </p:nvSpPr>
          <p:spPr>
            <a:xfrm>
              <a:off x="4966420" y="2025600"/>
              <a:ext cx="645850" cy="143552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5" name="tx135"/>
            <p:cNvSpPr/>
            <p:nvPr/>
          </p:nvSpPr>
          <p:spPr>
            <a:xfrm>
              <a:off x="5036009" y="2109911"/>
              <a:ext cx="496884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Survival</a:t>
              </a:r>
            </a:p>
          </p:txBody>
        </p:sp>
        <p:pic>
          <p:nvPicPr>
            <p:cNvPr id="136" name="pic13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036009" y="2294257"/>
              <a:ext cx="219455" cy="1097280"/>
            </a:xfrm>
            <a:prstGeom prst="rect">
              <a:avLst/>
            </a:prstGeom>
          </p:spPr>
        </p:pic>
        <p:sp>
          <p:nvSpPr>
            <p:cNvPr id="137" name="pl137"/>
            <p:cNvSpPr/>
            <p:nvPr/>
          </p:nvSpPr>
          <p:spPr>
            <a:xfrm>
              <a:off x="5211574" y="3389709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l138"/>
            <p:cNvSpPr/>
            <p:nvPr/>
          </p:nvSpPr>
          <p:spPr>
            <a:xfrm>
              <a:off x="5211574" y="3116303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l139"/>
            <p:cNvSpPr/>
            <p:nvPr/>
          </p:nvSpPr>
          <p:spPr>
            <a:xfrm>
              <a:off x="5211574" y="2842897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l140"/>
            <p:cNvSpPr/>
            <p:nvPr/>
          </p:nvSpPr>
          <p:spPr>
            <a:xfrm>
              <a:off x="5211574" y="2569492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l141"/>
            <p:cNvSpPr/>
            <p:nvPr/>
          </p:nvSpPr>
          <p:spPr>
            <a:xfrm>
              <a:off x="5211574" y="2296086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l142"/>
            <p:cNvSpPr/>
            <p:nvPr/>
          </p:nvSpPr>
          <p:spPr>
            <a:xfrm>
              <a:off x="5036009" y="3389709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l143"/>
            <p:cNvSpPr/>
            <p:nvPr/>
          </p:nvSpPr>
          <p:spPr>
            <a:xfrm>
              <a:off x="5036009" y="3116303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l144"/>
            <p:cNvSpPr/>
            <p:nvPr/>
          </p:nvSpPr>
          <p:spPr>
            <a:xfrm>
              <a:off x="5036009" y="2842897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l145"/>
            <p:cNvSpPr/>
            <p:nvPr/>
          </p:nvSpPr>
          <p:spPr>
            <a:xfrm>
              <a:off x="5036009" y="2569492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l146"/>
            <p:cNvSpPr/>
            <p:nvPr/>
          </p:nvSpPr>
          <p:spPr>
            <a:xfrm>
              <a:off x="5036009" y="2296086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tx147"/>
            <p:cNvSpPr/>
            <p:nvPr/>
          </p:nvSpPr>
          <p:spPr>
            <a:xfrm>
              <a:off x="5325054" y="3349704"/>
              <a:ext cx="217627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148" name="tx148"/>
            <p:cNvSpPr/>
            <p:nvPr/>
          </p:nvSpPr>
          <p:spPr>
            <a:xfrm>
              <a:off x="5325054" y="3076298"/>
              <a:ext cx="217627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0.25</a:t>
              </a:r>
            </a:p>
          </p:txBody>
        </p:sp>
        <p:sp>
          <p:nvSpPr>
            <p:cNvPr id="149" name="tx149"/>
            <p:cNvSpPr/>
            <p:nvPr/>
          </p:nvSpPr>
          <p:spPr>
            <a:xfrm>
              <a:off x="5325054" y="2802892"/>
              <a:ext cx="217627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0.50</a:t>
              </a:r>
            </a:p>
          </p:txBody>
        </p:sp>
        <p:sp>
          <p:nvSpPr>
            <p:cNvPr id="150" name="tx150"/>
            <p:cNvSpPr/>
            <p:nvPr/>
          </p:nvSpPr>
          <p:spPr>
            <a:xfrm>
              <a:off x="5325054" y="2529487"/>
              <a:ext cx="217627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0.75</a:t>
              </a:r>
            </a:p>
          </p:txBody>
        </p:sp>
        <p:sp>
          <p:nvSpPr>
            <p:cNvPr id="151" name="tx151"/>
            <p:cNvSpPr/>
            <p:nvPr/>
          </p:nvSpPr>
          <p:spPr>
            <a:xfrm>
              <a:off x="5325054" y="2256081"/>
              <a:ext cx="217627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1.00</a:t>
              </a:r>
            </a:p>
          </p:txBody>
        </p:sp>
        <p:sp>
          <p:nvSpPr>
            <p:cNvPr id="152" name="tx152"/>
            <p:cNvSpPr/>
            <p:nvPr/>
          </p:nvSpPr>
          <p:spPr>
            <a:xfrm>
              <a:off x="2636755" y="986823"/>
              <a:ext cx="3353836" cy="16367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8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(A) Survival in Future Treatments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914400" y="914400"/>
            <a:ext cx="5943600" cy="3657600"/>
            <a:chOff x="914400" y="914400"/>
            <a:chExt cx="5943600" cy="3657600"/>
          </a:xfrm>
        </p:grpSpPr>
        <p:sp>
          <p:nvSpPr>
            <p:cNvPr id="3" name="rc3"/>
            <p:cNvSpPr/>
            <p:nvPr/>
          </p:nvSpPr>
          <p:spPr>
            <a:xfrm>
              <a:off x="914400" y="914400"/>
              <a:ext cx="5943600" cy="36576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2072070" y="914400"/>
              <a:ext cx="3628258" cy="36576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2618285" y="1316468"/>
              <a:ext cx="2190487" cy="2853791"/>
            </a:xfrm>
            <a:prstGeom prst="rect">
              <a:avLst/>
            </a:prstGeom>
            <a:solidFill>
              <a:srgbClr val="F0F8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2717853" y="1316468"/>
              <a:ext cx="0" cy="2853791"/>
            </a:xfrm>
            <a:custGeom>
              <a:avLst/>
              <a:pathLst>
                <a:path w="0" h="2853791">
                  <a:moveTo>
                    <a:pt x="0" y="2853791"/>
                  </a:moveTo>
                  <a:lnTo>
                    <a:pt x="0" y="2825152"/>
                  </a:lnTo>
                  <a:lnTo>
                    <a:pt x="0" y="2791459"/>
                  </a:lnTo>
                  <a:lnTo>
                    <a:pt x="0" y="2757766"/>
                  </a:lnTo>
                  <a:lnTo>
                    <a:pt x="0" y="2724073"/>
                  </a:lnTo>
                  <a:lnTo>
                    <a:pt x="0" y="2690380"/>
                  </a:lnTo>
                  <a:lnTo>
                    <a:pt x="0" y="2656688"/>
                  </a:lnTo>
                  <a:lnTo>
                    <a:pt x="0" y="2622995"/>
                  </a:lnTo>
                  <a:lnTo>
                    <a:pt x="0" y="2589302"/>
                  </a:lnTo>
                  <a:lnTo>
                    <a:pt x="0" y="2555609"/>
                  </a:lnTo>
                  <a:lnTo>
                    <a:pt x="0" y="2521916"/>
                  </a:lnTo>
                  <a:lnTo>
                    <a:pt x="0" y="2488223"/>
                  </a:lnTo>
                  <a:lnTo>
                    <a:pt x="0" y="2454530"/>
                  </a:lnTo>
                  <a:lnTo>
                    <a:pt x="0" y="2420837"/>
                  </a:lnTo>
                  <a:lnTo>
                    <a:pt x="0" y="2387144"/>
                  </a:lnTo>
                  <a:lnTo>
                    <a:pt x="0" y="2353451"/>
                  </a:lnTo>
                  <a:lnTo>
                    <a:pt x="0" y="2319758"/>
                  </a:lnTo>
                  <a:lnTo>
                    <a:pt x="0" y="2286065"/>
                  </a:lnTo>
                  <a:lnTo>
                    <a:pt x="0" y="2252372"/>
                  </a:lnTo>
                  <a:lnTo>
                    <a:pt x="0" y="2218679"/>
                  </a:lnTo>
                  <a:lnTo>
                    <a:pt x="0" y="2184986"/>
                  </a:lnTo>
                  <a:lnTo>
                    <a:pt x="0" y="2151294"/>
                  </a:lnTo>
                  <a:lnTo>
                    <a:pt x="0" y="2117601"/>
                  </a:lnTo>
                  <a:lnTo>
                    <a:pt x="0" y="2083908"/>
                  </a:lnTo>
                  <a:lnTo>
                    <a:pt x="0" y="2050215"/>
                  </a:lnTo>
                  <a:lnTo>
                    <a:pt x="0" y="2016522"/>
                  </a:lnTo>
                  <a:lnTo>
                    <a:pt x="0" y="1982829"/>
                  </a:lnTo>
                  <a:lnTo>
                    <a:pt x="0" y="1949136"/>
                  </a:lnTo>
                  <a:lnTo>
                    <a:pt x="0" y="1915443"/>
                  </a:lnTo>
                  <a:lnTo>
                    <a:pt x="0" y="1881750"/>
                  </a:lnTo>
                  <a:lnTo>
                    <a:pt x="0" y="1848057"/>
                  </a:lnTo>
                  <a:lnTo>
                    <a:pt x="0" y="1814364"/>
                  </a:lnTo>
                  <a:lnTo>
                    <a:pt x="0" y="1780671"/>
                  </a:lnTo>
                  <a:lnTo>
                    <a:pt x="0" y="1746978"/>
                  </a:lnTo>
                  <a:lnTo>
                    <a:pt x="0" y="1713285"/>
                  </a:lnTo>
                  <a:lnTo>
                    <a:pt x="0" y="1679592"/>
                  </a:lnTo>
                  <a:lnTo>
                    <a:pt x="0" y="1645899"/>
                  </a:lnTo>
                  <a:lnTo>
                    <a:pt x="0" y="1612207"/>
                  </a:lnTo>
                  <a:lnTo>
                    <a:pt x="0" y="1578514"/>
                  </a:lnTo>
                  <a:lnTo>
                    <a:pt x="0" y="1544821"/>
                  </a:lnTo>
                  <a:lnTo>
                    <a:pt x="0" y="1511128"/>
                  </a:lnTo>
                  <a:lnTo>
                    <a:pt x="0" y="1477435"/>
                  </a:lnTo>
                  <a:lnTo>
                    <a:pt x="0" y="1443742"/>
                  </a:lnTo>
                  <a:lnTo>
                    <a:pt x="0" y="1410049"/>
                  </a:lnTo>
                  <a:lnTo>
                    <a:pt x="0" y="1376356"/>
                  </a:lnTo>
                  <a:lnTo>
                    <a:pt x="0" y="1342663"/>
                  </a:lnTo>
                  <a:lnTo>
                    <a:pt x="0" y="1308970"/>
                  </a:lnTo>
                  <a:lnTo>
                    <a:pt x="0" y="1275277"/>
                  </a:lnTo>
                  <a:lnTo>
                    <a:pt x="0" y="1241584"/>
                  </a:lnTo>
                  <a:lnTo>
                    <a:pt x="0" y="1207891"/>
                  </a:lnTo>
                  <a:lnTo>
                    <a:pt x="0" y="1174198"/>
                  </a:lnTo>
                  <a:lnTo>
                    <a:pt x="0" y="1140505"/>
                  </a:lnTo>
                  <a:lnTo>
                    <a:pt x="0" y="1106812"/>
                  </a:lnTo>
                  <a:lnTo>
                    <a:pt x="0" y="1073120"/>
                  </a:lnTo>
                  <a:lnTo>
                    <a:pt x="0" y="1039427"/>
                  </a:lnTo>
                  <a:lnTo>
                    <a:pt x="0" y="1005734"/>
                  </a:lnTo>
                  <a:lnTo>
                    <a:pt x="0" y="972041"/>
                  </a:lnTo>
                  <a:lnTo>
                    <a:pt x="0" y="938348"/>
                  </a:lnTo>
                  <a:lnTo>
                    <a:pt x="0" y="904655"/>
                  </a:lnTo>
                  <a:lnTo>
                    <a:pt x="0" y="870962"/>
                  </a:lnTo>
                  <a:lnTo>
                    <a:pt x="0" y="837269"/>
                  </a:lnTo>
                  <a:lnTo>
                    <a:pt x="0" y="803576"/>
                  </a:lnTo>
                  <a:lnTo>
                    <a:pt x="0" y="769883"/>
                  </a:lnTo>
                  <a:lnTo>
                    <a:pt x="0" y="736190"/>
                  </a:lnTo>
                  <a:lnTo>
                    <a:pt x="0" y="702497"/>
                  </a:lnTo>
                  <a:lnTo>
                    <a:pt x="0" y="668804"/>
                  </a:lnTo>
                  <a:lnTo>
                    <a:pt x="0" y="635111"/>
                  </a:lnTo>
                  <a:lnTo>
                    <a:pt x="0" y="601418"/>
                  </a:lnTo>
                  <a:lnTo>
                    <a:pt x="0" y="567725"/>
                  </a:lnTo>
                  <a:lnTo>
                    <a:pt x="0" y="534033"/>
                  </a:lnTo>
                  <a:lnTo>
                    <a:pt x="0" y="500340"/>
                  </a:lnTo>
                  <a:lnTo>
                    <a:pt x="0" y="466647"/>
                  </a:lnTo>
                  <a:lnTo>
                    <a:pt x="0" y="432954"/>
                  </a:lnTo>
                  <a:lnTo>
                    <a:pt x="0" y="399261"/>
                  </a:lnTo>
                  <a:lnTo>
                    <a:pt x="0" y="365568"/>
                  </a:lnTo>
                  <a:lnTo>
                    <a:pt x="0" y="331875"/>
                  </a:lnTo>
                  <a:lnTo>
                    <a:pt x="0" y="298182"/>
                  </a:lnTo>
                  <a:lnTo>
                    <a:pt x="0" y="264489"/>
                  </a:lnTo>
                  <a:lnTo>
                    <a:pt x="0" y="230796"/>
                  </a:lnTo>
                  <a:lnTo>
                    <a:pt x="0" y="197103"/>
                  </a:lnTo>
                  <a:lnTo>
                    <a:pt x="0" y="163410"/>
                  </a:lnTo>
                  <a:lnTo>
                    <a:pt x="0" y="129717"/>
                  </a:lnTo>
                  <a:lnTo>
                    <a:pt x="0" y="96024"/>
                  </a:lnTo>
                  <a:lnTo>
                    <a:pt x="0" y="62331"/>
                  </a:lnTo>
                  <a:lnTo>
                    <a:pt x="0" y="28638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3116124" y="1316468"/>
              <a:ext cx="0" cy="2853791"/>
            </a:xfrm>
            <a:custGeom>
              <a:avLst/>
              <a:pathLst>
                <a:path w="0" h="2853791">
                  <a:moveTo>
                    <a:pt x="0" y="2853791"/>
                  </a:moveTo>
                  <a:lnTo>
                    <a:pt x="0" y="2825152"/>
                  </a:lnTo>
                  <a:lnTo>
                    <a:pt x="0" y="2791459"/>
                  </a:lnTo>
                  <a:lnTo>
                    <a:pt x="0" y="2757766"/>
                  </a:lnTo>
                  <a:lnTo>
                    <a:pt x="0" y="2724073"/>
                  </a:lnTo>
                  <a:lnTo>
                    <a:pt x="0" y="2690380"/>
                  </a:lnTo>
                  <a:lnTo>
                    <a:pt x="0" y="2656688"/>
                  </a:lnTo>
                  <a:lnTo>
                    <a:pt x="0" y="2622995"/>
                  </a:lnTo>
                  <a:lnTo>
                    <a:pt x="0" y="2589302"/>
                  </a:lnTo>
                  <a:lnTo>
                    <a:pt x="0" y="2555609"/>
                  </a:lnTo>
                  <a:lnTo>
                    <a:pt x="0" y="2521916"/>
                  </a:lnTo>
                  <a:lnTo>
                    <a:pt x="0" y="2488223"/>
                  </a:lnTo>
                  <a:lnTo>
                    <a:pt x="0" y="2454530"/>
                  </a:lnTo>
                  <a:lnTo>
                    <a:pt x="0" y="2420837"/>
                  </a:lnTo>
                  <a:lnTo>
                    <a:pt x="0" y="2387144"/>
                  </a:lnTo>
                  <a:lnTo>
                    <a:pt x="0" y="2353451"/>
                  </a:lnTo>
                  <a:lnTo>
                    <a:pt x="0" y="2319758"/>
                  </a:lnTo>
                  <a:lnTo>
                    <a:pt x="0" y="2286065"/>
                  </a:lnTo>
                  <a:lnTo>
                    <a:pt x="0" y="2252372"/>
                  </a:lnTo>
                  <a:lnTo>
                    <a:pt x="0" y="2218679"/>
                  </a:lnTo>
                  <a:lnTo>
                    <a:pt x="0" y="2184986"/>
                  </a:lnTo>
                  <a:lnTo>
                    <a:pt x="0" y="2151294"/>
                  </a:lnTo>
                  <a:lnTo>
                    <a:pt x="0" y="2117601"/>
                  </a:lnTo>
                  <a:lnTo>
                    <a:pt x="0" y="2083908"/>
                  </a:lnTo>
                  <a:lnTo>
                    <a:pt x="0" y="2050215"/>
                  </a:lnTo>
                  <a:lnTo>
                    <a:pt x="0" y="2016522"/>
                  </a:lnTo>
                  <a:lnTo>
                    <a:pt x="0" y="1982829"/>
                  </a:lnTo>
                  <a:lnTo>
                    <a:pt x="0" y="1949136"/>
                  </a:lnTo>
                  <a:lnTo>
                    <a:pt x="0" y="1915443"/>
                  </a:lnTo>
                  <a:lnTo>
                    <a:pt x="0" y="1881750"/>
                  </a:lnTo>
                  <a:lnTo>
                    <a:pt x="0" y="1848057"/>
                  </a:lnTo>
                  <a:lnTo>
                    <a:pt x="0" y="1814364"/>
                  </a:lnTo>
                  <a:lnTo>
                    <a:pt x="0" y="1780671"/>
                  </a:lnTo>
                  <a:lnTo>
                    <a:pt x="0" y="1746978"/>
                  </a:lnTo>
                  <a:lnTo>
                    <a:pt x="0" y="1713285"/>
                  </a:lnTo>
                  <a:lnTo>
                    <a:pt x="0" y="1679592"/>
                  </a:lnTo>
                  <a:lnTo>
                    <a:pt x="0" y="1645899"/>
                  </a:lnTo>
                  <a:lnTo>
                    <a:pt x="0" y="1612207"/>
                  </a:lnTo>
                  <a:lnTo>
                    <a:pt x="0" y="1578514"/>
                  </a:lnTo>
                  <a:lnTo>
                    <a:pt x="0" y="1544821"/>
                  </a:lnTo>
                  <a:lnTo>
                    <a:pt x="0" y="1511128"/>
                  </a:lnTo>
                  <a:lnTo>
                    <a:pt x="0" y="1477435"/>
                  </a:lnTo>
                  <a:lnTo>
                    <a:pt x="0" y="1443742"/>
                  </a:lnTo>
                  <a:lnTo>
                    <a:pt x="0" y="1410049"/>
                  </a:lnTo>
                  <a:lnTo>
                    <a:pt x="0" y="1376356"/>
                  </a:lnTo>
                  <a:lnTo>
                    <a:pt x="0" y="1342663"/>
                  </a:lnTo>
                  <a:lnTo>
                    <a:pt x="0" y="1308970"/>
                  </a:lnTo>
                  <a:lnTo>
                    <a:pt x="0" y="1275277"/>
                  </a:lnTo>
                  <a:lnTo>
                    <a:pt x="0" y="1241584"/>
                  </a:lnTo>
                  <a:lnTo>
                    <a:pt x="0" y="1207891"/>
                  </a:lnTo>
                  <a:lnTo>
                    <a:pt x="0" y="1174198"/>
                  </a:lnTo>
                  <a:lnTo>
                    <a:pt x="0" y="1140505"/>
                  </a:lnTo>
                  <a:lnTo>
                    <a:pt x="0" y="1106812"/>
                  </a:lnTo>
                  <a:lnTo>
                    <a:pt x="0" y="1073120"/>
                  </a:lnTo>
                  <a:lnTo>
                    <a:pt x="0" y="1039427"/>
                  </a:lnTo>
                  <a:lnTo>
                    <a:pt x="0" y="1005734"/>
                  </a:lnTo>
                  <a:lnTo>
                    <a:pt x="0" y="972041"/>
                  </a:lnTo>
                  <a:lnTo>
                    <a:pt x="0" y="938348"/>
                  </a:lnTo>
                  <a:lnTo>
                    <a:pt x="0" y="904655"/>
                  </a:lnTo>
                  <a:lnTo>
                    <a:pt x="0" y="870962"/>
                  </a:lnTo>
                  <a:lnTo>
                    <a:pt x="0" y="837269"/>
                  </a:lnTo>
                  <a:lnTo>
                    <a:pt x="0" y="803576"/>
                  </a:lnTo>
                  <a:lnTo>
                    <a:pt x="0" y="769883"/>
                  </a:lnTo>
                  <a:lnTo>
                    <a:pt x="0" y="736190"/>
                  </a:lnTo>
                  <a:lnTo>
                    <a:pt x="0" y="702497"/>
                  </a:lnTo>
                  <a:lnTo>
                    <a:pt x="0" y="668804"/>
                  </a:lnTo>
                  <a:lnTo>
                    <a:pt x="0" y="635111"/>
                  </a:lnTo>
                  <a:lnTo>
                    <a:pt x="0" y="601418"/>
                  </a:lnTo>
                  <a:lnTo>
                    <a:pt x="0" y="567725"/>
                  </a:lnTo>
                  <a:lnTo>
                    <a:pt x="0" y="534033"/>
                  </a:lnTo>
                  <a:lnTo>
                    <a:pt x="0" y="500340"/>
                  </a:lnTo>
                  <a:lnTo>
                    <a:pt x="0" y="466647"/>
                  </a:lnTo>
                  <a:lnTo>
                    <a:pt x="0" y="432954"/>
                  </a:lnTo>
                  <a:lnTo>
                    <a:pt x="0" y="399261"/>
                  </a:lnTo>
                  <a:lnTo>
                    <a:pt x="0" y="365568"/>
                  </a:lnTo>
                  <a:lnTo>
                    <a:pt x="0" y="331875"/>
                  </a:lnTo>
                  <a:lnTo>
                    <a:pt x="0" y="298182"/>
                  </a:lnTo>
                  <a:lnTo>
                    <a:pt x="0" y="264489"/>
                  </a:lnTo>
                  <a:lnTo>
                    <a:pt x="0" y="230796"/>
                  </a:lnTo>
                  <a:lnTo>
                    <a:pt x="0" y="197103"/>
                  </a:lnTo>
                  <a:lnTo>
                    <a:pt x="0" y="163410"/>
                  </a:lnTo>
                  <a:lnTo>
                    <a:pt x="0" y="129717"/>
                  </a:lnTo>
                  <a:lnTo>
                    <a:pt x="0" y="96024"/>
                  </a:lnTo>
                  <a:lnTo>
                    <a:pt x="0" y="62331"/>
                  </a:lnTo>
                  <a:lnTo>
                    <a:pt x="0" y="28638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3514394" y="1316468"/>
              <a:ext cx="0" cy="2853791"/>
            </a:xfrm>
            <a:custGeom>
              <a:avLst/>
              <a:pathLst>
                <a:path w="0" h="2853791">
                  <a:moveTo>
                    <a:pt x="0" y="2853791"/>
                  </a:moveTo>
                  <a:lnTo>
                    <a:pt x="0" y="2825152"/>
                  </a:lnTo>
                  <a:lnTo>
                    <a:pt x="0" y="2791459"/>
                  </a:lnTo>
                  <a:lnTo>
                    <a:pt x="0" y="2757766"/>
                  </a:lnTo>
                  <a:lnTo>
                    <a:pt x="0" y="2724073"/>
                  </a:lnTo>
                  <a:lnTo>
                    <a:pt x="0" y="2690380"/>
                  </a:lnTo>
                  <a:lnTo>
                    <a:pt x="0" y="2656688"/>
                  </a:lnTo>
                  <a:lnTo>
                    <a:pt x="0" y="2622995"/>
                  </a:lnTo>
                  <a:lnTo>
                    <a:pt x="0" y="2589302"/>
                  </a:lnTo>
                  <a:lnTo>
                    <a:pt x="0" y="2555609"/>
                  </a:lnTo>
                  <a:lnTo>
                    <a:pt x="0" y="2521916"/>
                  </a:lnTo>
                  <a:lnTo>
                    <a:pt x="0" y="2488223"/>
                  </a:lnTo>
                  <a:lnTo>
                    <a:pt x="0" y="2454530"/>
                  </a:lnTo>
                  <a:lnTo>
                    <a:pt x="0" y="2420837"/>
                  </a:lnTo>
                  <a:lnTo>
                    <a:pt x="0" y="2387144"/>
                  </a:lnTo>
                  <a:lnTo>
                    <a:pt x="0" y="2353451"/>
                  </a:lnTo>
                  <a:lnTo>
                    <a:pt x="0" y="2319758"/>
                  </a:lnTo>
                  <a:lnTo>
                    <a:pt x="0" y="2286065"/>
                  </a:lnTo>
                  <a:lnTo>
                    <a:pt x="0" y="2252372"/>
                  </a:lnTo>
                  <a:lnTo>
                    <a:pt x="0" y="2218679"/>
                  </a:lnTo>
                  <a:lnTo>
                    <a:pt x="0" y="2184986"/>
                  </a:lnTo>
                  <a:lnTo>
                    <a:pt x="0" y="2151294"/>
                  </a:lnTo>
                  <a:lnTo>
                    <a:pt x="0" y="2117601"/>
                  </a:lnTo>
                  <a:lnTo>
                    <a:pt x="0" y="2083908"/>
                  </a:lnTo>
                  <a:lnTo>
                    <a:pt x="0" y="2050215"/>
                  </a:lnTo>
                  <a:lnTo>
                    <a:pt x="0" y="2016522"/>
                  </a:lnTo>
                  <a:lnTo>
                    <a:pt x="0" y="1982829"/>
                  </a:lnTo>
                  <a:lnTo>
                    <a:pt x="0" y="1949136"/>
                  </a:lnTo>
                  <a:lnTo>
                    <a:pt x="0" y="1915443"/>
                  </a:lnTo>
                  <a:lnTo>
                    <a:pt x="0" y="1881750"/>
                  </a:lnTo>
                  <a:lnTo>
                    <a:pt x="0" y="1848057"/>
                  </a:lnTo>
                  <a:lnTo>
                    <a:pt x="0" y="1814364"/>
                  </a:lnTo>
                  <a:lnTo>
                    <a:pt x="0" y="1780671"/>
                  </a:lnTo>
                  <a:lnTo>
                    <a:pt x="0" y="1746978"/>
                  </a:lnTo>
                  <a:lnTo>
                    <a:pt x="0" y="1713285"/>
                  </a:lnTo>
                  <a:lnTo>
                    <a:pt x="0" y="1679592"/>
                  </a:lnTo>
                  <a:lnTo>
                    <a:pt x="0" y="1645899"/>
                  </a:lnTo>
                  <a:lnTo>
                    <a:pt x="0" y="1612207"/>
                  </a:lnTo>
                  <a:lnTo>
                    <a:pt x="0" y="1578514"/>
                  </a:lnTo>
                  <a:lnTo>
                    <a:pt x="0" y="1544821"/>
                  </a:lnTo>
                  <a:lnTo>
                    <a:pt x="0" y="1511128"/>
                  </a:lnTo>
                  <a:lnTo>
                    <a:pt x="0" y="1477435"/>
                  </a:lnTo>
                  <a:lnTo>
                    <a:pt x="0" y="1443742"/>
                  </a:lnTo>
                  <a:lnTo>
                    <a:pt x="0" y="1410049"/>
                  </a:lnTo>
                  <a:lnTo>
                    <a:pt x="0" y="1376356"/>
                  </a:lnTo>
                  <a:lnTo>
                    <a:pt x="0" y="1342663"/>
                  </a:lnTo>
                  <a:lnTo>
                    <a:pt x="0" y="1308970"/>
                  </a:lnTo>
                  <a:lnTo>
                    <a:pt x="0" y="1275277"/>
                  </a:lnTo>
                  <a:lnTo>
                    <a:pt x="0" y="1241584"/>
                  </a:lnTo>
                  <a:lnTo>
                    <a:pt x="0" y="1207891"/>
                  </a:lnTo>
                  <a:lnTo>
                    <a:pt x="0" y="1174198"/>
                  </a:lnTo>
                  <a:lnTo>
                    <a:pt x="0" y="1140505"/>
                  </a:lnTo>
                  <a:lnTo>
                    <a:pt x="0" y="1106812"/>
                  </a:lnTo>
                  <a:lnTo>
                    <a:pt x="0" y="1073120"/>
                  </a:lnTo>
                  <a:lnTo>
                    <a:pt x="0" y="1039427"/>
                  </a:lnTo>
                  <a:lnTo>
                    <a:pt x="0" y="1005734"/>
                  </a:lnTo>
                  <a:lnTo>
                    <a:pt x="0" y="972041"/>
                  </a:lnTo>
                  <a:lnTo>
                    <a:pt x="0" y="938348"/>
                  </a:lnTo>
                  <a:lnTo>
                    <a:pt x="0" y="904655"/>
                  </a:lnTo>
                  <a:lnTo>
                    <a:pt x="0" y="870962"/>
                  </a:lnTo>
                  <a:lnTo>
                    <a:pt x="0" y="837269"/>
                  </a:lnTo>
                  <a:lnTo>
                    <a:pt x="0" y="803576"/>
                  </a:lnTo>
                  <a:lnTo>
                    <a:pt x="0" y="769883"/>
                  </a:lnTo>
                  <a:lnTo>
                    <a:pt x="0" y="736190"/>
                  </a:lnTo>
                  <a:lnTo>
                    <a:pt x="0" y="702497"/>
                  </a:lnTo>
                  <a:lnTo>
                    <a:pt x="0" y="668804"/>
                  </a:lnTo>
                  <a:lnTo>
                    <a:pt x="0" y="635111"/>
                  </a:lnTo>
                  <a:lnTo>
                    <a:pt x="0" y="601418"/>
                  </a:lnTo>
                  <a:lnTo>
                    <a:pt x="0" y="567725"/>
                  </a:lnTo>
                  <a:lnTo>
                    <a:pt x="0" y="534033"/>
                  </a:lnTo>
                  <a:lnTo>
                    <a:pt x="0" y="500340"/>
                  </a:lnTo>
                  <a:lnTo>
                    <a:pt x="0" y="466647"/>
                  </a:lnTo>
                  <a:lnTo>
                    <a:pt x="0" y="432954"/>
                  </a:lnTo>
                  <a:lnTo>
                    <a:pt x="0" y="399261"/>
                  </a:lnTo>
                  <a:lnTo>
                    <a:pt x="0" y="365568"/>
                  </a:lnTo>
                  <a:lnTo>
                    <a:pt x="0" y="331875"/>
                  </a:lnTo>
                  <a:lnTo>
                    <a:pt x="0" y="298182"/>
                  </a:lnTo>
                  <a:lnTo>
                    <a:pt x="0" y="264489"/>
                  </a:lnTo>
                  <a:lnTo>
                    <a:pt x="0" y="230796"/>
                  </a:lnTo>
                  <a:lnTo>
                    <a:pt x="0" y="197103"/>
                  </a:lnTo>
                  <a:lnTo>
                    <a:pt x="0" y="163410"/>
                  </a:lnTo>
                  <a:lnTo>
                    <a:pt x="0" y="129717"/>
                  </a:lnTo>
                  <a:lnTo>
                    <a:pt x="0" y="96024"/>
                  </a:lnTo>
                  <a:lnTo>
                    <a:pt x="0" y="62331"/>
                  </a:lnTo>
                  <a:lnTo>
                    <a:pt x="0" y="28638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912664" y="1316468"/>
              <a:ext cx="0" cy="2853791"/>
            </a:xfrm>
            <a:custGeom>
              <a:avLst/>
              <a:pathLst>
                <a:path w="0" h="2853791">
                  <a:moveTo>
                    <a:pt x="0" y="2853791"/>
                  </a:moveTo>
                  <a:lnTo>
                    <a:pt x="0" y="2825152"/>
                  </a:lnTo>
                  <a:lnTo>
                    <a:pt x="0" y="2791459"/>
                  </a:lnTo>
                  <a:lnTo>
                    <a:pt x="0" y="2757766"/>
                  </a:lnTo>
                  <a:lnTo>
                    <a:pt x="0" y="2724073"/>
                  </a:lnTo>
                  <a:lnTo>
                    <a:pt x="0" y="2690380"/>
                  </a:lnTo>
                  <a:lnTo>
                    <a:pt x="0" y="2656688"/>
                  </a:lnTo>
                  <a:lnTo>
                    <a:pt x="0" y="2622995"/>
                  </a:lnTo>
                  <a:lnTo>
                    <a:pt x="0" y="2589302"/>
                  </a:lnTo>
                  <a:lnTo>
                    <a:pt x="0" y="2555609"/>
                  </a:lnTo>
                  <a:lnTo>
                    <a:pt x="0" y="2521916"/>
                  </a:lnTo>
                  <a:lnTo>
                    <a:pt x="0" y="2488223"/>
                  </a:lnTo>
                  <a:lnTo>
                    <a:pt x="0" y="2454530"/>
                  </a:lnTo>
                  <a:lnTo>
                    <a:pt x="0" y="2420837"/>
                  </a:lnTo>
                  <a:lnTo>
                    <a:pt x="0" y="2387144"/>
                  </a:lnTo>
                  <a:lnTo>
                    <a:pt x="0" y="2353451"/>
                  </a:lnTo>
                  <a:lnTo>
                    <a:pt x="0" y="2319758"/>
                  </a:lnTo>
                  <a:lnTo>
                    <a:pt x="0" y="2286065"/>
                  </a:lnTo>
                  <a:lnTo>
                    <a:pt x="0" y="2252372"/>
                  </a:lnTo>
                  <a:lnTo>
                    <a:pt x="0" y="2218679"/>
                  </a:lnTo>
                  <a:lnTo>
                    <a:pt x="0" y="2184986"/>
                  </a:lnTo>
                  <a:lnTo>
                    <a:pt x="0" y="2151294"/>
                  </a:lnTo>
                  <a:lnTo>
                    <a:pt x="0" y="2117601"/>
                  </a:lnTo>
                  <a:lnTo>
                    <a:pt x="0" y="2083908"/>
                  </a:lnTo>
                  <a:lnTo>
                    <a:pt x="0" y="2050215"/>
                  </a:lnTo>
                  <a:lnTo>
                    <a:pt x="0" y="2016522"/>
                  </a:lnTo>
                  <a:lnTo>
                    <a:pt x="0" y="1982829"/>
                  </a:lnTo>
                  <a:lnTo>
                    <a:pt x="0" y="1949136"/>
                  </a:lnTo>
                  <a:lnTo>
                    <a:pt x="0" y="1915443"/>
                  </a:lnTo>
                  <a:lnTo>
                    <a:pt x="0" y="1881750"/>
                  </a:lnTo>
                  <a:lnTo>
                    <a:pt x="0" y="1848057"/>
                  </a:lnTo>
                  <a:lnTo>
                    <a:pt x="0" y="1814364"/>
                  </a:lnTo>
                  <a:lnTo>
                    <a:pt x="0" y="1780671"/>
                  </a:lnTo>
                  <a:lnTo>
                    <a:pt x="0" y="1746978"/>
                  </a:lnTo>
                  <a:lnTo>
                    <a:pt x="0" y="1713285"/>
                  </a:lnTo>
                  <a:lnTo>
                    <a:pt x="0" y="1679592"/>
                  </a:lnTo>
                  <a:lnTo>
                    <a:pt x="0" y="1645899"/>
                  </a:lnTo>
                  <a:lnTo>
                    <a:pt x="0" y="1612207"/>
                  </a:lnTo>
                  <a:lnTo>
                    <a:pt x="0" y="1578514"/>
                  </a:lnTo>
                  <a:lnTo>
                    <a:pt x="0" y="1544821"/>
                  </a:lnTo>
                  <a:lnTo>
                    <a:pt x="0" y="1511128"/>
                  </a:lnTo>
                  <a:lnTo>
                    <a:pt x="0" y="1477435"/>
                  </a:lnTo>
                  <a:lnTo>
                    <a:pt x="0" y="1443742"/>
                  </a:lnTo>
                  <a:lnTo>
                    <a:pt x="0" y="1410049"/>
                  </a:lnTo>
                  <a:lnTo>
                    <a:pt x="0" y="1376356"/>
                  </a:lnTo>
                  <a:lnTo>
                    <a:pt x="0" y="1342663"/>
                  </a:lnTo>
                  <a:lnTo>
                    <a:pt x="0" y="1308970"/>
                  </a:lnTo>
                  <a:lnTo>
                    <a:pt x="0" y="1275277"/>
                  </a:lnTo>
                  <a:lnTo>
                    <a:pt x="0" y="1241584"/>
                  </a:lnTo>
                  <a:lnTo>
                    <a:pt x="0" y="1207891"/>
                  </a:lnTo>
                  <a:lnTo>
                    <a:pt x="0" y="1174198"/>
                  </a:lnTo>
                  <a:lnTo>
                    <a:pt x="0" y="1140505"/>
                  </a:lnTo>
                  <a:lnTo>
                    <a:pt x="0" y="1106812"/>
                  </a:lnTo>
                  <a:lnTo>
                    <a:pt x="0" y="1073120"/>
                  </a:lnTo>
                  <a:lnTo>
                    <a:pt x="0" y="1039427"/>
                  </a:lnTo>
                  <a:lnTo>
                    <a:pt x="0" y="1005734"/>
                  </a:lnTo>
                  <a:lnTo>
                    <a:pt x="0" y="972041"/>
                  </a:lnTo>
                  <a:lnTo>
                    <a:pt x="0" y="938348"/>
                  </a:lnTo>
                  <a:lnTo>
                    <a:pt x="0" y="904655"/>
                  </a:lnTo>
                  <a:lnTo>
                    <a:pt x="0" y="870962"/>
                  </a:lnTo>
                  <a:lnTo>
                    <a:pt x="0" y="837269"/>
                  </a:lnTo>
                  <a:lnTo>
                    <a:pt x="0" y="803576"/>
                  </a:lnTo>
                  <a:lnTo>
                    <a:pt x="0" y="769883"/>
                  </a:lnTo>
                  <a:lnTo>
                    <a:pt x="0" y="736190"/>
                  </a:lnTo>
                  <a:lnTo>
                    <a:pt x="0" y="702497"/>
                  </a:lnTo>
                  <a:lnTo>
                    <a:pt x="0" y="668804"/>
                  </a:lnTo>
                  <a:lnTo>
                    <a:pt x="0" y="635111"/>
                  </a:lnTo>
                  <a:lnTo>
                    <a:pt x="0" y="601418"/>
                  </a:lnTo>
                  <a:lnTo>
                    <a:pt x="0" y="567725"/>
                  </a:lnTo>
                  <a:lnTo>
                    <a:pt x="0" y="534033"/>
                  </a:lnTo>
                  <a:lnTo>
                    <a:pt x="0" y="500340"/>
                  </a:lnTo>
                  <a:lnTo>
                    <a:pt x="0" y="466647"/>
                  </a:lnTo>
                  <a:lnTo>
                    <a:pt x="0" y="432954"/>
                  </a:lnTo>
                  <a:lnTo>
                    <a:pt x="0" y="399261"/>
                  </a:lnTo>
                  <a:lnTo>
                    <a:pt x="0" y="365568"/>
                  </a:lnTo>
                  <a:lnTo>
                    <a:pt x="0" y="331875"/>
                  </a:lnTo>
                  <a:lnTo>
                    <a:pt x="0" y="298182"/>
                  </a:lnTo>
                  <a:lnTo>
                    <a:pt x="0" y="264489"/>
                  </a:lnTo>
                  <a:lnTo>
                    <a:pt x="0" y="230796"/>
                  </a:lnTo>
                  <a:lnTo>
                    <a:pt x="0" y="197103"/>
                  </a:lnTo>
                  <a:lnTo>
                    <a:pt x="0" y="163410"/>
                  </a:lnTo>
                  <a:lnTo>
                    <a:pt x="0" y="129717"/>
                  </a:lnTo>
                  <a:lnTo>
                    <a:pt x="0" y="96024"/>
                  </a:lnTo>
                  <a:lnTo>
                    <a:pt x="0" y="62331"/>
                  </a:lnTo>
                  <a:lnTo>
                    <a:pt x="0" y="28638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4310935" y="1316468"/>
              <a:ext cx="0" cy="2853791"/>
            </a:xfrm>
            <a:custGeom>
              <a:avLst/>
              <a:pathLst>
                <a:path w="0" h="2853791">
                  <a:moveTo>
                    <a:pt x="0" y="2853791"/>
                  </a:moveTo>
                  <a:lnTo>
                    <a:pt x="0" y="2825152"/>
                  </a:lnTo>
                  <a:lnTo>
                    <a:pt x="0" y="2791459"/>
                  </a:lnTo>
                  <a:lnTo>
                    <a:pt x="0" y="2757766"/>
                  </a:lnTo>
                  <a:lnTo>
                    <a:pt x="0" y="2724073"/>
                  </a:lnTo>
                  <a:lnTo>
                    <a:pt x="0" y="2690380"/>
                  </a:lnTo>
                  <a:lnTo>
                    <a:pt x="0" y="2656688"/>
                  </a:lnTo>
                  <a:lnTo>
                    <a:pt x="0" y="2622995"/>
                  </a:lnTo>
                  <a:lnTo>
                    <a:pt x="0" y="2589302"/>
                  </a:lnTo>
                  <a:lnTo>
                    <a:pt x="0" y="2555609"/>
                  </a:lnTo>
                  <a:lnTo>
                    <a:pt x="0" y="2521916"/>
                  </a:lnTo>
                  <a:lnTo>
                    <a:pt x="0" y="2488223"/>
                  </a:lnTo>
                  <a:lnTo>
                    <a:pt x="0" y="2454530"/>
                  </a:lnTo>
                  <a:lnTo>
                    <a:pt x="0" y="2420837"/>
                  </a:lnTo>
                  <a:lnTo>
                    <a:pt x="0" y="2387144"/>
                  </a:lnTo>
                  <a:lnTo>
                    <a:pt x="0" y="2353451"/>
                  </a:lnTo>
                  <a:lnTo>
                    <a:pt x="0" y="2319758"/>
                  </a:lnTo>
                  <a:lnTo>
                    <a:pt x="0" y="2286065"/>
                  </a:lnTo>
                  <a:lnTo>
                    <a:pt x="0" y="2252372"/>
                  </a:lnTo>
                  <a:lnTo>
                    <a:pt x="0" y="2218679"/>
                  </a:lnTo>
                  <a:lnTo>
                    <a:pt x="0" y="2184986"/>
                  </a:lnTo>
                  <a:lnTo>
                    <a:pt x="0" y="2151294"/>
                  </a:lnTo>
                  <a:lnTo>
                    <a:pt x="0" y="2117601"/>
                  </a:lnTo>
                  <a:lnTo>
                    <a:pt x="0" y="2083908"/>
                  </a:lnTo>
                  <a:lnTo>
                    <a:pt x="0" y="2050215"/>
                  </a:lnTo>
                  <a:lnTo>
                    <a:pt x="0" y="2016522"/>
                  </a:lnTo>
                  <a:lnTo>
                    <a:pt x="0" y="1982829"/>
                  </a:lnTo>
                  <a:lnTo>
                    <a:pt x="0" y="1949136"/>
                  </a:lnTo>
                  <a:lnTo>
                    <a:pt x="0" y="1915443"/>
                  </a:lnTo>
                  <a:lnTo>
                    <a:pt x="0" y="1881750"/>
                  </a:lnTo>
                  <a:lnTo>
                    <a:pt x="0" y="1848057"/>
                  </a:lnTo>
                  <a:lnTo>
                    <a:pt x="0" y="1814364"/>
                  </a:lnTo>
                  <a:lnTo>
                    <a:pt x="0" y="1780671"/>
                  </a:lnTo>
                  <a:lnTo>
                    <a:pt x="0" y="1746978"/>
                  </a:lnTo>
                  <a:lnTo>
                    <a:pt x="0" y="1713285"/>
                  </a:lnTo>
                  <a:lnTo>
                    <a:pt x="0" y="1679592"/>
                  </a:lnTo>
                  <a:lnTo>
                    <a:pt x="0" y="1645899"/>
                  </a:lnTo>
                  <a:lnTo>
                    <a:pt x="0" y="1612207"/>
                  </a:lnTo>
                  <a:lnTo>
                    <a:pt x="0" y="1578514"/>
                  </a:lnTo>
                  <a:lnTo>
                    <a:pt x="0" y="1544821"/>
                  </a:lnTo>
                  <a:lnTo>
                    <a:pt x="0" y="1511128"/>
                  </a:lnTo>
                  <a:lnTo>
                    <a:pt x="0" y="1477435"/>
                  </a:lnTo>
                  <a:lnTo>
                    <a:pt x="0" y="1443742"/>
                  </a:lnTo>
                  <a:lnTo>
                    <a:pt x="0" y="1410049"/>
                  </a:lnTo>
                  <a:lnTo>
                    <a:pt x="0" y="1376356"/>
                  </a:lnTo>
                  <a:lnTo>
                    <a:pt x="0" y="1342663"/>
                  </a:lnTo>
                  <a:lnTo>
                    <a:pt x="0" y="1308970"/>
                  </a:lnTo>
                  <a:lnTo>
                    <a:pt x="0" y="1275277"/>
                  </a:lnTo>
                  <a:lnTo>
                    <a:pt x="0" y="1241584"/>
                  </a:lnTo>
                  <a:lnTo>
                    <a:pt x="0" y="1207891"/>
                  </a:lnTo>
                  <a:lnTo>
                    <a:pt x="0" y="1174198"/>
                  </a:lnTo>
                  <a:lnTo>
                    <a:pt x="0" y="1140505"/>
                  </a:lnTo>
                  <a:lnTo>
                    <a:pt x="0" y="1106812"/>
                  </a:lnTo>
                  <a:lnTo>
                    <a:pt x="0" y="1073120"/>
                  </a:lnTo>
                  <a:lnTo>
                    <a:pt x="0" y="1039427"/>
                  </a:lnTo>
                  <a:lnTo>
                    <a:pt x="0" y="1005734"/>
                  </a:lnTo>
                  <a:lnTo>
                    <a:pt x="0" y="972041"/>
                  </a:lnTo>
                  <a:lnTo>
                    <a:pt x="0" y="938348"/>
                  </a:lnTo>
                  <a:lnTo>
                    <a:pt x="0" y="904655"/>
                  </a:lnTo>
                  <a:lnTo>
                    <a:pt x="0" y="870962"/>
                  </a:lnTo>
                  <a:lnTo>
                    <a:pt x="0" y="837269"/>
                  </a:lnTo>
                  <a:lnTo>
                    <a:pt x="0" y="803576"/>
                  </a:lnTo>
                  <a:lnTo>
                    <a:pt x="0" y="769883"/>
                  </a:lnTo>
                  <a:lnTo>
                    <a:pt x="0" y="736190"/>
                  </a:lnTo>
                  <a:lnTo>
                    <a:pt x="0" y="702497"/>
                  </a:lnTo>
                  <a:lnTo>
                    <a:pt x="0" y="668804"/>
                  </a:lnTo>
                  <a:lnTo>
                    <a:pt x="0" y="635111"/>
                  </a:lnTo>
                  <a:lnTo>
                    <a:pt x="0" y="601418"/>
                  </a:lnTo>
                  <a:lnTo>
                    <a:pt x="0" y="567725"/>
                  </a:lnTo>
                  <a:lnTo>
                    <a:pt x="0" y="534033"/>
                  </a:lnTo>
                  <a:lnTo>
                    <a:pt x="0" y="500340"/>
                  </a:lnTo>
                  <a:lnTo>
                    <a:pt x="0" y="466647"/>
                  </a:lnTo>
                  <a:lnTo>
                    <a:pt x="0" y="432954"/>
                  </a:lnTo>
                  <a:lnTo>
                    <a:pt x="0" y="399261"/>
                  </a:lnTo>
                  <a:lnTo>
                    <a:pt x="0" y="365568"/>
                  </a:lnTo>
                  <a:lnTo>
                    <a:pt x="0" y="331875"/>
                  </a:lnTo>
                  <a:lnTo>
                    <a:pt x="0" y="298182"/>
                  </a:lnTo>
                  <a:lnTo>
                    <a:pt x="0" y="264489"/>
                  </a:lnTo>
                  <a:lnTo>
                    <a:pt x="0" y="230796"/>
                  </a:lnTo>
                  <a:lnTo>
                    <a:pt x="0" y="197103"/>
                  </a:lnTo>
                  <a:lnTo>
                    <a:pt x="0" y="163410"/>
                  </a:lnTo>
                  <a:lnTo>
                    <a:pt x="0" y="129717"/>
                  </a:lnTo>
                  <a:lnTo>
                    <a:pt x="0" y="96024"/>
                  </a:lnTo>
                  <a:lnTo>
                    <a:pt x="0" y="62331"/>
                  </a:lnTo>
                  <a:lnTo>
                    <a:pt x="0" y="28638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4709205" y="1316468"/>
              <a:ext cx="0" cy="2853791"/>
            </a:xfrm>
            <a:custGeom>
              <a:avLst/>
              <a:pathLst>
                <a:path w="0" h="2853791">
                  <a:moveTo>
                    <a:pt x="0" y="2853791"/>
                  </a:moveTo>
                  <a:lnTo>
                    <a:pt x="0" y="2825152"/>
                  </a:lnTo>
                  <a:lnTo>
                    <a:pt x="0" y="2791459"/>
                  </a:lnTo>
                  <a:lnTo>
                    <a:pt x="0" y="2757766"/>
                  </a:lnTo>
                  <a:lnTo>
                    <a:pt x="0" y="2724073"/>
                  </a:lnTo>
                  <a:lnTo>
                    <a:pt x="0" y="2690380"/>
                  </a:lnTo>
                  <a:lnTo>
                    <a:pt x="0" y="2656688"/>
                  </a:lnTo>
                  <a:lnTo>
                    <a:pt x="0" y="2622995"/>
                  </a:lnTo>
                  <a:lnTo>
                    <a:pt x="0" y="2589302"/>
                  </a:lnTo>
                  <a:lnTo>
                    <a:pt x="0" y="2555609"/>
                  </a:lnTo>
                  <a:lnTo>
                    <a:pt x="0" y="2521916"/>
                  </a:lnTo>
                  <a:lnTo>
                    <a:pt x="0" y="2488223"/>
                  </a:lnTo>
                  <a:lnTo>
                    <a:pt x="0" y="2454530"/>
                  </a:lnTo>
                  <a:lnTo>
                    <a:pt x="0" y="2420837"/>
                  </a:lnTo>
                  <a:lnTo>
                    <a:pt x="0" y="2387144"/>
                  </a:lnTo>
                  <a:lnTo>
                    <a:pt x="0" y="2353451"/>
                  </a:lnTo>
                  <a:lnTo>
                    <a:pt x="0" y="2319758"/>
                  </a:lnTo>
                  <a:lnTo>
                    <a:pt x="0" y="2286065"/>
                  </a:lnTo>
                  <a:lnTo>
                    <a:pt x="0" y="2252372"/>
                  </a:lnTo>
                  <a:lnTo>
                    <a:pt x="0" y="2218679"/>
                  </a:lnTo>
                  <a:lnTo>
                    <a:pt x="0" y="2184986"/>
                  </a:lnTo>
                  <a:lnTo>
                    <a:pt x="0" y="2151294"/>
                  </a:lnTo>
                  <a:lnTo>
                    <a:pt x="0" y="2117601"/>
                  </a:lnTo>
                  <a:lnTo>
                    <a:pt x="0" y="2083908"/>
                  </a:lnTo>
                  <a:lnTo>
                    <a:pt x="0" y="2050215"/>
                  </a:lnTo>
                  <a:lnTo>
                    <a:pt x="0" y="2016522"/>
                  </a:lnTo>
                  <a:lnTo>
                    <a:pt x="0" y="1982829"/>
                  </a:lnTo>
                  <a:lnTo>
                    <a:pt x="0" y="1949136"/>
                  </a:lnTo>
                  <a:lnTo>
                    <a:pt x="0" y="1915443"/>
                  </a:lnTo>
                  <a:lnTo>
                    <a:pt x="0" y="1881750"/>
                  </a:lnTo>
                  <a:lnTo>
                    <a:pt x="0" y="1848057"/>
                  </a:lnTo>
                  <a:lnTo>
                    <a:pt x="0" y="1814364"/>
                  </a:lnTo>
                  <a:lnTo>
                    <a:pt x="0" y="1780671"/>
                  </a:lnTo>
                  <a:lnTo>
                    <a:pt x="0" y="1746978"/>
                  </a:lnTo>
                  <a:lnTo>
                    <a:pt x="0" y="1713285"/>
                  </a:lnTo>
                  <a:lnTo>
                    <a:pt x="0" y="1679592"/>
                  </a:lnTo>
                  <a:lnTo>
                    <a:pt x="0" y="1645899"/>
                  </a:lnTo>
                  <a:lnTo>
                    <a:pt x="0" y="1612207"/>
                  </a:lnTo>
                  <a:lnTo>
                    <a:pt x="0" y="1578514"/>
                  </a:lnTo>
                  <a:lnTo>
                    <a:pt x="0" y="1544821"/>
                  </a:lnTo>
                  <a:lnTo>
                    <a:pt x="0" y="1511128"/>
                  </a:lnTo>
                  <a:lnTo>
                    <a:pt x="0" y="1477435"/>
                  </a:lnTo>
                  <a:lnTo>
                    <a:pt x="0" y="1443742"/>
                  </a:lnTo>
                  <a:lnTo>
                    <a:pt x="0" y="1410049"/>
                  </a:lnTo>
                  <a:lnTo>
                    <a:pt x="0" y="1376356"/>
                  </a:lnTo>
                  <a:lnTo>
                    <a:pt x="0" y="1342663"/>
                  </a:lnTo>
                  <a:lnTo>
                    <a:pt x="0" y="1308970"/>
                  </a:lnTo>
                  <a:lnTo>
                    <a:pt x="0" y="1275277"/>
                  </a:lnTo>
                  <a:lnTo>
                    <a:pt x="0" y="1241584"/>
                  </a:lnTo>
                  <a:lnTo>
                    <a:pt x="0" y="1207891"/>
                  </a:lnTo>
                  <a:lnTo>
                    <a:pt x="0" y="1174198"/>
                  </a:lnTo>
                  <a:lnTo>
                    <a:pt x="0" y="1140505"/>
                  </a:lnTo>
                  <a:lnTo>
                    <a:pt x="0" y="1106812"/>
                  </a:lnTo>
                  <a:lnTo>
                    <a:pt x="0" y="1073120"/>
                  </a:lnTo>
                  <a:lnTo>
                    <a:pt x="0" y="1039427"/>
                  </a:lnTo>
                  <a:lnTo>
                    <a:pt x="0" y="1005734"/>
                  </a:lnTo>
                  <a:lnTo>
                    <a:pt x="0" y="972041"/>
                  </a:lnTo>
                  <a:lnTo>
                    <a:pt x="0" y="938348"/>
                  </a:lnTo>
                  <a:lnTo>
                    <a:pt x="0" y="904655"/>
                  </a:lnTo>
                  <a:lnTo>
                    <a:pt x="0" y="870962"/>
                  </a:lnTo>
                  <a:lnTo>
                    <a:pt x="0" y="837269"/>
                  </a:lnTo>
                  <a:lnTo>
                    <a:pt x="0" y="803576"/>
                  </a:lnTo>
                  <a:lnTo>
                    <a:pt x="0" y="769883"/>
                  </a:lnTo>
                  <a:lnTo>
                    <a:pt x="0" y="736190"/>
                  </a:lnTo>
                  <a:lnTo>
                    <a:pt x="0" y="702497"/>
                  </a:lnTo>
                  <a:lnTo>
                    <a:pt x="0" y="668804"/>
                  </a:lnTo>
                  <a:lnTo>
                    <a:pt x="0" y="635111"/>
                  </a:lnTo>
                  <a:lnTo>
                    <a:pt x="0" y="601418"/>
                  </a:lnTo>
                  <a:lnTo>
                    <a:pt x="0" y="567725"/>
                  </a:lnTo>
                  <a:lnTo>
                    <a:pt x="0" y="534033"/>
                  </a:lnTo>
                  <a:lnTo>
                    <a:pt x="0" y="500340"/>
                  </a:lnTo>
                  <a:lnTo>
                    <a:pt x="0" y="466647"/>
                  </a:lnTo>
                  <a:lnTo>
                    <a:pt x="0" y="432954"/>
                  </a:lnTo>
                  <a:lnTo>
                    <a:pt x="0" y="399261"/>
                  </a:lnTo>
                  <a:lnTo>
                    <a:pt x="0" y="365568"/>
                  </a:lnTo>
                  <a:lnTo>
                    <a:pt x="0" y="331875"/>
                  </a:lnTo>
                  <a:lnTo>
                    <a:pt x="0" y="298182"/>
                  </a:lnTo>
                  <a:lnTo>
                    <a:pt x="0" y="264489"/>
                  </a:lnTo>
                  <a:lnTo>
                    <a:pt x="0" y="230796"/>
                  </a:lnTo>
                  <a:lnTo>
                    <a:pt x="0" y="197103"/>
                  </a:lnTo>
                  <a:lnTo>
                    <a:pt x="0" y="163410"/>
                  </a:lnTo>
                  <a:lnTo>
                    <a:pt x="0" y="129717"/>
                  </a:lnTo>
                  <a:lnTo>
                    <a:pt x="0" y="96024"/>
                  </a:lnTo>
                  <a:lnTo>
                    <a:pt x="0" y="62331"/>
                  </a:lnTo>
                  <a:lnTo>
                    <a:pt x="0" y="28638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2618285" y="4040542"/>
              <a:ext cx="2190487" cy="0"/>
            </a:xfrm>
            <a:custGeom>
              <a:avLst/>
              <a:pathLst>
                <a:path w="2190487" h="0">
                  <a:moveTo>
                    <a:pt x="0" y="0"/>
                  </a:moveTo>
                  <a:lnTo>
                    <a:pt x="11063" y="0"/>
                  </a:lnTo>
                  <a:lnTo>
                    <a:pt x="39223" y="0"/>
                  </a:lnTo>
                  <a:lnTo>
                    <a:pt x="67384" y="0"/>
                  </a:lnTo>
                  <a:lnTo>
                    <a:pt x="95544" y="0"/>
                  </a:lnTo>
                  <a:lnTo>
                    <a:pt x="123705" y="0"/>
                  </a:lnTo>
                  <a:lnTo>
                    <a:pt x="151865" y="0"/>
                  </a:lnTo>
                  <a:lnTo>
                    <a:pt x="180026" y="0"/>
                  </a:lnTo>
                  <a:lnTo>
                    <a:pt x="208186" y="0"/>
                  </a:lnTo>
                  <a:lnTo>
                    <a:pt x="236347" y="0"/>
                  </a:lnTo>
                  <a:lnTo>
                    <a:pt x="264507" y="0"/>
                  </a:lnTo>
                  <a:lnTo>
                    <a:pt x="292668" y="0"/>
                  </a:lnTo>
                  <a:lnTo>
                    <a:pt x="320828" y="0"/>
                  </a:lnTo>
                  <a:lnTo>
                    <a:pt x="348989" y="0"/>
                  </a:lnTo>
                  <a:lnTo>
                    <a:pt x="377150" y="0"/>
                  </a:lnTo>
                  <a:lnTo>
                    <a:pt x="405310" y="0"/>
                  </a:lnTo>
                  <a:lnTo>
                    <a:pt x="433471" y="0"/>
                  </a:lnTo>
                  <a:lnTo>
                    <a:pt x="461631" y="0"/>
                  </a:lnTo>
                  <a:lnTo>
                    <a:pt x="489792" y="0"/>
                  </a:lnTo>
                  <a:lnTo>
                    <a:pt x="517952" y="0"/>
                  </a:lnTo>
                  <a:lnTo>
                    <a:pt x="546113" y="0"/>
                  </a:lnTo>
                  <a:lnTo>
                    <a:pt x="574273" y="0"/>
                  </a:lnTo>
                  <a:lnTo>
                    <a:pt x="602434" y="0"/>
                  </a:lnTo>
                  <a:lnTo>
                    <a:pt x="630594" y="0"/>
                  </a:lnTo>
                  <a:lnTo>
                    <a:pt x="658755" y="0"/>
                  </a:lnTo>
                  <a:lnTo>
                    <a:pt x="686915" y="0"/>
                  </a:lnTo>
                  <a:lnTo>
                    <a:pt x="715076" y="0"/>
                  </a:lnTo>
                  <a:lnTo>
                    <a:pt x="743237" y="0"/>
                  </a:lnTo>
                  <a:lnTo>
                    <a:pt x="771397" y="0"/>
                  </a:lnTo>
                  <a:lnTo>
                    <a:pt x="799558" y="0"/>
                  </a:lnTo>
                  <a:lnTo>
                    <a:pt x="827718" y="0"/>
                  </a:lnTo>
                  <a:lnTo>
                    <a:pt x="855879" y="0"/>
                  </a:lnTo>
                  <a:lnTo>
                    <a:pt x="884039" y="0"/>
                  </a:lnTo>
                  <a:lnTo>
                    <a:pt x="912200" y="0"/>
                  </a:lnTo>
                  <a:lnTo>
                    <a:pt x="940360" y="0"/>
                  </a:lnTo>
                  <a:lnTo>
                    <a:pt x="968521" y="0"/>
                  </a:lnTo>
                  <a:lnTo>
                    <a:pt x="996681" y="0"/>
                  </a:lnTo>
                  <a:lnTo>
                    <a:pt x="1024842" y="0"/>
                  </a:lnTo>
                  <a:lnTo>
                    <a:pt x="1053002" y="0"/>
                  </a:lnTo>
                  <a:lnTo>
                    <a:pt x="1081163" y="0"/>
                  </a:lnTo>
                  <a:lnTo>
                    <a:pt x="1109323" y="0"/>
                  </a:lnTo>
                  <a:lnTo>
                    <a:pt x="1137484" y="0"/>
                  </a:lnTo>
                  <a:lnTo>
                    <a:pt x="1165645" y="0"/>
                  </a:lnTo>
                  <a:lnTo>
                    <a:pt x="1193805" y="0"/>
                  </a:lnTo>
                  <a:lnTo>
                    <a:pt x="1221966" y="0"/>
                  </a:lnTo>
                  <a:lnTo>
                    <a:pt x="1250126" y="0"/>
                  </a:lnTo>
                  <a:lnTo>
                    <a:pt x="1278287" y="0"/>
                  </a:lnTo>
                  <a:lnTo>
                    <a:pt x="1306447" y="0"/>
                  </a:lnTo>
                  <a:lnTo>
                    <a:pt x="1334608" y="0"/>
                  </a:lnTo>
                  <a:lnTo>
                    <a:pt x="1362768" y="0"/>
                  </a:lnTo>
                  <a:lnTo>
                    <a:pt x="1390929" y="0"/>
                  </a:lnTo>
                  <a:lnTo>
                    <a:pt x="1419089" y="0"/>
                  </a:lnTo>
                  <a:lnTo>
                    <a:pt x="1447250" y="0"/>
                  </a:lnTo>
                  <a:lnTo>
                    <a:pt x="1475410" y="0"/>
                  </a:lnTo>
                  <a:lnTo>
                    <a:pt x="1503571" y="0"/>
                  </a:lnTo>
                  <a:lnTo>
                    <a:pt x="1531732" y="0"/>
                  </a:lnTo>
                  <a:lnTo>
                    <a:pt x="1559892" y="0"/>
                  </a:lnTo>
                  <a:lnTo>
                    <a:pt x="1588053" y="0"/>
                  </a:lnTo>
                  <a:lnTo>
                    <a:pt x="1616213" y="0"/>
                  </a:lnTo>
                  <a:lnTo>
                    <a:pt x="1644374" y="0"/>
                  </a:lnTo>
                  <a:lnTo>
                    <a:pt x="1672534" y="0"/>
                  </a:lnTo>
                  <a:lnTo>
                    <a:pt x="1700695" y="0"/>
                  </a:lnTo>
                  <a:lnTo>
                    <a:pt x="1728855" y="0"/>
                  </a:lnTo>
                  <a:lnTo>
                    <a:pt x="1757016" y="0"/>
                  </a:lnTo>
                  <a:lnTo>
                    <a:pt x="1785176" y="0"/>
                  </a:lnTo>
                  <a:lnTo>
                    <a:pt x="1813337" y="0"/>
                  </a:lnTo>
                  <a:lnTo>
                    <a:pt x="1841497" y="0"/>
                  </a:lnTo>
                  <a:lnTo>
                    <a:pt x="1869658" y="0"/>
                  </a:lnTo>
                  <a:lnTo>
                    <a:pt x="1897818" y="0"/>
                  </a:lnTo>
                  <a:lnTo>
                    <a:pt x="1925979" y="0"/>
                  </a:lnTo>
                  <a:lnTo>
                    <a:pt x="1954140" y="0"/>
                  </a:lnTo>
                  <a:lnTo>
                    <a:pt x="1982300" y="0"/>
                  </a:lnTo>
                  <a:lnTo>
                    <a:pt x="2010461" y="0"/>
                  </a:lnTo>
                  <a:lnTo>
                    <a:pt x="2038621" y="0"/>
                  </a:lnTo>
                  <a:lnTo>
                    <a:pt x="2066782" y="0"/>
                  </a:lnTo>
                  <a:lnTo>
                    <a:pt x="2094942" y="0"/>
                  </a:lnTo>
                  <a:lnTo>
                    <a:pt x="2123103" y="0"/>
                  </a:lnTo>
                  <a:lnTo>
                    <a:pt x="2151263" y="0"/>
                  </a:lnTo>
                  <a:lnTo>
                    <a:pt x="2179424" y="0"/>
                  </a:lnTo>
                  <a:lnTo>
                    <a:pt x="2190487" y="0"/>
                  </a:lnTo>
                  <a:lnTo>
                    <a:pt x="2190487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2618285" y="3669919"/>
              <a:ext cx="2190487" cy="0"/>
            </a:xfrm>
            <a:custGeom>
              <a:avLst/>
              <a:pathLst>
                <a:path w="2190487" h="0">
                  <a:moveTo>
                    <a:pt x="0" y="0"/>
                  </a:moveTo>
                  <a:lnTo>
                    <a:pt x="11063" y="0"/>
                  </a:lnTo>
                  <a:lnTo>
                    <a:pt x="39223" y="0"/>
                  </a:lnTo>
                  <a:lnTo>
                    <a:pt x="67384" y="0"/>
                  </a:lnTo>
                  <a:lnTo>
                    <a:pt x="95544" y="0"/>
                  </a:lnTo>
                  <a:lnTo>
                    <a:pt x="123705" y="0"/>
                  </a:lnTo>
                  <a:lnTo>
                    <a:pt x="151865" y="0"/>
                  </a:lnTo>
                  <a:lnTo>
                    <a:pt x="180026" y="0"/>
                  </a:lnTo>
                  <a:lnTo>
                    <a:pt x="208186" y="0"/>
                  </a:lnTo>
                  <a:lnTo>
                    <a:pt x="236347" y="0"/>
                  </a:lnTo>
                  <a:lnTo>
                    <a:pt x="264507" y="0"/>
                  </a:lnTo>
                  <a:lnTo>
                    <a:pt x="292668" y="0"/>
                  </a:lnTo>
                  <a:lnTo>
                    <a:pt x="320828" y="0"/>
                  </a:lnTo>
                  <a:lnTo>
                    <a:pt x="348989" y="0"/>
                  </a:lnTo>
                  <a:lnTo>
                    <a:pt x="377150" y="0"/>
                  </a:lnTo>
                  <a:lnTo>
                    <a:pt x="405310" y="0"/>
                  </a:lnTo>
                  <a:lnTo>
                    <a:pt x="433471" y="0"/>
                  </a:lnTo>
                  <a:lnTo>
                    <a:pt x="461631" y="0"/>
                  </a:lnTo>
                  <a:lnTo>
                    <a:pt x="489792" y="0"/>
                  </a:lnTo>
                  <a:lnTo>
                    <a:pt x="517952" y="0"/>
                  </a:lnTo>
                  <a:lnTo>
                    <a:pt x="546113" y="0"/>
                  </a:lnTo>
                  <a:lnTo>
                    <a:pt x="574273" y="0"/>
                  </a:lnTo>
                  <a:lnTo>
                    <a:pt x="602434" y="0"/>
                  </a:lnTo>
                  <a:lnTo>
                    <a:pt x="630594" y="0"/>
                  </a:lnTo>
                  <a:lnTo>
                    <a:pt x="658755" y="0"/>
                  </a:lnTo>
                  <a:lnTo>
                    <a:pt x="686915" y="0"/>
                  </a:lnTo>
                  <a:lnTo>
                    <a:pt x="715076" y="0"/>
                  </a:lnTo>
                  <a:lnTo>
                    <a:pt x="743237" y="0"/>
                  </a:lnTo>
                  <a:lnTo>
                    <a:pt x="771397" y="0"/>
                  </a:lnTo>
                  <a:lnTo>
                    <a:pt x="799558" y="0"/>
                  </a:lnTo>
                  <a:lnTo>
                    <a:pt x="827718" y="0"/>
                  </a:lnTo>
                  <a:lnTo>
                    <a:pt x="855879" y="0"/>
                  </a:lnTo>
                  <a:lnTo>
                    <a:pt x="884039" y="0"/>
                  </a:lnTo>
                  <a:lnTo>
                    <a:pt x="912200" y="0"/>
                  </a:lnTo>
                  <a:lnTo>
                    <a:pt x="940360" y="0"/>
                  </a:lnTo>
                  <a:lnTo>
                    <a:pt x="968521" y="0"/>
                  </a:lnTo>
                  <a:lnTo>
                    <a:pt x="996681" y="0"/>
                  </a:lnTo>
                  <a:lnTo>
                    <a:pt x="1024842" y="0"/>
                  </a:lnTo>
                  <a:lnTo>
                    <a:pt x="1053002" y="0"/>
                  </a:lnTo>
                  <a:lnTo>
                    <a:pt x="1081163" y="0"/>
                  </a:lnTo>
                  <a:lnTo>
                    <a:pt x="1109323" y="0"/>
                  </a:lnTo>
                  <a:lnTo>
                    <a:pt x="1137484" y="0"/>
                  </a:lnTo>
                  <a:lnTo>
                    <a:pt x="1165645" y="0"/>
                  </a:lnTo>
                  <a:lnTo>
                    <a:pt x="1193805" y="0"/>
                  </a:lnTo>
                  <a:lnTo>
                    <a:pt x="1221966" y="0"/>
                  </a:lnTo>
                  <a:lnTo>
                    <a:pt x="1250126" y="0"/>
                  </a:lnTo>
                  <a:lnTo>
                    <a:pt x="1278287" y="0"/>
                  </a:lnTo>
                  <a:lnTo>
                    <a:pt x="1306447" y="0"/>
                  </a:lnTo>
                  <a:lnTo>
                    <a:pt x="1334608" y="0"/>
                  </a:lnTo>
                  <a:lnTo>
                    <a:pt x="1362768" y="0"/>
                  </a:lnTo>
                  <a:lnTo>
                    <a:pt x="1390929" y="0"/>
                  </a:lnTo>
                  <a:lnTo>
                    <a:pt x="1419089" y="0"/>
                  </a:lnTo>
                  <a:lnTo>
                    <a:pt x="1447250" y="0"/>
                  </a:lnTo>
                  <a:lnTo>
                    <a:pt x="1475410" y="0"/>
                  </a:lnTo>
                  <a:lnTo>
                    <a:pt x="1503571" y="0"/>
                  </a:lnTo>
                  <a:lnTo>
                    <a:pt x="1531732" y="0"/>
                  </a:lnTo>
                  <a:lnTo>
                    <a:pt x="1559892" y="0"/>
                  </a:lnTo>
                  <a:lnTo>
                    <a:pt x="1588053" y="0"/>
                  </a:lnTo>
                  <a:lnTo>
                    <a:pt x="1616213" y="0"/>
                  </a:lnTo>
                  <a:lnTo>
                    <a:pt x="1644374" y="0"/>
                  </a:lnTo>
                  <a:lnTo>
                    <a:pt x="1672534" y="0"/>
                  </a:lnTo>
                  <a:lnTo>
                    <a:pt x="1700695" y="0"/>
                  </a:lnTo>
                  <a:lnTo>
                    <a:pt x="1728855" y="0"/>
                  </a:lnTo>
                  <a:lnTo>
                    <a:pt x="1757016" y="0"/>
                  </a:lnTo>
                  <a:lnTo>
                    <a:pt x="1785176" y="0"/>
                  </a:lnTo>
                  <a:lnTo>
                    <a:pt x="1813337" y="0"/>
                  </a:lnTo>
                  <a:lnTo>
                    <a:pt x="1841497" y="0"/>
                  </a:lnTo>
                  <a:lnTo>
                    <a:pt x="1869658" y="0"/>
                  </a:lnTo>
                  <a:lnTo>
                    <a:pt x="1897818" y="0"/>
                  </a:lnTo>
                  <a:lnTo>
                    <a:pt x="1925979" y="0"/>
                  </a:lnTo>
                  <a:lnTo>
                    <a:pt x="1954140" y="0"/>
                  </a:lnTo>
                  <a:lnTo>
                    <a:pt x="1982300" y="0"/>
                  </a:lnTo>
                  <a:lnTo>
                    <a:pt x="2010461" y="0"/>
                  </a:lnTo>
                  <a:lnTo>
                    <a:pt x="2038621" y="0"/>
                  </a:lnTo>
                  <a:lnTo>
                    <a:pt x="2066782" y="0"/>
                  </a:lnTo>
                  <a:lnTo>
                    <a:pt x="2094942" y="0"/>
                  </a:lnTo>
                  <a:lnTo>
                    <a:pt x="2123103" y="0"/>
                  </a:lnTo>
                  <a:lnTo>
                    <a:pt x="2151263" y="0"/>
                  </a:lnTo>
                  <a:lnTo>
                    <a:pt x="2179424" y="0"/>
                  </a:lnTo>
                  <a:lnTo>
                    <a:pt x="2190487" y="0"/>
                  </a:lnTo>
                  <a:lnTo>
                    <a:pt x="2190487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2618285" y="3299297"/>
              <a:ext cx="2190487" cy="0"/>
            </a:xfrm>
            <a:custGeom>
              <a:avLst/>
              <a:pathLst>
                <a:path w="2190487" h="0">
                  <a:moveTo>
                    <a:pt x="0" y="0"/>
                  </a:moveTo>
                  <a:lnTo>
                    <a:pt x="11063" y="0"/>
                  </a:lnTo>
                  <a:lnTo>
                    <a:pt x="39223" y="0"/>
                  </a:lnTo>
                  <a:lnTo>
                    <a:pt x="67384" y="0"/>
                  </a:lnTo>
                  <a:lnTo>
                    <a:pt x="95544" y="0"/>
                  </a:lnTo>
                  <a:lnTo>
                    <a:pt x="123705" y="0"/>
                  </a:lnTo>
                  <a:lnTo>
                    <a:pt x="151865" y="0"/>
                  </a:lnTo>
                  <a:lnTo>
                    <a:pt x="180026" y="0"/>
                  </a:lnTo>
                  <a:lnTo>
                    <a:pt x="208186" y="0"/>
                  </a:lnTo>
                  <a:lnTo>
                    <a:pt x="236347" y="0"/>
                  </a:lnTo>
                  <a:lnTo>
                    <a:pt x="264507" y="0"/>
                  </a:lnTo>
                  <a:lnTo>
                    <a:pt x="292668" y="0"/>
                  </a:lnTo>
                  <a:lnTo>
                    <a:pt x="320828" y="0"/>
                  </a:lnTo>
                  <a:lnTo>
                    <a:pt x="348989" y="0"/>
                  </a:lnTo>
                  <a:lnTo>
                    <a:pt x="377150" y="0"/>
                  </a:lnTo>
                  <a:lnTo>
                    <a:pt x="405310" y="0"/>
                  </a:lnTo>
                  <a:lnTo>
                    <a:pt x="433471" y="0"/>
                  </a:lnTo>
                  <a:lnTo>
                    <a:pt x="461631" y="0"/>
                  </a:lnTo>
                  <a:lnTo>
                    <a:pt x="489792" y="0"/>
                  </a:lnTo>
                  <a:lnTo>
                    <a:pt x="517952" y="0"/>
                  </a:lnTo>
                  <a:lnTo>
                    <a:pt x="546113" y="0"/>
                  </a:lnTo>
                  <a:lnTo>
                    <a:pt x="574273" y="0"/>
                  </a:lnTo>
                  <a:lnTo>
                    <a:pt x="602434" y="0"/>
                  </a:lnTo>
                  <a:lnTo>
                    <a:pt x="630594" y="0"/>
                  </a:lnTo>
                  <a:lnTo>
                    <a:pt x="658755" y="0"/>
                  </a:lnTo>
                  <a:lnTo>
                    <a:pt x="686915" y="0"/>
                  </a:lnTo>
                  <a:lnTo>
                    <a:pt x="715076" y="0"/>
                  </a:lnTo>
                  <a:lnTo>
                    <a:pt x="743237" y="0"/>
                  </a:lnTo>
                  <a:lnTo>
                    <a:pt x="771397" y="0"/>
                  </a:lnTo>
                  <a:lnTo>
                    <a:pt x="799558" y="0"/>
                  </a:lnTo>
                  <a:lnTo>
                    <a:pt x="827718" y="0"/>
                  </a:lnTo>
                  <a:lnTo>
                    <a:pt x="855879" y="0"/>
                  </a:lnTo>
                  <a:lnTo>
                    <a:pt x="884039" y="0"/>
                  </a:lnTo>
                  <a:lnTo>
                    <a:pt x="912200" y="0"/>
                  </a:lnTo>
                  <a:lnTo>
                    <a:pt x="940360" y="0"/>
                  </a:lnTo>
                  <a:lnTo>
                    <a:pt x="968521" y="0"/>
                  </a:lnTo>
                  <a:lnTo>
                    <a:pt x="996681" y="0"/>
                  </a:lnTo>
                  <a:lnTo>
                    <a:pt x="1024842" y="0"/>
                  </a:lnTo>
                  <a:lnTo>
                    <a:pt x="1053002" y="0"/>
                  </a:lnTo>
                  <a:lnTo>
                    <a:pt x="1081163" y="0"/>
                  </a:lnTo>
                  <a:lnTo>
                    <a:pt x="1109323" y="0"/>
                  </a:lnTo>
                  <a:lnTo>
                    <a:pt x="1137484" y="0"/>
                  </a:lnTo>
                  <a:lnTo>
                    <a:pt x="1165645" y="0"/>
                  </a:lnTo>
                  <a:lnTo>
                    <a:pt x="1193805" y="0"/>
                  </a:lnTo>
                  <a:lnTo>
                    <a:pt x="1221966" y="0"/>
                  </a:lnTo>
                  <a:lnTo>
                    <a:pt x="1250126" y="0"/>
                  </a:lnTo>
                  <a:lnTo>
                    <a:pt x="1278287" y="0"/>
                  </a:lnTo>
                  <a:lnTo>
                    <a:pt x="1306447" y="0"/>
                  </a:lnTo>
                  <a:lnTo>
                    <a:pt x="1334608" y="0"/>
                  </a:lnTo>
                  <a:lnTo>
                    <a:pt x="1362768" y="0"/>
                  </a:lnTo>
                  <a:lnTo>
                    <a:pt x="1390929" y="0"/>
                  </a:lnTo>
                  <a:lnTo>
                    <a:pt x="1419089" y="0"/>
                  </a:lnTo>
                  <a:lnTo>
                    <a:pt x="1447250" y="0"/>
                  </a:lnTo>
                  <a:lnTo>
                    <a:pt x="1475410" y="0"/>
                  </a:lnTo>
                  <a:lnTo>
                    <a:pt x="1503571" y="0"/>
                  </a:lnTo>
                  <a:lnTo>
                    <a:pt x="1531732" y="0"/>
                  </a:lnTo>
                  <a:lnTo>
                    <a:pt x="1559892" y="0"/>
                  </a:lnTo>
                  <a:lnTo>
                    <a:pt x="1588053" y="0"/>
                  </a:lnTo>
                  <a:lnTo>
                    <a:pt x="1616213" y="0"/>
                  </a:lnTo>
                  <a:lnTo>
                    <a:pt x="1644374" y="0"/>
                  </a:lnTo>
                  <a:lnTo>
                    <a:pt x="1672534" y="0"/>
                  </a:lnTo>
                  <a:lnTo>
                    <a:pt x="1700695" y="0"/>
                  </a:lnTo>
                  <a:lnTo>
                    <a:pt x="1728855" y="0"/>
                  </a:lnTo>
                  <a:lnTo>
                    <a:pt x="1757016" y="0"/>
                  </a:lnTo>
                  <a:lnTo>
                    <a:pt x="1785176" y="0"/>
                  </a:lnTo>
                  <a:lnTo>
                    <a:pt x="1813337" y="0"/>
                  </a:lnTo>
                  <a:lnTo>
                    <a:pt x="1841497" y="0"/>
                  </a:lnTo>
                  <a:lnTo>
                    <a:pt x="1869658" y="0"/>
                  </a:lnTo>
                  <a:lnTo>
                    <a:pt x="1897818" y="0"/>
                  </a:lnTo>
                  <a:lnTo>
                    <a:pt x="1925979" y="0"/>
                  </a:lnTo>
                  <a:lnTo>
                    <a:pt x="1954140" y="0"/>
                  </a:lnTo>
                  <a:lnTo>
                    <a:pt x="1982300" y="0"/>
                  </a:lnTo>
                  <a:lnTo>
                    <a:pt x="2010461" y="0"/>
                  </a:lnTo>
                  <a:lnTo>
                    <a:pt x="2038621" y="0"/>
                  </a:lnTo>
                  <a:lnTo>
                    <a:pt x="2066782" y="0"/>
                  </a:lnTo>
                  <a:lnTo>
                    <a:pt x="2094942" y="0"/>
                  </a:lnTo>
                  <a:lnTo>
                    <a:pt x="2123103" y="0"/>
                  </a:lnTo>
                  <a:lnTo>
                    <a:pt x="2151263" y="0"/>
                  </a:lnTo>
                  <a:lnTo>
                    <a:pt x="2179424" y="0"/>
                  </a:lnTo>
                  <a:lnTo>
                    <a:pt x="2190487" y="0"/>
                  </a:lnTo>
                  <a:lnTo>
                    <a:pt x="2190487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2618285" y="2928675"/>
              <a:ext cx="2190487" cy="0"/>
            </a:xfrm>
            <a:custGeom>
              <a:avLst/>
              <a:pathLst>
                <a:path w="2190487" h="0">
                  <a:moveTo>
                    <a:pt x="0" y="0"/>
                  </a:moveTo>
                  <a:lnTo>
                    <a:pt x="11063" y="0"/>
                  </a:lnTo>
                  <a:lnTo>
                    <a:pt x="39223" y="0"/>
                  </a:lnTo>
                  <a:lnTo>
                    <a:pt x="67384" y="0"/>
                  </a:lnTo>
                  <a:lnTo>
                    <a:pt x="95544" y="0"/>
                  </a:lnTo>
                  <a:lnTo>
                    <a:pt x="123705" y="0"/>
                  </a:lnTo>
                  <a:lnTo>
                    <a:pt x="151865" y="0"/>
                  </a:lnTo>
                  <a:lnTo>
                    <a:pt x="180026" y="0"/>
                  </a:lnTo>
                  <a:lnTo>
                    <a:pt x="208186" y="0"/>
                  </a:lnTo>
                  <a:lnTo>
                    <a:pt x="236347" y="0"/>
                  </a:lnTo>
                  <a:lnTo>
                    <a:pt x="264507" y="0"/>
                  </a:lnTo>
                  <a:lnTo>
                    <a:pt x="292668" y="0"/>
                  </a:lnTo>
                  <a:lnTo>
                    <a:pt x="320828" y="0"/>
                  </a:lnTo>
                  <a:lnTo>
                    <a:pt x="348989" y="0"/>
                  </a:lnTo>
                  <a:lnTo>
                    <a:pt x="377150" y="0"/>
                  </a:lnTo>
                  <a:lnTo>
                    <a:pt x="405310" y="0"/>
                  </a:lnTo>
                  <a:lnTo>
                    <a:pt x="433471" y="0"/>
                  </a:lnTo>
                  <a:lnTo>
                    <a:pt x="461631" y="0"/>
                  </a:lnTo>
                  <a:lnTo>
                    <a:pt x="489792" y="0"/>
                  </a:lnTo>
                  <a:lnTo>
                    <a:pt x="517952" y="0"/>
                  </a:lnTo>
                  <a:lnTo>
                    <a:pt x="546113" y="0"/>
                  </a:lnTo>
                  <a:lnTo>
                    <a:pt x="574273" y="0"/>
                  </a:lnTo>
                  <a:lnTo>
                    <a:pt x="602434" y="0"/>
                  </a:lnTo>
                  <a:lnTo>
                    <a:pt x="630594" y="0"/>
                  </a:lnTo>
                  <a:lnTo>
                    <a:pt x="658755" y="0"/>
                  </a:lnTo>
                  <a:lnTo>
                    <a:pt x="686915" y="0"/>
                  </a:lnTo>
                  <a:lnTo>
                    <a:pt x="715076" y="0"/>
                  </a:lnTo>
                  <a:lnTo>
                    <a:pt x="743237" y="0"/>
                  </a:lnTo>
                  <a:lnTo>
                    <a:pt x="771397" y="0"/>
                  </a:lnTo>
                  <a:lnTo>
                    <a:pt x="799558" y="0"/>
                  </a:lnTo>
                  <a:lnTo>
                    <a:pt x="827718" y="0"/>
                  </a:lnTo>
                  <a:lnTo>
                    <a:pt x="855879" y="0"/>
                  </a:lnTo>
                  <a:lnTo>
                    <a:pt x="884039" y="0"/>
                  </a:lnTo>
                  <a:lnTo>
                    <a:pt x="912200" y="0"/>
                  </a:lnTo>
                  <a:lnTo>
                    <a:pt x="940360" y="0"/>
                  </a:lnTo>
                  <a:lnTo>
                    <a:pt x="968521" y="0"/>
                  </a:lnTo>
                  <a:lnTo>
                    <a:pt x="996681" y="0"/>
                  </a:lnTo>
                  <a:lnTo>
                    <a:pt x="1024842" y="0"/>
                  </a:lnTo>
                  <a:lnTo>
                    <a:pt x="1053002" y="0"/>
                  </a:lnTo>
                  <a:lnTo>
                    <a:pt x="1081163" y="0"/>
                  </a:lnTo>
                  <a:lnTo>
                    <a:pt x="1109323" y="0"/>
                  </a:lnTo>
                  <a:lnTo>
                    <a:pt x="1137484" y="0"/>
                  </a:lnTo>
                  <a:lnTo>
                    <a:pt x="1165645" y="0"/>
                  </a:lnTo>
                  <a:lnTo>
                    <a:pt x="1193805" y="0"/>
                  </a:lnTo>
                  <a:lnTo>
                    <a:pt x="1221966" y="0"/>
                  </a:lnTo>
                  <a:lnTo>
                    <a:pt x="1250126" y="0"/>
                  </a:lnTo>
                  <a:lnTo>
                    <a:pt x="1278287" y="0"/>
                  </a:lnTo>
                  <a:lnTo>
                    <a:pt x="1306447" y="0"/>
                  </a:lnTo>
                  <a:lnTo>
                    <a:pt x="1334608" y="0"/>
                  </a:lnTo>
                  <a:lnTo>
                    <a:pt x="1362768" y="0"/>
                  </a:lnTo>
                  <a:lnTo>
                    <a:pt x="1390929" y="0"/>
                  </a:lnTo>
                  <a:lnTo>
                    <a:pt x="1419089" y="0"/>
                  </a:lnTo>
                  <a:lnTo>
                    <a:pt x="1447250" y="0"/>
                  </a:lnTo>
                  <a:lnTo>
                    <a:pt x="1475410" y="0"/>
                  </a:lnTo>
                  <a:lnTo>
                    <a:pt x="1503571" y="0"/>
                  </a:lnTo>
                  <a:lnTo>
                    <a:pt x="1531732" y="0"/>
                  </a:lnTo>
                  <a:lnTo>
                    <a:pt x="1559892" y="0"/>
                  </a:lnTo>
                  <a:lnTo>
                    <a:pt x="1588053" y="0"/>
                  </a:lnTo>
                  <a:lnTo>
                    <a:pt x="1616213" y="0"/>
                  </a:lnTo>
                  <a:lnTo>
                    <a:pt x="1644374" y="0"/>
                  </a:lnTo>
                  <a:lnTo>
                    <a:pt x="1672534" y="0"/>
                  </a:lnTo>
                  <a:lnTo>
                    <a:pt x="1700695" y="0"/>
                  </a:lnTo>
                  <a:lnTo>
                    <a:pt x="1728855" y="0"/>
                  </a:lnTo>
                  <a:lnTo>
                    <a:pt x="1757016" y="0"/>
                  </a:lnTo>
                  <a:lnTo>
                    <a:pt x="1785176" y="0"/>
                  </a:lnTo>
                  <a:lnTo>
                    <a:pt x="1813337" y="0"/>
                  </a:lnTo>
                  <a:lnTo>
                    <a:pt x="1841497" y="0"/>
                  </a:lnTo>
                  <a:lnTo>
                    <a:pt x="1869658" y="0"/>
                  </a:lnTo>
                  <a:lnTo>
                    <a:pt x="1897818" y="0"/>
                  </a:lnTo>
                  <a:lnTo>
                    <a:pt x="1925979" y="0"/>
                  </a:lnTo>
                  <a:lnTo>
                    <a:pt x="1954140" y="0"/>
                  </a:lnTo>
                  <a:lnTo>
                    <a:pt x="1982300" y="0"/>
                  </a:lnTo>
                  <a:lnTo>
                    <a:pt x="2010461" y="0"/>
                  </a:lnTo>
                  <a:lnTo>
                    <a:pt x="2038621" y="0"/>
                  </a:lnTo>
                  <a:lnTo>
                    <a:pt x="2066782" y="0"/>
                  </a:lnTo>
                  <a:lnTo>
                    <a:pt x="2094942" y="0"/>
                  </a:lnTo>
                  <a:lnTo>
                    <a:pt x="2123103" y="0"/>
                  </a:lnTo>
                  <a:lnTo>
                    <a:pt x="2151263" y="0"/>
                  </a:lnTo>
                  <a:lnTo>
                    <a:pt x="2179424" y="0"/>
                  </a:lnTo>
                  <a:lnTo>
                    <a:pt x="2190487" y="0"/>
                  </a:lnTo>
                  <a:lnTo>
                    <a:pt x="2190487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2618285" y="2558052"/>
              <a:ext cx="2190487" cy="0"/>
            </a:xfrm>
            <a:custGeom>
              <a:avLst/>
              <a:pathLst>
                <a:path w="2190487" h="0">
                  <a:moveTo>
                    <a:pt x="0" y="0"/>
                  </a:moveTo>
                  <a:lnTo>
                    <a:pt x="11063" y="0"/>
                  </a:lnTo>
                  <a:lnTo>
                    <a:pt x="39223" y="0"/>
                  </a:lnTo>
                  <a:lnTo>
                    <a:pt x="67384" y="0"/>
                  </a:lnTo>
                  <a:lnTo>
                    <a:pt x="95544" y="0"/>
                  </a:lnTo>
                  <a:lnTo>
                    <a:pt x="123705" y="0"/>
                  </a:lnTo>
                  <a:lnTo>
                    <a:pt x="151865" y="0"/>
                  </a:lnTo>
                  <a:lnTo>
                    <a:pt x="180026" y="0"/>
                  </a:lnTo>
                  <a:lnTo>
                    <a:pt x="208186" y="0"/>
                  </a:lnTo>
                  <a:lnTo>
                    <a:pt x="236347" y="0"/>
                  </a:lnTo>
                  <a:lnTo>
                    <a:pt x="264507" y="0"/>
                  </a:lnTo>
                  <a:lnTo>
                    <a:pt x="292668" y="0"/>
                  </a:lnTo>
                  <a:lnTo>
                    <a:pt x="320828" y="0"/>
                  </a:lnTo>
                  <a:lnTo>
                    <a:pt x="348989" y="0"/>
                  </a:lnTo>
                  <a:lnTo>
                    <a:pt x="377150" y="0"/>
                  </a:lnTo>
                  <a:lnTo>
                    <a:pt x="405310" y="0"/>
                  </a:lnTo>
                  <a:lnTo>
                    <a:pt x="433471" y="0"/>
                  </a:lnTo>
                  <a:lnTo>
                    <a:pt x="461631" y="0"/>
                  </a:lnTo>
                  <a:lnTo>
                    <a:pt x="489792" y="0"/>
                  </a:lnTo>
                  <a:lnTo>
                    <a:pt x="517952" y="0"/>
                  </a:lnTo>
                  <a:lnTo>
                    <a:pt x="546113" y="0"/>
                  </a:lnTo>
                  <a:lnTo>
                    <a:pt x="574273" y="0"/>
                  </a:lnTo>
                  <a:lnTo>
                    <a:pt x="602434" y="0"/>
                  </a:lnTo>
                  <a:lnTo>
                    <a:pt x="630594" y="0"/>
                  </a:lnTo>
                  <a:lnTo>
                    <a:pt x="658755" y="0"/>
                  </a:lnTo>
                  <a:lnTo>
                    <a:pt x="686915" y="0"/>
                  </a:lnTo>
                  <a:lnTo>
                    <a:pt x="715076" y="0"/>
                  </a:lnTo>
                  <a:lnTo>
                    <a:pt x="743237" y="0"/>
                  </a:lnTo>
                  <a:lnTo>
                    <a:pt x="771397" y="0"/>
                  </a:lnTo>
                  <a:lnTo>
                    <a:pt x="799558" y="0"/>
                  </a:lnTo>
                  <a:lnTo>
                    <a:pt x="827718" y="0"/>
                  </a:lnTo>
                  <a:lnTo>
                    <a:pt x="855879" y="0"/>
                  </a:lnTo>
                  <a:lnTo>
                    <a:pt x="884039" y="0"/>
                  </a:lnTo>
                  <a:lnTo>
                    <a:pt x="912200" y="0"/>
                  </a:lnTo>
                  <a:lnTo>
                    <a:pt x="940360" y="0"/>
                  </a:lnTo>
                  <a:lnTo>
                    <a:pt x="968521" y="0"/>
                  </a:lnTo>
                  <a:lnTo>
                    <a:pt x="996681" y="0"/>
                  </a:lnTo>
                  <a:lnTo>
                    <a:pt x="1024842" y="0"/>
                  </a:lnTo>
                  <a:lnTo>
                    <a:pt x="1053002" y="0"/>
                  </a:lnTo>
                  <a:lnTo>
                    <a:pt x="1081163" y="0"/>
                  </a:lnTo>
                  <a:lnTo>
                    <a:pt x="1109323" y="0"/>
                  </a:lnTo>
                  <a:lnTo>
                    <a:pt x="1137484" y="0"/>
                  </a:lnTo>
                  <a:lnTo>
                    <a:pt x="1165645" y="0"/>
                  </a:lnTo>
                  <a:lnTo>
                    <a:pt x="1193805" y="0"/>
                  </a:lnTo>
                  <a:lnTo>
                    <a:pt x="1221966" y="0"/>
                  </a:lnTo>
                  <a:lnTo>
                    <a:pt x="1250126" y="0"/>
                  </a:lnTo>
                  <a:lnTo>
                    <a:pt x="1278287" y="0"/>
                  </a:lnTo>
                  <a:lnTo>
                    <a:pt x="1306447" y="0"/>
                  </a:lnTo>
                  <a:lnTo>
                    <a:pt x="1334608" y="0"/>
                  </a:lnTo>
                  <a:lnTo>
                    <a:pt x="1362768" y="0"/>
                  </a:lnTo>
                  <a:lnTo>
                    <a:pt x="1390929" y="0"/>
                  </a:lnTo>
                  <a:lnTo>
                    <a:pt x="1419089" y="0"/>
                  </a:lnTo>
                  <a:lnTo>
                    <a:pt x="1447250" y="0"/>
                  </a:lnTo>
                  <a:lnTo>
                    <a:pt x="1475410" y="0"/>
                  </a:lnTo>
                  <a:lnTo>
                    <a:pt x="1503571" y="0"/>
                  </a:lnTo>
                  <a:lnTo>
                    <a:pt x="1531732" y="0"/>
                  </a:lnTo>
                  <a:lnTo>
                    <a:pt x="1559892" y="0"/>
                  </a:lnTo>
                  <a:lnTo>
                    <a:pt x="1588053" y="0"/>
                  </a:lnTo>
                  <a:lnTo>
                    <a:pt x="1616213" y="0"/>
                  </a:lnTo>
                  <a:lnTo>
                    <a:pt x="1644374" y="0"/>
                  </a:lnTo>
                  <a:lnTo>
                    <a:pt x="1672534" y="0"/>
                  </a:lnTo>
                  <a:lnTo>
                    <a:pt x="1700695" y="0"/>
                  </a:lnTo>
                  <a:lnTo>
                    <a:pt x="1728855" y="0"/>
                  </a:lnTo>
                  <a:lnTo>
                    <a:pt x="1757016" y="0"/>
                  </a:lnTo>
                  <a:lnTo>
                    <a:pt x="1785176" y="0"/>
                  </a:lnTo>
                  <a:lnTo>
                    <a:pt x="1813337" y="0"/>
                  </a:lnTo>
                  <a:lnTo>
                    <a:pt x="1841497" y="0"/>
                  </a:lnTo>
                  <a:lnTo>
                    <a:pt x="1869658" y="0"/>
                  </a:lnTo>
                  <a:lnTo>
                    <a:pt x="1897818" y="0"/>
                  </a:lnTo>
                  <a:lnTo>
                    <a:pt x="1925979" y="0"/>
                  </a:lnTo>
                  <a:lnTo>
                    <a:pt x="1954140" y="0"/>
                  </a:lnTo>
                  <a:lnTo>
                    <a:pt x="1982300" y="0"/>
                  </a:lnTo>
                  <a:lnTo>
                    <a:pt x="2010461" y="0"/>
                  </a:lnTo>
                  <a:lnTo>
                    <a:pt x="2038621" y="0"/>
                  </a:lnTo>
                  <a:lnTo>
                    <a:pt x="2066782" y="0"/>
                  </a:lnTo>
                  <a:lnTo>
                    <a:pt x="2094942" y="0"/>
                  </a:lnTo>
                  <a:lnTo>
                    <a:pt x="2123103" y="0"/>
                  </a:lnTo>
                  <a:lnTo>
                    <a:pt x="2151263" y="0"/>
                  </a:lnTo>
                  <a:lnTo>
                    <a:pt x="2179424" y="0"/>
                  </a:lnTo>
                  <a:lnTo>
                    <a:pt x="2190487" y="0"/>
                  </a:lnTo>
                  <a:lnTo>
                    <a:pt x="2190487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618285" y="2187430"/>
              <a:ext cx="2190487" cy="0"/>
            </a:xfrm>
            <a:custGeom>
              <a:avLst/>
              <a:pathLst>
                <a:path w="2190487" h="0">
                  <a:moveTo>
                    <a:pt x="0" y="0"/>
                  </a:moveTo>
                  <a:lnTo>
                    <a:pt x="11063" y="0"/>
                  </a:lnTo>
                  <a:lnTo>
                    <a:pt x="39223" y="0"/>
                  </a:lnTo>
                  <a:lnTo>
                    <a:pt x="67384" y="0"/>
                  </a:lnTo>
                  <a:lnTo>
                    <a:pt x="95544" y="0"/>
                  </a:lnTo>
                  <a:lnTo>
                    <a:pt x="123705" y="0"/>
                  </a:lnTo>
                  <a:lnTo>
                    <a:pt x="151865" y="0"/>
                  </a:lnTo>
                  <a:lnTo>
                    <a:pt x="180026" y="0"/>
                  </a:lnTo>
                  <a:lnTo>
                    <a:pt x="208186" y="0"/>
                  </a:lnTo>
                  <a:lnTo>
                    <a:pt x="236347" y="0"/>
                  </a:lnTo>
                  <a:lnTo>
                    <a:pt x="264507" y="0"/>
                  </a:lnTo>
                  <a:lnTo>
                    <a:pt x="292668" y="0"/>
                  </a:lnTo>
                  <a:lnTo>
                    <a:pt x="320828" y="0"/>
                  </a:lnTo>
                  <a:lnTo>
                    <a:pt x="348989" y="0"/>
                  </a:lnTo>
                  <a:lnTo>
                    <a:pt x="377150" y="0"/>
                  </a:lnTo>
                  <a:lnTo>
                    <a:pt x="405310" y="0"/>
                  </a:lnTo>
                  <a:lnTo>
                    <a:pt x="433471" y="0"/>
                  </a:lnTo>
                  <a:lnTo>
                    <a:pt x="461631" y="0"/>
                  </a:lnTo>
                  <a:lnTo>
                    <a:pt x="489792" y="0"/>
                  </a:lnTo>
                  <a:lnTo>
                    <a:pt x="517952" y="0"/>
                  </a:lnTo>
                  <a:lnTo>
                    <a:pt x="546113" y="0"/>
                  </a:lnTo>
                  <a:lnTo>
                    <a:pt x="574273" y="0"/>
                  </a:lnTo>
                  <a:lnTo>
                    <a:pt x="602434" y="0"/>
                  </a:lnTo>
                  <a:lnTo>
                    <a:pt x="630594" y="0"/>
                  </a:lnTo>
                  <a:lnTo>
                    <a:pt x="658755" y="0"/>
                  </a:lnTo>
                  <a:lnTo>
                    <a:pt x="686915" y="0"/>
                  </a:lnTo>
                  <a:lnTo>
                    <a:pt x="715076" y="0"/>
                  </a:lnTo>
                  <a:lnTo>
                    <a:pt x="743237" y="0"/>
                  </a:lnTo>
                  <a:lnTo>
                    <a:pt x="771397" y="0"/>
                  </a:lnTo>
                  <a:lnTo>
                    <a:pt x="799558" y="0"/>
                  </a:lnTo>
                  <a:lnTo>
                    <a:pt x="827718" y="0"/>
                  </a:lnTo>
                  <a:lnTo>
                    <a:pt x="855879" y="0"/>
                  </a:lnTo>
                  <a:lnTo>
                    <a:pt x="884039" y="0"/>
                  </a:lnTo>
                  <a:lnTo>
                    <a:pt x="912200" y="0"/>
                  </a:lnTo>
                  <a:lnTo>
                    <a:pt x="940360" y="0"/>
                  </a:lnTo>
                  <a:lnTo>
                    <a:pt x="968521" y="0"/>
                  </a:lnTo>
                  <a:lnTo>
                    <a:pt x="996681" y="0"/>
                  </a:lnTo>
                  <a:lnTo>
                    <a:pt x="1024842" y="0"/>
                  </a:lnTo>
                  <a:lnTo>
                    <a:pt x="1053002" y="0"/>
                  </a:lnTo>
                  <a:lnTo>
                    <a:pt x="1081163" y="0"/>
                  </a:lnTo>
                  <a:lnTo>
                    <a:pt x="1109323" y="0"/>
                  </a:lnTo>
                  <a:lnTo>
                    <a:pt x="1137484" y="0"/>
                  </a:lnTo>
                  <a:lnTo>
                    <a:pt x="1165645" y="0"/>
                  </a:lnTo>
                  <a:lnTo>
                    <a:pt x="1193805" y="0"/>
                  </a:lnTo>
                  <a:lnTo>
                    <a:pt x="1221966" y="0"/>
                  </a:lnTo>
                  <a:lnTo>
                    <a:pt x="1250126" y="0"/>
                  </a:lnTo>
                  <a:lnTo>
                    <a:pt x="1278287" y="0"/>
                  </a:lnTo>
                  <a:lnTo>
                    <a:pt x="1306447" y="0"/>
                  </a:lnTo>
                  <a:lnTo>
                    <a:pt x="1334608" y="0"/>
                  </a:lnTo>
                  <a:lnTo>
                    <a:pt x="1362768" y="0"/>
                  </a:lnTo>
                  <a:lnTo>
                    <a:pt x="1390929" y="0"/>
                  </a:lnTo>
                  <a:lnTo>
                    <a:pt x="1419089" y="0"/>
                  </a:lnTo>
                  <a:lnTo>
                    <a:pt x="1447250" y="0"/>
                  </a:lnTo>
                  <a:lnTo>
                    <a:pt x="1475410" y="0"/>
                  </a:lnTo>
                  <a:lnTo>
                    <a:pt x="1503571" y="0"/>
                  </a:lnTo>
                  <a:lnTo>
                    <a:pt x="1531732" y="0"/>
                  </a:lnTo>
                  <a:lnTo>
                    <a:pt x="1559892" y="0"/>
                  </a:lnTo>
                  <a:lnTo>
                    <a:pt x="1588053" y="0"/>
                  </a:lnTo>
                  <a:lnTo>
                    <a:pt x="1616213" y="0"/>
                  </a:lnTo>
                  <a:lnTo>
                    <a:pt x="1644374" y="0"/>
                  </a:lnTo>
                  <a:lnTo>
                    <a:pt x="1672534" y="0"/>
                  </a:lnTo>
                  <a:lnTo>
                    <a:pt x="1700695" y="0"/>
                  </a:lnTo>
                  <a:lnTo>
                    <a:pt x="1728855" y="0"/>
                  </a:lnTo>
                  <a:lnTo>
                    <a:pt x="1757016" y="0"/>
                  </a:lnTo>
                  <a:lnTo>
                    <a:pt x="1785176" y="0"/>
                  </a:lnTo>
                  <a:lnTo>
                    <a:pt x="1813337" y="0"/>
                  </a:lnTo>
                  <a:lnTo>
                    <a:pt x="1841497" y="0"/>
                  </a:lnTo>
                  <a:lnTo>
                    <a:pt x="1869658" y="0"/>
                  </a:lnTo>
                  <a:lnTo>
                    <a:pt x="1897818" y="0"/>
                  </a:lnTo>
                  <a:lnTo>
                    <a:pt x="1925979" y="0"/>
                  </a:lnTo>
                  <a:lnTo>
                    <a:pt x="1954140" y="0"/>
                  </a:lnTo>
                  <a:lnTo>
                    <a:pt x="1982300" y="0"/>
                  </a:lnTo>
                  <a:lnTo>
                    <a:pt x="2010461" y="0"/>
                  </a:lnTo>
                  <a:lnTo>
                    <a:pt x="2038621" y="0"/>
                  </a:lnTo>
                  <a:lnTo>
                    <a:pt x="2066782" y="0"/>
                  </a:lnTo>
                  <a:lnTo>
                    <a:pt x="2094942" y="0"/>
                  </a:lnTo>
                  <a:lnTo>
                    <a:pt x="2123103" y="0"/>
                  </a:lnTo>
                  <a:lnTo>
                    <a:pt x="2151263" y="0"/>
                  </a:lnTo>
                  <a:lnTo>
                    <a:pt x="2179424" y="0"/>
                  </a:lnTo>
                  <a:lnTo>
                    <a:pt x="2190487" y="0"/>
                  </a:lnTo>
                  <a:lnTo>
                    <a:pt x="2190487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2618285" y="1816808"/>
              <a:ext cx="2190487" cy="0"/>
            </a:xfrm>
            <a:custGeom>
              <a:avLst/>
              <a:pathLst>
                <a:path w="2190487" h="0">
                  <a:moveTo>
                    <a:pt x="0" y="0"/>
                  </a:moveTo>
                  <a:lnTo>
                    <a:pt x="11063" y="0"/>
                  </a:lnTo>
                  <a:lnTo>
                    <a:pt x="39223" y="0"/>
                  </a:lnTo>
                  <a:lnTo>
                    <a:pt x="67384" y="0"/>
                  </a:lnTo>
                  <a:lnTo>
                    <a:pt x="95544" y="0"/>
                  </a:lnTo>
                  <a:lnTo>
                    <a:pt x="123705" y="0"/>
                  </a:lnTo>
                  <a:lnTo>
                    <a:pt x="151865" y="0"/>
                  </a:lnTo>
                  <a:lnTo>
                    <a:pt x="180026" y="0"/>
                  </a:lnTo>
                  <a:lnTo>
                    <a:pt x="208186" y="0"/>
                  </a:lnTo>
                  <a:lnTo>
                    <a:pt x="236347" y="0"/>
                  </a:lnTo>
                  <a:lnTo>
                    <a:pt x="264507" y="0"/>
                  </a:lnTo>
                  <a:lnTo>
                    <a:pt x="292668" y="0"/>
                  </a:lnTo>
                  <a:lnTo>
                    <a:pt x="320828" y="0"/>
                  </a:lnTo>
                  <a:lnTo>
                    <a:pt x="348989" y="0"/>
                  </a:lnTo>
                  <a:lnTo>
                    <a:pt x="377150" y="0"/>
                  </a:lnTo>
                  <a:lnTo>
                    <a:pt x="405310" y="0"/>
                  </a:lnTo>
                  <a:lnTo>
                    <a:pt x="433471" y="0"/>
                  </a:lnTo>
                  <a:lnTo>
                    <a:pt x="461631" y="0"/>
                  </a:lnTo>
                  <a:lnTo>
                    <a:pt x="489792" y="0"/>
                  </a:lnTo>
                  <a:lnTo>
                    <a:pt x="517952" y="0"/>
                  </a:lnTo>
                  <a:lnTo>
                    <a:pt x="546113" y="0"/>
                  </a:lnTo>
                  <a:lnTo>
                    <a:pt x="574273" y="0"/>
                  </a:lnTo>
                  <a:lnTo>
                    <a:pt x="602434" y="0"/>
                  </a:lnTo>
                  <a:lnTo>
                    <a:pt x="630594" y="0"/>
                  </a:lnTo>
                  <a:lnTo>
                    <a:pt x="658755" y="0"/>
                  </a:lnTo>
                  <a:lnTo>
                    <a:pt x="686915" y="0"/>
                  </a:lnTo>
                  <a:lnTo>
                    <a:pt x="715076" y="0"/>
                  </a:lnTo>
                  <a:lnTo>
                    <a:pt x="743237" y="0"/>
                  </a:lnTo>
                  <a:lnTo>
                    <a:pt x="771397" y="0"/>
                  </a:lnTo>
                  <a:lnTo>
                    <a:pt x="799558" y="0"/>
                  </a:lnTo>
                  <a:lnTo>
                    <a:pt x="827718" y="0"/>
                  </a:lnTo>
                  <a:lnTo>
                    <a:pt x="855879" y="0"/>
                  </a:lnTo>
                  <a:lnTo>
                    <a:pt x="884039" y="0"/>
                  </a:lnTo>
                  <a:lnTo>
                    <a:pt x="912200" y="0"/>
                  </a:lnTo>
                  <a:lnTo>
                    <a:pt x="940360" y="0"/>
                  </a:lnTo>
                  <a:lnTo>
                    <a:pt x="968521" y="0"/>
                  </a:lnTo>
                  <a:lnTo>
                    <a:pt x="996681" y="0"/>
                  </a:lnTo>
                  <a:lnTo>
                    <a:pt x="1024842" y="0"/>
                  </a:lnTo>
                  <a:lnTo>
                    <a:pt x="1053002" y="0"/>
                  </a:lnTo>
                  <a:lnTo>
                    <a:pt x="1081163" y="0"/>
                  </a:lnTo>
                  <a:lnTo>
                    <a:pt x="1109323" y="0"/>
                  </a:lnTo>
                  <a:lnTo>
                    <a:pt x="1137484" y="0"/>
                  </a:lnTo>
                  <a:lnTo>
                    <a:pt x="1165645" y="0"/>
                  </a:lnTo>
                  <a:lnTo>
                    <a:pt x="1193805" y="0"/>
                  </a:lnTo>
                  <a:lnTo>
                    <a:pt x="1221966" y="0"/>
                  </a:lnTo>
                  <a:lnTo>
                    <a:pt x="1250126" y="0"/>
                  </a:lnTo>
                  <a:lnTo>
                    <a:pt x="1278287" y="0"/>
                  </a:lnTo>
                  <a:lnTo>
                    <a:pt x="1306447" y="0"/>
                  </a:lnTo>
                  <a:lnTo>
                    <a:pt x="1334608" y="0"/>
                  </a:lnTo>
                  <a:lnTo>
                    <a:pt x="1362768" y="0"/>
                  </a:lnTo>
                  <a:lnTo>
                    <a:pt x="1390929" y="0"/>
                  </a:lnTo>
                  <a:lnTo>
                    <a:pt x="1419089" y="0"/>
                  </a:lnTo>
                  <a:lnTo>
                    <a:pt x="1447250" y="0"/>
                  </a:lnTo>
                  <a:lnTo>
                    <a:pt x="1475410" y="0"/>
                  </a:lnTo>
                  <a:lnTo>
                    <a:pt x="1503571" y="0"/>
                  </a:lnTo>
                  <a:lnTo>
                    <a:pt x="1531732" y="0"/>
                  </a:lnTo>
                  <a:lnTo>
                    <a:pt x="1559892" y="0"/>
                  </a:lnTo>
                  <a:lnTo>
                    <a:pt x="1588053" y="0"/>
                  </a:lnTo>
                  <a:lnTo>
                    <a:pt x="1616213" y="0"/>
                  </a:lnTo>
                  <a:lnTo>
                    <a:pt x="1644374" y="0"/>
                  </a:lnTo>
                  <a:lnTo>
                    <a:pt x="1672534" y="0"/>
                  </a:lnTo>
                  <a:lnTo>
                    <a:pt x="1700695" y="0"/>
                  </a:lnTo>
                  <a:lnTo>
                    <a:pt x="1728855" y="0"/>
                  </a:lnTo>
                  <a:lnTo>
                    <a:pt x="1757016" y="0"/>
                  </a:lnTo>
                  <a:lnTo>
                    <a:pt x="1785176" y="0"/>
                  </a:lnTo>
                  <a:lnTo>
                    <a:pt x="1813337" y="0"/>
                  </a:lnTo>
                  <a:lnTo>
                    <a:pt x="1841497" y="0"/>
                  </a:lnTo>
                  <a:lnTo>
                    <a:pt x="1869658" y="0"/>
                  </a:lnTo>
                  <a:lnTo>
                    <a:pt x="1897818" y="0"/>
                  </a:lnTo>
                  <a:lnTo>
                    <a:pt x="1925979" y="0"/>
                  </a:lnTo>
                  <a:lnTo>
                    <a:pt x="1954140" y="0"/>
                  </a:lnTo>
                  <a:lnTo>
                    <a:pt x="1982300" y="0"/>
                  </a:lnTo>
                  <a:lnTo>
                    <a:pt x="2010461" y="0"/>
                  </a:lnTo>
                  <a:lnTo>
                    <a:pt x="2038621" y="0"/>
                  </a:lnTo>
                  <a:lnTo>
                    <a:pt x="2066782" y="0"/>
                  </a:lnTo>
                  <a:lnTo>
                    <a:pt x="2094942" y="0"/>
                  </a:lnTo>
                  <a:lnTo>
                    <a:pt x="2123103" y="0"/>
                  </a:lnTo>
                  <a:lnTo>
                    <a:pt x="2151263" y="0"/>
                  </a:lnTo>
                  <a:lnTo>
                    <a:pt x="2179424" y="0"/>
                  </a:lnTo>
                  <a:lnTo>
                    <a:pt x="2190487" y="0"/>
                  </a:lnTo>
                  <a:lnTo>
                    <a:pt x="2190487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2618285" y="1446185"/>
              <a:ext cx="2190487" cy="0"/>
            </a:xfrm>
            <a:custGeom>
              <a:avLst/>
              <a:pathLst>
                <a:path w="2190487" h="0">
                  <a:moveTo>
                    <a:pt x="0" y="0"/>
                  </a:moveTo>
                  <a:lnTo>
                    <a:pt x="11063" y="0"/>
                  </a:lnTo>
                  <a:lnTo>
                    <a:pt x="39223" y="0"/>
                  </a:lnTo>
                  <a:lnTo>
                    <a:pt x="67384" y="0"/>
                  </a:lnTo>
                  <a:lnTo>
                    <a:pt x="95544" y="0"/>
                  </a:lnTo>
                  <a:lnTo>
                    <a:pt x="123705" y="0"/>
                  </a:lnTo>
                  <a:lnTo>
                    <a:pt x="151865" y="0"/>
                  </a:lnTo>
                  <a:lnTo>
                    <a:pt x="180026" y="0"/>
                  </a:lnTo>
                  <a:lnTo>
                    <a:pt x="208186" y="0"/>
                  </a:lnTo>
                  <a:lnTo>
                    <a:pt x="236347" y="0"/>
                  </a:lnTo>
                  <a:lnTo>
                    <a:pt x="264507" y="0"/>
                  </a:lnTo>
                  <a:lnTo>
                    <a:pt x="292668" y="0"/>
                  </a:lnTo>
                  <a:lnTo>
                    <a:pt x="320828" y="0"/>
                  </a:lnTo>
                  <a:lnTo>
                    <a:pt x="348989" y="0"/>
                  </a:lnTo>
                  <a:lnTo>
                    <a:pt x="377150" y="0"/>
                  </a:lnTo>
                  <a:lnTo>
                    <a:pt x="405310" y="0"/>
                  </a:lnTo>
                  <a:lnTo>
                    <a:pt x="433471" y="0"/>
                  </a:lnTo>
                  <a:lnTo>
                    <a:pt x="461631" y="0"/>
                  </a:lnTo>
                  <a:lnTo>
                    <a:pt x="489792" y="0"/>
                  </a:lnTo>
                  <a:lnTo>
                    <a:pt x="517952" y="0"/>
                  </a:lnTo>
                  <a:lnTo>
                    <a:pt x="546113" y="0"/>
                  </a:lnTo>
                  <a:lnTo>
                    <a:pt x="574273" y="0"/>
                  </a:lnTo>
                  <a:lnTo>
                    <a:pt x="602434" y="0"/>
                  </a:lnTo>
                  <a:lnTo>
                    <a:pt x="630594" y="0"/>
                  </a:lnTo>
                  <a:lnTo>
                    <a:pt x="658755" y="0"/>
                  </a:lnTo>
                  <a:lnTo>
                    <a:pt x="686915" y="0"/>
                  </a:lnTo>
                  <a:lnTo>
                    <a:pt x="715076" y="0"/>
                  </a:lnTo>
                  <a:lnTo>
                    <a:pt x="743237" y="0"/>
                  </a:lnTo>
                  <a:lnTo>
                    <a:pt x="771397" y="0"/>
                  </a:lnTo>
                  <a:lnTo>
                    <a:pt x="799558" y="0"/>
                  </a:lnTo>
                  <a:lnTo>
                    <a:pt x="827718" y="0"/>
                  </a:lnTo>
                  <a:lnTo>
                    <a:pt x="855879" y="0"/>
                  </a:lnTo>
                  <a:lnTo>
                    <a:pt x="884039" y="0"/>
                  </a:lnTo>
                  <a:lnTo>
                    <a:pt x="912200" y="0"/>
                  </a:lnTo>
                  <a:lnTo>
                    <a:pt x="940360" y="0"/>
                  </a:lnTo>
                  <a:lnTo>
                    <a:pt x="968521" y="0"/>
                  </a:lnTo>
                  <a:lnTo>
                    <a:pt x="996681" y="0"/>
                  </a:lnTo>
                  <a:lnTo>
                    <a:pt x="1024842" y="0"/>
                  </a:lnTo>
                  <a:lnTo>
                    <a:pt x="1053002" y="0"/>
                  </a:lnTo>
                  <a:lnTo>
                    <a:pt x="1081163" y="0"/>
                  </a:lnTo>
                  <a:lnTo>
                    <a:pt x="1109323" y="0"/>
                  </a:lnTo>
                  <a:lnTo>
                    <a:pt x="1137484" y="0"/>
                  </a:lnTo>
                  <a:lnTo>
                    <a:pt x="1165645" y="0"/>
                  </a:lnTo>
                  <a:lnTo>
                    <a:pt x="1193805" y="0"/>
                  </a:lnTo>
                  <a:lnTo>
                    <a:pt x="1221966" y="0"/>
                  </a:lnTo>
                  <a:lnTo>
                    <a:pt x="1250126" y="0"/>
                  </a:lnTo>
                  <a:lnTo>
                    <a:pt x="1278287" y="0"/>
                  </a:lnTo>
                  <a:lnTo>
                    <a:pt x="1306447" y="0"/>
                  </a:lnTo>
                  <a:lnTo>
                    <a:pt x="1334608" y="0"/>
                  </a:lnTo>
                  <a:lnTo>
                    <a:pt x="1362768" y="0"/>
                  </a:lnTo>
                  <a:lnTo>
                    <a:pt x="1390929" y="0"/>
                  </a:lnTo>
                  <a:lnTo>
                    <a:pt x="1419089" y="0"/>
                  </a:lnTo>
                  <a:lnTo>
                    <a:pt x="1447250" y="0"/>
                  </a:lnTo>
                  <a:lnTo>
                    <a:pt x="1475410" y="0"/>
                  </a:lnTo>
                  <a:lnTo>
                    <a:pt x="1503571" y="0"/>
                  </a:lnTo>
                  <a:lnTo>
                    <a:pt x="1531732" y="0"/>
                  </a:lnTo>
                  <a:lnTo>
                    <a:pt x="1559892" y="0"/>
                  </a:lnTo>
                  <a:lnTo>
                    <a:pt x="1588053" y="0"/>
                  </a:lnTo>
                  <a:lnTo>
                    <a:pt x="1616213" y="0"/>
                  </a:lnTo>
                  <a:lnTo>
                    <a:pt x="1644374" y="0"/>
                  </a:lnTo>
                  <a:lnTo>
                    <a:pt x="1672534" y="0"/>
                  </a:lnTo>
                  <a:lnTo>
                    <a:pt x="1700695" y="0"/>
                  </a:lnTo>
                  <a:lnTo>
                    <a:pt x="1728855" y="0"/>
                  </a:lnTo>
                  <a:lnTo>
                    <a:pt x="1757016" y="0"/>
                  </a:lnTo>
                  <a:lnTo>
                    <a:pt x="1785176" y="0"/>
                  </a:lnTo>
                  <a:lnTo>
                    <a:pt x="1813337" y="0"/>
                  </a:lnTo>
                  <a:lnTo>
                    <a:pt x="1841497" y="0"/>
                  </a:lnTo>
                  <a:lnTo>
                    <a:pt x="1869658" y="0"/>
                  </a:lnTo>
                  <a:lnTo>
                    <a:pt x="1897818" y="0"/>
                  </a:lnTo>
                  <a:lnTo>
                    <a:pt x="1925979" y="0"/>
                  </a:lnTo>
                  <a:lnTo>
                    <a:pt x="1954140" y="0"/>
                  </a:lnTo>
                  <a:lnTo>
                    <a:pt x="1982300" y="0"/>
                  </a:lnTo>
                  <a:lnTo>
                    <a:pt x="2010461" y="0"/>
                  </a:lnTo>
                  <a:lnTo>
                    <a:pt x="2038621" y="0"/>
                  </a:lnTo>
                  <a:lnTo>
                    <a:pt x="2066782" y="0"/>
                  </a:lnTo>
                  <a:lnTo>
                    <a:pt x="2094942" y="0"/>
                  </a:lnTo>
                  <a:lnTo>
                    <a:pt x="2123103" y="0"/>
                  </a:lnTo>
                  <a:lnTo>
                    <a:pt x="2151263" y="0"/>
                  </a:lnTo>
                  <a:lnTo>
                    <a:pt x="2179424" y="0"/>
                  </a:lnTo>
                  <a:lnTo>
                    <a:pt x="2190487" y="0"/>
                  </a:lnTo>
                  <a:lnTo>
                    <a:pt x="2190487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h20"/>
            <p:cNvSpPr/>
            <p:nvPr/>
          </p:nvSpPr>
          <p:spPr>
            <a:xfrm>
              <a:off x="3594425" y="1713289"/>
              <a:ext cx="930871" cy="1244847"/>
            </a:xfrm>
            <a:custGeom>
              <a:avLst/>
              <a:pathLst>
                <a:path w="930871" h="1244847">
                  <a:moveTo>
                    <a:pt x="914400" y="914400"/>
                  </a:moveTo>
                  <a:lnTo>
                    <a:pt x="904715" y="940531"/>
                  </a:lnTo>
                  <a:lnTo>
                    <a:pt x="891374" y="944947"/>
                  </a:lnTo>
                  <a:lnTo>
                    <a:pt x="878578" y="953651"/>
                  </a:lnTo>
                  <a:lnTo>
                    <a:pt x="874008" y="1036336"/>
                  </a:lnTo>
                  <a:lnTo>
                    <a:pt x="897306" y="1067752"/>
                  </a:lnTo>
                  <a:lnTo>
                    <a:pt x="884510" y="1072149"/>
                  </a:lnTo>
                  <a:lnTo>
                    <a:pt x="872803" y="1081560"/>
                  </a:lnTo>
                  <a:lnTo>
                    <a:pt x="864441" y="1095476"/>
                  </a:lnTo>
                  <a:lnTo>
                    <a:pt x="855884" y="1125426"/>
                  </a:lnTo>
                  <a:lnTo>
                    <a:pt x="823739" y="1142401"/>
                  </a:lnTo>
                  <a:lnTo>
                    <a:pt x="811565" y="1154960"/>
                  </a:lnTo>
                  <a:lnTo>
                    <a:pt x="793615" y="1182902"/>
                  </a:lnTo>
                  <a:lnTo>
                    <a:pt x="784262" y="1223457"/>
                  </a:lnTo>
                  <a:lnTo>
                    <a:pt x="766079" y="1240757"/>
                  </a:lnTo>
                  <a:lnTo>
                    <a:pt x="745660" y="1244847"/>
                  </a:lnTo>
                  <a:lnTo>
                    <a:pt x="757639" y="1211621"/>
                  </a:lnTo>
                  <a:lnTo>
                    <a:pt x="773332" y="1184548"/>
                  </a:lnTo>
                  <a:lnTo>
                    <a:pt x="758242" y="1165981"/>
                  </a:lnTo>
                  <a:lnTo>
                    <a:pt x="749160" y="1136918"/>
                  </a:lnTo>
                  <a:lnTo>
                    <a:pt x="737434" y="1114622"/>
                  </a:lnTo>
                  <a:lnTo>
                    <a:pt x="746768" y="1089721"/>
                  </a:lnTo>
                  <a:lnTo>
                    <a:pt x="742179" y="1048913"/>
                  </a:lnTo>
                  <a:lnTo>
                    <a:pt x="743696" y="1009082"/>
                  </a:lnTo>
                  <a:lnTo>
                    <a:pt x="757308" y="988976"/>
                  </a:lnTo>
                  <a:lnTo>
                    <a:pt x="772905" y="972581"/>
                  </a:lnTo>
                  <a:lnTo>
                    <a:pt x="797194" y="934885"/>
                  </a:lnTo>
                  <a:lnTo>
                    <a:pt x="823525" y="907559"/>
                  </a:lnTo>
                  <a:lnTo>
                    <a:pt x="860260" y="895271"/>
                  </a:lnTo>
                  <a:lnTo>
                    <a:pt x="876848" y="906600"/>
                  </a:lnTo>
                  <a:lnTo>
                    <a:pt x="884004" y="881753"/>
                  </a:lnTo>
                  <a:lnTo>
                    <a:pt x="895847" y="876089"/>
                  </a:lnTo>
                  <a:lnTo>
                    <a:pt x="906971" y="881825"/>
                  </a:lnTo>
                  <a:lnTo>
                    <a:pt x="930871" y="905568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h21"/>
            <p:cNvSpPr/>
            <p:nvPr/>
          </p:nvSpPr>
          <p:spPr>
            <a:xfrm>
              <a:off x="3093281" y="2295879"/>
              <a:ext cx="1041951" cy="914400"/>
            </a:xfrm>
            <a:custGeom>
              <a:avLst/>
              <a:pathLst>
                <a:path w="1041951" h="914400">
                  <a:moveTo>
                    <a:pt x="914400" y="914400"/>
                  </a:moveTo>
                  <a:lnTo>
                    <a:pt x="905337" y="913078"/>
                  </a:lnTo>
                  <a:lnTo>
                    <a:pt x="899289" y="888195"/>
                  </a:lnTo>
                  <a:lnTo>
                    <a:pt x="897870" y="824169"/>
                  </a:lnTo>
                  <a:lnTo>
                    <a:pt x="901487" y="792536"/>
                  </a:lnTo>
                  <a:lnTo>
                    <a:pt x="944912" y="678435"/>
                  </a:lnTo>
                  <a:lnTo>
                    <a:pt x="964300" y="669116"/>
                  </a:lnTo>
                  <a:lnTo>
                    <a:pt x="991564" y="599190"/>
                  </a:lnTo>
                  <a:lnTo>
                    <a:pt x="998915" y="568081"/>
                  </a:lnTo>
                  <a:lnTo>
                    <a:pt x="1010739" y="540067"/>
                  </a:lnTo>
                  <a:lnTo>
                    <a:pt x="1017720" y="515021"/>
                  </a:lnTo>
                  <a:lnTo>
                    <a:pt x="1023574" y="504905"/>
                  </a:lnTo>
                  <a:lnTo>
                    <a:pt x="1036292" y="509647"/>
                  </a:lnTo>
                  <a:lnTo>
                    <a:pt x="1041951" y="514261"/>
                  </a:lnTo>
                  <a:lnTo>
                    <a:pt x="1028552" y="528847"/>
                  </a:lnTo>
                  <a:lnTo>
                    <a:pt x="1030108" y="547831"/>
                  </a:lnTo>
                  <a:lnTo>
                    <a:pt x="1029175" y="555703"/>
                  </a:lnTo>
                  <a:lnTo>
                    <a:pt x="995357" y="638279"/>
                  </a:lnTo>
                  <a:lnTo>
                    <a:pt x="986314" y="691899"/>
                  </a:lnTo>
                  <a:lnTo>
                    <a:pt x="974315" y="704983"/>
                  </a:lnTo>
                  <a:lnTo>
                    <a:pt x="924629" y="895742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h22"/>
            <p:cNvSpPr/>
            <p:nvPr/>
          </p:nvSpPr>
          <p:spPr>
            <a:xfrm>
              <a:off x="2096322" y="1306563"/>
              <a:ext cx="2411842" cy="2234977"/>
            </a:xfrm>
            <a:custGeom>
              <a:avLst/>
              <a:pathLst>
                <a:path w="2411842" h="2234977">
                  <a:moveTo>
                    <a:pt x="914400" y="914400"/>
                  </a:moveTo>
                  <a:lnTo>
                    <a:pt x="928907" y="920516"/>
                  </a:lnTo>
                  <a:lnTo>
                    <a:pt x="948665" y="908265"/>
                  </a:lnTo>
                  <a:lnTo>
                    <a:pt x="962491" y="873953"/>
                  </a:lnTo>
                  <a:lnTo>
                    <a:pt x="970387" y="822468"/>
                  </a:lnTo>
                  <a:lnTo>
                    <a:pt x="979605" y="773425"/>
                  </a:lnTo>
                  <a:lnTo>
                    <a:pt x="968695" y="720963"/>
                  </a:lnTo>
                  <a:lnTo>
                    <a:pt x="957046" y="674888"/>
                  </a:lnTo>
                  <a:lnTo>
                    <a:pt x="956230" y="661352"/>
                  </a:lnTo>
                  <a:lnTo>
                    <a:pt x="986800" y="622480"/>
                  </a:lnTo>
                  <a:lnTo>
                    <a:pt x="996154" y="590865"/>
                  </a:lnTo>
                  <a:lnTo>
                    <a:pt x="1006286" y="560770"/>
                  </a:lnTo>
                  <a:lnTo>
                    <a:pt x="1017468" y="550527"/>
                  </a:lnTo>
                  <a:lnTo>
                    <a:pt x="1034114" y="548193"/>
                  </a:lnTo>
                  <a:lnTo>
                    <a:pt x="1053502" y="542529"/>
                  </a:lnTo>
                  <a:lnTo>
                    <a:pt x="1077947" y="522387"/>
                  </a:lnTo>
                  <a:lnTo>
                    <a:pt x="1099864" y="495404"/>
                  </a:lnTo>
                  <a:lnTo>
                    <a:pt x="1116607" y="470666"/>
                  </a:lnTo>
                  <a:lnTo>
                    <a:pt x="1122286" y="421714"/>
                  </a:lnTo>
                  <a:lnTo>
                    <a:pt x="1122519" y="397121"/>
                  </a:lnTo>
                  <a:lnTo>
                    <a:pt x="1129889" y="378861"/>
                  </a:lnTo>
                  <a:lnTo>
                    <a:pt x="1137026" y="343192"/>
                  </a:lnTo>
                  <a:lnTo>
                    <a:pt x="1130084" y="308012"/>
                  </a:lnTo>
                  <a:lnTo>
                    <a:pt x="1108479" y="254645"/>
                  </a:lnTo>
                  <a:lnTo>
                    <a:pt x="1082459" y="179597"/>
                  </a:lnTo>
                  <a:lnTo>
                    <a:pt x="1078474" y="139622"/>
                  </a:lnTo>
                  <a:lnTo>
                    <a:pt x="2057395" y="139622"/>
                  </a:lnTo>
                  <a:lnTo>
                    <a:pt x="2057871" y="144870"/>
                  </a:lnTo>
                  <a:lnTo>
                    <a:pt x="2055888" y="157465"/>
                  </a:lnTo>
                  <a:lnTo>
                    <a:pt x="2071017" y="209240"/>
                  </a:lnTo>
                  <a:lnTo>
                    <a:pt x="2067497" y="227391"/>
                  </a:lnTo>
                  <a:lnTo>
                    <a:pt x="2065456" y="250519"/>
                  </a:lnTo>
                  <a:lnTo>
                    <a:pt x="2087139" y="272742"/>
                  </a:lnTo>
                  <a:lnTo>
                    <a:pt x="2106488" y="272380"/>
                  </a:lnTo>
                  <a:lnTo>
                    <a:pt x="2126091" y="272036"/>
                  </a:lnTo>
                  <a:lnTo>
                    <a:pt x="2133578" y="277610"/>
                  </a:lnTo>
                  <a:lnTo>
                    <a:pt x="2141084" y="293336"/>
                  </a:lnTo>
                  <a:lnTo>
                    <a:pt x="2147132" y="311903"/>
                  </a:lnTo>
                  <a:lnTo>
                    <a:pt x="2163273" y="310365"/>
                  </a:lnTo>
                  <a:lnTo>
                    <a:pt x="2189040" y="295254"/>
                  </a:lnTo>
                  <a:lnTo>
                    <a:pt x="2205803" y="291653"/>
                  </a:lnTo>
                  <a:lnTo>
                    <a:pt x="2216868" y="320698"/>
                  </a:lnTo>
                  <a:lnTo>
                    <a:pt x="2246972" y="359063"/>
                  </a:lnTo>
                  <a:lnTo>
                    <a:pt x="2264493" y="376255"/>
                  </a:lnTo>
                  <a:lnTo>
                    <a:pt x="2294267" y="385304"/>
                  </a:lnTo>
                  <a:lnTo>
                    <a:pt x="2325634" y="416267"/>
                  </a:lnTo>
                  <a:lnTo>
                    <a:pt x="2321239" y="453583"/>
                  </a:lnTo>
                  <a:lnTo>
                    <a:pt x="2334327" y="466051"/>
                  </a:lnTo>
                  <a:lnTo>
                    <a:pt x="2371334" y="480782"/>
                  </a:lnTo>
                  <a:lnTo>
                    <a:pt x="2384422" y="500653"/>
                  </a:lnTo>
                  <a:lnTo>
                    <a:pt x="2390703" y="517591"/>
                  </a:lnTo>
                  <a:lnTo>
                    <a:pt x="2400446" y="531634"/>
                  </a:lnTo>
                  <a:lnTo>
                    <a:pt x="2411842" y="574071"/>
                  </a:lnTo>
                  <a:lnTo>
                    <a:pt x="2407875" y="600221"/>
                  </a:lnTo>
                  <a:lnTo>
                    <a:pt x="2392959" y="609215"/>
                  </a:lnTo>
                  <a:lnTo>
                    <a:pt x="2357741" y="637229"/>
                  </a:lnTo>
                  <a:lnTo>
                    <a:pt x="2342047" y="658149"/>
                  </a:lnTo>
                  <a:lnTo>
                    <a:pt x="2329738" y="671179"/>
                  </a:lnTo>
                  <a:lnTo>
                    <a:pt x="2294753" y="699120"/>
                  </a:lnTo>
                  <a:lnTo>
                    <a:pt x="2281937" y="704133"/>
                  </a:lnTo>
                  <a:lnTo>
                    <a:pt x="2269666" y="718665"/>
                  </a:lnTo>
                  <a:lnTo>
                    <a:pt x="2257804" y="725017"/>
                  </a:lnTo>
                  <a:lnTo>
                    <a:pt x="2247186" y="721361"/>
                  </a:lnTo>
                  <a:lnTo>
                    <a:pt x="2207495" y="747674"/>
                  </a:lnTo>
                  <a:lnTo>
                    <a:pt x="2210587" y="758912"/>
                  </a:lnTo>
                  <a:lnTo>
                    <a:pt x="2241021" y="763671"/>
                  </a:lnTo>
                  <a:lnTo>
                    <a:pt x="2256540" y="758025"/>
                  </a:lnTo>
                  <a:lnTo>
                    <a:pt x="2268480" y="744796"/>
                  </a:lnTo>
                  <a:lnTo>
                    <a:pt x="2281529" y="741756"/>
                  </a:lnTo>
                  <a:lnTo>
                    <a:pt x="2293430" y="744253"/>
                  </a:lnTo>
                  <a:lnTo>
                    <a:pt x="2306051" y="733830"/>
                  </a:lnTo>
                  <a:lnTo>
                    <a:pt x="2315950" y="729667"/>
                  </a:lnTo>
                  <a:lnTo>
                    <a:pt x="2326179" y="734662"/>
                  </a:lnTo>
                  <a:lnTo>
                    <a:pt x="2337594" y="759654"/>
                  </a:lnTo>
                  <a:lnTo>
                    <a:pt x="2313908" y="772665"/>
                  </a:lnTo>
                  <a:lnTo>
                    <a:pt x="2297106" y="773263"/>
                  </a:lnTo>
                  <a:lnTo>
                    <a:pt x="2288899" y="814252"/>
                  </a:lnTo>
                  <a:lnTo>
                    <a:pt x="2278729" y="831860"/>
                  </a:lnTo>
                  <a:lnTo>
                    <a:pt x="2271436" y="840329"/>
                  </a:lnTo>
                  <a:lnTo>
                    <a:pt x="2234156" y="857775"/>
                  </a:lnTo>
                  <a:lnTo>
                    <a:pt x="2209556" y="879889"/>
                  </a:lnTo>
                  <a:lnTo>
                    <a:pt x="2180561" y="897696"/>
                  </a:lnTo>
                  <a:lnTo>
                    <a:pt x="2167901" y="893823"/>
                  </a:lnTo>
                  <a:lnTo>
                    <a:pt x="2148824" y="911920"/>
                  </a:lnTo>
                  <a:lnTo>
                    <a:pt x="2106430" y="933347"/>
                  </a:lnTo>
                  <a:lnTo>
                    <a:pt x="2084708" y="962211"/>
                  </a:lnTo>
                  <a:lnTo>
                    <a:pt x="2035955" y="988035"/>
                  </a:lnTo>
                  <a:lnTo>
                    <a:pt x="2011121" y="1009046"/>
                  </a:lnTo>
                  <a:lnTo>
                    <a:pt x="1943660" y="1010150"/>
                  </a:lnTo>
                  <a:lnTo>
                    <a:pt x="1879233" y="1005535"/>
                  </a:lnTo>
                  <a:lnTo>
                    <a:pt x="1859008" y="1015524"/>
                  </a:lnTo>
                  <a:lnTo>
                    <a:pt x="1879680" y="1018619"/>
                  </a:lnTo>
                  <a:lnTo>
                    <a:pt x="1894168" y="1028427"/>
                  </a:lnTo>
                  <a:lnTo>
                    <a:pt x="1911534" y="1024338"/>
                  </a:lnTo>
                  <a:lnTo>
                    <a:pt x="1952353" y="1029242"/>
                  </a:lnTo>
                  <a:lnTo>
                    <a:pt x="1973355" y="1034580"/>
                  </a:lnTo>
                  <a:lnTo>
                    <a:pt x="2000309" y="1068928"/>
                  </a:lnTo>
                  <a:lnTo>
                    <a:pt x="1980492" y="1081143"/>
                  </a:lnTo>
                  <a:lnTo>
                    <a:pt x="1946169" y="1090517"/>
                  </a:lnTo>
                  <a:lnTo>
                    <a:pt x="1959043" y="1139234"/>
                  </a:lnTo>
                  <a:lnTo>
                    <a:pt x="1969661" y="1172080"/>
                  </a:lnTo>
                  <a:lnTo>
                    <a:pt x="1955756" y="1191896"/>
                  </a:lnTo>
                  <a:lnTo>
                    <a:pt x="1954725" y="1282054"/>
                  </a:lnTo>
                  <a:lnTo>
                    <a:pt x="1935220" y="1283773"/>
                  </a:lnTo>
                  <a:lnTo>
                    <a:pt x="1926936" y="1321071"/>
                  </a:lnTo>
                  <a:lnTo>
                    <a:pt x="1933081" y="1340090"/>
                  </a:lnTo>
                  <a:lnTo>
                    <a:pt x="1932595" y="1384265"/>
                  </a:lnTo>
                  <a:lnTo>
                    <a:pt x="1936659" y="1411482"/>
                  </a:lnTo>
                  <a:lnTo>
                    <a:pt x="1946227" y="1436546"/>
                  </a:lnTo>
                  <a:lnTo>
                    <a:pt x="1941968" y="1462678"/>
                  </a:lnTo>
                  <a:lnTo>
                    <a:pt x="1911126" y="1523845"/>
                  </a:lnTo>
                  <a:lnTo>
                    <a:pt x="1911826" y="1552547"/>
                  </a:lnTo>
                  <a:lnTo>
                    <a:pt x="1917368" y="1569594"/>
                  </a:lnTo>
                  <a:lnTo>
                    <a:pt x="1921471" y="1596848"/>
                  </a:lnTo>
                  <a:lnTo>
                    <a:pt x="1907450" y="1649238"/>
                  </a:lnTo>
                  <a:lnTo>
                    <a:pt x="1897552" y="1693014"/>
                  </a:lnTo>
                  <a:lnTo>
                    <a:pt x="1885787" y="1729859"/>
                  </a:lnTo>
                  <a:lnTo>
                    <a:pt x="1859456" y="1774070"/>
                  </a:lnTo>
                  <a:lnTo>
                    <a:pt x="1846348" y="1807114"/>
                  </a:lnTo>
                  <a:lnTo>
                    <a:pt x="1815681" y="1910230"/>
                  </a:lnTo>
                  <a:lnTo>
                    <a:pt x="1800473" y="1930697"/>
                  </a:lnTo>
                  <a:lnTo>
                    <a:pt x="1781824" y="1946423"/>
                  </a:lnTo>
                  <a:lnTo>
                    <a:pt x="1761035" y="1931874"/>
                  </a:lnTo>
                  <a:lnTo>
                    <a:pt x="1741977" y="1923947"/>
                  </a:lnTo>
                  <a:lnTo>
                    <a:pt x="1718700" y="1924906"/>
                  </a:lnTo>
                  <a:lnTo>
                    <a:pt x="1682237" y="1936832"/>
                  </a:lnTo>
                  <a:lnTo>
                    <a:pt x="1627397" y="1928906"/>
                  </a:lnTo>
                  <a:lnTo>
                    <a:pt x="1573802" y="1932724"/>
                  </a:lnTo>
                  <a:lnTo>
                    <a:pt x="1560247" y="1943021"/>
                  </a:lnTo>
                  <a:lnTo>
                    <a:pt x="1568376" y="1980445"/>
                  </a:lnTo>
                  <a:lnTo>
                    <a:pt x="1548618" y="1985350"/>
                  </a:lnTo>
                  <a:lnTo>
                    <a:pt x="1529307" y="1974709"/>
                  </a:lnTo>
                  <a:lnTo>
                    <a:pt x="1512311" y="1987413"/>
                  </a:lnTo>
                  <a:lnTo>
                    <a:pt x="1498115" y="2001347"/>
                  </a:lnTo>
                  <a:lnTo>
                    <a:pt x="1470228" y="2034410"/>
                  </a:lnTo>
                  <a:lnTo>
                    <a:pt x="1460893" y="2054769"/>
                  </a:lnTo>
                  <a:lnTo>
                    <a:pt x="1458482" y="2093116"/>
                  </a:lnTo>
                  <a:lnTo>
                    <a:pt x="1473125" y="2127500"/>
                  </a:lnTo>
                  <a:lnTo>
                    <a:pt x="1486116" y="2167765"/>
                  </a:lnTo>
                  <a:lnTo>
                    <a:pt x="1452667" y="2216355"/>
                  </a:lnTo>
                  <a:lnTo>
                    <a:pt x="1433999" y="2218002"/>
                  </a:lnTo>
                  <a:lnTo>
                    <a:pt x="1379509" y="2204520"/>
                  </a:lnTo>
                  <a:lnTo>
                    <a:pt x="1282936" y="2234977"/>
                  </a:lnTo>
                  <a:lnTo>
                    <a:pt x="1196203" y="2210890"/>
                  </a:lnTo>
                  <a:lnTo>
                    <a:pt x="1207113" y="2184867"/>
                  </a:lnTo>
                  <a:lnTo>
                    <a:pt x="1206743" y="2165738"/>
                  </a:lnTo>
                  <a:lnTo>
                    <a:pt x="1211644" y="2136313"/>
                  </a:lnTo>
                  <a:lnTo>
                    <a:pt x="1214561" y="2106218"/>
                  </a:lnTo>
                  <a:lnTo>
                    <a:pt x="1213744" y="2086076"/>
                  </a:lnTo>
                  <a:lnTo>
                    <a:pt x="1207385" y="2064614"/>
                  </a:lnTo>
                  <a:lnTo>
                    <a:pt x="1185993" y="2036527"/>
                  </a:lnTo>
                  <a:lnTo>
                    <a:pt x="1137804" y="1941736"/>
                  </a:lnTo>
                  <a:lnTo>
                    <a:pt x="1123550" y="1901724"/>
                  </a:lnTo>
                  <a:lnTo>
                    <a:pt x="1113632" y="1885057"/>
                  </a:lnTo>
                  <a:lnTo>
                    <a:pt x="1120769" y="1884152"/>
                  </a:lnTo>
                  <a:lnTo>
                    <a:pt x="1160460" y="1905633"/>
                  </a:lnTo>
                  <a:lnTo>
                    <a:pt x="1169717" y="1902991"/>
                  </a:lnTo>
                  <a:lnTo>
                    <a:pt x="1179440" y="1894920"/>
                  </a:lnTo>
                  <a:lnTo>
                    <a:pt x="1167597" y="1864173"/>
                  </a:lnTo>
                  <a:lnTo>
                    <a:pt x="1157426" y="1850257"/>
                  </a:lnTo>
                  <a:lnTo>
                    <a:pt x="1150523" y="1829446"/>
                  </a:lnTo>
                  <a:lnTo>
                    <a:pt x="1173761" y="1823818"/>
                  </a:lnTo>
                  <a:lnTo>
                    <a:pt x="1190544" y="1825066"/>
                  </a:lnTo>
                  <a:lnTo>
                    <a:pt x="1202912" y="1801649"/>
                  </a:lnTo>
                  <a:lnTo>
                    <a:pt x="1195775" y="1763791"/>
                  </a:lnTo>
                  <a:lnTo>
                    <a:pt x="1177748" y="1752136"/>
                  </a:lnTo>
                  <a:lnTo>
                    <a:pt x="1162696" y="1747069"/>
                  </a:lnTo>
                  <a:lnTo>
                    <a:pt x="1133837" y="1687603"/>
                  </a:lnTo>
                  <a:lnTo>
                    <a:pt x="1103734" y="1656802"/>
                  </a:lnTo>
                  <a:lnTo>
                    <a:pt x="1050041" y="1537997"/>
                  </a:lnTo>
                  <a:lnTo>
                    <a:pt x="1030400" y="1456453"/>
                  </a:lnTo>
                  <a:lnTo>
                    <a:pt x="1012139" y="1464198"/>
                  </a:lnTo>
                  <a:lnTo>
                    <a:pt x="1003271" y="1428674"/>
                  </a:lnTo>
                  <a:lnTo>
                    <a:pt x="996912" y="1395032"/>
                  </a:lnTo>
                  <a:lnTo>
                    <a:pt x="995648" y="1370294"/>
                  </a:lnTo>
                  <a:lnTo>
                    <a:pt x="967023" y="1356124"/>
                  </a:lnTo>
                  <a:lnTo>
                    <a:pt x="965856" y="1338787"/>
                  </a:lnTo>
                  <a:lnTo>
                    <a:pt x="960702" y="1261424"/>
                  </a:lnTo>
                  <a:lnTo>
                    <a:pt x="929996" y="1251036"/>
                  </a:lnTo>
                  <a:lnTo>
                    <a:pt x="910141" y="1207622"/>
                  </a:lnTo>
                  <a:lnTo>
                    <a:pt x="906601" y="1125480"/>
                  </a:lnTo>
                  <a:lnTo>
                    <a:pt x="886377" y="1110533"/>
                  </a:lnTo>
                  <a:lnTo>
                    <a:pt x="870100" y="1114677"/>
                  </a:lnTo>
                  <a:lnTo>
                    <a:pt x="870858" y="1094318"/>
                  </a:lnTo>
                  <a:lnTo>
                    <a:pt x="874747" y="1075208"/>
                  </a:lnTo>
                  <a:lnTo>
                    <a:pt x="865238" y="999491"/>
                  </a:lnTo>
                  <a:lnTo>
                    <a:pt x="862068" y="930379"/>
                  </a:lnTo>
                  <a:lnTo>
                    <a:pt x="854348" y="909513"/>
                  </a:lnTo>
                  <a:lnTo>
                    <a:pt x="849972" y="885083"/>
                  </a:lnTo>
                  <a:lnTo>
                    <a:pt x="853901" y="863982"/>
                  </a:lnTo>
                  <a:lnTo>
                    <a:pt x="859657" y="851857"/>
                  </a:lnTo>
                  <a:lnTo>
                    <a:pt x="879473" y="848672"/>
                  </a:lnTo>
                  <a:lnTo>
                    <a:pt x="897986" y="867330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h23"/>
            <p:cNvSpPr/>
            <p:nvPr/>
          </p:nvSpPr>
          <p:spPr>
            <a:xfrm>
              <a:off x="3623226" y="1695445"/>
              <a:ext cx="952846" cy="914400"/>
            </a:xfrm>
            <a:custGeom>
              <a:avLst/>
              <a:pathLst>
                <a:path w="952846" h="914400">
                  <a:moveTo>
                    <a:pt x="914400" y="914400"/>
                  </a:moveTo>
                  <a:lnTo>
                    <a:pt x="904073" y="912644"/>
                  </a:lnTo>
                  <a:lnTo>
                    <a:pt x="894661" y="895579"/>
                  </a:lnTo>
                  <a:lnTo>
                    <a:pt x="913699" y="869519"/>
                  </a:lnTo>
                  <a:lnTo>
                    <a:pt x="942831" y="870931"/>
                  </a:lnTo>
                  <a:lnTo>
                    <a:pt x="952846" y="876360"/>
                  </a:lnTo>
                  <a:lnTo>
                    <a:pt x="917978" y="891290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h24"/>
            <p:cNvSpPr/>
            <p:nvPr/>
          </p:nvSpPr>
          <p:spPr>
            <a:xfrm>
              <a:off x="3470588" y="1265773"/>
              <a:ext cx="937036" cy="914400"/>
            </a:xfrm>
            <a:custGeom>
              <a:avLst/>
              <a:pathLst>
                <a:path w="937036" h="914400">
                  <a:moveTo>
                    <a:pt x="914400" y="914400"/>
                  </a:moveTo>
                  <a:lnTo>
                    <a:pt x="910024" y="913277"/>
                  </a:lnTo>
                  <a:lnTo>
                    <a:pt x="915469" y="896067"/>
                  </a:lnTo>
                  <a:lnTo>
                    <a:pt x="919514" y="888630"/>
                  </a:lnTo>
                  <a:lnTo>
                    <a:pt x="932932" y="881680"/>
                  </a:lnTo>
                  <a:lnTo>
                    <a:pt x="937036" y="882893"/>
                  </a:lnTo>
                  <a:lnTo>
                    <a:pt x="923228" y="910871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h25"/>
            <p:cNvSpPr/>
            <p:nvPr/>
          </p:nvSpPr>
          <p:spPr>
            <a:xfrm>
              <a:off x="3510104" y="1110973"/>
              <a:ext cx="939914" cy="914399"/>
            </a:xfrm>
            <a:custGeom>
              <a:avLst/>
              <a:pathLst>
                <a:path w="939914" h="914399">
                  <a:moveTo>
                    <a:pt x="914400" y="914399"/>
                  </a:moveTo>
                  <a:lnTo>
                    <a:pt x="909382" y="899361"/>
                  </a:lnTo>
                  <a:lnTo>
                    <a:pt x="911385" y="896411"/>
                  </a:lnTo>
                  <a:lnTo>
                    <a:pt x="914808" y="881572"/>
                  </a:lnTo>
                  <a:lnTo>
                    <a:pt x="924473" y="873428"/>
                  </a:lnTo>
                  <a:lnTo>
                    <a:pt x="939914" y="878314"/>
                  </a:lnTo>
                  <a:lnTo>
                    <a:pt x="939816" y="882024"/>
                  </a:lnTo>
                  <a:lnTo>
                    <a:pt x="925056" y="894041"/>
                  </a:lnTo>
                  <a:lnTo>
                    <a:pt x="919397" y="902130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h26"/>
            <p:cNvSpPr/>
            <p:nvPr/>
          </p:nvSpPr>
          <p:spPr>
            <a:xfrm>
              <a:off x="3779734" y="2965297"/>
              <a:ext cx="929471" cy="915707"/>
            </a:xfrm>
            <a:custGeom>
              <a:avLst/>
              <a:pathLst>
                <a:path w="929471" h="915707">
                  <a:moveTo>
                    <a:pt x="914400" y="914400"/>
                  </a:moveTo>
                  <a:lnTo>
                    <a:pt x="858626" y="909550"/>
                  </a:lnTo>
                  <a:lnTo>
                    <a:pt x="850692" y="905062"/>
                  </a:lnTo>
                  <a:lnTo>
                    <a:pt x="881379" y="873320"/>
                  </a:lnTo>
                  <a:lnTo>
                    <a:pt x="901370" y="840329"/>
                  </a:lnTo>
                  <a:lnTo>
                    <a:pt x="918347" y="797277"/>
                  </a:lnTo>
                  <a:lnTo>
                    <a:pt x="920156" y="767454"/>
                  </a:lnTo>
                  <a:lnTo>
                    <a:pt x="924395" y="733830"/>
                  </a:lnTo>
                  <a:lnTo>
                    <a:pt x="929471" y="731324"/>
                  </a:lnTo>
                  <a:lnTo>
                    <a:pt x="929471" y="915707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h27"/>
            <p:cNvSpPr/>
            <p:nvPr/>
          </p:nvSpPr>
          <p:spPr>
            <a:xfrm>
              <a:off x="2742520" y="3119355"/>
              <a:ext cx="1966685" cy="921186"/>
            </a:xfrm>
            <a:custGeom>
              <a:avLst/>
              <a:pathLst>
                <a:path w="1966685" h="921186">
                  <a:moveTo>
                    <a:pt x="914400" y="914400"/>
                  </a:moveTo>
                  <a:lnTo>
                    <a:pt x="1028436" y="869338"/>
                  </a:lnTo>
                  <a:lnTo>
                    <a:pt x="1150231" y="827064"/>
                  </a:lnTo>
                  <a:lnTo>
                    <a:pt x="1178662" y="822468"/>
                  </a:lnTo>
                  <a:lnTo>
                    <a:pt x="1207249" y="813564"/>
                  </a:lnTo>
                  <a:lnTo>
                    <a:pt x="1217808" y="797748"/>
                  </a:lnTo>
                  <a:lnTo>
                    <a:pt x="1228349" y="787161"/>
                  </a:lnTo>
                  <a:lnTo>
                    <a:pt x="1244937" y="759274"/>
                  </a:lnTo>
                  <a:lnTo>
                    <a:pt x="1281613" y="715932"/>
                  </a:lnTo>
                  <a:lnTo>
                    <a:pt x="1346468" y="700152"/>
                  </a:lnTo>
                  <a:lnTo>
                    <a:pt x="1370680" y="679594"/>
                  </a:lnTo>
                  <a:lnTo>
                    <a:pt x="1421436" y="650802"/>
                  </a:lnTo>
                  <a:lnTo>
                    <a:pt x="1537144" y="618499"/>
                  </a:lnTo>
                  <a:lnTo>
                    <a:pt x="1585470" y="611405"/>
                  </a:lnTo>
                  <a:lnTo>
                    <a:pt x="1632823" y="610536"/>
                  </a:lnTo>
                  <a:lnTo>
                    <a:pt x="1674983" y="636017"/>
                  </a:lnTo>
                  <a:lnTo>
                    <a:pt x="1719614" y="667469"/>
                  </a:lnTo>
                  <a:lnTo>
                    <a:pt x="1727645" y="686452"/>
                  </a:lnTo>
                  <a:lnTo>
                    <a:pt x="1703492" y="674617"/>
                  </a:lnTo>
                  <a:lnTo>
                    <a:pt x="1668294" y="646368"/>
                  </a:lnTo>
                  <a:lnTo>
                    <a:pt x="1655284" y="645174"/>
                  </a:lnTo>
                  <a:lnTo>
                    <a:pt x="1685329" y="731097"/>
                  </a:lnTo>
                  <a:lnTo>
                    <a:pt x="1701761" y="761482"/>
                  </a:lnTo>
                  <a:lnTo>
                    <a:pt x="1734977" y="784211"/>
                  </a:lnTo>
                  <a:lnTo>
                    <a:pt x="1762824" y="791866"/>
                  </a:lnTo>
                  <a:lnTo>
                    <a:pt x="1848624" y="778094"/>
                  </a:lnTo>
                  <a:lnTo>
                    <a:pt x="1879097" y="760106"/>
                  </a:lnTo>
                  <a:lnTo>
                    <a:pt x="1887906" y="751004"/>
                  </a:lnTo>
                  <a:lnTo>
                    <a:pt x="1895841" y="755492"/>
                  </a:lnTo>
                  <a:lnTo>
                    <a:pt x="1951614" y="760342"/>
                  </a:lnTo>
                  <a:lnTo>
                    <a:pt x="1966685" y="761649"/>
                  </a:lnTo>
                  <a:lnTo>
                    <a:pt x="1966685" y="921186"/>
                  </a:lnTo>
                  <a:lnTo>
                    <a:pt x="901484" y="921186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h28"/>
            <p:cNvSpPr/>
            <p:nvPr/>
          </p:nvSpPr>
          <p:spPr>
            <a:xfrm>
              <a:off x="2264381" y="571761"/>
              <a:ext cx="968967" cy="1655318"/>
            </a:xfrm>
            <a:custGeom>
              <a:avLst/>
              <a:pathLst>
                <a:path w="968967" h="1655318">
                  <a:moveTo>
                    <a:pt x="914400" y="914400"/>
                  </a:moveTo>
                  <a:lnTo>
                    <a:pt x="940419" y="989447"/>
                  </a:lnTo>
                  <a:lnTo>
                    <a:pt x="962025" y="1042814"/>
                  </a:lnTo>
                  <a:lnTo>
                    <a:pt x="968967" y="1077995"/>
                  </a:lnTo>
                  <a:lnTo>
                    <a:pt x="961830" y="1113663"/>
                  </a:lnTo>
                  <a:lnTo>
                    <a:pt x="954460" y="1131923"/>
                  </a:lnTo>
                  <a:lnTo>
                    <a:pt x="954227" y="1156516"/>
                  </a:lnTo>
                  <a:lnTo>
                    <a:pt x="948548" y="1205468"/>
                  </a:lnTo>
                  <a:lnTo>
                    <a:pt x="931804" y="1230207"/>
                  </a:lnTo>
                  <a:lnTo>
                    <a:pt x="909888" y="1257189"/>
                  </a:lnTo>
                  <a:lnTo>
                    <a:pt x="885443" y="1277331"/>
                  </a:lnTo>
                  <a:lnTo>
                    <a:pt x="866055" y="1282995"/>
                  </a:lnTo>
                  <a:lnTo>
                    <a:pt x="849408" y="1285329"/>
                  </a:lnTo>
                  <a:lnTo>
                    <a:pt x="838226" y="1295572"/>
                  </a:lnTo>
                  <a:lnTo>
                    <a:pt x="828095" y="1325667"/>
                  </a:lnTo>
                  <a:lnTo>
                    <a:pt x="818741" y="1357282"/>
                  </a:lnTo>
                  <a:lnTo>
                    <a:pt x="788170" y="1396154"/>
                  </a:lnTo>
                  <a:lnTo>
                    <a:pt x="788987" y="1409691"/>
                  </a:lnTo>
                  <a:lnTo>
                    <a:pt x="800636" y="1455765"/>
                  </a:lnTo>
                  <a:lnTo>
                    <a:pt x="811545" y="1508228"/>
                  </a:lnTo>
                  <a:lnTo>
                    <a:pt x="802328" y="1557270"/>
                  </a:lnTo>
                  <a:lnTo>
                    <a:pt x="794432" y="1608755"/>
                  </a:lnTo>
                  <a:lnTo>
                    <a:pt x="780606" y="1643067"/>
                  </a:lnTo>
                  <a:lnTo>
                    <a:pt x="760848" y="1655318"/>
                  </a:lnTo>
                  <a:lnTo>
                    <a:pt x="746340" y="1649202"/>
                  </a:lnTo>
                  <a:lnTo>
                    <a:pt x="729927" y="1602132"/>
                  </a:lnTo>
                  <a:lnTo>
                    <a:pt x="729558" y="1591310"/>
                  </a:lnTo>
                  <a:lnTo>
                    <a:pt x="725474" y="1576923"/>
                  </a:lnTo>
                  <a:lnTo>
                    <a:pt x="678918" y="1562590"/>
                  </a:lnTo>
                  <a:lnTo>
                    <a:pt x="670692" y="1563115"/>
                  </a:lnTo>
                  <a:lnTo>
                    <a:pt x="652393" y="1554718"/>
                  </a:lnTo>
                  <a:lnTo>
                    <a:pt x="641658" y="1552348"/>
                  </a:lnTo>
                  <a:lnTo>
                    <a:pt x="619644" y="1547498"/>
                  </a:lnTo>
                  <a:lnTo>
                    <a:pt x="601345" y="1505966"/>
                  </a:lnTo>
                  <a:lnTo>
                    <a:pt x="581898" y="1471419"/>
                  </a:lnTo>
                  <a:lnTo>
                    <a:pt x="579137" y="1456978"/>
                  </a:lnTo>
                  <a:lnTo>
                    <a:pt x="579798" y="1392372"/>
                  </a:lnTo>
                  <a:lnTo>
                    <a:pt x="573847" y="1363634"/>
                  </a:lnTo>
                  <a:lnTo>
                    <a:pt x="572019" y="1332309"/>
                  </a:lnTo>
                  <a:lnTo>
                    <a:pt x="559787" y="1357789"/>
                  </a:lnTo>
                  <a:lnTo>
                    <a:pt x="566885" y="1398072"/>
                  </a:lnTo>
                  <a:lnTo>
                    <a:pt x="551794" y="1414975"/>
                  </a:lnTo>
                  <a:lnTo>
                    <a:pt x="532756" y="1423191"/>
                  </a:lnTo>
                  <a:lnTo>
                    <a:pt x="534545" y="1446789"/>
                  </a:lnTo>
                  <a:lnTo>
                    <a:pt x="542363" y="1451259"/>
                  </a:lnTo>
                  <a:lnTo>
                    <a:pt x="543996" y="1475762"/>
                  </a:lnTo>
                  <a:lnTo>
                    <a:pt x="539368" y="1512028"/>
                  </a:lnTo>
                  <a:lnTo>
                    <a:pt x="501894" y="1592667"/>
                  </a:lnTo>
                  <a:lnTo>
                    <a:pt x="494329" y="1601336"/>
                  </a:lnTo>
                  <a:lnTo>
                    <a:pt x="489195" y="1612230"/>
                  </a:lnTo>
                  <a:lnTo>
                    <a:pt x="470021" y="1604991"/>
                  </a:lnTo>
                  <a:lnTo>
                    <a:pt x="453471" y="1620099"/>
                  </a:lnTo>
                  <a:lnTo>
                    <a:pt x="453471" y="874424"/>
                  </a:lnTo>
                  <a:lnTo>
                    <a:pt x="910415" y="874424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h29"/>
            <p:cNvSpPr/>
            <p:nvPr/>
          </p:nvSpPr>
          <p:spPr>
            <a:xfrm>
              <a:off x="1807868" y="2876370"/>
              <a:ext cx="915722" cy="956862"/>
            </a:xfrm>
            <a:custGeom>
              <a:avLst/>
              <a:pathLst>
                <a:path w="915722" h="956862">
                  <a:moveTo>
                    <a:pt x="914400" y="914400"/>
                  </a:moveTo>
                  <a:lnTo>
                    <a:pt x="915722" y="948729"/>
                  </a:lnTo>
                  <a:lnTo>
                    <a:pt x="909985" y="956862"/>
                  </a:lnTo>
                  <a:lnTo>
                    <a:pt x="909985" y="906665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h30"/>
            <p:cNvSpPr/>
            <p:nvPr/>
          </p:nvSpPr>
          <p:spPr>
            <a:xfrm>
              <a:off x="1832020" y="2945119"/>
              <a:ext cx="1097783" cy="1095422"/>
            </a:xfrm>
            <a:custGeom>
              <a:avLst/>
              <a:pathLst>
                <a:path w="1097783" h="1095422">
                  <a:moveTo>
                    <a:pt x="914400" y="914400"/>
                  </a:moveTo>
                  <a:lnTo>
                    <a:pt x="919845" y="928569"/>
                  </a:lnTo>
                  <a:lnTo>
                    <a:pt x="928129" y="943861"/>
                  </a:lnTo>
                  <a:lnTo>
                    <a:pt x="957610" y="932967"/>
                  </a:lnTo>
                  <a:lnTo>
                    <a:pt x="1031508" y="978209"/>
                  </a:lnTo>
                  <a:lnTo>
                    <a:pt x="1076197" y="956185"/>
                  </a:lnTo>
                  <a:lnTo>
                    <a:pt x="1087632" y="954900"/>
                  </a:lnTo>
                  <a:lnTo>
                    <a:pt x="1097783" y="991456"/>
                  </a:lnTo>
                  <a:lnTo>
                    <a:pt x="1086679" y="1028283"/>
                  </a:lnTo>
                  <a:lnTo>
                    <a:pt x="1047279" y="1067571"/>
                  </a:lnTo>
                  <a:lnTo>
                    <a:pt x="1056011" y="1091784"/>
                  </a:lnTo>
                  <a:lnTo>
                    <a:pt x="1064526" y="1095422"/>
                  </a:lnTo>
                  <a:lnTo>
                    <a:pt x="885832" y="1095422"/>
                  </a:lnTo>
                  <a:lnTo>
                    <a:pt x="885832" y="917489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h31"/>
            <p:cNvSpPr/>
            <p:nvPr/>
          </p:nvSpPr>
          <p:spPr>
            <a:xfrm>
              <a:off x="2023357" y="3122739"/>
              <a:ext cx="922762" cy="917802"/>
            </a:xfrm>
            <a:custGeom>
              <a:avLst/>
              <a:pathLst>
                <a:path w="922762" h="917802">
                  <a:moveTo>
                    <a:pt x="914400" y="914400"/>
                  </a:moveTo>
                  <a:lnTo>
                    <a:pt x="922762" y="917802"/>
                  </a:lnTo>
                  <a:lnTo>
                    <a:pt x="889812" y="917802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h32"/>
            <p:cNvSpPr/>
            <p:nvPr/>
          </p:nvSpPr>
          <p:spPr>
            <a:xfrm>
              <a:off x="2142100" y="3084066"/>
              <a:ext cx="1337891" cy="956475"/>
            </a:xfrm>
            <a:custGeom>
              <a:avLst/>
              <a:pathLst>
                <a:path w="1337891" h="956475">
                  <a:moveTo>
                    <a:pt x="914400" y="914400"/>
                  </a:moveTo>
                  <a:lnTo>
                    <a:pt x="933457" y="902564"/>
                  </a:lnTo>
                  <a:lnTo>
                    <a:pt x="996193" y="894095"/>
                  </a:lnTo>
                  <a:lnTo>
                    <a:pt x="1007608" y="872759"/>
                  </a:lnTo>
                  <a:lnTo>
                    <a:pt x="1033025" y="851296"/>
                  </a:lnTo>
                  <a:lnTo>
                    <a:pt x="1049399" y="827861"/>
                  </a:lnTo>
                  <a:lnTo>
                    <a:pt x="1088604" y="783252"/>
                  </a:lnTo>
                  <a:lnTo>
                    <a:pt x="1129170" y="791287"/>
                  </a:lnTo>
                  <a:lnTo>
                    <a:pt x="1152856" y="799829"/>
                  </a:lnTo>
                  <a:lnTo>
                    <a:pt x="1178857" y="804136"/>
                  </a:lnTo>
                  <a:lnTo>
                    <a:pt x="1202523" y="851694"/>
                  </a:lnTo>
                  <a:lnTo>
                    <a:pt x="1262381" y="904265"/>
                  </a:lnTo>
                  <a:lnTo>
                    <a:pt x="1317376" y="899687"/>
                  </a:lnTo>
                  <a:lnTo>
                    <a:pt x="1336901" y="949417"/>
                  </a:lnTo>
                  <a:lnTo>
                    <a:pt x="1337891" y="956475"/>
                  </a:lnTo>
                  <a:lnTo>
                    <a:pt x="878015" y="956475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h33"/>
            <p:cNvSpPr/>
            <p:nvPr/>
          </p:nvSpPr>
          <p:spPr>
            <a:xfrm>
              <a:off x="2547060" y="3009236"/>
              <a:ext cx="914400" cy="940187"/>
            </a:xfrm>
            <a:custGeom>
              <a:avLst/>
              <a:pathLst>
                <a:path w="914400" h="940187">
                  <a:moveTo>
                    <a:pt x="914400" y="914400"/>
                  </a:moveTo>
                  <a:lnTo>
                    <a:pt x="909052" y="927103"/>
                  </a:lnTo>
                  <a:lnTo>
                    <a:pt x="886668" y="905966"/>
                  </a:lnTo>
                  <a:lnTo>
                    <a:pt x="864188" y="906256"/>
                  </a:lnTo>
                  <a:lnTo>
                    <a:pt x="850750" y="938812"/>
                  </a:lnTo>
                  <a:lnTo>
                    <a:pt x="840754" y="940187"/>
                  </a:lnTo>
                  <a:lnTo>
                    <a:pt x="806042" y="910617"/>
                  </a:lnTo>
                  <a:lnTo>
                    <a:pt x="800480" y="896194"/>
                  </a:lnTo>
                  <a:lnTo>
                    <a:pt x="799333" y="884196"/>
                  </a:lnTo>
                  <a:lnTo>
                    <a:pt x="804292" y="842664"/>
                  </a:lnTo>
                  <a:lnTo>
                    <a:pt x="803378" y="829598"/>
                  </a:lnTo>
                  <a:lnTo>
                    <a:pt x="814287" y="815320"/>
                  </a:lnTo>
                  <a:lnTo>
                    <a:pt x="815979" y="794689"/>
                  </a:lnTo>
                  <a:lnTo>
                    <a:pt x="835270" y="772937"/>
                  </a:lnTo>
                  <a:lnTo>
                    <a:pt x="852384" y="772123"/>
                  </a:lnTo>
                  <a:lnTo>
                    <a:pt x="857829" y="790545"/>
                  </a:lnTo>
                  <a:lnTo>
                    <a:pt x="866016" y="803231"/>
                  </a:lnTo>
                  <a:lnTo>
                    <a:pt x="894855" y="817455"/>
                  </a:lnTo>
                  <a:lnTo>
                    <a:pt x="899153" y="823916"/>
                  </a:lnTo>
                  <a:lnTo>
                    <a:pt x="901759" y="832855"/>
                  </a:lnTo>
                  <a:lnTo>
                    <a:pt x="888341" y="850373"/>
                  </a:lnTo>
                  <a:lnTo>
                    <a:pt x="883790" y="859349"/>
                  </a:lnTo>
                  <a:lnTo>
                    <a:pt x="888049" y="873736"/>
                  </a:lnTo>
                  <a:lnTo>
                    <a:pt x="909421" y="889462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h34"/>
            <p:cNvSpPr/>
            <p:nvPr/>
          </p:nvSpPr>
          <p:spPr>
            <a:xfrm>
              <a:off x="2574596" y="3112696"/>
              <a:ext cx="961640" cy="927845"/>
            </a:xfrm>
            <a:custGeom>
              <a:avLst/>
              <a:pathLst>
                <a:path w="961640" h="927845">
                  <a:moveTo>
                    <a:pt x="914400" y="914400"/>
                  </a:moveTo>
                  <a:lnTo>
                    <a:pt x="905376" y="905767"/>
                  </a:lnTo>
                  <a:lnTo>
                    <a:pt x="904034" y="893443"/>
                  </a:lnTo>
                  <a:lnTo>
                    <a:pt x="905493" y="880685"/>
                  </a:lnTo>
                  <a:lnTo>
                    <a:pt x="947537" y="915033"/>
                  </a:lnTo>
                  <a:lnTo>
                    <a:pt x="961640" y="927845"/>
                  </a:lnTo>
                  <a:lnTo>
                    <a:pt x="923368" y="927845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h35"/>
            <p:cNvSpPr/>
            <p:nvPr/>
          </p:nvSpPr>
          <p:spPr>
            <a:xfrm>
              <a:off x="2028336" y="2971957"/>
              <a:ext cx="944970" cy="914400"/>
            </a:xfrm>
            <a:custGeom>
              <a:avLst/>
              <a:pathLst>
                <a:path w="944970" h="914400">
                  <a:moveTo>
                    <a:pt x="914400" y="914400"/>
                  </a:moveTo>
                  <a:lnTo>
                    <a:pt x="902731" y="899578"/>
                  </a:lnTo>
                  <a:lnTo>
                    <a:pt x="890986" y="895814"/>
                  </a:lnTo>
                  <a:lnTo>
                    <a:pt x="897306" y="877536"/>
                  </a:lnTo>
                  <a:lnTo>
                    <a:pt x="905571" y="870895"/>
                  </a:lnTo>
                  <a:lnTo>
                    <a:pt x="935169" y="882803"/>
                  </a:lnTo>
                  <a:lnTo>
                    <a:pt x="944464" y="906111"/>
                  </a:lnTo>
                  <a:lnTo>
                    <a:pt x="944970" y="913676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h36"/>
            <p:cNvSpPr/>
            <p:nvPr/>
          </p:nvSpPr>
          <p:spPr>
            <a:xfrm>
              <a:off x="3794805" y="772293"/>
              <a:ext cx="914400" cy="1014221"/>
            </a:xfrm>
            <a:custGeom>
              <a:avLst/>
              <a:pathLst>
                <a:path w="914400" h="1014221">
                  <a:moveTo>
                    <a:pt x="914400" y="914399"/>
                  </a:moveTo>
                  <a:lnTo>
                    <a:pt x="914400" y="1010477"/>
                  </a:lnTo>
                  <a:lnTo>
                    <a:pt x="874534" y="1014221"/>
                  </a:lnTo>
                  <a:lnTo>
                    <a:pt x="863818" y="1007832"/>
                  </a:lnTo>
                  <a:lnTo>
                    <a:pt x="849136" y="958157"/>
                  </a:lnTo>
                  <a:lnTo>
                    <a:pt x="852053" y="945326"/>
                  </a:lnTo>
                  <a:lnTo>
                    <a:pt x="861932" y="939861"/>
                  </a:lnTo>
                  <a:lnTo>
                    <a:pt x="870391" y="938685"/>
                  </a:lnTo>
                  <a:lnTo>
                    <a:pt x="871636" y="965432"/>
                  </a:lnTo>
                  <a:lnTo>
                    <a:pt x="884062" y="962771"/>
                  </a:lnTo>
                  <a:lnTo>
                    <a:pt x="887952" y="945145"/>
                  </a:lnTo>
                  <a:lnTo>
                    <a:pt x="888827" y="932731"/>
                  </a:lnTo>
                  <a:lnTo>
                    <a:pt x="885463" y="926469"/>
                  </a:lnTo>
                  <a:lnTo>
                    <a:pt x="877023" y="921619"/>
                  </a:lnTo>
                  <a:lnTo>
                    <a:pt x="872142" y="913295"/>
                  </a:lnTo>
                  <a:lnTo>
                    <a:pt x="879162" y="899903"/>
                  </a:lnTo>
                  <a:lnTo>
                    <a:pt x="892152" y="894112"/>
                  </a:lnTo>
                  <a:lnTo>
                    <a:pt x="903354" y="912010"/>
                  </a:lnTo>
                  <a:lnTo>
                    <a:pt x="912319" y="914362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h37"/>
            <p:cNvSpPr/>
            <p:nvPr/>
          </p:nvSpPr>
          <p:spPr>
            <a:xfrm>
              <a:off x="3728589" y="841349"/>
              <a:ext cx="914400" cy="925402"/>
            </a:xfrm>
            <a:custGeom>
              <a:avLst/>
              <a:pathLst>
                <a:path w="914400" h="925402">
                  <a:moveTo>
                    <a:pt x="914400" y="914400"/>
                  </a:moveTo>
                  <a:lnTo>
                    <a:pt x="906776" y="912318"/>
                  </a:lnTo>
                  <a:lnTo>
                    <a:pt x="900923" y="915160"/>
                  </a:lnTo>
                  <a:lnTo>
                    <a:pt x="896956" y="925402"/>
                  </a:lnTo>
                  <a:lnTo>
                    <a:pt x="888321" y="921729"/>
                  </a:lnTo>
                  <a:lnTo>
                    <a:pt x="884840" y="907052"/>
                  </a:lnTo>
                  <a:lnTo>
                    <a:pt x="891277" y="885083"/>
                  </a:lnTo>
                  <a:lnTo>
                    <a:pt x="906699" y="884250"/>
                  </a:lnTo>
                  <a:lnTo>
                    <a:pt x="913369" y="906093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h38"/>
            <p:cNvSpPr/>
            <p:nvPr/>
          </p:nvSpPr>
          <p:spPr>
            <a:xfrm>
              <a:off x="2315468" y="2501657"/>
              <a:ext cx="921809" cy="1252538"/>
            </a:xfrm>
            <a:custGeom>
              <a:avLst/>
              <a:pathLst>
                <a:path w="921809" h="1252538">
                  <a:moveTo>
                    <a:pt x="914400" y="914400"/>
                  </a:moveTo>
                  <a:lnTo>
                    <a:pt x="909227" y="925203"/>
                  </a:lnTo>
                  <a:lnTo>
                    <a:pt x="901623" y="932315"/>
                  </a:lnTo>
                  <a:lnTo>
                    <a:pt x="881729" y="939862"/>
                  </a:lnTo>
                  <a:lnTo>
                    <a:pt x="864499" y="950394"/>
                  </a:lnTo>
                  <a:lnTo>
                    <a:pt x="849136" y="968907"/>
                  </a:lnTo>
                  <a:lnTo>
                    <a:pt x="843477" y="995365"/>
                  </a:lnTo>
                  <a:lnTo>
                    <a:pt x="855495" y="1014728"/>
                  </a:lnTo>
                  <a:lnTo>
                    <a:pt x="877353" y="1025333"/>
                  </a:lnTo>
                  <a:lnTo>
                    <a:pt x="882915" y="1062196"/>
                  </a:lnTo>
                  <a:lnTo>
                    <a:pt x="864869" y="1080383"/>
                  </a:lnTo>
                  <a:lnTo>
                    <a:pt x="818566" y="1098534"/>
                  </a:lnTo>
                  <a:lnTo>
                    <a:pt x="813704" y="1142347"/>
                  </a:lnTo>
                  <a:lnTo>
                    <a:pt x="815201" y="1176875"/>
                  </a:lnTo>
                  <a:lnTo>
                    <a:pt x="814365" y="1201976"/>
                  </a:lnTo>
                  <a:lnTo>
                    <a:pt x="810690" y="1236703"/>
                  </a:lnTo>
                  <a:lnTo>
                    <a:pt x="773235" y="1252538"/>
                  </a:lnTo>
                  <a:lnTo>
                    <a:pt x="749063" y="1199641"/>
                  </a:lnTo>
                  <a:lnTo>
                    <a:pt x="748849" y="1178468"/>
                  </a:lnTo>
                  <a:lnTo>
                    <a:pt x="741634" y="1153748"/>
                  </a:lnTo>
                  <a:lnTo>
                    <a:pt x="740273" y="1132683"/>
                  </a:lnTo>
                  <a:lnTo>
                    <a:pt x="731716" y="1098987"/>
                  </a:lnTo>
                  <a:lnTo>
                    <a:pt x="696284" y="1089866"/>
                  </a:lnTo>
                  <a:lnTo>
                    <a:pt x="682535" y="1088672"/>
                  </a:lnTo>
                  <a:lnTo>
                    <a:pt x="663302" y="1094933"/>
                  </a:lnTo>
                  <a:lnTo>
                    <a:pt x="658538" y="1092490"/>
                  </a:lnTo>
                  <a:lnTo>
                    <a:pt x="635513" y="1046470"/>
                  </a:lnTo>
                  <a:lnTo>
                    <a:pt x="639305" y="995690"/>
                  </a:lnTo>
                  <a:lnTo>
                    <a:pt x="627015" y="970065"/>
                  </a:lnTo>
                  <a:lnTo>
                    <a:pt x="625323" y="958465"/>
                  </a:lnTo>
                  <a:lnTo>
                    <a:pt x="625615" y="945616"/>
                  </a:lnTo>
                  <a:lnTo>
                    <a:pt x="615522" y="935030"/>
                  </a:lnTo>
                  <a:lnTo>
                    <a:pt x="603270" y="929420"/>
                  </a:lnTo>
                  <a:lnTo>
                    <a:pt x="597319" y="900845"/>
                  </a:lnTo>
                  <a:lnTo>
                    <a:pt x="611399" y="893914"/>
                  </a:lnTo>
                  <a:lnTo>
                    <a:pt x="646209" y="897262"/>
                  </a:lnTo>
                  <a:lnTo>
                    <a:pt x="656379" y="895307"/>
                  </a:lnTo>
                  <a:lnTo>
                    <a:pt x="665694" y="889354"/>
                  </a:lnTo>
                  <a:lnTo>
                    <a:pt x="693853" y="842374"/>
                  </a:lnTo>
                  <a:lnTo>
                    <a:pt x="693037" y="832023"/>
                  </a:lnTo>
                  <a:lnTo>
                    <a:pt x="696051" y="818595"/>
                  </a:lnTo>
                  <a:lnTo>
                    <a:pt x="726524" y="813618"/>
                  </a:lnTo>
                  <a:lnTo>
                    <a:pt x="740098" y="831770"/>
                  </a:lnTo>
                  <a:lnTo>
                    <a:pt x="737375" y="860833"/>
                  </a:lnTo>
                  <a:lnTo>
                    <a:pt x="739106" y="898076"/>
                  </a:lnTo>
                  <a:lnTo>
                    <a:pt x="757561" y="908210"/>
                  </a:lnTo>
                  <a:lnTo>
                    <a:pt x="764756" y="909694"/>
                  </a:lnTo>
                  <a:lnTo>
                    <a:pt x="772438" y="882187"/>
                  </a:lnTo>
                  <a:lnTo>
                    <a:pt x="777825" y="868814"/>
                  </a:lnTo>
                  <a:lnTo>
                    <a:pt x="785137" y="861358"/>
                  </a:lnTo>
                  <a:lnTo>
                    <a:pt x="787626" y="836221"/>
                  </a:lnTo>
                  <a:lnTo>
                    <a:pt x="783289" y="820875"/>
                  </a:lnTo>
                  <a:lnTo>
                    <a:pt x="774052" y="809438"/>
                  </a:lnTo>
                  <a:lnTo>
                    <a:pt x="808551" y="778312"/>
                  </a:lnTo>
                  <a:lnTo>
                    <a:pt x="844255" y="753664"/>
                  </a:lnTo>
                  <a:lnTo>
                    <a:pt x="865024" y="752379"/>
                  </a:lnTo>
                  <a:lnTo>
                    <a:pt x="885929" y="758405"/>
                  </a:lnTo>
                  <a:lnTo>
                    <a:pt x="905357" y="766730"/>
                  </a:lnTo>
                  <a:lnTo>
                    <a:pt x="915897" y="773896"/>
                  </a:lnTo>
                  <a:lnTo>
                    <a:pt x="921809" y="785406"/>
                  </a:lnTo>
                  <a:lnTo>
                    <a:pt x="908779" y="812840"/>
                  </a:lnTo>
                  <a:lnTo>
                    <a:pt x="905162" y="827861"/>
                  </a:lnTo>
                  <a:lnTo>
                    <a:pt x="913913" y="877301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h39"/>
            <p:cNvSpPr/>
            <p:nvPr/>
          </p:nvSpPr>
          <p:spPr>
            <a:xfrm>
              <a:off x="1855045" y="1785585"/>
              <a:ext cx="1047241" cy="1567893"/>
            </a:xfrm>
            <a:custGeom>
              <a:avLst/>
              <a:pathLst>
                <a:path w="1047241" h="1567893">
                  <a:moveTo>
                    <a:pt x="914400" y="914400"/>
                  </a:moveTo>
                  <a:lnTo>
                    <a:pt x="969006" y="870533"/>
                  </a:lnTo>
                  <a:lnTo>
                    <a:pt x="984272" y="869972"/>
                  </a:lnTo>
                  <a:lnTo>
                    <a:pt x="958583" y="902673"/>
                  </a:lnTo>
                  <a:lnTo>
                    <a:pt x="954460" y="915322"/>
                  </a:lnTo>
                  <a:lnTo>
                    <a:pt x="951348" y="934722"/>
                  </a:lnTo>
                  <a:lnTo>
                    <a:pt x="969765" y="976852"/>
                  </a:lnTo>
                  <a:lnTo>
                    <a:pt x="965875" y="1002495"/>
                  </a:lnTo>
                  <a:lnTo>
                    <a:pt x="967178" y="1052949"/>
                  </a:lnTo>
                  <a:lnTo>
                    <a:pt x="949812" y="1079243"/>
                  </a:lnTo>
                  <a:lnTo>
                    <a:pt x="930210" y="1135180"/>
                  </a:lnTo>
                  <a:lnTo>
                    <a:pt x="921770" y="1143414"/>
                  </a:lnTo>
                  <a:lnTo>
                    <a:pt x="919961" y="1208708"/>
                  </a:lnTo>
                  <a:lnTo>
                    <a:pt x="921887" y="1224289"/>
                  </a:lnTo>
                  <a:lnTo>
                    <a:pt x="919106" y="1283737"/>
                  </a:lnTo>
                  <a:lnTo>
                    <a:pt x="939194" y="1308077"/>
                  </a:lnTo>
                  <a:lnTo>
                    <a:pt x="960430" y="1320799"/>
                  </a:lnTo>
                  <a:lnTo>
                    <a:pt x="1031255" y="1320347"/>
                  </a:lnTo>
                  <a:lnTo>
                    <a:pt x="1038606" y="1331042"/>
                  </a:lnTo>
                  <a:lnTo>
                    <a:pt x="1047241" y="1349428"/>
                  </a:lnTo>
                  <a:lnTo>
                    <a:pt x="1040920" y="1380645"/>
                  </a:lnTo>
                  <a:lnTo>
                    <a:pt x="1033356" y="1404189"/>
                  </a:lnTo>
                  <a:lnTo>
                    <a:pt x="1012839" y="1424023"/>
                  </a:lnTo>
                  <a:lnTo>
                    <a:pt x="986508" y="1438808"/>
                  </a:lnTo>
                  <a:lnTo>
                    <a:pt x="970134" y="1439460"/>
                  </a:lnTo>
                  <a:lnTo>
                    <a:pt x="947829" y="1411356"/>
                  </a:lnTo>
                  <a:lnTo>
                    <a:pt x="937230" y="1420476"/>
                  </a:lnTo>
                  <a:lnTo>
                    <a:pt x="926281" y="1434809"/>
                  </a:lnTo>
                  <a:lnTo>
                    <a:pt x="907943" y="1511720"/>
                  </a:lnTo>
                  <a:lnTo>
                    <a:pt x="899250" y="1563676"/>
                  </a:lnTo>
                  <a:lnTo>
                    <a:pt x="894544" y="1567893"/>
                  </a:lnTo>
                  <a:lnTo>
                    <a:pt x="884179" y="1560238"/>
                  </a:lnTo>
                  <a:lnTo>
                    <a:pt x="866269" y="1559641"/>
                  </a:lnTo>
                  <a:lnTo>
                    <a:pt x="862807" y="1561525"/>
                  </a:lnTo>
                  <a:lnTo>
                    <a:pt x="862807" y="926074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h40"/>
            <p:cNvSpPr/>
            <p:nvPr/>
          </p:nvSpPr>
          <p:spPr>
            <a:xfrm>
              <a:off x="1808159" y="2473318"/>
              <a:ext cx="914400" cy="923610"/>
            </a:xfrm>
            <a:custGeom>
              <a:avLst/>
              <a:pathLst>
                <a:path w="914400" h="923610">
                  <a:moveTo>
                    <a:pt x="914400" y="914399"/>
                  </a:moveTo>
                  <a:lnTo>
                    <a:pt x="909693" y="923610"/>
                  </a:lnTo>
                  <a:lnTo>
                    <a:pt x="909693" y="907057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h41"/>
            <p:cNvSpPr/>
            <p:nvPr/>
          </p:nvSpPr>
          <p:spPr>
            <a:xfrm>
              <a:off x="1940222" y="2548854"/>
              <a:ext cx="940769" cy="1102986"/>
            </a:xfrm>
            <a:custGeom>
              <a:avLst/>
              <a:pathLst>
                <a:path w="940769" h="1102986">
                  <a:moveTo>
                    <a:pt x="914400" y="914400"/>
                  </a:moveTo>
                  <a:lnTo>
                    <a:pt x="924609" y="955642"/>
                  </a:lnTo>
                  <a:lnTo>
                    <a:pt x="940769" y="1001771"/>
                  </a:lnTo>
                  <a:lnTo>
                    <a:pt x="934021" y="1021080"/>
                  </a:lnTo>
                  <a:lnTo>
                    <a:pt x="938611" y="1045818"/>
                  </a:lnTo>
                  <a:lnTo>
                    <a:pt x="934002" y="1071624"/>
                  </a:lnTo>
                  <a:lnTo>
                    <a:pt x="901856" y="1101629"/>
                  </a:lnTo>
                  <a:lnTo>
                    <a:pt x="865802" y="1102986"/>
                  </a:lnTo>
                  <a:lnTo>
                    <a:pt x="828328" y="1088491"/>
                  </a:lnTo>
                  <a:lnTo>
                    <a:pt x="777630" y="1061764"/>
                  </a:lnTo>
                  <a:lnTo>
                    <a:pt x="777630" y="922117"/>
                  </a:lnTo>
                  <a:lnTo>
                    <a:pt x="834609" y="894674"/>
                  </a:lnTo>
                  <a:lnTo>
                    <a:pt x="848047" y="899072"/>
                  </a:lnTo>
                  <a:lnTo>
                    <a:pt x="862068" y="913386"/>
                  </a:lnTo>
                  <a:lnTo>
                    <a:pt x="878209" y="914237"/>
                  </a:lnTo>
                  <a:lnTo>
                    <a:pt x="901642" y="893932"/>
                  </a:lnTo>
                  <a:lnTo>
                    <a:pt x="906096" y="895054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h42"/>
            <p:cNvSpPr/>
            <p:nvPr/>
          </p:nvSpPr>
          <p:spPr>
            <a:xfrm>
              <a:off x="2109799" y="2818677"/>
              <a:ext cx="959711" cy="988795"/>
            </a:xfrm>
            <a:custGeom>
              <a:avLst/>
              <a:pathLst>
                <a:path w="959711" h="988795">
                  <a:moveTo>
                    <a:pt x="914400" y="914400"/>
                  </a:moveTo>
                  <a:lnTo>
                    <a:pt x="938241" y="913078"/>
                  </a:lnTo>
                  <a:lnTo>
                    <a:pt x="954460" y="922615"/>
                  </a:lnTo>
                  <a:lnTo>
                    <a:pt x="958330" y="937346"/>
                  </a:lnTo>
                  <a:lnTo>
                    <a:pt x="959711" y="970047"/>
                  </a:lnTo>
                  <a:lnTo>
                    <a:pt x="942675" y="979584"/>
                  </a:lnTo>
                  <a:lnTo>
                    <a:pt x="923870" y="976345"/>
                  </a:lnTo>
                  <a:lnTo>
                    <a:pt x="898278" y="988795"/>
                  </a:lnTo>
                  <a:lnTo>
                    <a:pt x="814268" y="935337"/>
                  </a:lnTo>
                  <a:lnTo>
                    <a:pt x="815493" y="890765"/>
                  </a:lnTo>
                  <a:lnTo>
                    <a:pt x="818857" y="873265"/>
                  </a:lnTo>
                  <a:lnTo>
                    <a:pt x="858665" y="869103"/>
                  </a:lnTo>
                  <a:lnTo>
                    <a:pt x="879162" y="891398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h43"/>
            <p:cNvSpPr/>
            <p:nvPr/>
          </p:nvSpPr>
          <p:spPr>
            <a:xfrm>
              <a:off x="1940806" y="2850003"/>
              <a:ext cx="966439" cy="914400"/>
            </a:xfrm>
            <a:custGeom>
              <a:avLst/>
              <a:pathLst>
                <a:path w="966439" h="914400">
                  <a:moveTo>
                    <a:pt x="914400" y="914400"/>
                  </a:moveTo>
                  <a:lnTo>
                    <a:pt x="902401" y="884377"/>
                  </a:lnTo>
                  <a:lnTo>
                    <a:pt x="900845" y="874985"/>
                  </a:lnTo>
                  <a:lnTo>
                    <a:pt x="914944" y="855766"/>
                  </a:lnTo>
                  <a:lnTo>
                    <a:pt x="924065" y="833995"/>
                  </a:lnTo>
                  <a:lnTo>
                    <a:pt x="947654" y="800571"/>
                  </a:lnTo>
                  <a:lnTo>
                    <a:pt x="961247" y="761409"/>
                  </a:lnTo>
                  <a:lnTo>
                    <a:pt x="966439" y="762025"/>
                  </a:lnTo>
                  <a:lnTo>
                    <a:pt x="960411" y="796897"/>
                  </a:lnTo>
                  <a:lnTo>
                    <a:pt x="929432" y="894167"/>
                  </a:lnTo>
                  <a:lnTo>
                    <a:pt x="923228" y="912300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h44"/>
            <p:cNvSpPr/>
            <p:nvPr/>
          </p:nvSpPr>
          <p:spPr>
            <a:xfrm>
              <a:off x="2303489" y="2773725"/>
              <a:ext cx="922003" cy="936043"/>
            </a:xfrm>
            <a:custGeom>
              <a:avLst/>
              <a:pathLst>
                <a:path w="922003" h="936043">
                  <a:moveTo>
                    <a:pt x="914400" y="914400"/>
                  </a:moveTo>
                  <a:lnTo>
                    <a:pt x="883829" y="910346"/>
                  </a:lnTo>
                  <a:lnTo>
                    <a:pt x="849369" y="936043"/>
                  </a:lnTo>
                  <a:lnTo>
                    <a:pt x="836301" y="927918"/>
                  </a:lnTo>
                  <a:lnTo>
                    <a:pt x="841241" y="911504"/>
                  </a:lnTo>
                  <a:lnTo>
                    <a:pt x="844838" y="905532"/>
                  </a:lnTo>
                  <a:lnTo>
                    <a:pt x="856429" y="898565"/>
                  </a:lnTo>
                  <a:lnTo>
                    <a:pt x="864168" y="888376"/>
                  </a:lnTo>
                  <a:lnTo>
                    <a:pt x="867202" y="872433"/>
                  </a:lnTo>
                  <a:lnTo>
                    <a:pt x="874378" y="881029"/>
                  </a:lnTo>
                  <a:lnTo>
                    <a:pt x="895711" y="884630"/>
                  </a:lnTo>
                  <a:lnTo>
                    <a:pt x="906135" y="889715"/>
                  </a:lnTo>
                  <a:lnTo>
                    <a:pt x="914847" y="897189"/>
                  </a:lnTo>
                  <a:lnTo>
                    <a:pt x="922003" y="908880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h45"/>
            <p:cNvSpPr/>
            <p:nvPr/>
          </p:nvSpPr>
          <p:spPr>
            <a:xfrm>
              <a:off x="2315546" y="2550193"/>
              <a:ext cx="933146" cy="914400"/>
            </a:xfrm>
            <a:custGeom>
              <a:avLst/>
              <a:pathLst>
                <a:path w="933146" h="914400">
                  <a:moveTo>
                    <a:pt x="914400" y="914400"/>
                  </a:moveTo>
                  <a:lnTo>
                    <a:pt x="910277" y="913567"/>
                  </a:lnTo>
                  <a:lnTo>
                    <a:pt x="904190" y="891941"/>
                  </a:lnTo>
                  <a:lnTo>
                    <a:pt x="914069" y="878785"/>
                  </a:lnTo>
                  <a:lnTo>
                    <a:pt x="919903" y="867619"/>
                  </a:lnTo>
                  <a:lnTo>
                    <a:pt x="924045" y="867945"/>
                  </a:lnTo>
                  <a:lnTo>
                    <a:pt x="929704" y="880016"/>
                  </a:lnTo>
                  <a:lnTo>
                    <a:pt x="933146" y="898637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h46"/>
            <p:cNvSpPr/>
            <p:nvPr/>
          </p:nvSpPr>
          <p:spPr>
            <a:xfrm>
              <a:off x="1886549" y="2815872"/>
              <a:ext cx="931843" cy="914400"/>
            </a:xfrm>
            <a:custGeom>
              <a:avLst/>
              <a:pathLst>
                <a:path w="931843" h="914400">
                  <a:moveTo>
                    <a:pt x="914400" y="914400"/>
                  </a:moveTo>
                  <a:lnTo>
                    <a:pt x="899114" y="906328"/>
                  </a:lnTo>
                  <a:lnTo>
                    <a:pt x="874242" y="875926"/>
                  </a:lnTo>
                  <a:lnTo>
                    <a:pt x="871111" y="867855"/>
                  </a:lnTo>
                  <a:lnTo>
                    <a:pt x="884179" y="873012"/>
                  </a:lnTo>
                  <a:lnTo>
                    <a:pt x="900398" y="888901"/>
                  </a:lnTo>
                  <a:lnTo>
                    <a:pt x="913680" y="892285"/>
                  </a:lnTo>
                  <a:lnTo>
                    <a:pt x="931843" y="905731"/>
                  </a:lnTo>
                  <a:lnTo>
                    <a:pt x="927759" y="910545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h47"/>
            <p:cNvSpPr/>
            <p:nvPr/>
          </p:nvSpPr>
          <p:spPr>
            <a:xfrm>
              <a:off x="1803453" y="2800664"/>
              <a:ext cx="926593" cy="914399"/>
            </a:xfrm>
            <a:custGeom>
              <a:avLst/>
              <a:pathLst>
                <a:path w="926593" h="914399">
                  <a:moveTo>
                    <a:pt x="914400" y="914399"/>
                  </a:moveTo>
                  <a:lnTo>
                    <a:pt x="914400" y="874847"/>
                  </a:lnTo>
                  <a:lnTo>
                    <a:pt x="925893" y="903385"/>
                  </a:lnTo>
                  <a:lnTo>
                    <a:pt x="926593" y="911366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h48"/>
            <p:cNvSpPr/>
            <p:nvPr/>
          </p:nvSpPr>
          <p:spPr>
            <a:xfrm>
              <a:off x="1921009" y="2471961"/>
              <a:ext cx="928615" cy="914400"/>
            </a:xfrm>
            <a:custGeom>
              <a:avLst/>
              <a:pathLst>
                <a:path w="928615" h="914400">
                  <a:moveTo>
                    <a:pt x="914400" y="914400"/>
                  </a:moveTo>
                  <a:lnTo>
                    <a:pt x="901779" y="907468"/>
                  </a:lnTo>
                  <a:lnTo>
                    <a:pt x="900456" y="883490"/>
                  </a:lnTo>
                  <a:lnTo>
                    <a:pt x="905240" y="861955"/>
                  </a:lnTo>
                  <a:lnTo>
                    <a:pt x="899620" y="842700"/>
                  </a:lnTo>
                  <a:lnTo>
                    <a:pt x="905804" y="830322"/>
                  </a:lnTo>
                  <a:lnTo>
                    <a:pt x="923559" y="859150"/>
                  </a:lnTo>
                  <a:lnTo>
                    <a:pt x="928615" y="872704"/>
                  </a:lnTo>
                  <a:lnTo>
                    <a:pt x="921770" y="888901"/>
                  </a:lnTo>
                  <a:lnTo>
                    <a:pt x="917783" y="907740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h49"/>
            <p:cNvSpPr/>
            <p:nvPr/>
          </p:nvSpPr>
          <p:spPr>
            <a:xfrm>
              <a:off x="2004864" y="1929364"/>
              <a:ext cx="946876" cy="914400"/>
            </a:xfrm>
            <a:custGeom>
              <a:avLst/>
              <a:pathLst>
                <a:path w="946876" h="914400">
                  <a:moveTo>
                    <a:pt x="914400" y="914400"/>
                  </a:moveTo>
                  <a:lnTo>
                    <a:pt x="886999" y="902112"/>
                  </a:lnTo>
                  <a:lnTo>
                    <a:pt x="899095" y="884938"/>
                  </a:lnTo>
                  <a:lnTo>
                    <a:pt x="929199" y="877030"/>
                  </a:lnTo>
                  <a:lnTo>
                    <a:pt x="946876" y="879636"/>
                  </a:lnTo>
                  <a:lnTo>
                    <a:pt x="927429" y="896683"/>
                  </a:lnTo>
                  <a:lnTo>
                    <a:pt x="922509" y="905713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h50"/>
            <p:cNvSpPr/>
            <p:nvPr/>
          </p:nvSpPr>
          <p:spPr>
            <a:xfrm>
              <a:off x="2809242" y="2753691"/>
              <a:ext cx="931590" cy="914400"/>
            </a:xfrm>
            <a:custGeom>
              <a:avLst/>
              <a:pathLst>
                <a:path w="931590" h="914400">
                  <a:moveTo>
                    <a:pt x="914400" y="914400"/>
                  </a:moveTo>
                  <a:lnTo>
                    <a:pt x="881496" y="904012"/>
                  </a:lnTo>
                  <a:lnTo>
                    <a:pt x="841396" y="878333"/>
                  </a:lnTo>
                  <a:lnTo>
                    <a:pt x="847269" y="828005"/>
                  </a:lnTo>
                  <a:lnTo>
                    <a:pt x="857557" y="806253"/>
                  </a:lnTo>
                  <a:lnTo>
                    <a:pt x="930696" y="862661"/>
                  </a:lnTo>
                  <a:lnTo>
                    <a:pt x="931590" y="883925"/>
                  </a:lnTo>
                  <a:lnTo>
                    <a:pt x="921750" y="908120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t51"/>
            <p:cNvSpPr/>
            <p:nvPr/>
          </p:nvSpPr>
          <p:spPr>
            <a:xfrm>
              <a:off x="3237019" y="3331293"/>
              <a:ext cx="117405" cy="117405"/>
            </a:xfrm>
            <a:prstGeom prst="ellipse">
              <a:avLst/>
            </a:prstGeom>
            <a:solidFill>
              <a:srgbClr val="D7466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t52"/>
            <p:cNvSpPr/>
            <p:nvPr/>
          </p:nvSpPr>
          <p:spPr>
            <a:xfrm>
              <a:off x="4467036" y="1819316"/>
              <a:ext cx="117405" cy="117405"/>
            </a:xfrm>
            <a:prstGeom prst="ellipse">
              <a:avLst/>
            </a:prstGeom>
            <a:solidFill>
              <a:srgbClr val="00000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t53"/>
            <p:cNvSpPr/>
            <p:nvPr/>
          </p:nvSpPr>
          <p:spPr>
            <a:xfrm>
              <a:off x="3167226" y="3167619"/>
              <a:ext cx="117405" cy="117405"/>
            </a:xfrm>
            <a:prstGeom prst="ellipse">
              <a:avLst/>
            </a:prstGeom>
            <a:solidFill>
              <a:srgbClr val="F4846C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t54"/>
            <p:cNvSpPr/>
            <p:nvPr/>
          </p:nvSpPr>
          <p:spPr>
            <a:xfrm>
              <a:off x="3999455" y="2612334"/>
              <a:ext cx="117405" cy="117405"/>
            </a:xfrm>
            <a:prstGeom prst="ellipse">
              <a:avLst/>
            </a:prstGeom>
            <a:solidFill>
              <a:srgbClr val="00000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t55"/>
            <p:cNvSpPr/>
            <p:nvPr/>
          </p:nvSpPr>
          <p:spPr>
            <a:xfrm>
              <a:off x="3924039" y="2998048"/>
              <a:ext cx="117405" cy="117405"/>
            </a:xfrm>
            <a:prstGeom prst="ellipse">
              <a:avLst/>
            </a:prstGeom>
            <a:solidFill>
              <a:srgbClr val="51157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t56"/>
            <p:cNvSpPr/>
            <p:nvPr/>
          </p:nvSpPr>
          <p:spPr>
            <a:xfrm>
              <a:off x="3253143" y="3464461"/>
              <a:ext cx="117405" cy="117405"/>
            </a:xfrm>
            <a:prstGeom prst="ellipse">
              <a:avLst/>
            </a:prstGeom>
            <a:solidFill>
              <a:srgbClr val="00000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t57"/>
            <p:cNvSpPr/>
            <p:nvPr/>
          </p:nvSpPr>
          <p:spPr>
            <a:xfrm>
              <a:off x="2881315" y="2174205"/>
              <a:ext cx="117405" cy="117405"/>
            </a:xfrm>
            <a:prstGeom prst="ellipse">
              <a:avLst/>
            </a:prstGeom>
            <a:solidFill>
              <a:srgbClr val="641B78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t58"/>
            <p:cNvSpPr/>
            <p:nvPr/>
          </p:nvSpPr>
          <p:spPr>
            <a:xfrm>
              <a:off x="2971456" y="2479882"/>
              <a:ext cx="117405" cy="117405"/>
            </a:xfrm>
            <a:prstGeom prst="ellipse">
              <a:avLst/>
            </a:prstGeom>
            <a:solidFill>
              <a:srgbClr val="FCFDB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g59"/>
            <p:cNvSpPr/>
            <p:nvPr/>
          </p:nvSpPr>
          <p:spPr>
            <a:xfrm>
              <a:off x="3351701" y="3258375"/>
              <a:ext cx="379475" cy="191749"/>
            </a:xfrm>
            <a:custGeom>
              <a:avLst/>
              <a:pathLst>
                <a:path w="379475" h="191749">
                  <a:moveTo>
                    <a:pt x="27432" y="191749"/>
                  </a:moveTo>
                  <a:lnTo>
                    <a:pt x="352044" y="191749"/>
                  </a:lnTo>
                  <a:lnTo>
                    <a:pt x="350939" y="191727"/>
                  </a:lnTo>
                  <a:lnTo>
                    <a:pt x="355350" y="191549"/>
                  </a:lnTo>
                  <a:lnTo>
                    <a:pt x="359676" y="190666"/>
                  </a:lnTo>
                  <a:lnTo>
                    <a:pt x="363803" y="189101"/>
                  </a:lnTo>
                  <a:lnTo>
                    <a:pt x="367627" y="186893"/>
                  </a:lnTo>
                  <a:lnTo>
                    <a:pt x="371046" y="184101"/>
                  </a:lnTo>
                  <a:lnTo>
                    <a:pt x="373974" y="180797"/>
                  </a:lnTo>
                  <a:lnTo>
                    <a:pt x="376333" y="177065"/>
                  </a:lnTo>
                  <a:lnTo>
                    <a:pt x="378064" y="173004"/>
                  </a:lnTo>
                  <a:lnTo>
                    <a:pt x="379120" y="168718"/>
                  </a:lnTo>
                  <a:lnTo>
                    <a:pt x="379475" y="164317"/>
                  </a:lnTo>
                  <a:lnTo>
                    <a:pt x="379475" y="27431"/>
                  </a:lnTo>
                  <a:lnTo>
                    <a:pt x="379120" y="23031"/>
                  </a:lnTo>
                  <a:lnTo>
                    <a:pt x="378064" y="18745"/>
                  </a:lnTo>
                  <a:lnTo>
                    <a:pt x="376333" y="14683"/>
                  </a:lnTo>
                  <a:lnTo>
                    <a:pt x="373974" y="10952"/>
                  </a:lnTo>
                  <a:lnTo>
                    <a:pt x="371046" y="7647"/>
                  </a:lnTo>
                  <a:lnTo>
                    <a:pt x="367627" y="4855"/>
                  </a:lnTo>
                  <a:lnTo>
                    <a:pt x="363803" y="2648"/>
                  </a:lnTo>
                  <a:lnTo>
                    <a:pt x="359676" y="1083"/>
                  </a:lnTo>
                  <a:lnTo>
                    <a:pt x="355350" y="200"/>
                  </a:lnTo>
                  <a:lnTo>
                    <a:pt x="352044" y="0"/>
                  </a:lnTo>
                  <a:lnTo>
                    <a:pt x="27432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6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1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6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tx60"/>
            <p:cNvSpPr/>
            <p:nvPr/>
          </p:nvSpPr>
          <p:spPr>
            <a:xfrm>
              <a:off x="3397421" y="3304095"/>
              <a:ext cx="288036" cy="1003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3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BAR</a:t>
              </a:r>
            </a:p>
          </p:txBody>
        </p:sp>
        <p:sp>
          <p:nvSpPr>
            <p:cNvPr id="61" name="pg61"/>
            <p:cNvSpPr/>
            <p:nvPr/>
          </p:nvSpPr>
          <p:spPr>
            <a:xfrm>
              <a:off x="4224360" y="1937654"/>
              <a:ext cx="363931" cy="191749"/>
            </a:xfrm>
            <a:custGeom>
              <a:avLst/>
              <a:pathLst>
                <a:path w="363931" h="191749">
                  <a:moveTo>
                    <a:pt x="27431" y="191749"/>
                  </a:moveTo>
                  <a:lnTo>
                    <a:pt x="336499" y="191749"/>
                  </a:lnTo>
                  <a:lnTo>
                    <a:pt x="335394" y="191727"/>
                  </a:lnTo>
                  <a:lnTo>
                    <a:pt x="339805" y="191549"/>
                  </a:lnTo>
                  <a:lnTo>
                    <a:pt x="344131" y="190666"/>
                  </a:lnTo>
                  <a:lnTo>
                    <a:pt x="348259" y="189101"/>
                  </a:lnTo>
                  <a:lnTo>
                    <a:pt x="352082" y="186893"/>
                  </a:lnTo>
                  <a:lnTo>
                    <a:pt x="355502" y="184101"/>
                  </a:lnTo>
                  <a:lnTo>
                    <a:pt x="358429" y="180797"/>
                  </a:lnTo>
                  <a:lnTo>
                    <a:pt x="360789" y="177065"/>
                  </a:lnTo>
                  <a:lnTo>
                    <a:pt x="362519" y="173004"/>
                  </a:lnTo>
                  <a:lnTo>
                    <a:pt x="363575" y="168718"/>
                  </a:lnTo>
                  <a:lnTo>
                    <a:pt x="363931" y="164317"/>
                  </a:lnTo>
                  <a:lnTo>
                    <a:pt x="363931" y="27431"/>
                  </a:lnTo>
                  <a:lnTo>
                    <a:pt x="363575" y="23031"/>
                  </a:lnTo>
                  <a:lnTo>
                    <a:pt x="362519" y="18745"/>
                  </a:lnTo>
                  <a:lnTo>
                    <a:pt x="360789" y="14683"/>
                  </a:lnTo>
                  <a:lnTo>
                    <a:pt x="358429" y="10952"/>
                  </a:lnTo>
                  <a:lnTo>
                    <a:pt x="355502" y="7647"/>
                  </a:lnTo>
                  <a:lnTo>
                    <a:pt x="352082" y="4855"/>
                  </a:lnTo>
                  <a:lnTo>
                    <a:pt x="348259" y="2648"/>
                  </a:lnTo>
                  <a:lnTo>
                    <a:pt x="344131" y="1083"/>
                  </a:lnTo>
                  <a:lnTo>
                    <a:pt x="339805" y="200"/>
                  </a:lnTo>
                  <a:lnTo>
                    <a:pt x="336499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5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1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5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tx62"/>
            <p:cNvSpPr/>
            <p:nvPr/>
          </p:nvSpPr>
          <p:spPr>
            <a:xfrm>
              <a:off x="4270080" y="1983374"/>
              <a:ext cx="272491" cy="1003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3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BJO</a:t>
              </a:r>
            </a:p>
          </p:txBody>
        </p:sp>
        <p:sp>
          <p:nvSpPr>
            <p:cNvPr id="63" name="pg63"/>
            <p:cNvSpPr/>
            <p:nvPr/>
          </p:nvSpPr>
          <p:spPr>
            <a:xfrm>
              <a:off x="2901506" y="2975232"/>
              <a:ext cx="410565" cy="191749"/>
            </a:xfrm>
            <a:custGeom>
              <a:avLst/>
              <a:pathLst>
                <a:path w="410565" h="191749">
                  <a:moveTo>
                    <a:pt x="27431" y="191749"/>
                  </a:moveTo>
                  <a:lnTo>
                    <a:pt x="383133" y="191749"/>
                  </a:lnTo>
                  <a:lnTo>
                    <a:pt x="382029" y="191727"/>
                  </a:lnTo>
                  <a:lnTo>
                    <a:pt x="386440" y="191549"/>
                  </a:lnTo>
                  <a:lnTo>
                    <a:pt x="390765" y="190666"/>
                  </a:lnTo>
                  <a:lnTo>
                    <a:pt x="394893" y="189101"/>
                  </a:lnTo>
                  <a:lnTo>
                    <a:pt x="398716" y="186893"/>
                  </a:lnTo>
                  <a:lnTo>
                    <a:pt x="402136" y="184101"/>
                  </a:lnTo>
                  <a:lnTo>
                    <a:pt x="405063" y="180797"/>
                  </a:lnTo>
                  <a:lnTo>
                    <a:pt x="407423" y="177065"/>
                  </a:lnTo>
                  <a:lnTo>
                    <a:pt x="409153" y="173004"/>
                  </a:lnTo>
                  <a:lnTo>
                    <a:pt x="410210" y="168718"/>
                  </a:lnTo>
                  <a:lnTo>
                    <a:pt x="410565" y="164317"/>
                  </a:lnTo>
                  <a:lnTo>
                    <a:pt x="410565" y="27432"/>
                  </a:lnTo>
                  <a:lnTo>
                    <a:pt x="410210" y="23031"/>
                  </a:lnTo>
                  <a:lnTo>
                    <a:pt x="409153" y="18745"/>
                  </a:lnTo>
                  <a:lnTo>
                    <a:pt x="407423" y="14683"/>
                  </a:lnTo>
                  <a:lnTo>
                    <a:pt x="405063" y="10952"/>
                  </a:lnTo>
                  <a:lnTo>
                    <a:pt x="402136" y="7647"/>
                  </a:lnTo>
                  <a:lnTo>
                    <a:pt x="398716" y="4855"/>
                  </a:lnTo>
                  <a:lnTo>
                    <a:pt x="394893" y="2648"/>
                  </a:lnTo>
                  <a:lnTo>
                    <a:pt x="390765" y="1083"/>
                  </a:lnTo>
                  <a:lnTo>
                    <a:pt x="386440" y="200"/>
                  </a:lnTo>
                  <a:lnTo>
                    <a:pt x="383133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6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2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6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tx64"/>
            <p:cNvSpPr/>
            <p:nvPr/>
          </p:nvSpPr>
          <p:spPr>
            <a:xfrm>
              <a:off x="2947226" y="3020952"/>
              <a:ext cx="319125" cy="1003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3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HOG</a:t>
              </a:r>
            </a:p>
          </p:txBody>
        </p:sp>
        <p:sp>
          <p:nvSpPr>
            <p:cNvPr id="65" name="pg65"/>
            <p:cNvSpPr/>
            <p:nvPr/>
          </p:nvSpPr>
          <p:spPr>
            <a:xfrm>
              <a:off x="3975929" y="2419900"/>
              <a:ext cx="402701" cy="191749"/>
            </a:xfrm>
            <a:custGeom>
              <a:avLst/>
              <a:pathLst>
                <a:path w="402701" h="191749">
                  <a:moveTo>
                    <a:pt x="27432" y="191749"/>
                  </a:moveTo>
                  <a:lnTo>
                    <a:pt x="375269" y="191749"/>
                  </a:lnTo>
                  <a:lnTo>
                    <a:pt x="374165" y="191727"/>
                  </a:lnTo>
                  <a:lnTo>
                    <a:pt x="378576" y="191549"/>
                  </a:lnTo>
                  <a:lnTo>
                    <a:pt x="382901" y="190666"/>
                  </a:lnTo>
                  <a:lnTo>
                    <a:pt x="387029" y="189101"/>
                  </a:lnTo>
                  <a:lnTo>
                    <a:pt x="390852" y="186893"/>
                  </a:lnTo>
                  <a:lnTo>
                    <a:pt x="394272" y="184101"/>
                  </a:lnTo>
                  <a:lnTo>
                    <a:pt x="397200" y="180797"/>
                  </a:lnTo>
                  <a:lnTo>
                    <a:pt x="399559" y="177065"/>
                  </a:lnTo>
                  <a:lnTo>
                    <a:pt x="401290" y="173004"/>
                  </a:lnTo>
                  <a:lnTo>
                    <a:pt x="402346" y="168718"/>
                  </a:lnTo>
                  <a:lnTo>
                    <a:pt x="402701" y="164317"/>
                  </a:lnTo>
                  <a:lnTo>
                    <a:pt x="402701" y="27431"/>
                  </a:lnTo>
                  <a:lnTo>
                    <a:pt x="402346" y="23031"/>
                  </a:lnTo>
                  <a:lnTo>
                    <a:pt x="401290" y="18745"/>
                  </a:lnTo>
                  <a:lnTo>
                    <a:pt x="399559" y="14683"/>
                  </a:lnTo>
                  <a:lnTo>
                    <a:pt x="397200" y="10952"/>
                  </a:lnTo>
                  <a:lnTo>
                    <a:pt x="394272" y="7647"/>
                  </a:lnTo>
                  <a:lnTo>
                    <a:pt x="390852" y="4855"/>
                  </a:lnTo>
                  <a:lnTo>
                    <a:pt x="387029" y="2648"/>
                  </a:lnTo>
                  <a:lnTo>
                    <a:pt x="382901" y="1083"/>
                  </a:lnTo>
                  <a:lnTo>
                    <a:pt x="378576" y="200"/>
                  </a:lnTo>
                  <a:lnTo>
                    <a:pt x="375269" y="0"/>
                  </a:lnTo>
                  <a:lnTo>
                    <a:pt x="27432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5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1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5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tx66"/>
            <p:cNvSpPr/>
            <p:nvPr/>
          </p:nvSpPr>
          <p:spPr>
            <a:xfrm>
              <a:off x="4021649" y="2465620"/>
              <a:ext cx="311261" cy="1003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3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HOR</a:t>
              </a:r>
            </a:p>
          </p:txBody>
        </p:sp>
        <p:sp>
          <p:nvSpPr>
            <p:cNvPr id="67" name="pg67"/>
            <p:cNvSpPr/>
            <p:nvPr/>
          </p:nvSpPr>
          <p:spPr>
            <a:xfrm>
              <a:off x="3924057" y="2805420"/>
              <a:ext cx="356250" cy="191749"/>
            </a:xfrm>
            <a:custGeom>
              <a:avLst/>
              <a:pathLst>
                <a:path w="356250" h="191749">
                  <a:moveTo>
                    <a:pt x="27431" y="191749"/>
                  </a:moveTo>
                  <a:lnTo>
                    <a:pt x="328818" y="191749"/>
                  </a:lnTo>
                  <a:lnTo>
                    <a:pt x="327713" y="191727"/>
                  </a:lnTo>
                  <a:lnTo>
                    <a:pt x="332124" y="191549"/>
                  </a:lnTo>
                  <a:lnTo>
                    <a:pt x="336450" y="190666"/>
                  </a:lnTo>
                  <a:lnTo>
                    <a:pt x="340578" y="189101"/>
                  </a:lnTo>
                  <a:lnTo>
                    <a:pt x="344401" y="186893"/>
                  </a:lnTo>
                  <a:lnTo>
                    <a:pt x="347821" y="184101"/>
                  </a:lnTo>
                  <a:lnTo>
                    <a:pt x="350748" y="180797"/>
                  </a:lnTo>
                  <a:lnTo>
                    <a:pt x="353108" y="177065"/>
                  </a:lnTo>
                  <a:lnTo>
                    <a:pt x="354838" y="173004"/>
                  </a:lnTo>
                  <a:lnTo>
                    <a:pt x="355895" y="168718"/>
                  </a:lnTo>
                  <a:lnTo>
                    <a:pt x="356250" y="164317"/>
                  </a:lnTo>
                  <a:lnTo>
                    <a:pt x="356250" y="27431"/>
                  </a:lnTo>
                  <a:lnTo>
                    <a:pt x="355895" y="23031"/>
                  </a:lnTo>
                  <a:lnTo>
                    <a:pt x="354838" y="18745"/>
                  </a:lnTo>
                  <a:lnTo>
                    <a:pt x="353108" y="14683"/>
                  </a:lnTo>
                  <a:lnTo>
                    <a:pt x="350748" y="10952"/>
                  </a:lnTo>
                  <a:lnTo>
                    <a:pt x="347821" y="7647"/>
                  </a:lnTo>
                  <a:lnTo>
                    <a:pt x="344401" y="4855"/>
                  </a:lnTo>
                  <a:lnTo>
                    <a:pt x="340578" y="2648"/>
                  </a:lnTo>
                  <a:lnTo>
                    <a:pt x="336450" y="1083"/>
                  </a:lnTo>
                  <a:lnTo>
                    <a:pt x="332124" y="200"/>
                  </a:lnTo>
                  <a:lnTo>
                    <a:pt x="328818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5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1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5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tx68"/>
            <p:cNvSpPr/>
            <p:nvPr/>
          </p:nvSpPr>
          <p:spPr>
            <a:xfrm>
              <a:off x="3969777" y="2851140"/>
              <a:ext cx="264810" cy="1003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3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KAL</a:t>
              </a:r>
            </a:p>
          </p:txBody>
        </p:sp>
        <p:sp>
          <p:nvSpPr>
            <p:cNvPr id="69" name="pg69"/>
            <p:cNvSpPr/>
            <p:nvPr/>
          </p:nvSpPr>
          <p:spPr>
            <a:xfrm>
              <a:off x="3237818" y="3582915"/>
              <a:ext cx="387156" cy="191749"/>
            </a:xfrm>
            <a:custGeom>
              <a:avLst/>
              <a:pathLst>
                <a:path w="387156" h="191749">
                  <a:moveTo>
                    <a:pt x="27431" y="191749"/>
                  </a:moveTo>
                  <a:lnTo>
                    <a:pt x="359724" y="191749"/>
                  </a:lnTo>
                  <a:lnTo>
                    <a:pt x="358620" y="191727"/>
                  </a:lnTo>
                  <a:lnTo>
                    <a:pt x="363031" y="191549"/>
                  </a:lnTo>
                  <a:lnTo>
                    <a:pt x="367357" y="190666"/>
                  </a:lnTo>
                  <a:lnTo>
                    <a:pt x="371484" y="189101"/>
                  </a:lnTo>
                  <a:lnTo>
                    <a:pt x="375308" y="186893"/>
                  </a:lnTo>
                  <a:lnTo>
                    <a:pt x="378727" y="184101"/>
                  </a:lnTo>
                  <a:lnTo>
                    <a:pt x="381655" y="180797"/>
                  </a:lnTo>
                  <a:lnTo>
                    <a:pt x="384014" y="177065"/>
                  </a:lnTo>
                  <a:lnTo>
                    <a:pt x="385745" y="173004"/>
                  </a:lnTo>
                  <a:lnTo>
                    <a:pt x="386801" y="168718"/>
                  </a:lnTo>
                  <a:lnTo>
                    <a:pt x="387156" y="164317"/>
                  </a:lnTo>
                  <a:lnTo>
                    <a:pt x="387156" y="27431"/>
                  </a:lnTo>
                  <a:lnTo>
                    <a:pt x="386801" y="23031"/>
                  </a:lnTo>
                  <a:lnTo>
                    <a:pt x="385745" y="18745"/>
                  </a:lnTo>
                  <a:lnTo>
                    <a:pt x="384014" y="14683"/>
                  </a:lnTo>
                  <a:lnTo>
                    <a:pt x="381655" y="10952"/>
                  </a:lnTo>
                  <a:lnTo>
                    <a:pt x="378727" y="7647"/>
                  </a:lnTo>
                  <a:lnTo>
                    <a:pt x="375308" y="4855"/>
                  </a:lnTo>
                  <a:lnTo>
                    <a:pt x="371484" y="2648"/>
                  </a:lnTo>
                  <a:lnTo>
                    <a:pt x="367357" y="1083"/>
                  </a:lnTo>
                  <a:lnTo>
                    <a:pt x="363031" y="200"/>
                  </a:lnTo>
                  <a:lnTo>
                    <a:pt x="359724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6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1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6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tx70"/>
            <p:cNvSpPr/>
            <p:nvPr/>
          </p:nvSpPr>
          <p:spPr>
            <a:xfrm>
              <a:off x="3283538" y="3628635"/>
              <a:ext cx="295716" cy="1003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3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KUR</a:t>
              </a:r>
            </a:p>
          </p:txBody>
        </p:sp>
        <p:sp>
          <p:nvSpPr>
            <p:cNvPr id="71" name="pg71"/>
            <p:cNvSpPr/>
            <p:nvPr/>
          </p:nvSpPr>
          <p:spPr>
            <a:xfrm>
              <a:off x="2664005" y="2292582"/>
              <a:ext cx="343082" cy="191749"/>
            </a:xfrm>
            <a:custGeom>
              <a:avLst/>
              <a:pathLst>
                <a:path w="343082" h="191749">
                  <a:moveTo>
                    <a:pt x="27431" y="191749"/>
                  </a:moveTo>
                  <a:lnTo>
                    <a:pt x="315650" y="191749"/>
                  </a:lnTo>
                  <a:lnTo>
                    <a:pt x="314546" y="191727"/>
                  </a:lnTo>
                  <a:lnTo>
                    <a:pt x="318957" y="191549"/>
                  </a:lnTo>
                  <a:lnTo>
                    <a:pt x="323282" y="190666"/>
                  </a:lnTo>
                  <a:lnTo>
                    <a:pt x="327410" y="189101"/>
                  </a:lnTo>
                  <a:lnTo>
                    <a:pt x="331234" y="186893"/>
                  </a:lnTo>
                  <a:lnTo>
                    <a:pt x="334653" y="184101"/>
                  </a:lnTo>
                  <a:lnTo>
                    <a:pt x="337581" y="180797"/>
                  </a:lnTo>
                  <a:lnTo>
                    <a:pt x="339940" y="177065"/>
                  </a:lnTo>
                  <a:lnTo>
                    <a:pt x="341671" y="173004"/>
                  </a:lnTo>
                  <a:lnTo>
                    <a:pt x="342727" y="168718"/>
                  </a:lnTo>
                  <a:lnTo>
                    <a:pt x="343082" y="164317"/>
                  </a:lnTo>
                  <a:lnTo>
                    <a:pt x="343082" y="27431"/>
                  </a:lnTo>
                  <a:lnTo>
                    <a:pt x="342727" y="23031"/>
                  </a:lnTo>
                  <a:lnTo>
                    <a:pt x="341671" y="18745"/>
                  </a:lnTo>
                  <a:lnTo>
                    <a:pt x="339940" y="14683"/>
                  </a:lnTo>
                  <a:lnTo>
                    <a:pt x="337581" y="10952"/>
                  </a:lnTo>
                  <a:lnTo>
                    <a:pt x="334653" y="7647"/>
                  </a:lnTo>
                  <a:lnTo>
                    <a:pt x="331234" y="4855"/>
                  </a:lnTo>
                  <a:lnTo>
                    <a:pt x="327410" y="2648"/>
                  </a:lnTo>
                  <a:lnTo>
                    <a:pt x="323282" y="1083"/>
                  </a:lnTo>
                  <a:lnTo>
                    <a:pt x="318957" y="200"/>
                  </a:lnTo>
                  <a:lnTo>
                    <a:pt x="315650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5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1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5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tx72"/>
            <p:cNvSpPr/>
            <p:nvPr/>
          </p:nvSpPr>
          <p:spPr>
            <a:xfrm>
              <a:off x="2709725" y="2338302"/>
              <a:ext cx="251642" cy="1003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3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VAT</a:t>
              </a:r>
            </a:p>
          </p:txBody>
        </p:sp>
        <p:sp>
          <p:nvSpPr>
            <p:cNvPr id="73" name="pg73"/>
            <p:cNvSpPr/>
            <p:nvPr/>
          </p:nvSpPr>
          <p:spPr>
            <a:xfrm>
              <a:off x="2752376" y="2598056"/>
              <a:ext cx="317296" cy="191749"/>
            </a:xfrm>
            <a:custGeom>
              <a:avLst/>
              <a:pathLst>
                <a:path w="317296" h="191749">
                  <a:moveTo>
                    <a:pt x="27431" y="191749"/>
                  </a:moveTo>
                  <a:lnTo>
                    <a:pt x="289864" y="191749"/>
                  </a:lnTo>
                  <a:lnTo>
                    <a:pt x="288760" y="191727"/>
                  </a:lnTo>
                  <a:lnTo>
                    <a:pt x="293171" y="191549"/>
                  </a:lnTo>
                  <a:lnTo>
                    <a:pt x="297496" y="190666"/>
                  </a:lnTo>
                  <a:lnTo>
                    <a:pt x="301624" y="189101"/>
                  </a:lnTo>
                  <a:lnTo>
                    <a:pt x="305447" y="186893"/>
                  </a:lnTo>
                  <a:lnTo>
                    <a:pt x="308867" y="184101"/>
                  </a:lnTo>
                  <a:lnTo>
                    <a:pt x="311795" y="180797"/>
                  </a:lnTo>
                  <a:lnTo>
                    <a:pt x="314154" y="177065"/>
                  </a:lnTo>
                  <a:lnTo>
                    <a:pt x="315885" y="173004"/>
                  </a:lnTo>
                  <a:lnTo>
                    <a:pt x="316941" y="168718"/>
                  </a:lnTo>
                  <a:lnTo>
                    <a:pt x="317296" y="164317"/>
                  </a:lnTo>
                  <a:lnTo>
                    <a:pt x="317296" y="27431"/>
                  </a:lnTo>
                  <a:lnTo>
                    <a:pt x="316941" y="23031"/>
                  </a:lnTo>
                  <a:lnTo>
                    <a:pt x="315885" y="18745"/>
                  </a:lnTo>
                  <a:lnTo>
                    <a:pt x="314154" y="14683"/>
                  </a:lnTo>
                  <a:lnTo>
                    <a:pt x="311795" y="10952"/>
                  </a:lnTo>
                  <a:lnTo>
                    <a:pt x="308867" y="7647"/>
                  </a:lnTo>
                  <a:lnTo>
                    <a:pt x="305447" y="4855"/>
                  </a:lnTo>
                  <a:lnTo>
                    <a:pt x="301624" y="2648"/>
                  </a:lnTo>
                  <a:lnTo>
                    <a:pt x="297496" y="1083"/>
                  </a:lnTo>
                  <a:lnTo>
                    <a:pt x="293171" y="200"/>
                  </a:lnTo>
                  <a:lnTo>
                    <a:pt x="289864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6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1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6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tx74"/>
            <p:cNvSpPr/>
            <p:nvPr/>
          </p:nvSpPr>
          <p:spPr>
            <a:xfrm>
              <a:off x="2798096" y="2643776"/>
              <a:ext cx="225856" cy="1003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3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VIK</a:t>
              </a:r>
            </a:p>
          </p:txBody>
        </p:sp>
        <p:sp>
          <p:nvSpPr>
            <p:cNvPr id="75" name="rc75"/>
            <p:cNvSpPr/>
            <p:nvPr/>
          </p:nvSpPr>
          <p:spPr>
            <a:xfrm>
              <a:off x="2618285" y="1316468"/>
              <a:ext cx="2190487" cy="2853791"/>
            </a:xfrm>
            <a:prstGeom prst="rect">
              <a:avLst/>
            </a:prstGeom>
            <a:noFill/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tx76"/>
            <p:cNvSpPr/>
            <p:nvPr/>
          </p:nvSpPr>
          <p:spPr>
            <a:xfrm>
              <a:off x="2305933" y="3999851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54</a:t>
              </a:r>
            </a:p>
          </p:txBody>
        </p:sp>
        <p:sp>
          <p:nvSpPr>
            <p:cNvPr id="77" name="tx77"/>
            <p:cNvSpPr/>
            <p:nvPr/>
          </p:nvSpPr>
          <p:spPr>
            <a:xfrm>
              <a:off x="2430291" y="3981380"/>
              <a:ext cx="44714" cy="984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78" name="tx78"/>
            <p:cNvSpPr/>
            <p:nvPr/>
          </p:nvSpPr>
          <p:spPr>
            <a:xfrm>
              <a:off x="2475005" y="3999851"/>
              <a:ext cx="80650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79" name="tx79"/>
            <p:cNvSpPr/>
            <p:nvPr/>
          </p:nvSpPr>
          <p:spPr>
            <a:xfrm>
              <a:off x="2305933" y="3629228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55</a:t>
              </a:r>
            </a:p>
          </p:txBody>
        </p:sp>
        <p:sp>
          <p:nvSpPr>
            <p:cNvPr id="80" name="tx80"/>
            <p:cNvSpPr/>
            <p:nvPr/>
          </p:nvSpPr>
          <p:spPr>
            <a:xfrm>
              <a:off x="2430291" y="3610758"/>
              <a:ext cx="44714" cy="984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81" name="tx81"/>
            <p:cNvSpPr/>
            <p:nvPr/>
          </p:nvSpPr>
          <p:spPr>
            <a:xfrm>
              <a:off x="2475005" y="3629228"/>
              <a:ext cx="80650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82" name="tx82"/>
            <p:cNvSpPr/>
            <p:nvPr/>
          </p:nvSpPr>
          <p:spPr>
            <a:xfrm>
              <a:off x="2305933" y="3258789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56</a:t>
              </a:r>
            </a:p>
          </p:txBody>
        </p:sp>
        <p:sp>
          <p:nvSpPr>
            <p:cNvPr id="83" name="tx83"/>
            <p:cNvSpPr/>
            <p:nvPr/>
          </p:nvSpPr>
          <p:spPr>
            <a:xfrm>
              <a:off x="2430291" y="3240318"/>
              <a:ext cx="44714" cy="984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84" name="tx84"/>
            <p:cNvSpPr/>
            <p:nvPr/>
          </p:nvSpPr>
          <p:spPr>
            <a:xfrm>
              <a:off x="2475005" y="3258789"/>
              <a:ext cx="80650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85" name="tx85"/>
            <p:cNvSpPr/>
            <p:nvPr/>
          </p:nvSpPr>
          <p:spPr>
            <a:xfrm>
              <a:off x="2305933" y="2887984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57</a:t>
              </a:r>
            </a:p>
          </p:txBody>
        </p:sp>
        <p:sp>
          <p:nvSpPr>
            <p:cNvPr id="86" name="tx86"/>
            <p:cNvSpPr/>
            <p:nvPr/>
          </p:nvSpPr>
          <p:spPr>
            <a:xfrm>
              <a:off x="2430291" y="2869513"/>
              <a:ext cx="44714" cy="984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87" name="tx87"/>
            <p:cNvSpPr/>
            <p:nvPr/>
          </p:nvSpPr>
          <p:spPr>
            <a:xfrm>
              <a:off x="2475005" y="2887984"/>
              <a:ext cx="80650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88" name="tx88"/>
            <p:cNvSpPr/>
            <p:nvPr/>
          </p:nvSpPr>
          <p:spPr>
            <a:xfrm>
              <a:off x="2305933" y="2517544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58</a:t>
              </a:r>
            </a:p>
          </p:txBody>
        </p:sp>
        <p:sp>
          <p:nvSpPr>
            <p:cNvPr id="89" name="tx89"/>
            <p:cNvSpPr/>
            <p:nvPr/>
          </p:nvSpPr>
          <p:spPr>
            <a:xfrm>
              <a:off x="2430291" y="2499073"/>
              <a:ext cx="44714" cy="984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90" name="tx90"/>
            <p:cNvSpPr/>
            <p:nvPr/>
          </p:nvSpPr>
          <p:spPr>
            <a:xfrm>
              <a:off x="2475005" y="2517544"/>
              <a:ext cx="80650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91" name="tx91"/>
            <p:cNvSpPr/>
            <p:nvPr/>
          </p:nvSpPr>
          <p:spPr>
            <a:xfrm>
              <a:off x="2305933" y="2146922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59</a:t>
              </a:r>
            </a:p>
          </p:txBody>
        </p:sp>
        <p:sp>
          <p:nvSpPr>
            <p:cNvPr id="92" name="tx92"/>
            <p:cNvSpPr/>
            <p:nvPr/>
          </p:nvSpPr>
          <p:spPr>
            <a:xfrm>
              <a:off x="2430291" y="2128451"/>
              <a:ext cx="44714" cy="984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93" name="tx93"/>
            <p:cNvSpPr/>
            <p:nvPr/>
          </p:nvSpPr>
          <p:spPr>
            <a:xfrm>
              <a:off x="2475005" y="2146922"/>
              <a:ext cx="80650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94" name="tx94"/>
            <p:cNvSpPr/>
            <p:nvPr/>
          </p:nvSpPr>
          <p:spPr>
            <a:xfrm>
              <a:off x="2305933" y="1776300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60</a:t>
              </a:r>
            </a:p>
          </p:txBody>
        </p:sp>
        <p:sp>
          <p:nvSpPr>
            <p:cNvPr id="95" name="tx95"/>
            <p:cNvSpPr/>
            <p:nvPr/>
          </p:nvSpPr>
          <p:spPr>
            <a:xfrm>
              <a:off x="2430291" y="1757829"/>
              <a:ext cx="44714" cy="984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96" name="tx96"/>
            <p:cNvSpPr/>
            <p:nvPr/>
          </p:nvSpPr>
          <p:spPr>
            <a:xfrm>
              <a:off x="2475005" y="1776300"/>
              <a:ext cx="80650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97" name="tx97"/>
            <p:cNvSpPr/>
            <p:nvPr/>
          </p:nvSpPr>
          <p:spPr>
            <a:xfrm>
              <a:off x="2305933" y="1405677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61</a:t>
              </a:r>
            </a:p>
          </p:txBody>
        </p:sp>
        <p:sp>
          <p:nvSpPr>
            <p:cNvPr id="98" name="tx98"/>
            <p:cNvSpPr/>
            <p:nvPr/>
          </p:nvSpPr>
          <p:spPr>
            <a:xfrm>
              <a:off x="2430291" y="1387207"/>
              <a:ext cx="44714" cy="984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99" name="tx99"/>
            <p:cNvSpPr/>
            <p:nvPr/>
          </p:nvSpPr>
          <p:spPr>
            <a:xfrm>
              <a:off x="2475005" y="1405677"/>
              <a:ext cx="80650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100" name="pl100"/>
            <p:cNvSpPr/>
            <p:nvPr/>
          </p:nvSpPr>
          <p:spPr>
            <a:xfrm>
              <a:off x="2583491" y="4040542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l101"/>
            <p:cNvSpPr/>
            <p:nvPr/>
          </p:nvSpPr>
          <p:spPr>
            <a:xfrm>
              <a:off x="2583491" y="3669919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l102"/>
            <p:cNvSpPr/>
            <p:nvPr/>
          </p:nvSpPr>
          <p:spPr>
            <a:xfrm>
              <a:off x="2583491" y="3299297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l103"/>
            <p:cNvSpPr/>
            <p:nvPr/>
          </p:nvSpPr>
          <p:spPr>
            <a:xfrm>
              <a:off x="2583491" y="2928675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l104"/>
            <p:cNvSpPr/>
            <p:nvPr/>
          </p:nvSpPr>
          <p:spPr>
            <a:xfrm>
              <a:off x="2583491" y="2558052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l105"/>
            <p:cNvSpPr/>
            <p:nvPr/>
          </p:nvSpPr>
          <p:spPr>
            <a:xfrm>
              <a:off x="2583491" y="2187430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l106"/>
            <p:cNvSpPr/>
            <p:nvPr/>
          </p:nvSpPr>
          <p:spPr>
            <a:xfrm>
              <a:off x="2583491" y="1816808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l107"/>
            <p:cNvSpPr/>
            <p:nvPr/>
          </p:nvSpPr>
          <p:spPr>
            <a:xfrm>
              <a:off x="2583491" y="1446185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l108"/>
            <p:cNvSpPr/>
            <p:nvPr/>
          </p:nvSpPr>
          <p:spPr>
            <a:xfrm>
              <a:off x="2717853" y="4170259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l109"/>
            <p:cNvSpPr/>
            <p:nvPr/>
          </p:nvSpPr>
          <p:spPr>
            <a:xfrm>
              <a:off x="3116124" y="4170259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l110"/>
            <p:cNvSpPr/>
            <p:nvPr/>
          </p:nvSpPr>
          <p:spPr>
            <a:xfrm>
              <a:off x="3514394" y="4170259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l111"/>
            <p:cNvSpPr/>
            <p:nvPr/>
          </p:nvSpPr>
          <p:spPr>
            <a:xfrm>
              <a:off x="3912664" y="4170259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l112"/>
            <p:cNvSpPr/>
            <p:nvPr/>
          </p:nvSpPr>
          <p:spPr>
            <a:xfrm>
              <a:off x="4310935" y="4170259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l113"/>
            <p:cNvSpPr/>
            <p:nvPr/>
          </p:nvSpPr>
          <p:spPr>
            <a:xfrm>
              <a:off x="4709205" y="4170259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tx114"/>
            <p:cNvSpPr/>
            <p:nvPr/>
          </p:nvSpPr>
          <p:spPr>
            <a:xfrm>
              <a:off x="2596055" y="4233255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115" name="tx115"/>
            <p:cNvSpPr/>
            <p:nvPr/>
          </p:nvSpPr>
          <p:spPr>
            <a:xfrm>
              <a:off x="2720413" y="4214784"/>
              <a:ext cx="44714" cy="984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116" name="tx116"/>
            <p:cNvSpPr/>
            <p:nvPr/>
          </p:nvSpPr>
          <p:spPr>
            <a:xfrm>
              <a:off x="2765128" y="4233255"/>
              <a:ext cx="74523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E</a:t>
              </a:r>
            </a:p>
          </p:txBody>
        </p:sp>
        <p:sp>
          <p:nvSpPr>
            <p:cNvPr id="117" name="tx117"/>
            <p:cNvSpPr/>
            <p:nvPr/>
          </p:nvSpPr>
          <p:spPr>
            <a:xfrm>
              <a:off x="2994325" y="4233255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12</a:t>
              </a:r>
            </a:p>
          </p:txBody>
        </p:sp>
        <p:sp>
          <p:nvSpPr>
            <p:cNvPr id="118" name="tx118"/>
            <p:cNvSpPr/>
            <p:nvPr/>
          </p:nvSpPr>
          <p:spPr>
            <a:xfrm>
              <a:off x="3118684" y="4214784"/>
              <a:ext cx="44714" cy="984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119" name="tx119"/>
            <p:cNvSpPr/>
            <p:nvPr/>
          </p:nvSpPr>
          <p:spPr>
            <a:xfrm>
              <a:off x="3163398" y="4233255"/>
              <a:ext cx="74523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E</a:t>
              </a:r>
            </a:p>
          </p:txBody>
        </p:sp>
        <p:sp>
          <p:nvSpPr>
            <p:cNvPr id="120" name="tx120"/>
            <p:cNvSpPr/>
            <p:nvPr/>
          </p:nvSpPr>
          <p:spPr>
            <a:xfrm>
              <a:off x="3392596" y="4233255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14</a:t>
              </a:r>
            </a:p>
          </p:txBody>
        </p:sp>
        <p:sp>
          <p:nvSpPr>
            <p:cNvPr id="121" name="tx121"/>
            <p:cNvSpPr/>
            <p:nvPr/>
          </p:nvSpPr>
          <p:spPr>
            <a:xfrm>
              <a:off x="3516954" y="4214784"/>
              <a:ext cx="44714" cy="984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122" name="tx122"/>
            <p:cNvSpPr/>
            <p:nvPr/>
          </p:nvSpPr>
          <p:spPr>
            <a:xfrm>
              <a:off x="3561668" y="4233255"/>
              <a:ext cx="74523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E</a:t>
              </a:r>
            </a:p>
          </p:txBody>
        </p:sp>
        <p:sp>
          <p:nvSpPr>
            <p:cNvPr id="123" name="tx123"/>
            <p:cNvSpPr/>
            <p:nvPr/>
          </p:nvSpPr>
          <p:spPr>
            <a:xfrm>
              <a:off x="3790866" y="4233255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16</a:t>
              </a:r>
            </a:p>
          </p:txBody>
        </p:sp>
        <p:sp>
          <p:nvSpPr>
            <p:cNvPr id="124" name="tx124"/>
            <p:cNvSpPr/>
            <p:nvPr/>
          </p:nvSpPr>
          <p:spPr>
            <a:xfrm>
              <a:off x="3915225" y="4214784"/>
              <a:ext cx="44714" cy="984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125" name="tx125"/>
            <p:cNvSpPr/>
            <p:nvPr/>
          </p:nvSpPr>
          <p:spPr>
            <a:xfrm>
              <a:off x="3959939" y="4233255"/>
              <a:ext cx="74523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E</a:t>
              </a:r>
            </a:p>
          </p:txBody>
        </p:sp>
        <p:sp>
          <p:nvSpPr>
            <p:cNvPr id="126" name="tx126"/>
            <p:cNvSpPr/>
            <p:nvPr/>
          </p:nvSpPr>
          <p:spPr>
            <a:xfrm>
              <a:off x="4189137" y="4233255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18</a:t>
              </a:r>
            </a:p>
          </p:txBody>
        </p:sp>
        <p:sp>
          <p:nvSpPr>
            <p:cNvPr id="127" name="tx127"/>
            <p:cNvSpPr/>
            <p:nvPr/>
          </p:nvSpPr>
          <p:spPr>
            <a:xfrm>
              <a:off x="4313495" y="4214784"/>
              <a:ext cx="44714" cy="984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128" name="tx128"/>
            <p:cNvSpPr/>
            <p:nvPr/>
          </p:nvSpPr>
          <p:spPr>
            <a:xfrm>
              <a:off x="4358209" y="4233255"/>
              <a:ext cx="74523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E</a:t>
              </a:r>
            </a:p>
          </p:txBody>
        </p:sp>
        <p:sp>
          <p:nvSpPr>
            <p:cNvPr id="129" name="tx129"/>
            <p:cNvSpPr/>
            <p:nvPr/>
          </p:nvSpPr>
          <p:spPr>
            <a:xfrm>
              <a:off x="4587407" y="4233255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20</a:t>
              </a:r>
            </a:p>
          </p:txBody>
        </p:sp>
        <p:sp>
          <p:nvSpPr>
            <p:cNvPr id="130" name="tx130"/>
            <p:cNvSpPr/>
            <p:nvPr/>
          </p:nvSpPr>
          <p:spPr>
            <a:xfrm>
              <a:off x="4711766" y="4214784"/>
              <a:ext cx="44714" cy="984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131" name="tx131"/>
            <p:cNvSpPr/>
            <p:nvPr/>
          </p:nvSpPr>
          <p:spPr>
            <a:xfrm>
              <a:off x="4756480" y="4233255"/>
              <a:ext cx="74523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E</a:t>
              </a:r>
            </a:p>
          </p:txBody>
        </p:sp>
        <p:sp>
          <p:nvSpPr>
            <p:cNvPr id="132" name="tx132"/>
            <p:cNvSpPr/>
            <p:nvPr/>
          </p:nvSpPr>
          <p:spPr>
            <a:xfrm>
              <a:off x="3406565" y="4372931"/>
              <a:ext cx="613928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Longitude</a:t>
              </a:r>
            </a:p>
          </p:txBody>
        </p:sp>
        <p:sp>
          <p:nvSpPr>
            <p:cNvPr id="133" name="tx133"/>
            <p:cNvSpPr/>
            <p:nvPr/>
          </p:nvSpPr>
          <p:spPr>
            <a:xfrm rot="-5400000">
              <a:off x="1943006" y="2693346"/>
              <a:ext cx="497342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Latitude</a:t>
              </a:r>
            </a:p>
          </p:txBody>
        </p:sp>
        <p:sp>
          <p:nvSpPr>
            <p:cNvPr id="134" name="rc134"/>
            <p:cNvSpPr/>
            <p:nvPr/>
          </p:nvSpPr>
          <p:spPr>
            <a:xfrm>
              <a:off x="4947951" y="1950162"/>
              <a:ext cx="682788" cy="158640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5" name="tx135"/>
            <p:cNvSpPr/>
            <p:nvPr/>
          </p:nvSpPr>
          <p:spPr>
            <a:xfrm>
              <a:off x="5017540" y="2034473"/>
              <a:ext cx="543610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Relative </a:t>
              </a:r>
            </a:p>
          </p:txBody>
        </p:sp>
        <p:sp>
          <p:nvSpPr>
            <p:cNvPr id="136" name="tx136"/>
            <p:cNvSpPr/>
            <p:nvPr/>
          </p:nvSpPr>
          <p:spPr>
            <a:xfrm>
              <a:off x="5017540" y="2185349"/>
              <a:ext cx="496884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Survival</a:t>
              </a:r>
            </a:p>
          </p:txBody>
        </p:sp>
        <p:pic>
          <p:nvPicPr>
            <p:cNvPr id="137" name="pic13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017540" y="2369695"/>
              <a:ext cx="219455" cy="1097280"/>
            </a:xfrm>
            <a:prstGeom prst="rect">
              <a:avLst/>
            </a:prstGeom>
          </p:spPr>
        </p:pic>
        <p:sp>
          <p:nvSpPr>
            <p:cNvPr id="138" name="pl138"/>
            <p:cNvSpPr/>
            <p:nvPr/>
          </p:nvSpPr>
          <p:spPr>
            <a:xfrm>
              <a:off x="5193105" y="3465147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l139"/>
            <p:cNvSpPr/>
            <p:nvPr/>
          </p:nvSpPr>
          <p:spPr>
            <a:xfrm>
              <a:off x="5193105" y="3191741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l140"/>
            <p:cNvSpPr/>
            <p:nvPr/>
          </p:nvSpPr>
          <p:spPr>
            <a:xfrm>
              <a:off x="5193105" y="2918335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l141"/>
            <p:cNvSpPr/>
            <p:nvPr/>
          </p:nvSpPr>
          <p:spPr>
            <a:xfrm>
              <a:off x="5193105" y="2644930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l142"/>
            <p:cNvSpPr/>
            <p:nvPr/>
          </p:nvSpPr>
          <p:spPr>
            <a:xfrm>
              <a:off x="5193105" y="2371524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l143"/>
            <p:cNvSpPr/>
            <p:nvPr/>
          </p:nvSpPr>
          <p:spPr>
            <a:xfrm>
              <a:off x="5017540" y="3465147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l144"/>
            <p:cNvSpPr/>
            <p:nvPr/>
          </p:nvSpPr>
          <p:spPr>
            <a:xfrm>
              <a:off x="5017540" y="3191741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l145"/>
            <p:cNvSpPr/>
            <p:nvPr/>
          </p:nvSpPr>
          <p:spPr>
            <a:xfrm>
              <a:off x="5017540" y="2918335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l146"/>
            <p:cNvSpPr/>
            <p:nvPr/>
          </p:nvSpPr>
          <p:spPr>
            <a:xfrm>
              <a:off x="5017540" y="2644930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l147"/>
            <p:cNvSpPr/>
            <p:nvPr/>
          </p:nvSpPr>
          <p:spPr>
            <a:xfrm>
              <a:off x="5017540" y="2371524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tx148"/>
            <p:cNvSpPr/>
            <p:nvPr/>
          </p:nvSpPr>
          <p:spPr>
            <a:xfrm>
              <a:off x="5306585" y="3425142"/>
              <a:ext cx="217627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149" name="tx149"/>
            <p:cNvSpPr/>
            <p:nvPr/>
          </p:nvSpPr>
          <p:spPr>
            <a:xfrm>
              <a:off x="5306585" y="3151736"/>
              <a:ext cx="217627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0.25</a:t>
              </a:r>
            </a:p>
          </p:txBody>
        </p:sp>
        <p:sp>
          <p:nvSpPr>
            <p:cNvPr id="150" name="tx150"/>
            <p:cNvSpPr/>
            <p:nvPr/>
          </p:nvSpPr>
          <p:spPr>
            <a:xfrm>
              <a:off x="5306585" y="2878330"/>
              <a:ext cx="217627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0.50</a:t>
              </a:r>
            </a:p>
          </p:txBody>
        </p:sp>
        <p:sp>
          <p:nvSpPr>
            <p:cNvPr id="151" name="tx151"/>
            <p:cNvSpPr/>
            <p:nvPr/>
          </p:nvSpPr>
          <p:spPr>
            <a:xfrm>
              <a:off x="5306585" y="2604925"/>
              <a:ext cx="217627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0.75</a:t>
              </a:r>
            </a:p>
          </p:txBody>
        </p:sp>
        <p:sp>
          <p:nvSpPr>
            <p:cNvPr id="152" name="tx152"/>
            <p:cNvSpPr/>
            <p:nvPr/>
          </p:nvSpPr>
          <p:spPr>
            <a:xfrm>
              <a:off x="5306585" y="2331519"/>
              <a:ext cx="217627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1.00</a:t>
              </a:r>
            </a:p>
          </p:txBody>
        </p:sp>
        <p:sp>
          <p:nvSpPr>
            <p:cNvPr id="153" name="tx153"/>
            <p:cNvSpPr/>
            <p:nvPr/>
          </p:nvSpPr>
          <p:spPr>
            <a:xfrm>
              <a:off x="2618285" y="739935"/>
              <a:ext cx="3849075" cy="16367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8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(B) Common Future Relative Survival </a:t>
              </a:r>
            </a:p>
          </p:txBody>
        </p:sp>
        <p:sp>
          <p:nvSpPr>
            <p:cNvPr id="154" name="tx154"/>
            <p:cNvSpPr/>
            <p:nvPr/>
          </p:nvSpPr>
          <p:spPr>
            <a:xfrm>
              <a:off x="2618285" y="986823"/>
              <a:ext cx="2109063" cy="16367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8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in Future Treatments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914400" y="914400"/>
            <a:ext cx="5943600" cy="3657600"/>
            <a:chOff x="914400" y="914400"/>
            <a:chExt cx="5943600" cy="3657600"/>
          </a:xfrm>
        </p:grpSpPr>
        <p:sp>
          <p:nvSpPr>
            <p:cNvPr id="3" name="rc3"/>
            <p:cNvSpPr/>
            <p:nvPr/>
          </p:nvSpPr>
          <p:spPr>
            <a:xfrm>
              <a:off x="914400" y="914400"/>
              <a:ext cx="5943600" cy="36576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1914143" y="914400"/>
              <a:ext cx="3944113" cy="36576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2460358" y="1316559"/>
              <a:ext cx="2190417" cy="2853700"/>
            </a:xfrm>
            <a:prstGeom prst="rect">
              <a:avLst/>
            </a:prstGeom>
            <a:solidFill>
              <a:srgbClr val="F0F8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2559922" y="1316559"/>
              <a:ext cx="0" cy="2853700"/>
            </a:xfrm>
            <a:custGeom>
              <a:avLst/>
              <a:pathLst>
                <a:path w="0" h="2853700">
                  <a:moveTo>
                    <a:pt x="0" y="2853700"/>
                  </a:moveTo>
                  <a:lnTo>
                    <a:pt x="0" y="2825062"/>
                  </a:lnTo>
                  <a:lnTo>
                    <a:pt x="0" y="2791370"/>
                  </a:lnTo>
                  <a:lnTo>
                    <a:pt x="0" y="2757678"/>
                  </a:lnTo>
                  <a:lnTo>
                    <a:pt x="0" y="2723986"/>
                  </a:lnTo>
                  <a:lnTo>
                    <a:pt x="0" y="2690294"/>
                  </a:lnTo>
                  <a:lnTo>
                    <a:pt x="0" y="2656602"/>
                  </a:lnTo>
                  <a:lnTo>
                    <a:pt x="0" y="2622911"/>
                  </a:lnTo>
                  <a:lnTo>
                    <a:pt x="0" y="2589219"/>
                  </a:lnTo>
                  <a:lnTo>
                    <a:pt x="0" y="2555527"/>
                  </a:lnTo>
                  <a:lnTo>
                    <a:pt x="0" y="2521835"/>
                  </a:lnTo>
                  <a:lnTo>
                    <a:pt x="0" y="2488143"/>
                  </a:lnTo>
                  <a:lnTo>
                    <a:pt x="0" y="2454451"/>
                  </a:lnTo>
                  <a:lnTo>
                    <a:pt x="0" y="2420759"/>
                  </a:lnTo>
                  <a:lnTo>
                    <a:pt x="0" y="2387068"/>
                  </a:lnTo>
                  <a:lnTo>
                    <a:pt x="0" y="2353376"/>
                  </a:lnTo>
                  <a:lnTo>
                    <a:pt x="0" y="2319684"/>
                  </a:lnTo>
                  <a:lnTo>
                    <a:pt x="0" y="2285992"/>
                  </a:lnTo>
                  <a:lnTo>
                    <a:pt x="0" y="2252300"/>
                  </a:lnTo>
                  <a:lnTo>
                    <a:pt x="0" y="2218608"/>
                  </a:lnTo>
                  <a:lnTo>
                    <a:pt x="0" y="2184916"/>
                  </a:lnTo>
                  <a:lnTo>
                    <a:pt x="0" y="2151225"/>
                  </a:lnTo>
                  <a:lnTo>
                    <a:pt x="0" y="2117533"/>
                  </a:lnTo>
                  <a:lnTo>
                    <a:pt x="0" y="2083841"/>
                  </a:lnTo>
                  <a:lnTo>
                    <a:pt x="0" y="2050149"/>
                  </a:lnTo>
                  <a:lnTo>
                    <a:pt x="0" y="2016457"/>
                  </a:lnTo>
                  <a:lnTo>
                    <a:pt x="0" y="1982765"/>
                  </a:lnTo>
                  <a:lnTo>
                    <a:pt x="0" y="1949073"/>
                  </a:lnTo>
                  <a:lnTo>
                    <a:pt x="0" y="1915382"/>
                  </a:lnTo>
                  <a:lnTo>
                    <a:pt x="0" y="1881690"/>
                  </a:lnTo>
                  <a:lnTo>
                    <a:pt x="0" y="1847998"/>
                  </a:lnTo>
                  <a:lnTo>
                    <a:pt x="0" y="1814306"/>
                  </a:lnTo>
                  <a:lnTo>
                    <a:pt x="0" y="1780614"/>
                  </a:lnTo>
                  <a:lnTo>
                    <a:pt x="0" y="1746922"/>
                  </a:lnTo>
                  <a:lnTo>
                    <a:pt x="0" y="1713230"/>
                  </a:lnTo>
                  <a:lnTo>
                    <a:pt x="0" y="1679539"/>
                  </a:lnTo>
                  <a:lnTo>
                    <a:pt x="0" y="1645847"/>
                  </a:lnTo>
                  <a:lnTo>
                    <a:pt x="0" y="1612155"/>
                  </a:lnTo>
                  <a:lnTo>
                    <a:pt x="0" y="1578463"/>
                  </a:lnTo>
                  <a:lnTo>
                    <a:pt x="0" y="1544771"/>
                  </a:lnTo>
                  <a:lnTo>
                    <a:pt x="0" y="1511079"/>
                  </a:lnTo>
                  <a:lnTo>
                    <a:pt x="0" y="1477387"/>
                  </a:lnTo>
                  <a:lnTo>
                    <a:pt x="0" y="1443696"/>
                  </a:lnTo>
                  <a:lnTo>
                    <a:pt x="0" y="1410004"/>
                  </a:lnTo>
                  <a:lnTo>
                    <a:pt x="0" y="1376312"/>
                  </a:lnTo>
                  <a:lnTo>
                    <a:pt x="0" y="1342620"/>
                  </a:lnTo>
                  <a:lnTo>
                    <a:pt x="0" y="1308928"/>
                  </a:lnTo>
                  <a:lnTo>
                    <a:pt x="0" y="1275236"/>
                  </a:lnTo>
                  <a:lnTo>
                    <a:pt x="0" y="1241544"/>
                  </a:lnTo>
                  <a:lnTo>
                    <a:pt x="0" y="1207853"/>
                  </a:lnTo>
                  <a:lnTo>
                    <a:pt x="0" y="1174161"/>
                  </a:lnTo>
                  <a:lnTo>
                    <a:pt x="0" y="1140469"/>
                  </a:lnTo>
                  <a:lnTo>
                    <a:pt x="0" y="1106777"/>
                  </a:lnTo>
                  <a:lnTo>
                    <a:pt x="0" y="1073085"/>
                  </a:lnTo>
                  <a:lnTo>
                    <a:pt x="0" y="1039393"/>
                  </a:lnTo>
                  <a:lnTo>
                    <a:pt x="0" y="1005701"/>
                  </a:lnTo>
                  <a:lnTo>
                    <a:pt x="0" y="972010"/>
                  </a:lnTo>
                  <a:lnTo>
                    <a:pt x="0" y="938318"/>
                  </a:lnTo>
                  <a:lnTo>
                    <a:pt x="0" y="904626"/>
                  </a:lnTo>
                  <a:lnTo>
                    <a:pt x="0" y="870934"/>
                  </a:lnTo>
                  <a:lnTo>
                    <a:pt x="0" y="837242"/>
                  </a:lnTo>
                  <a:lnTo>
                    <a:pt x="0" y="803550"/>
                  </a:lnTo>
                  <a:lnTo>
                    <a:pt x="0" y="769858"/>
                  </a:lnTo>
                  <a:lnTo>
                    <a:pt x="0" y="736167"/>
                  </a:lnTo>
                  <a:lnTo>
                    <a:pt x="0" y="702475"/>
                  </a:lnTo>
                  <a:lnTo>
                    <a:pt x="0" y="668783"/>
                  </a:lnTo>
                  <a:lnTo>
                    <a:pt x="0" y="635091"/>
                  </a:lnTo>
                  <a:lnTo>
                    <a:pt x="0" y="601399"/>
                  </a:lnTo>
                  <a:lnTo>
                    <a:pt x="0" y="567707"/>
                  </a:lnTo>
                  <a:lnTo>
                    <a:pt x="0" y="534015"/>
                  </a:lnTo>
                  <a:lnTo>
                    <a:pt x="0" y="500324"/>
                  </a:lnTo>
                  <a:lnTo>
                    <a:pt x="0" y="466632"/>
                  </a:lnTo>
                  <a:lnTo>
                    <a:pt x="0" y="432940"/>
                  </a:lnTo>
                  <a:lnTo>
                    <a:pt x="0" y="399248"/>
                  </a:lnTo>
                  <a:lnTo>
                    <a:pt x="0" y="365556"/>
                  </a:lnTo>
                  <a:lnTo>
                    <a:pt x="0" y="331864"/>
                  </a:lnTo>
                  <a:lnTo>
                    <a:pt x="0" y="298172"/>
                  </a:lnTo>
                  <a:lnTo>
                    <a:pt x="0" y="264481"/>
                  </a:lnTo>
                  <a:lnTo>
                    <a:pt x="0" y="230789"/>
                  </a:lnTo>
                  <a:lnTo>
                    <a:pt x="0" y="197097"/>
                  </a:lnTo>
                  <a:lnTo>
                    <a:pt x="0" y="163405"/>
                  </a:lnTo>
                  <a:lnTo>
                    <a:pt x="0" y="129713"/>
                  </a:lnTo>
                  <a:lnTo>
                    <a:pt x="0" y="96021"/>
                  </a:lnTo>
                  <a:lnTo>
                    <a:pt x="0" y="62329"/>
                  </a:lnTo>
                  <a:lnTo>
                    <a:pt x="0" y="28638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2958180" y="1316559"/>
              <a:ext cx="0" cy="2853700"/>
            </a:xfrm>
            <a:custGeom>
              <a:avLst/>
              <a:pathLst>
                <a:path w="0" h="2853700">
                  <a:moveTo>
                    <a:pt x="0" y="2853700"/>
                  </a:moveTo>
                  <a:lnTo>
                    <a:pt x="0" y="2825062"/>
                  </a:lnTo>
                  <a:lnTo>
                    <a:pt x="0" y="2791370"/>
                  </a:lnTo>
                  <a:lnTo>
                    <a:pt x="0" y="2757678"/>
                  </a:lnTo>
                  <a:lnTo>
                    <a:pt x="0" y="2723986"/>
                  </a:lnTo>
                  <a:lnTo>
                    <a:pt x="0" y="2690294"/>
                  </a:lnTo>
                  <a:lnTo>
                    <a:pt x="0" y="2656602"/>
                  </a:lnTo>
                  <a:lnTo>
                    <a:pt x="0" y="2622911"/>
                  </a:lnTo>
                  <a:lnTo>
                    <a:pt x="0" y="2589219"/>
                  </a:lnTo>
                  <a:lnTo>
                    <a:pt x="0" y="2555527"/>
                  </a:lnTo>
                  <a:lnTo>
                    <a:pt x="0" y="2521835"/>
                  </a:lnTo>
                  <a:lnTo>
                    <a:pt x="0" y="2488143"/>
                  </a:lnTo>
                  <a:lnTo>
                    <a:pt x="0" y="2454451"/>
                  </a:lnTo>
                  <a:lnTo>
                    <a:pt x="0" y="2420759"/>
                  </a:lnTo>
                  <a:lnTo>
                    <a:pt x="0" y="2387068"/>
                  </a:lnTo>
                  <a:lnTo>
                    <a:pt x="0" y="2353376"/>
                  </a:lnTo>
                  <a:lnTo>
                    <a:pt x="0" y="2319684"/>
                  </a:lnTo>
                  <a:lnTo>
                    <a:pt x="0" y="2285992"/>
                  </a:lnTo>
                  <a:lnTo>
                    <a:pt x="0" y="2252300"/>
                  </a:lnTo>
                  <a:lnTo>
                    <a:pt x="0" y="2218608"/>
                  </a:lnTo>
                  <a:lnTo>
                    <a:pt x="0" y="2184916"/>
                  </a:lnTo>
                  <a:lnTo>
                    <a:pt x="0" y="2151225"/>
                  </a:lnTo>
                  <a:lnTo>
                    <a:pt x="0" y="2117533"/>
                  </a:lnTo>
                  <a:lnTo>
                    <a:pt x="0" y="2083841"/>
                  </a:lnTo>
                  <a:lnTo>
                    <a:pt x="0" y="2050149"/>
                  </a:lnTo>
                  <a:lnTo>
                    <a:pt x="0" y="2016457"/>
                  </a:lnTo>
                  <a:lnTo>
                    <a:pt x="0" y="1982765"/>
                  </a:lnTo>
                  <a:lnTo>
                    <a:pt x="0" y="1949073"/>
                  </a:lnTo>
                  <a:lnTo>
                    <a:pt x="0" y="1915382"/>
                  </a:lnTo>
                  <a:lnTo>
                    <a:pt x="0" y="1881690"/>
                  </a:lnTo>
                  <a:lnTo>
                    <a:pt x="0" y="1847998"/>
                  </a:lnTo>
                  <a:lnTo>
                    <a:pt x="0" y="1814306"/>
                  </a:lnTo>
                  <a:lnTo>
                    <a:pt x="0" y="1780614"/>
                  </a:lnTo>
                  <a:lnTo>
                    <a:pt x="0" y="1746922"/>
                  </a:lnTo>
                  <a:lnTo>
                    <a:pt x="0" y="1713230"/>
                  </a:lnTo>
                  <a:lnTo>
                    <a:pt x="0" y="1679539"/>
                  </a:lnTo>
                  <a:lnTo>
                    <a:pt x="0" y="1645847"/>
                  </a:lnTo>
                  <a:lnTo>
                    <a:pt x="0" y="1612155"/>
                  </a:lnTo>
                  <a:lnTo>
                    <a:pt x="0" y="1578463"/>
                  </a:lnTo>
                  <a:lnTo>
                    <a:pt x="0" y="1544771"/>
                  </a:lnTo>
                  <a:lnTo>
                    <a:pt x="0" y="1511079"/>
                  </a:lnTo>
                  <a:lnTo>
                    <a:pt x="0" y="1477387"/>
                  </a:lnTo>
                  <a:lnTo>
                    <a:pt x="0" y="1443696"/>
                  </a:lnTo>
                  <a:lnTo>
                    <a:pt x="0" y="1410004"/>
                  </a:lnTo>
                  <a:lnTo>
                    <a:pt x="0" y="1376312"/>
                  </a:lnTo>
                  <a:lnTo>
                    <a:pt x="0" y="1342620"/>
                  </a:lnTo>
                  <a:lnTo>
                    <a:pt x="0" y="1308928"/>
                  </a:lnTo>
                  <a:lnTo>
                    <a:pt x="0" y="1275236"/>
                  </a:lnTo>
                  <a:lnTo>
                    <a:pt x="0" y="1241544"/>
                  </a:lnTo>
                  <a:lnTo>
                    <a:pt x="0" y="1207853"/>
                  </a:lnTo>
                  <a:lnTo>
                    <a:pt x="0" y="1174161"/>
                  </a:lnTo>
                  <a:lnTo>
                    <a:pt x="0" y="1140469"/>
                  </a:lnTo>
                  <a:lnTo>
                    <a:pt x="0" y="1106777"/>
                  </a:lnTo>
                  <a:lnTo>
                    <a:pt x="0" y="1073085"/>
                  </a:lnTo>
                  <a:lnTo>
                    <a:pt x="0" y="1039393"/>
                  </a:lnTo>
                  <a:lnTo>
                    <a:pt x="0" y="1005701"/>
                  </a:lnTo>
                  <a:lnTo>
                    <a:pt x="0" y="972010"/>
                  </a:lnTo>
                  <a:lnTo>
                    <a:pt x="0" y="938318"/>
                  </a:lnTo>
                  <a:lnTo>
                    <a:pt x="0" y="904626"/>
                  </a:lnTo>
                  <a:lnTo>
                    <a:pt x="0" y="870934"/>
                  </a:lnTo>
                  <a:lnTo>
                    <a:pt x="0" y="837242"/>
                  </a:lnTo>
                  <a:lnTo>
                    <a:pt x="0" y="803550"/>
                  </a:lnTo>
                  <a:lnTo>
                    <a:pt x="0" y="769858"/>
                  </a:lnTo>
                  <a:lnTo>
                    <a:pt x="0" y="736167"/>
                  </a:lnTo>
                  <a:lnTo>
                    <a:pt x="0" y="702475"/>
                  </a:lnTo>
                  <a:lnTo>
                    <a:pt x="0" y="668783"/>
                  </a:lnTo>
                  <a:lnTo>
                    <a:pt x="0" y="635091"/>
                  </a:lnTo>
                  <a:lnTo>
                    <a:pt x="0" y="601399"/>
                  </a:lnTo>
                  <a:lnTo>
                    <a:pt x="0" y="567707"/>
                  </a:lnTo>
                  <a:lnTo>
                    <a:pt x="0" y="534015"/>
                  </a:lnTo>
                  <a:lnTo>
                    <a:pt x="0" y="500324"/>
                  </a:lnTo>
                  <a:lnTo>
                    <a:pt x="0" y="466632"/>
                  </a:lnTo>
                  <a:lnTo>
                    <a:pt x="0" y="432940"/>
                  </a:lnTo>
                  <a:lnTo>
                    <a:pt x="0" y="399248"/>
                  </a:lnTo>
                  <a:lnTo>
                    <a:pt x="0" y="365556"/>
                  </a:lnTo>
                  <a:lnTo>
                    <a:pt x="0" y="331864"/>
                  </a:lnTo>
                  <a:lnTo>
                    <a:pt x="0" y="298172"/>
                  </a:lnTo>
                  <a:lnTo>
                    <a:pt x="0" y="264481"/>
                  </a:lnTo>
                  <a:lnTo>
                    <a:pt x="0" y="230789"/>
                  </a:lnTo>
                  <a:lnTo>
                    <a:pt x="0" y="197097"/>
                  </a:lnTo>
                  <a:lnTo>
                    <a:pt x="0" y="163405"/>
                  </a:lnTo>
                  <a:lnTo>
                    <a:pt x="0" y="129713"/>
                  </a:lnTo>
                  <a:lnTo>
                    <a:pt x="0" y="96021"/>
                  </a:lnTo>
                  <a:lnTo>
                    <a:pt x="0" y="62329"/>
                  </a:lnTo>
                  <a:lnTo>
                    <a:pt x="0" y="28638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3356438" y="1316559"/>
              <a:ext cx="0" cy="2853700"/>
            </a:xfrm>
            <a:custGeom>
              <a:avLst/>
              <a:pathLst>
                <a:path w="0" h="2853700">
                  <a:moveTo>
                    <a:pt x="0" y="2853700"/>
                  </a:moveTo>
                  <a:lnTo>
                    <a:pt x="0" y="2825062"/>
                  </a:lnTo>
                  <a:lnTo>
                    <a:pt x="0" y="2791370"/>
                  </a:lnTo>
                  <a:lnTo>
                    <a:pt x="0" y="2757678"/>
                  </a:lnTo>
                  <a:lnTo>
                    <a:pt x="0" y="2723986"/>
                  </a:lnTo>
                  <a:lnTo>
                    <a:pt x="0" y="2690294"/>
                  </a:lnTo>
                  <a:lnTo>
                    <a:pt x="0" y="2656602"/>
                  </a:lnTo>
                  <a:lnTo>
                    <a:pt x="0" y="2622911"/>
                  </a:lnTo>
                  <a:lnTo>
                    <a:pt x="0" y="2589219"/>
                  </a:lnTo>
                  <a:lnTo>
                    <a:pt x="0" y="2555527"/>
                  </a:lnTo>
                  <a:lnTo>
                    <a:pt x="0" y="2521835"/>
                  </a:lnTo>
                  <a:lnTo>
                    <a:pt x="0" y="2488143"/>
                  </a:lnTo>
                  <a:lnTo>
                    <a:pt x="0" y="2454451"/>
                  </a:lnTo>
                  <a:lnTo>
                    <a:pt x="0" y="2420759"/>
                  </a:lnTo>
                  <a:lnTo>
                    <a:pt x="0" y="2387068"/>
                  </a:lnTo>
                  <a:lnTo>
                    <a:pt x="0" y="2353376"/>
                  </a:lnTo>
                  <a:lnTo>
                    <a:pt x="0" y="2319684"/>
                  </a:lnTo>
                  <a:lnTo>
                    <a:pt x="0" y="2285992"/>
                  </a:lnTo>
                  <a:lnTo>
                    <a:pt x="0" y="2252300"/>
                  </a:lnTo>
                  <a:lnTo>
                    <a:pt x="0" y="2218608"/>
                  </a:lnTo>
                  <a:lnTo>
                    <a:pt x="0" y="2184916"/>
                  </a:lnTo>
                  <a:lnTo>
                    <a:pt x="0" y="2151225"/>
                  </a:lnTo>
                  <a:lnTo>
                    <a:pt x="0" y="2117533"/>
                  </a:lnTo>
                  <a:lnTo>
                    <a:pt x="0" y="2083841"/>
                  </a:lnTo>
                  <a:lnTo>
                    <a:pt x="0" y="2050149"/>
                  </a:lnTo>
                  <a:lnTo>
                    <a:pt x="0" y="2016457"/>
                  </a:lnTo>
                  <a:lnTo>
                    <a:pt x="0" y="1982765"/>
                  </a:lnTo>
                  <a:lnTo>
                    <a:pt x="0" y="1949073"/>
                  </a:lnTo>
                  <a:lnTo>
                    <a:pt x="0" y="1915382"/>
                  </a:lnTo>
                  <a:lnTo>
                    <a:pt x="0" y="1881690"/>
                  </a:lnTo>
                  <a:lnTo>
                    <a:pt x="0" y="1847998"/>
                  </a:lnTo>
                  <a:lnTo>
                    <a:pt x="0" y="1814306"/>
                  </a:lnTo>
                  <a:lnTo>
                    <a:pt x="0" y="1780614"/>
                  </a:lnTo>
                  <a:lnTo>
                    <a:pt x="0" y="1746922"/>
                  </a:lnTo>
                  <a:lnTo>
                    <a:pt x="0" y="1713230"/>
                  </a:lnTo>
                  <a:lnTo>
                    <a:pt x="0" y="1679539"/>
                  </a:lnTo>
                  <a:lnTo>
                    <a:pt x="0" y="1645847"/>
                  </a:lnTo>
                  <a:lnTo>
                    <a:pt x="0" y="1612155"/>
                  </a:lnTo>
                  <a:lnTo>
                    <a:pt x="0" y="1578463"/>
                  </a:lnTo>
                  <a:lnTo>
                    <a:pt x="0" y="1544771"/>
                  </a:lnTo>
                  <a:lnTo>
                    <a:pt x="0" y="1511079"/>
                  </a:lnTo>
                  <a:lnTo>
                    <a:pt x="0" y="1477387"/>
                  </a:lnTo>
                  <a:lnTo>
                    <a:pt x="0" y="1443696"/>
                  </a:lnTo>
                  <a:lnTo>
                    <a:pt x="0" y="1410004"/>
                  </a:lnTo>
                  <a:lnTo>
                    <a:pt x="0" y="1376312"/>
                  </a:lnTo>
                  <a:lnTo>
                    <a:pt x="0" y="1342620"/>
                  </a:lnTo>
                  <a:lnTo>
                    <a:pt x="0" y="1308928"/>
                  </a:lnTo>
                  <a:lnTo>
                    <a:pt x="0" y="1275236"/>
                  </a:lnTo>
                  <a:lnTo>
                    <a:pt x="0" y="1241544"/>
                  </a:lnTo>
                  <a:lnTo>
                    <a:pt x="0" y="1207853"/>
                  </a:lnTo>
                  <a:lnTo>
                    <a:pt x="0" y="1174161"/>
                  </a:lnTo>
                  <a:lnTo>
                    <a:pt x="0" y="1140469"/>
                  </a:lnTo>
                  <a:lnTo>
                    <a:pt x="0" y="1106777"/>
                  </a:lnTo>
                  <a:lnTo>
                    <a:pt x="0" y="1073085"/>
                  </a:lnTo>
                  <a:lnTo>
                    <a:pt x="0" y="1039393"/>
                  </a:lnTo>
                  <a:lnTo>
                    <a:pt x="0" y="1005701"/>
                  </a:lnTo>
                  <a:lnTo>
                    <a:pt x="0" y="972010"/>
                  </a:lnTo>
                  <a:lnTo>
                    <a:pt x="0" y="938318"/>
                  </a:lnTo>
                  <a:lnTo>
                    <a:pt x="0" y="904626"/>
                  </a:lnTo>
                  <a:lnTo>
                    <a:pt x="0" y="870934"/>
                  </a:lnTo>
                  <a:lnTo>
                    <a:pt x="0" y="837242"/>
                  </a:lnTo>
                  <a:lnTo>
                    <a:pt x="0" y="803550"/>
                  </a:lnTo>
                  <a:lnTo>
                    <a:pt x="0" y="769858"/>
                  </a:lnTo>
                  <a:lnTo>
                    <a:pt x="0" y="736167"/>
                  </a:lnTo>
                  <a:lnTo>
                    <a:pt x="0" y="702475"/>
                  </a:lnTo>
                  <a:lnTo>
                    <a:pt x="0" y="668783"/>
                  </a:lnTo>
                  <a:lnTo>
                    <a:pt x="0" y="635091"/>
                  </a:lnTo>
                  <a:lnTo>
                    <a:pt x="0" y="601399"/>
                  </a:lnTo>
                  <a:lnTo>
                    <a:pt x="0" y="567707"/>
                  </a:lnTo>
                  <a:lnTo>
                    <a:pt x="0" y="534015"/>
                  </a:lnTo>
                  <a:lnTo>
                    <a:pt x="0" y="500324"/>
                  </a:lnTo>
                  <a:lnTo>
                    <a:pt x="0" y="466632"/>
                  </a:lnTo>
                  <a:lnTo>
                    <a:pt x="0" y="432940"/>
                  </a:lnTo>
                  <a:lnTo>
                    <a:pt x="0" y="399248"/>
                  </a:lnTo>
                  <a:lnTo>
                    <a:pt x="0" y="365556"/>
                  </a:lnTo>
                  <a:lnTo>
                    <a:pt x="0" y="331864"/>
                  </a:lnTo>
                  <a:lnTo>
                    <a:pt x="0" y="298172"/>
                  </a:lnTo>
                  <a:lnTo>
                    <a:pt x="0" y="264481"/>
                  </a:lnTo>
                  <a:lnTo>
                    <a:pt x="0" y="230789"/>
                  </a:lnTo>
                  <a:lnTo>
                    <a:pt x="0" y="197097"/>
                  </a:lnTo>
                  <a:lnTo>
                    <a:pt x="0" y="163405"/>
                  </a:lnTo>
                  <a:lnTo>
                    <a:pt x="0" y="129713"/>
                  </a:lnTo>
                  <a:lnTo>
                    <a:pt x="0" y="96021"/>
                  </a:lnTo>
                  <a:lnTo>
                    <a:pt x="0" y="62329"/>
                  </a:lnTo>
                  <a:lnTo>
                    <a:pt x="0" y="28638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754695" y="1316559"/>
              <a:ext cx="0" cy="2853700"/>
            </a:xfrm>
            <a:custGeom>
              <a:avLst/>
              <a:pathLst>
                <a:path w="0" h="2853700">
                  <a:moveTo>
                    <a:pt x="0" y="2853700"/>
                  </a:moveTo>
                  <a:lnTo>
                    <a:pt x="0" y="2825062"/>
                  </a:lnTo>
                  <a:lnTo>
                    <a:pt x="0" y="2791370"/>
                  </a:lnTo>
                  <a:lnTo>
                    <a:pt x="0" y="2757678"/>
                  </a:lnTo>
                  <a:lnTo>
                    <a:pt x="0" y="2723986"/>
                  </a:lnTo>
                  <a:lnTo>
                    <a:pt x="0" y="2690294"/>
                  </a:lnTo>
                  <a:lnTo>
                    <a:pt x="0" y="2656602"/>
                  </a:lnTo>
                  <a:lnTo>
                    <a:pt x="0" y="2622911"/>
                  </a:lnTo>
                  <a:lnTo>
                    <a:pt x="0" y="2589219"/>
                  </a:lnTo>
                  <a:lnTo>
                    <a:pt x="0" y="2555527"/>
                  </a:lnTo>
                  <a:lnTo>
                    <a:pt x="0" y="2521835"/>
                  </a:lnTo>
                  <a:lnTo>
                    <a:pt x="0" y="2488143"/>
                  </a:lnTo>
                  <a:lnTo>
                    <a:pt x="0" y="2454451"/>
                  </a:lnTo>
                  <a:lnTo>
                    <a:pt x="0" y="2420759"/>
                  </a:lnTo>
                  <a:lnTo>
                    <a:pt x="0" y="2387068"/>
                  </a:lnTo>
                  <a:lnTo>
                    <a:pt x="0" y="2353376"/>
                  </a:lnTo>
                  <a:lnTo>
                    <a:pt x="0" y="2319684"/>
                  </a:lnTo>
                  <a:lnTo>
                    <a:pt x="0" y="2285992"/>
                  </a:lnTo>
                  <a:lnTo>
                    <a:pt x="0" y="2252300"/>
                  </a:lnTo>
                  <a:lnTo>
                    <a:pt x="0" y="2218608"/>
                  </a:lnTo>
                  <a:lnTo>
                    <a:pt x="0" y="2184916"/>
                  </a:lnTo>
                  <a:lnTo>
                    <a:pt x="0" y="2151225"/>
                  </a:lnTo>
                  <a:lnTo>
                    <a:pt x="0" y="2117533"/>
                  </a:lnTo>
                  <a:lnTo>
                    <a:pt x="0" y="2083841"/>
                  </a:lnTo>
                  <a:lnTo>
                    <a:pt x="0" y="2050149"/>
                  </a:lnTo>
                  <a:lnTo>
                    <a:pt x="0" y="2016457"/>
                  </a:lnTo>
                  <a:lnTo>
                    <a:pt x="0" y="1982765"/>
                  </a:lnTo>
                  <a:lnTo>
                    <a:pt x="0" y="1949073"/>
                  </a:lnTo>
                  <a:lnTo>
                    <a:pt x="0" y="1915382"/>
                  </a:lnTo>
                  <a:lnTo>
                    <a:pt x="0" y="1881690"/>
                  </a:lnTo>
                  <a:lnTo>
                    <a:pt x="0" y="1847998"/>
                  </a:lnTo>
                  <a:lnTo>
                    <a:pt x="0" y="1814306"/>
                  </a:lnTo>
                  <a:lnTo>
                    <a:pt x="0" y="1780614"/>
                  </a:lnTo>
                  <a:lnTo>
                    <a:pt x="0" y="1746922"/>
                  </a:lnTo>
                  <a:lnTo>
                    <a:pt x="0" y="1713230"/>
                  </a:lnTo>
                  <a:lnTo>
                    <a:pt x="0" y="1679539"/>
                  </a:lnTo>
                  <a:lnTo>
                    <a:pt x="0" y="1645847"/>
                  </a:lnTo>
                  <a:lnTo>
                    <a:pt x="0" y="1612155"/>
                  </a:lnTo>
                  <a:lnTo>
                    <a:pt x="0" y="1578463"/>
                  </a:lnTo>
                  <a:lnTo>
                    <a:pt x="0" y="1544771"/>
                  </a:lnTo>
                  <a:lnTo>
                    <a:pt x="0" y="1511079"/>
                  </a:lnTo>
                  <a:lnTo>
                    <a:pt x="0" y="1477387"/>
                  </a:lnTo>
                  <a:lnTo>
                    <a:pt x="0" y="1443696"/>
                  </a:lnTo>
                  <a:lnTo>
                    <a:pt x="0" y="1410004"/>
                  </a:lnTo>
                  <a:lnTo>
                    <a:pt x="0" y="1376312"/>
                  </a:lnTo>
                  <a:lnTo>
                    <a:pt x="0" y="1342620"/>
                  </a:lnTo>
                  <a:lnTo>
                    <a:pt x="0" y="1308928"/>
                  </a:lnTo>
                  <a:lnTo>
                    <a:pt x="0" y="1275236"/>
                  </a:lnTo>
                  <a:lnTo>
                    <a:pt x="0" y="1241544"/>
                  </a:lnTo>
                  <a:lnTo>
                    <a:pt x="0" y="1207853"/>
                  </a:lnTo>
                  <a:lnTo>
                    <a:pt x="0" y="1174161"/>
                  </a:lnTo>
                  <a:lnTo>
                    <a:pt x="0" y="1140469"/>
                  </a:lnTo>
                  <a:lnTo>
                    <a:pt x="0" y="1106777"/>
                  </a:lnTo>
                  <a:lnTo>
                    <a:pt x="0" y="1073085"/>
                  </a:lnTo>
                  <a:lnTo>
                    <a:pt x="0" y="1039393"/>
                  </a:lnTo>
                  <a:lnTo>
                    <a:pt x="0" y="1005701"/>
                  </a:lnTo>
                  <a:lnTo>
                    <a:pt x="0" y="972010"/>
                  </a:lnTo>
                  <a:lnTo>
                    <a:pt x="0" y="938318"/>
                  </a:lnTo>
                  <a:lnTo>
                    <a:pt x="0" y="904626"/>
                  </a:lnTo>
                  <a:lnTo>
                    <a:pt x="0" y="870934"/>
                  </a:lnTo>
                  <a:lnTo>
                    <a:pt x="0" y="837242"/>
                  </a:lnTo>
                  <a:lnTo>
                    <a:pt x="0" y="803550"/>
                  </a:lnTo>
                  <a:lnTo>
                    <a:pt x="0" y="769858"/>
                  </a:lnTo>
                  <a:lnTo>
                    <a:pt x="0" y="736167"/>
                  </a:lnTo>
                  <a:lnTo>
                    <a:pt x="0" y="702475"/>
                  </a:lnTo>
                  <a:lnTo>
                    <a:pt x="0" y="668783"/>
                  </a:lnTo>
                  <a:lnTo>
                    <a:pt x="0" y="635091"/>
                  </a:lnTo>
                  <a:lnTo>
                    <a:pt x="0" y="601399"/>
                  </a:lnTo>
                  <a:lnTo>
                    <a:pt x="0" y="567707"/>
                  </a:lnTo>
                  <a:lnTo>
                    <a:pt x="0" y="534015"/>
                  </a:lnTo>
                  <a:lnTo>
                    <a:pt x="0" y="500324"/>
                  </a:lnTo>
                  <a:lnTo>
                    <a:pt x="0" y="466632"/>
                  </a:lnTo>
                  <a:lnTo>
                    <a:pt x="0" y="432940"/>
                  </a:lnTo>
                  <a:lnTo>
                    <a:pt x="0" y="399248"/>
                  </a:lnTo>
                  <a:lnTo>
                    <a:pt x="0" y="365556"/>
                  </a:lnTo>
                  <a:lnTo>
                    <a:pt x="0" y="331864"/>
                  </a:lnTo>
                  <a:lnTo>
                    <a:pt x="0" y="298172"/>
                  </a:lnTo>
                  <a:lnTo>
                    <a:pt x="0" y="264481"/>
                  </a:lnTo>
                  <a:lnTo>
                    <a:pt x="0" y="230789"/>
                  </a:lnTo>
                  <a:lnTo>
                    <a:pt x="0" y="197097"/>
                  </a:lnTo>
                  <a:lnTo>
                    <a:pt x="0" y="163405"/>
                  </a:lnTo>
                  <a:lnTo>
                    <a:pt x="0" y="129713"/>
                  </a:lnTo>
                  <a:lnTo>
                    <a:pt x="0" y="96021"/>
                  </a:lnTo>
                  <a:lnTo>
                    <a:pt x="0" y="62329"/>
                  </a:lnTo>
                  <a:lnTo>
                    <a:pt x="0" y="28638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4152953" y="1316559"/>
              <a:ext cx="0" cy="2853700"/>
            </a:xfrm>
            <a:custGeom>
              <a:avLst/>
              <a:pathLst>
                <a:path w="0" h="2853700">
                  <a:moveTo>
                    <a:pt x="0" y="2853700"/>
                  </a:moveTo>
                  <a:lnTo>
                    <a:pt x="0" y="2825062"/>
                  </a:lnTo>
                  <a:lnTo>
                    <a:pt x="0" y="2791370"/>
                  </a:lnTo>
                  <a:lnTo>
                    <a:pt x="0" y="2757678"/>
                  </a:lnTo>
                  <a:lnTo>
                    <a:pt x="0" y="2723986"/>
                  </a:lnTo>
                  <a:lnTo>
                    <a:pt x="0" y="2690294"/>
                  </a:lnTo>
                  <a:lnTo>
                    <a:pt x="0" y="2656602"/>
                  </a:lnTo>
                  <a:lnTo>
                    <a:pt x="0" y="2622911"/>
                  </a:lnTo>
                  <a:lnTo>
                    <a:pt x="0" y="2589219"/>
                  </a:lnTo>
                  <a:lnTo>
                    <a:pt x="0" y="2555527"/>
                  </a:lnTo>
                  <a:lnTo>
                    <a:pt x="0" y="2521835"/>
                  </a:lnTo>
                  <a:lnTo>
                    <a:pt x="0" y="2488143"/>
                  </a:lnTo>
                  <a:lnTo>
                    <a:pt x="0" y="2454451"/>
                  </a:lnTo>
                  <a:lnTo>
                    <a:pt x="0" y="2420759"/>
                  </a:lnTo>
                  <a:lnTo>
                    <a:pt x="0" y="2387068"/>
                  </a:lnTo>
                  <a:lnTo>
                    <a:pt x="0" y="2353376"/>
                  </a:lnTo>
                  <a:lnTo>
                    <a:pt x="0" y="2319684"/>
                  </a:lnTo>
                  <a:lnTo>
                    <a:pt x="0" y="2285992"/>
                  </a:lnTo>
                  <a:lnTo>
                    <a:pt x="0" y="2252300"/>
                  </a:lnTo>
                  <a:lnTo>
                    <a:pt x="0" y="2218608"/>
                  </a:lnTo>
                  <a:lnTo>
                    <a:pt x="0" y="2184916"/>
                  </a:lnTo>
                  <a:lnTo>
                    <a:pt x="0" y="2151225"/>
                  </a:lnTo>
                  <a:lnTo>
                    <a:pt x="0" y="2117533"/>
                  </a:lnTo>
                  <a:lnTo>
                    <a:pt x="0" y="2083841"/>
                  </a:lnTo>
                  <a:lnTo>
                    <a:pt x="0" y="2050149"/>
                  </a:lnTo>
                  <a:lnTo>
                    <a:pt x="0" y="2016457"/>
                  </a:lnTo>
                  <a:lnTo>
                    <a:pt x="0" y="1982765"/>
                  </a:lnTo>
                  <a:lnTo>
                    <a:pt x="0" y="1949073"/>
                  </a:lnTo>
                  <a:lnTo>
                    <a:pt x="0" y="1915382"/>
                  </a:lnTo>
                  <a:lnTo>
                    <a:pt x="0" y="1881690"/>
                  </a:lnTo>
                  <a:lnTo>
                    <a:pt x="0" y="1847998"/>
                  </a:lnTo>
                  <a:lnTo>
                    <a:pt x="0" y="1814306"/>
                  </a:lnTo>
                  <a:lnTo>
                    <a:pt x="0" y="1780614"/>
                  </a:lnTo>
                  <a:lnTo>
                    <a:pt x="0" y="1746922"/>
                  </a:lnTo>
                  <a:lnTo>
                    <a:pt x="0" y="1713230"/>
                  </a:lnTo>
                  <a:lnTo>
                    <a:pt x="0" y="1679539"/>
                  </a:lnTo>
                  <a:lnTo>
                    <a:pt x="0" y="1645847"/>
                  </a:lnTo>
                  <a:lnTo>
                    <a:pt x="0" y="1612155"/>
                  </a:lnTo>
                  <a:lnTo>
                    <a:pt x="0" y="1578463"/>
                  </a:lnTo>
                  <a:lnTo>
                    <a:pt x="0" y="1544771"/>
                  </a:lnTo>
                  <a:lnTo>
                    <a:pt x="0" y="1511079"/>
                  </a:lnTo>
                  <a:lnTo>
                    <a:pt x="0" y="1477387"/>
                  </a:lnTo>
                  <a:lnTo>
                    <a:pt x="0" y="1443696"/>
                  </a:lnTo>
                  <a:lnTo>
                    <a:pt x="0" y="1410004"/>
                  </a:lnTo>
                  <a:lnTo>
                    <a:pt x="0" y="1376312"/>
                  </a:lnTo>
                  <a:lnTo>
                    <a:pt x="0" y="1342620"/>
                  </a:lnTo>
                  <a:lnTo>
                    <a:pt x="0" y="1308928"/>
                  </a:lnTo>
                  <a:lnTo>
                    <a:pt x="0" y="1275236"/>
                  </a:lnTo>
                  <a:lnTo>
                    <a:pt x="0" y="1241544"/>
                  </a:lnTo>
                  <a:lnTo>
                    <a:pt x="0" y="1207853"/>
                  </a:lnTo>
                  <a:lnTo>
                    <a:pt x="0" y="1174161"/>
                  </a:lnTo>
                  <a:lnTo>
                    <a:pt x="0" y="1140469"/>
                  </a:lnTo>
                  <a:lnTo>
                    <a:pt x="0" y="1106777"/>
                  </a:lnTo>
                  <a:lnTo>
                    <a:pt x="0" y="1073085"/>
                  </a:lnTo>
                  <a:lnTo>
                    <a:pt x="0" y="1039393"/>
                  </a:lnTo>
                  <a:lnTo>
                    <a:pt x="0" y="1005701"/>
                  </a:lnTo>
                  <a:lnTo>
                    <a:pt x="0" y="972010"/>
                  </a:lnTo>
                  <a:lnTo>
                    <a:pt x="0" y="938318"/>
                  </a:lnTo>
                  <a:lnTo>
                    <a:pt x="0" y="904626"/>
                  </a:lnTo>
                  <a:lnTo>
                    <a:pt x="0" y="870934"/>
                  </a:lnTo>
                  <a:lnTo>
                    <a:pt x="0" y="837242"/>
                  </a:lnTo>
                  <a:lnTo>
                    <a:pt x="0" y="803550"/>
                  </a:lnTo>
                  <a:lnTo>
                    <a:pt x="0" y="769858"/>
                  </a:lnTo>
                  <a:lnTo>
                    <a:pt x="0" y="736167"/>
                  </a:lnTo>
                  <a:lnTo>
                    <a:pt x="0" y="702475"/>
                  </a:lnTo>
                  <a:lnTo>
                    <a:pt x="0" y="668783"/>
                  </a:lnTo>
                  <a:lnTo>
                    <a:pt x="0" y="635091"/>
                  </a:lnTo>
                  <a:lnTo>
                    <a:pt x="0" y="601399"/>
                  </a:lnTo>
                  <a:lnTo>
                    <a:pt x="0" y="567707"/>
                  </a:lnTo>
                  <a:lnTo>
                    <a:pt x="0" y="534015"/>
                  </a:lnTo>
                  <a:lnTo>
                    <a:pt x="0" y="500324"/>
                  </a:lnTo>
                  <a:lnTo>
                    <a:pt x="0" y="466632"/>
                  </a:lnTo>
                  <a:lnTo>
                    <a:pt x="0" y="432940"/>
                  </a:lnTo>
                  <a:lnTo>
                    <a:pt x="0" y="399248"/>
                  </a:lnTo>
                  <a:lnTo>
                    <a:pt x="0" y="365556"/>
                  </a:lnTo>
                  <a:lnTo>
                    <a:pt x="0" y="331864"/>
                  </a:lnTo>
                  <a:lnTo>
                    <a:pt x="0" y="298172"/>
                  </a:lnTo>
                  <a:lnTo>
                    <a:pt x="0" y="264481"/>
                  </a:lnTo>
                  <a:lnTo>
                    <a:pt x="0" y="230789"/>
                  </a:lnTo>
                  <a:lnTo>
                    <a:pt x="0" y="197097"/>
                  </a:lnTo>
                  <a:lnTo>
                    <a:pt x="0" y="163405"/>
                  </a:lnTo>
                  <a:lnTo>
                    <a:pt x="0" y="129713"/>
                  </a:lnTo>
                  <a:lnTo>
                    <a:pt x="0" y="96021"/>
                  </a:lnTo>
                  <a:lnTo>
                    <a:pt x="0" y="62329"/>
                  </a:lnTo>
                  <a:lnTo>
                    <a:pt x="0" y="28638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4551211" y="1316559"/>
              <a:ext cx="0" cy="2853700"/>
            </a:xfrm>
            <a:custGeom>
              <a:avLst/>
              <a:pathLst>
                <a:path w="0" h="2853700">
                  <a:moveTo>
                    <a:pt x="0" y="2853700"/>
                  </a:moveTo>
                  <a:lnTo>
                    <a:pt x="0" y="2825062"/>
                  </a:lnTo>
                  <a:lnTo>
                    <a:pt x="0" y="2791370"/>
                  </a:lnTo>
                  <a:lnTo>
                    <a:pt x="0" y="2757678"/>
                  </a:lnTo>
                  <a:lnTo>
                    <a:pt x="0" y="2723986"/>
                  </a:lnTo>
                  <a:lnTo>
                    <a:pt x="0" y="2690294"/>
                  </a:lnTo>
                  <a:lnTo>
                    <a:pt x="0" y="2656602"/>
                  </a:lnTo>
                  <a:lnTo>
                    <a:pt x="0" y="2622911"/>
                  </a:lnTo>
                  <a:lnTo>
                    <a:pt x="0" y="2589219"/>
                  </a:lnTo>
                  <a:lnTo>
                    <a:pt x="0" y="2555527"/>
                  </a:lnTo>
                  <a:lnTo>
                    <a:pt x="0" y="2521835"/>
                  </a:lnTo>
                  <a:lnTo>
                    <a:pt x="0" y="2488143"/>
                  </a:lnTo>
                  <a:lnTo>
                    <a:pt x="0" y="2454451"/>
                  </a:lnTo>
                  <a:lnTo>
                    <a:pt x="0" y="2420759"/>
                  </a:lnTo>
                  <a:lnTo>
                    <a:pt x="0" y="2387068"/>
                  </a:lnTo>
                  <a:lnTo>
                    <a:pt x="0" y="2353376"/>
                  </a:lnTo>
                  <a:lnTo>
                    <a:pt x="0" y="2319684"/>
                  </a:lnTo>
                  <a:lnTo>
                    <a:pt x="0" y="2285992"/>
                  </a:lnTo>
                  <a:lnTo>
                    <a:pt x="0" y="2252300"/>
                  </a:lnTo>
                  <a:lnTo>
                    <a:pt x="0" y="2218608"/>
                  </a:lnTo>
                  <a:lnTo>
                    <a:pt x="0" y="2184916"/>
                  </a:lnTo>
                  <a:lnTo>
                    <a:pt x="0" y="2151225"/>
                  </a:lnTo>
                  <a:lnTo>
                    <a:pt x="0" y="2117533"/>
                  </a:lnTo>
                  <a:lnTo>
                    <a:pt x="0" y="2083841"/>
                  </a:lnTo>
                  <a:lnTo>
                    <a:pt x="0" y="2050149"/>
                  </a:lnTo>
                  <a:lnTo>
                    <a:pt x="0" y="2016457"/>
                  </a:lnTo>
                  <a:lnTo>
                    <a:pt x="0" y="1982765"/>
                  </a:lnTo>
                  <a:lnTo>
                    <a:pt x="0" y="1949073"/>
                  </a:lnTo>
                  <a:lnTo>
                    <a:pt x="0" y="1915382"/>
                  </a:lnTo>
                  <a:lnTo>
                    <a:pt x="0" y="1881690"/>
                  </a:lnTo>
                  <a:lnTo>
                    <a:pt x="0" y="1847998"/>
                  </a:lnTo>
                  <a:lnTo>
                    <a:pt x="0" y="1814306"/>
                  </a:lnTo>
                  <a:lnTo>
                    <a:pt x="0" y="1780614"/>
                  </a:lnTo>
                  <a:lnTo>
                    <a:pt x="0" y="1746922"/>
                  </a:lnTo>
                  <a:lnTo>
                    <a:pt x="0" y="1713230"/>
                  </a:lnTo>
                  <a:lnTo>
                    <a:pt x="0" y="1679539"/>
                  </a:lnTo>
                  <a:lnTo>
                    <a:pt x="0" y="1645847"/>
                  </a:lnTo>
                  <a:lnTo>
                    <a:pt x="0" y="1612155"/>
                  </a:lnTo>
                  <a:lnTo>
                    <a:pt x="0" y="1578463"/>
                  </a:lnTo>
                  <a:lnTo>
                    <a:pt x="0" y="1544771"/>
                  </a:lnTo>
                  <a:lnTo>
                    <a:pt x="0" y="1511079"/>
                  </a:lnTo>
                  <a:lnTo>
                    <a:pt x="0" y="1477387"/>
                  </a:lnTo>
                  <a:lnTo>
                    <a:pt x="0" y="1443696"/>
                  </a:lnTo>
                  <a:lnTo>
                    <a:pt x="0" y="1410004"/>
                  </a:lnTo>
                  <a:lnTo>
                    <a:pt x="0" y="1376312"/>
                  </a:lnTo>
                  <a:lnTo>
                    <a:pt x="0" y="1342620"/>
                  </a:lnTo>
                  <a:lnTo>
                    <a:pt x="0" y="1308928"/>
                  </a:lnTo>
                  <a:lnTo>
                    <a:pt x="0" y="1275236"/>
                  </a:lnTo>
                  <a:lnTo>
                    <a:pt x="0" y="1241544"/>
                  </a:lnTo>
                  <a:lnTo>
                    <a:pt x="0" y="1207853"/>
                  </a:lnTo>
                  <a:lnTo>
                    <a:pt x="0" y="1174161"/>
                  </a:lnTo>
                  <a:lnTo>
                    <a:pt x="0" y="1140469"/>
                  </a:lnTo>
                  <a:lnTo>
                    <a:pt x="0" y="1106777"/>
                  </a:lnTo>
                  <a:lnTo>
                    <a:pt x="0" y="1073085"/>
                  </a:lnTo>
                  <a:lnTo>
                    <a:pt x="0" y="1039393"/>
                  </a:lnTo>
                  <a:lnTo>
                    <a:pt x="0" y="1005701"/>
                  </a:lnTo>
                  <a:lnTo>
                    <a:pt x="0" y="972010"/>
                  </a:lnTo>
                  <a:lnTo>
                    <a:pt x="0" y="938318"/>
                  </a:lnTo>
                  <a:lnTo>
                    <a:pt x="0" y="904626"/>
                  </a:lnTo>
                  <a:lnTo>
                    <a:pt x="0" y="870934"/>
                  </a:lnTo>
                  <a:lnTo>
                    <a:pt x="0" y="837242"/>
                  </a:lnTo>
                  <a:lnTo>
                    <a:pt x="0" y="803550"/>
                  </a:lnTo>
                  <a:lnTo>
                    <a:pt x="0" y="769858"/>
                  </a:lnTo>
                  <a:lnTo>
                    <a:pt x="0" y="736167"/>
                  </a:lnTo>
                  <a:lnTo>
                    <a:pt x="0" y="702475"/>
                  </a:lnTo>
                  <a:lnTo>
                    <a:pt x="0" y="668783"/>
                  </a:lnTo>
                  <a:lnTo>
                    <a:pt x="0" y="635091"/>
                  </a:lnTo>
                  <a:lnTo>
                    <a:pt x="0" y="601399"/>
                  </a:lnTo>
                  <a:lnTo>
                    <a:pt x="0" y="567707"/>
                  </a:lnTo>
                  <a:lnTo>
                    <a:pt x="0" y="534015"/>
                  </a:lnTo>
                  <a:lnTo>
                    <a:pt x="0" y="500324"/>
                  </a:lnTo>
                  <a:lnTo>
                    <a:pt x="0" y="466632"/>
                  </a:lnTo>
                  <a:lnTo>
                    <a:pt x="0" y="432940"/>
                  </a:lnTo>
                  <a:lnTo>
                    <a:pt x="0" y="399248"/>
                  </a:lnTo>
                  <a:lnTo>
                    <a:pt x="0" y="365556"/>
                  </a:lnTo>
                  <a:lnTo>
                    <a:pt x="0" y="331864"/>
                  </a:lnTo>
                  <a:lnTo>
                    <a:pt x="0" y="298172"/>
                  </a:lnTo>
                  <a:lnTo>
                    <a:pt x="0" y="264481"/>
                  </a:lnTo>
                  <a:lnTo>
                    <a:pt x="0" y="230789"/>
                  </a:lnTo>
                  <a:lnTo>
                    <a:pt x="0" y="197097"/>
                  </a:lnTo>
                  <a:lnTo>
                    <a:pt x="0" y="163405"/>
                  </a:lnTo>
                  <a:lnTo>
                    <a:pt x="0" y="129713"/>
                  </a:lnTo>
                  <a:lnTo>
                    <a:pt x="0" y="96021"/>
                  </a:lnTo>
                  <a:lnTo>
                    <a:pt x="0" y="62329"/>
                  </a:lnTo>
                  <a:lnTo>
                    <a:pt x="0" y="28638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2460358" y="4040546"/>
              <a:ext cx="2190417" cy="0"/>
            </a:xfrm>
            <a:custGeom>
              <a:avLst/>
              <a:pathLst>
                <a:path w="2190417" h="0">
                  <a:moveTo>
                    <a:pt x="0" y="0"/>
                  </a:moveTo>
                  <a:lnTo>
                    <a:pt x="11062" y="0"/>
                  </a:lnTo>
                  <a:lnTo>
                    <a:pt x="39222" y="0"/>
                  </a:lnTo>
                  <a:lnTo>
                    <a:pt x="67381" y="0"/>
                  </a:lnTo>
                  <a:lnTo>
                    <a:pt x="95541" y="0"/>
                  </a:lnTo>
                  <a:lnTo>
                    <a:pt x="123701" y="0"/>
                  </a:lnTo>
                  <a:lnTo>
                    <a:pt x="151860" y="0"/>
                  </a:lnTo>
                  <a:lnTo>
                    <a:pt x="180020" y="0"/>
                  </a:lnTo>
                  <a:lnTo>
                    <a:pt x="208180" y="0"/>
                  </a:lnTo>
                  <a:lnTo>
                    <a:pt x="236339" y="0"/>
                  </a:lnTo>
                  <a:lnTo>
                    <a:pt x="264499" y="0"/>
                  </a:lnTo>
                  <a:lnTo>
                    <a:pt x="292659" y="0"/>
                  </a:lnTo>
                  <a:lnTo>
                    <a:pt x="320818" y="0"/>
                  </a:lnTo>
                  <a:lnTo>
                    <a:pt x="348978" y="0"/>
                  </a:lnTo>
                  <a:lnTo>
                    <a:pt x="377137" y="0"/>
                  </a:lnTo>
                  <a:lnTo>
                    <a:pt x="405297" y="0"/>
                  </a:lnTo>
                  <a:lnTo>
                    <a:pt x="433457" y="0"/>
                  </a:lnTo>
                  <a:lnTo>
                    <a:pt x="461616" y="0"/>
                  </a:lnTo>
                  <a:lnTo>
                    <a:pt x="489776" y="0"/>
                  </a:lnTo>
                  <a:lnTo>
                    <a:pt x="517936" y="0"/>
                  </a:lnTo>
                  <a:lnTo>
                    <a:pt x="546095" y="0"/>
                  </a:lnTo>
                  <a:lnTo>
                    <a:pt x="574255" y="0"/>
                  </a:lnTo>
                  <a:lnTo>
                    <a:pt x="602415" y="0"/>
                  </a:lnTo>
                  <a:lnTo>
                    <a:pt x="630574" y="0"/>
                  </a:lnTo>
                  <a:lnTo>
                    <a:pt x="658734" y="0"/>
                  </a:lnTo>
                  <a:lnTo>
                    <a:pt x="686893" y="0"/>
                  </a:lnTo>
                  <a:lnTo>
                    <a:pt x="715053" y="0"/>
                  </a:lnTo>
                  <a:lnTo>
                    <a:pt x="743213" y="0"/>
                  </a:lnTo>
                  <a:lnTo>
                    <a:pt x="771372" y="0"/>
                  </a:lnTo>
                  <a:lnTo>
                    <a:pt x="799532" y="0"/>
                  </a:lnTo>
                  <a:lnTo>
                    <a:pt x="827692" y="0"/>
                  </a:lnTo>
                  <a:lnTo>
                    <a:pt x="855851" y="0"/>
                  </a:lnTo>
                  <a:lnTo>
                    <a:pt x="884011" y="0"/>
                  </a:lnTo>
                  <a:lnTo>
                    <a:pt x="912170" y="0"/>
                  </a:lnTo>
                  <a:lnTo>
                    <a:pt x="940330" y="0"/>
                  </a:lnTo>
                  <a:lnTo>
                    <a:pt x="968490" y="0"/>
                  </a:lnTo>
                  <a:lnTo>
                    <a:pt x="996649" y="0"/>
                  </a:lnTo>
                  <a:lnTo>
                    <a:pt x="1024809" y="0"/>
                  </a:lnTo>
                  <a:lnTo>
                    <a:pt x="1052969" y="0"/>
                  </a:lnTo>
                  <a:lnTo>
                    <a:pt x="1081128" y="0"/>
                  </a:lnTo>
                  <a:lnTo>
                    <a:pt x="1109288" y="0"/>
                  </a:lnTo>
                  <a:lnTo>
                    <a:pt x="1137448" y="0"/>
                  </a:lnTo>
                  <a:lnTo>
                    <a:pt x="1165607" y="0"/>
                  </a:lnTo>
                  <a:lnTo>
                    <a:pt x="1193767" y="0"/>
                  </a:lnTo>
                  <a:lnTo>
                    <a:pt x="1221926" y="0"/>
                  </a:lnTo>
                  <a:lnTo>
                    <a:pt x="1250086" y="0"/>
                  </a:lnTo>
                  <a:lnTo>
                    <a:pt x="1278246" y="0"/>
                  </a:lnTo>
                  <a:lnTo>
                    <a:pt x="1306405" y="0"/>
                  </a:lnTo>
                  <a:lnTo>
                    <a:pt x="1334565" y="0"/>
                  </a:lnTo>
                  <a:lnTo>
                    <a:pt x="1362725" y="0"/>
                  </a:lnTo>
                  <a:lnTo>
                    <a:pt x="1390884" y="0"/>
                  </a:lnTo>
                  <a:lnTo>
                    <a:pt x="1419044" y="0"/>
                  </a:lnTo>
                  <a:lnTo>
                    <a:pt x="1447204" y="0"/>
                  </a:lnTo>
                  <a:lnTo>
                    <a:pt x="1475363" y="0"/>
                  </a:lnTo>
                  <a:lnTo>
                    <a:pt x="1503523" y="0"/>
                  </a:lnTo>
                  <a:lnTo>
                    <a:pt x="1531682" y="0"/>
                  </a:lnTo>
                  <a:lnTo>
                    <a:pt x="1559842" y="0"/>
                  </a:lnTo>
                  <a:lnTo>
                    <a:pt x="1588002" y="0"/>
                  </a:lnTo>
                  <a:lnTo>
                    <a:pt x="1616161" y="0"/>
                  </a:lnTo>
                  <a:lnTo>
                    <a:pt x="1644321" y="0"/>
                  </a:lnTo>
                  <a:lnTo>
                    <a:pt x="1672481" y="0"/>
                  </a:lnTo>
                  <a:lnTo>
                    <a:pt x="1700640" y="0"/>
                  </a:lnTo>
                  <a:lnTo>
                    <a:pt x="1728800" y="0"/>
                  </a:lnTo>
                  <a:lnTo>
                    <a:pt x="1756960" y="0"/>
                  </a:lnTo>
                  <a:lnTo>
                    <a:pt x="1785119" y="0"/>
                  </a:lnTo>
                  <a:lnTo>
                    <a:pt x="1813279" y="0"/>
                  </a:lnTo>
                  <a:lnTo>
                    <a:pt x="1841438" y="0"/>
                  </a:lnTo>
                  <a:lnTo>
                    <a:pt x="1869598" y="0"/>
                  </a:lnTo>
                  <a:lnTo>
                    <a:pt x="1897758" y="0"/>
                  </a:lnTo>
                  <a:lnTo>
                    <a:pt x="1925917" y="0"/>
                  </a:lnTo>
                  <a:lnTo>
                    <a:pt x="1954077" y="0"/>
                  </a:lnTo>
                  <a:lnTo>
                    <a:pt x="1982237" y="0"/>
                  </a:lnTo>
                  <a:lnTo>
                    <a:pt x="2010396" y="0"/>
                  </a:lnTo>
                  <a:lnTo>
                    <a:pt x="2038556" y="0"/>
                  </a:lnTo>
                  <a:lnTo>
                    <a:pt x="2066715" y="0"/>
                  </a:lnTo>
                  <a:lnTo>
                    <a:pt x="2094875" y="0"/>
                  </a:lnTo>
                  <a:lnTo>
                    <a:pt x="2123035" y="0"/>
                  </a:lnTo>
                  <a:lnTo>
                    <a:pt x="2151194" y="0"/>
                  </a:lnTo>
                  <a:lnTo>
                    <a:pt x="2179354" y="0"/>
                  </a:lnTo>
                  <a:lnTo>
                    <a:pt x="2190417" y="0"/>
                  </a:lnTo>
                  <a:lnTo>
                    <a:pt x="2190417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2460358" y="3669935"/>
              <a:ext cx="2190417" cy="0"/>
            </a:xfrm>
            <a:custGeom>
              <a:avLst/>
              <a:pathLst>
                <a:path w="2190417" h="0">
                  <a:moveTo>
                    <a:pt x="0" y="0"/>
                  </a:moveTo>
                  <a:lnTo>
                    <a:pt x="11062" y="0"/>
                  </a:lnTo>
                  <a:lnTo>
                    <a:pt x="39222" y="0"/>
                  </a:lnTo>
                  <a:lnTo>
                    <a:pt x="67381" y="0"/>
                  </a:lnTo>
                  <a:lnTo>
                    <a:pt x="95541" y="0"/>
                  </a:lnTo>
                  <a:lnTo>
                    <a:pt x="123701" y="0"/>
                  </a:lnTo>
                  <a:lnTo>
                    <a:pt x="151860" y="0"/>
                  </a:lnTo>
                  <a:lnTo>
                    <a:pt x="180020" y="0"/>
                  </a:lnTo>
                  <a:lnTo>
                    <a:pt x="208180" y="0"/>
                  </a:lnTo>
                  <a:lnTo>
                    <a:pt x="236339" y="0"/>
                  </a:lnTo>
                  <a:lnTo>
                    <a:pt x="264499" y="0"/>
                  </a:lnTo>
                  <a:lnTo>
                    <a:pt x="292659" y="0"/>
                  </a:lnTo>
                  <a:lnTo>
                    <a:pt x="320818" y="0"/>
                  </a:lnTo>
                  <a:lnTo>
                    <a:pt x="348978" y="0"/>
                  </a:lnTo>
                  <a:lnTo>
                    <a:pt x="377137" y="0"/>
                  </a:lnTo>
                  <a:lnTo>
                    <a:pt x="405297" y="0"/>
                  </a:lnTo>
                  <a:lnTo>
                    <a:pt x="433457" y="0"/>
                  </a:lnTo>
                  <a:lnTo>
                    <a:pt x="461616" y="0"/>
                  </a:lnTo>
                  <a:lnTo>
                    <a:pt x="489776" y="0"/>
                  </a:lnTo>
                  <a:lnTo>
                    <a:pt x="517936" y="0"/>
                  </a:lnTo>
                  <a:lnTo>
                    <a:pt x="546095" y="0"/>
                  </a:lnTo>
                  <a:lnTo>
                    <a:pt x="574255" y="0"/>
                  </a:lnTo>
                  <a:lnTo>
                    <a:pt x="602415" y="0"/>
                  </a:lnTo>
                  <a:lnTo>
                    <a:pt x="630574" y="0"/>
                  </a:lnTo>
                  <a:lnTo>
                    <a:pt x="658734" y="0"/>
                  </a:lnTo>
                  <a:lnTo>
                    <a:pt x="686893" y="0"/>
                  </a:lnTo>
                  <a:lnTo>
                    <a:pt x="715053" y="0"/>
                  </a:lnTo>
                  <a:lnTo>
                    <a:pt x="743213" y="0"/>
                  </a:lnTo>
                  <a:lnTo>
                    <a:pt x="771372" y="0"/>
                  </a:lnTo>
                  <a:lnTo>
                    <a:pt x="799532" y="0"/>
                  </a:lnTo>
                  <a:lnTo>
                    <a:pt x="827692" y="0"/>
                  </a:lnTo>
                  <a:lnTo>
                    <a:pt x="855851" y="0"/>
                  </a:lnTo>
                  <a:lnTo>
                    <a:pt x="884011" y="0"/>
                  </a:lnTo>
                  <a:lnTo>
                    <a:pt x="912170" y="0"/>
                  </a:lnTo>
                  <a:lnTo>
                    <a:pt x="940330" y="0"/>
                  </a:lnTo>
                  <a:lnTo>
                    <a:pt x="968490" y="0"/>
                  </a:lnTo>
                  <a:lnTo>
                    <a:pt x="996649" y="0"/>
                  </a:lnTo>
                  <a:lnTo>
                    <a:pt x="1024809" y="0"/>
                  </a:lnTo>
                  <a:lnTo>
                    <a:pt x="1052969" y="0"/>
                  </a:lnTo>
                  <a:lnTo>
                    <a:pt x="1081128" y="0"/>
                  </a:lnTo>
                  <a:lnTo>
                    <a:pt x="1109288" y="0"/>
                  </a:lnTo>
                  <a:lnTo>
                    <a:pt x="1137448" y="0"/>
                  </a:lnTo>
                  <a:lnTo>
                    <a:pt x="1165607" y="0"/>
                  </a:lnTo>
                  <a:lnTo>
                    <a:pt x="1193767" y="0"/>
                  </a:lnTo>
                  <a:lnTo>
                    <a:pt x="1221926" y="0"/>
                  </a:lnTo>
                  <a:lnTo>
                    <a:pt x="1250086" y="0"/>
                  </a:lnTo>
                  <a:lnTo>
                    <a:pt x="1278246" y="0"/>
                  </a:lnTo>
                  <a:lnTo>
                    <a:pt x="1306405" y="0"/>
                  </a:lnTo>
                  <a:lnTo>
                    <a:pt x="1334565" y="0"/>
                  </a:lnTo>
                  <a:lnTo>
                    <a:pt x="1362725" y="0"/>
                  </a:lnTo>
                  <a:lnTo>
                    <a:pt x="1390884" y="0"/>
                  </a:lnTo>
                  <a:lnTo>
                    <a:pt x="1419044" y="0"/>
                  </a:lnTo>
                  <a:lnTo>
                    <a:pt x="1447204" y="0"/>
                  </a:lnTo>
                  <a:lnTo>
                    <a:pt x="1475363" y="0"/>
                  </a:lnTo>
                  <a:lnTo>
                    <a:pt x="1503523" y="0"/>
                  </a:lnTo>
                  <a:lnTo>
                    <a:pt x="1531682" y="0"/>
                  </a:lnTo>
                  <a:lnTo>
                    <a:pt x="1559842" y="0"/>
                  </a:lnTo>
                  <a:lnTo>
                    <a:pt x="1588002" y="0"/>
                  </a:lnTo>
                  <a:lnTo>
                    <a:pt x="1616161" y="0"/>
                  </a:lnTo>
                  <a:lnTo>
                    <a:pt x="1644321" y="0"/>
                  </a:lnTo>
                  <a:lnTo>
                    <a:pt x="1672481" y="0"/>
                  </a:lnTo>
                  <a:lnTo>
                    <a:pt x="1700640" y="0"/>
                  </a:lnTo>
                  <a:lnTo>
                    <a:pt x="1728800" y="0"/>
                  </a:lnTo>
                  <a:lnTo>
                    <a:pt x="1756960" y="0"/>
                  </a:lnTo>
                  <a:lnTo>
                    <a:pt x="1785119" y="0"/>
                  </a:lnTo>
                  <a:lnTo>
                    <a:pt x="1813279" y="0"/>
                  </a:lnTo>
                  <a:lnTo>
                    <a:pt x="1841438" y="0"/>
                  </a:lnTo>
                  <a:lnTo>
                    <a:pt x="1869598" y="0"/>
                  </a:lnTo>
                  <a:lnTo>
                    <a:pt x="1897758" y="0"/>
                  </a:lnTo>
                  <a:lnTo>
                    <a:pt x="1925917" y="0"/>
                  </a:lnTo>
                  <a:lnTo>
                    <a:pt x="1954077" y="0"/>
                  </a:lnTo>
                  <a:lnTo>
                    <a:pt x="1982237" y="0"/>
                  </a:lnTo>
                  <a:lnTo>
                    <a:pt x="2010396" y="0"/>
                  </a:lnTo>
                  <a:lnTo>
                    <a:pt x="2038556" y="0"/>
                  </a:lnTo>
                  <a:lnTo>
                    <a:pt x="2066715" y="0"/>
                  </a:lnTo>
                  <a:lnTo>
                    <a:pt x="2094875" y="0"/>
                  </a:lnTo>
                  <a:lnTo>
                    <a:pt x="2123035" y="0"/>
                  </a:lnTo>
                  <a:lnTo>
                    <a:pt x="2151194" y="0"/>
                  </a:lnTo>
                  <a:lnTo>
                    <a:pt x="2179354" y="0"/>
                  </a:lnTo>
                  <a:lnTo>
                    <a:pt x="2190417" y="0"/>
                  </a:lnTo>
                  <a:lnTo>
                    <a:pt x="2190417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2460358" y="3299325"/>
              <a:ext cx="2190417" cy="0"/>
            </a:xfrm>
            <a:custGeom>
              <a:avLst/>
              <a:pathLst>
                <a:path w="2190417" h="0">
                  <a:moveTo>
                    <a:pt x="0" y="0"/>
                  </a:moveTo>
                  <a:lnTo>
                    <a:pt x="11062" y="0"/>
                  </a:lnTo>
                  <a:lnTo>
                    <a:pt x="39222" y="0"/>
                  </a:lnTo>
                  <a:lnTo>
                    <a:pt x="67381" y="0"/>
                  </a:lnTo>
                  <a:lnTo>
                    <a:pt x="95541" y="0"/>
                  </a:lnTo>
                  <a:lnTo>
                    <a:pt x="123701" y="0"/>
                  </a:lnTo>
                  <a:lnTo>
                    <a:pt x="151860" y="0"/>
                  </a:lnTo>
                  <a:lnTo>
                    <a:pt x="180020" y="0"/>
                  </a:lnTo>
                  <a:lnTo>
                    <a:pt x="208180" y="0"/>
                  </a:lnTo>
                  <a:lnTo>
                    <a:pt x="236339" y="0"/>
                  </a:lnTo>
                  <a:lnTo>
                    <a:pt x="264499" y="0"/>
                  </a:lnTo>
                  <a:lnTo>
                    <a:pt x="292659" y="0"/>
                  </a:lnTo>
                  <a:lnTo>
                    <a:pt x="320818" y="0"/>
                  </a:lnTo>
                  <a:lnTo>
                    <a:pt x="348978" y="0"/>
                  </a:lnTo>
                  <a:lnTo>
                    <a:pt x="377137" y="0"/>
                  </a:lnTo>
                  <a:lnTo>
                    <a:pt x="405297" y="0"/>
                  </a:lnTo>
                  <a:lnTo>
                    <a:pt x="433457" y="0"/>
                  </a:lnTo>
                  <a:lnTo>
                    <a:pt x="461616" y="0"/>
                  </a:lnTo>
                  <a:lnTo>
                    <a:pt x="489776" y="0"/>
                  </a:lnTo>
                  <a:lnTo>
                    <a:pt x="517936" y="0"/>
                  </a:lnTo>
                  <a:lnTo>
                    <a:pt x="546095" y="0"/>
                  </a:lnTo>
                  <a:lnTo>
                    <a:pt x="574255" y="0"/>
                  </a:lnTo>
                  <a:lnTo>
                    <a:pt x="602415" y="0"/>
                  </a:lnTo>
                  <a:lnTo>
                    <a:pt x="630574" y="0"/>
                  </a:lnTo>
                  <a:lnTo>
                    <a:pt x="658734" y="0"/>
                  </a:lnTo>
                  <a:lnTo>
                    <a:pt x="686893" y="0"/>
                  </a:lnTo>
                  <a:lnTo>
                    <a:pt x="715053" y="0"/>
                  </a:lnTo>
                  <a:lnTo>
                    <a:pt x="743213" y="0"/>
                  </a:lnTo>
                  <a:lnTo>
                    <a:pt x="771372" y="0"/>
                  </a:lnTo>
                  <a:lnTo>
                    <a:pt x="799532" y="0"/>
                  </a:lnTo>
                  <a:lnTo>
                    <a:pt x="827692" y="0"/>
                  </a:lnTo>
                  <a:lnTo>
                    <a:pt x="855851" y="0"/>
                  </a:lnTo>
                  <a:lnTo>
                    <a:pt x="884011" y="0"/>
                  </a:lnTo>
                  <a:lnTo>
                    <a:pt x="912170" y="0"/>
                  </a:lnTo>
                  <a:lnTo>
                    <a:pt x="940330" y="0"/>
                  </a:lnTo>
                  <a:lnTo>
                    <a:pt x="968490" y="0"/>
                  </a:lnTo>
                  <a:lnTo>
                    <a:pt x="996649" y="0"/>
                  </a:lnTo>
                  <a:lnTo>
                    <a:pt x="1024809" y="0"/>
                  </a:lnTo>
                  <a:lnTo>
                    <a:pt x="1052969" y="0"/>
                  </a:lnTo>
                  <a:lnTo>
                    <a:pt x="1081128" y="0"/>
                  </a:lnTo>
                  <a:lnTo>
                    <a:pt x="1109288" y="0"/>
                  </a:lnTo>
                  <a:lnTo>
                    <a:pt x="1137448" y="0"/>
                  </a:lnTo>
                  <a:lnTo>
                    <a:pt x="1165607" y="0"/>
                  </a:lnTo>
                  <a:lnTo>
                    <a:pt x="1193767" y="0"/>
                  </a:lnTo>
                  <a:lnTo>
                    <a:pt x="1221926" y="0"/>
                  </a:lnTo>
                  <a:lnTo>
                    <a:pt x="1250086" y="0"/>
                  </a:lnTo>
                  <a:lnTo>
                    <a:pt x="1278246" y="0"/>
                  </a:lnTo>
                  <a:lnTo>
                    <a:pt x="1306405" y="0"/>
                  </a:lnTo>
                  <a:lnTo>
                    <a:pt x="1334565" y="0"/>
                  </a:lnTo>
                  <a:lnTo>
                    <a:pt x="1362725" y="0"/>
                  </a:lnTo>
                  <a:lnTo>
                    <a:pt x="1390884" y="0"/>
                  </a:lnTo>
                  <a:lnTo>
                    <a:pt x="1419044" y="0"/>
                  </a:lnTo>
                  <a:lnTo>
                    <a:pt x="1447204" y="0"/>
                  </a:lnTo>
                  <a:lnTo>
                    <a:pt x="1475363" y="0"/>
                  </a:lnTo>
                  <a:lnTo>
                    <a:pt x="1503523" y="0"/>
                  </a:lnTo>
                  <a:lnTo>
                    <a:pt x="1531682" y="0"/>
                  </a:lnTo>
                  <a:lnTo>
                    <a:pt x="1559842" y="0"/>
                  </a:lnTo>
                  <a:lnTo>
                    <a:pt x="1588002" y="0"/>
                  </a:lnTo>
                  <a:lnTo>
                    <a:pt x="1616161" y="0"/>
                  </a:lnTo>
                  <a:lnTo>
                    <a:pt x="1644321" y="0"/>
                  </a:lnTo>
                  <a:lnTo>
                    <a:pt x="1672481" y="0"/>
                  </a:lnTo>
                  <a:lnTo>
                    <a:pt x="1700640" y="0"/>
                  </a:lnTo>
                  <a:lnTo>
                    <a:pt x="1728800" y="0"/>
                  </a:lnTo>
                  <a:lnTo>
                    <a:pt x="1756960" y="0"/>
                  </a:lnTo>
                  <a:lnTo>
                    <a:pt x="1785119" y="0"/>
                  </a:lnTo>
                  <a:lnTo>
                    <a:pt x="1813279" y="0"/>
                  </a:lnTo>
                  <a:lnTo>
                    <a:pt x="1841438" y="0"/>
                  </a:lnTo>
                  <a:lnTo>
                    <a:pt x="1869598" y="0"/>
                  </a:lnTo>
                  <a:lnTo>
                    <a:pt x="1897758" y="0"/>
                  </a:lnTo>
                  <a:lnTo>
                    <a:pt x="1925917" y="0"/>
                  </a:lnTo>
                  <a:lnTo>
                    <a:pt x="1954077" y="0"/>
                  </a:lnTo>
                  <a:lnTo>
                    <a:pt x="1982237" y="0"/>
                  </a:lnTo>
                  <a:lnTo>
                    <a:pt x="2010396" y="0"/>
                  </a:lnTo>
                  <a:lnTo>
                    <a:pt x="2038556" y="0"/>
                  </a:lnTo>
                  <a:lnTo>
                    <a:pt x="2066715" y="0"/>
                  </a:lnTo>
                  <a:lnTo>
                    <a:pt x="2094875" y="0"/>
                  </a:lnTo>
                  <a:lnTo>
                    <a:pt x="2123035" y="0"/>
                  </a:lnTo>
                  <a:lnTo>
                    <a:pt x="2151194" y="0"/>
                  </a:lnTo>
                  <a:lnTo>
                    <a:pt x="2179354" y="0"/>
                  </a:lnTo>
                  <a:lnTo>
                    <a:pt x="2190417" y="0"/>
                  </a:lnTo>
                  <a:lnTo>
                    <a:pt x="2190417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2460358" y="2928714"/>
              <a:ext cx="2190417" cy="0"/>
            </a:xfrm>
            <a:custGeom>
              <a:avLst/>
              <a:pathLst>
                <a:path w="2190417" h="0">
                  <a:moveTo>
                    <a:pt x="0" y="0"/>
                  </a:moveTo>
                  <a:lnTo>
                    <a:pt x="11062" y="0"/>
                  </a:lnTo>
                  <a:lnTo>
                    <a:pt x="39222" y="0"/>
                  </a:lnTo>
                  <a:lnTo>
                    <a:pt x="67381" y="0"/>
                  </a:lnTo>
                  <a:lnTo>
                    <a:pt x="95541" y="0"/>
                  </a:lnTo>
                  <a:lnTo>
                    <a:pt x="123701" y="0"/>
                  </a:lnTo>
                  <a:lnTo>
                    <a:pt x="151860" y="0"/>
                  </a:lnTo>
                  <a:lnTo>
                    <a:pt x="180020" y="0"/>
                  </a:lnTo>
                  <a:lnTo>
                    <a:pt x="208180" y="0"/>
                  </a:lnTo>
                  <a:lnTo>
                    <a:pt x="236339" y="0"/>
                  </a:lnTo>
                  <a:lnTo>
                    <a:pt x="264499" y="0"/>
                  </a:lnTo>
                  <a:lnTo>
                    <a:pt x="292659" y="0"/>
                  </a:lnTo>
                  <a:lnTo>
                    <a:pt x="320818" y="0"/>
                  </a:lnTo>
                  <a:lnTo>
                    <a:pt x="348978" y="0"/>
                  </a:lnTo>
                  <a:lnTo>
                    <a:pt x="377137" y="0"/>
                  </a:lnTo>
                  <a:lnTo>
                    <a:pt x="405297" y="0"/>
                  </a:lnTo>
                  <a:lnTo>
                    <a:pt x="433457" y="0"/>
                  </a:lnTo>
                  <a:lnTo>
                    <a:pt x="461616" y="0"/>
                  </a:lnTo>
                  <a:lnTo>
                    <a:pt x="489776" y="0"/>
                  </a:lnTo>
                  <a:lnTo>
                    <a:pt x="517936" y="0"/>
                  </a:lnTo>
                  <a:lnTo>
                    <a:pt x="546095" y="0"/>
                  </a:lnTo>
                  <a:lnTo>
                    <a:pt x="574255" y="0"/>
                  </a:lnTo>
                  <a:lnTo>
                    <a:pt x="602415" y="0"/>
                  </a:lnTo>
                  <a:lnTo>
                    <a:pt x="630574" y="0"/>
                  </a:lnTo>
                  <a:lnTo>
                    <a:pt x="658734" y="0"/>
                  </a:lnTo>
                  <a:lnTo>
                    <a:pt x="686893" y="0"/>
                  </a:lnTo>
                  <a:lnTo>
                    <a:pt x="715053" y="0"/>
                  </a:lnTo>
                  <a:lnTo>
                    <a:pt x="743213" y="0"/>
                  </a:lnTo>
                  <a:lnTo>
                    <a:pt x="771372" y="0"/>
                  </a:lnTo>
                  <a:lnTo>
                    <a:pt x="799532" y="0"/>
                  </a:lnTo>
                  <a:lnTo>
                    <a:pt x="827692" y="0"/>
                  </a:lnTo>
                  <a:lnTo>
                    <a:pt x="855851" y="0"/>
                  </a:lnTo>
                  <a:lnTo>
                    <a:pt x="884011" y="0"/>
                  </a:lnTo>
                  <a:lnTo>
                    <a:pt x="912170" y="0"/>
                  </a:lnTo>
                  <a:lnTo>
                    <a:pt x="940330" y="0"/>
                  </a:lnTo>
                  <a:lnTo>
                    <a:pt x="968490" y="0"/>
                  </a:lnTo>
                  <a:lnTo>
                    <a:pt x="996649" y="0"/>
                  </a:lnTo>
                  <a:lnTo>
                    <a:pt x="1024809" y="0"/>
                  </a:lnTo>
                  <a:lnTo>
                    <a:pt x="1052969" y="0"/>
                  </a:lnTo>
                  <a:lnTo>
                    <a:pt x="1081128" y="0"/>
                  </a:lnTo>
                  <a:lnTo>
                    <a:pt x="1109288" y="0"/>
                  </a:lnTo>
                  <a:lnTo>
                    <a:pt x="1137448" y="0"/>
                  </a:lnTo>
                  <a:lnTo>
                    <a:pt x="1165607" y="0"/>
                  </a:lnTo>
                  <a:lnTo>
                    <a:pt x="1193767" y="0"/>
                  </a:lnTo>
                  <a:lnTo>
                    <a:pt x="1221926" y="0"/>
                  </a:lnTo>
                  <a:lnTo>
                    <a:pt x="1250086" y="0"/>
                  </a:lnTo>
                  <a:lnTo>
                    <a:pt x="1278246" y="0"/>
                  </a:lnTo>
                  <a:lnTo>
                    <a:pt x="1306405" y="0"/>
                  </a:lnTo>
                  <a:lnTo>
                    <a:pt x="1334565" y="0"/>
                  </a:lnTo>
                  <a:lnTo>
                    <a:pt x="1362725" y="0"/>
                  </a:lnTo>
                  <a:lnTo>
                    <a:pt x="1390884" y="0"/>
                  </a:lnTo>
                  <a:lnTo>
                    <a:pt x="1419044" y="0"/>
                  </a:lnTo>
                  <a:lnTo>
                    <a:pt x="1447204" y="0"/>
                  </a:lnTo>
                  <a:lnTo>
                    <a:pt x="1475363" y="0"/>
                  </a:lnTo>
                  <a:lnTo>
                    <a:pt x="1503523" y="0"/>
                  </a:lnTo>
                  <a:lnTo>
                    <a:pt x="1531682" y="0"/>
                  </a:lnTo>
                  <a:lnTo>
                    <a:pt x="1559842" y="0"/>
                  </a:lnTo>
                  <a:lnTo>
                    <a:pt x="1588002" y="0"/>
                  </a:lnTo>
                  <a:lnTo>
                    <a:pt x="1616161" y="0"/>
                  </a:lnTo>
                  <a:lnTo>
                    <a:pt x="1644321" y="0"/>
                  </a:lnTo>
                  <a:lnTo>
                    <a:pt x="1672481" y="0"/>
                  </a:lnTo>
                  <a:lnTo>
                    <a:pt x="1700640" y="0"/>
                  </a:lnTo>
                  <a:lnTo>
                    <a:pt x="1728800" y="0"/>
                  </a:lnTo>
                  <a:lnTo>
                    <a:pt x="1756960" y="0"/>
                  </a:lnTo>
                  <a:lnTo>
                    <a:pt x="1785119" y="0"/>
                  </a:lnTo>
                  <a:lnTo>
                    <a:pt x="1813279" y="0"/>
                  </a:lnTo>
                  <a:lnTo>
                    <a:pt x="1841438" y="0"/>
                  </a:lnTo>
                  <a:lnTo>
                    <a:pt x="1869598" y="0"/>
                  </a:lnTo>
                  <a:lnTo>
                    <a:pt x="1897758" y="0"/>
                  </a:lnTo>
                  <a:lnTo>
                    <a:pt x="1925917" y="0"/>
                  </a:lnTo>
                  <a:lnTo>
                    <a:pt x="1954077" y="0"/>
                  </a:lnTo>
                  <a:lnTo>
                    <a:pt x="1982237" y="0"/>
                  </a:lnTo>
                  <a:lnTo>
                    <a:pt x="2010396" y="0"/>
                  </a:lnTo>
                  <a:lnTo>
                    <a:pt x="2038556" y="0"/>
                  </a:lnTo>
                  <a:lnTo>
                    <a:pt x="2066715" y="0"/>
                  </a:lnTo>
                  <a:lnTo>
                    <a:pt x="2094875" y="0"/>
                  </a:lnTo>
                  <a:lnTo>
                    <a:pt x="2123035" y="0"/>
                  </a:lnTo>
                  <a:lnTo>
                    <a:pt x="2151194" y="0"/>
                  </a:lnTo>
                  <a:lnTo>
                    <a:pt x="2179354" y="0"/>
                  </a:lnTo>
                  <a:lnTo>
                    <a:pt x="2190417" y="0"/>
                  </a:lnTo>
                  <a:lnTo>
                    <a:pt x="2190417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2460358" y="2558104"/>
              <a:ext cx="2190417" cy="0"/>
            </a:xfrm>
            <a:custGeom>
              <a:avLst/>
              <a:pathLst>
                <a:path w="2190417" h="0">
                  <a:moveTo>
                    <a:pt x="0" y="0"/>
                  </a:moveTo>
                  <a:lnTo>
                    <a:pt x="11062" y="0"/>
                  </a:lnTo>
                  <a:lnTo>
                    <a:pt x="39222" y="0"/>
                  </a:lnTo>
                  <a:lnTo>
                    <a:pt x="67381" y="0"/>
                  </a:lnTo>
                  <a:lnTo>
                    <a:pt x="95541" y="0"/>
                  </a:lnTo>
                  <a:lnTo>
                    <a:pt x="123701" y="0"/>
                  </a:lnTo>
                  <a:lnTo>
                    <a:pt x="151860" y="0"/>
                  </a:lnTo>
                  <a:lnTo>
                    <a:pt x="180020" y="0"/>
                  </a:lnTo>
                  <a:lnTo>
                    <a:pt x="208180" y="0"/>
                  </a:lnTo>
                  <a:lnTo>
                    <a:pt x="236339" y="0"/>
                  </a:lnTo>
                  <a:lnTo>
                    <a:pt x="264499" y="0"/>
                  </a:lnTo>
                  <a:lnTo>
                    <a:pt x="292659" y="0"/>
                  </a:lnTo>
                  <a:lnTo>
                    <a:pt x="320818" y="0"/>
                  </a:lnTo>
                  <a:lnTo>
                    <a:pt x="348978" y="0"/>
                  </a:lnTo>
                  <a:lnTo>
                    <a:pt x="377137" y="0"/>
                  </a:lnTo>
                  <a:lnTo>
                    <a:pt x="405297" y="0"/>
                  </a:lnTo>
                  <a:lnTo>
                    <a:pt x="433457" y="0"/>
                  </a:lnTo>
                  <a:lnTo>
                    <a:pt x="461616" y="0"/>
                  </a:lnTo>
                  <a:lnTo>
                    <a:pt x="489776" y="0"/>
                  </a:lnTo>
                  <a:lnTo>
                    <a:pt x="517936" y="0"/>
                  </a:lnTo>
                  <a:lnTo>
                    <a:pt x="546095" y="0"/>
                  </a:lnTo>
                  <a:lnTo>
                    <a:pt x="574255" y="0"/>
                  </a:lnTo>
                  <a:lnTo>
                    <a:pt x="602415" y="0"/>
                  </a:lnTo>
                  <a:lnTo>
                    <a:pt x="630574" y="0"/>
                  </a:lnTo>
                  <a:lnTo>
                    <a:pt x="658734" y="0"/>
                  </a:lnTo>
                  <a:lnTo>
                    <a:pt x="686893" y="0"/>
                  </a:lnTo>
                  <a:lnTo>
                    <a:pt x="715053" y="0"/>
                  </a:lnTo>
                  <a:lnTo>
                    <a:pt x="743213" y="0"/>
                  </a:lnTo>
                  <a:lnTo>
                    <a:pt x="771372" y="0"/>
                  </a:lnTo>
                  <a:lnTo>
                    <a:pt x="799532" y="0"/>
                  </a:lnTo>
                  <a:lnTo>
                    <a:pt x="827692" y="0"/>
                  </a:lnTo>
                  <a:lnTo>
                    <a:pt x="855851" y="0"/>
                  </a:lnTo>
                  <a:lnTo>
                    <a:pt x="884011" y="0"/>
                  </a:lnTo>
                  <a:lnTo>
                    <a:pt x="912170" y="0"/>
                  </a:lnTo>
                  <a:lnTo>
                    <a:pt x="940330" y="0"/>
                  </a:lnTo>
                  <a:lnTo>
                    <a:pt x="968490" y="0"/>
                  </a:lnTo>
                  <a:lnTo>
                    <a:pt x="996649" y="0"/>
                  </a:lnTo>
                  <a:lnTo>
                    <a:pt x="1024809" y="0"/>
                  </a:lnTo>
                  <a:lnTo>
                    <a:pt x="1052969" y="0"/>
                  </a:lnTo>
                  <a:lnTo>
                    <a:pt x="1081128" y="0"/>
                  </a:lnTo>
                  <a:lnTo>
                    <a:pt x="1109288" y="0"/>
                  </a:lnTo>
                  <a:lnTo>
                    <a:pt x="1137448" y="0"/>
                  </a:lnTo>
                  <a:lnTo>
                    <a:pt x="1165607" y="0"/>
                  </a:lnTo>
                  <a:lnTo>
                    <a:pt x="1193767" y="0"/>
                  </a:lnTo>
                  <a:lnTo>
                    <a:pt x="1221926" y="0"/>
                  </a:lnTo>
                  <a:lnTo>
                    <a:pt x="1250086" y="0"/>
                  </a:lnTo>
                  <a:lnTo>
                    <a:pt x="1278246" y="0"/>
                  </a:lnTo>
                  <a:lnTo>
                    <a:pt x="1306405" y="0"/>
                  </a:lnTo>
                  <a:lnTo>
                    <a:pt x="1334565" y="0"/>
                  </a:lnTo>
                  <a:lnTo>
                    <a:pt x="1362725" y="0"/>
                  </a:lnTo>
                  <a:lnTo>
                    <a:pt x="1390884" y="0"/>
                  </a:lnTo>
                  <a:lnTo>
                    <a:pt x="1419044" y="0"/>
                  </a:lnTo>
                  <a:lnTo>
                    <a:pt x="1447204" y="0"/>
                  </a:lnTo>
                  <a:lnTo>
                    <a:pt x="1475363" y="0"/>
                  </a:lnTo>
                  <a:lnTo>
                    <a:pt x="1503523" y="0"/>
                  </a:lnTo>
                  <a:lnTo>
                    <a:pt x="1531682" y="0"/>
                  </a:lnTo>
                  <a:lnTo>
                    <a:pt x="1559842" y="0"/>
                  </a:lnTo>
                  <a:lnTo>
                    <a:pt x="1588002" y="0"/>
                  </a:lnTo>
                  <a:lnTo>
                    <a:pt x="1616161" y="0"/>
                  </a:lnTo>
                  <a:lnTo>
                    <a:pt x="1644321" y="0"/>
                  </a:lnTo>
                  <a:lnTo>
                    <a:pt x="1672481" y="0"/>
                  </a:lnTo>
                  <a:lnTo>
                    <a:pt x="1700640" y="0"/>
                  </a:lnTo>
                  <a:lnTo>
                    <a:pt x="1728800" y="0"/>
                  </a:lnTo>
                  <a:lnTo>
                    <a:pt x="1756960" y="0"/>
                  </a:lnTo>
                  <a:lnTo>
                    <a:pt x="1785119" y="0"/>
                  </a:lnTo>
                  <a:lnTo>
                    <a:pt x="1813279" y="0"/>
                  </a:lnTo>
                  <a:lnTo>
                    <a:pt x="1841438" y="0"/>
                  </a:lnTo>
                  <a:lnTo>
                    <a:pt x="1869598" y="0"/>
                  </a:lnTo>
                  <a:lnTo>
                    <a:pt x="1897758" y="0"/>
                  </a:lnTo>
                  <a:lnTo>
                    <a:pt x="1925917" y="0"/>
                  </a:lnTo>
                  <a:lnTo>
                    <a:pt x="1954077" y="0"/>
                  </a:lnTo>
                  <a:lnTo>
                    <a:pt x="1982237" y="0"/>
                  </a:lnTo>
                  <a:lnTo>
                    <a:pt x="2010396" y="0"/>
                  </a:lnTo>
                  <a:lnTo>
                    <a:pt x="2038556" y="0"/>
                  </a:lnTo>
                  <a:lnTo>
                    <a:pt x="2066715" y="0"/>
                  </a:lnTo>
                  <a:lnTo>
                    <a:pt x="2094875" y="0"/>
                  </a:lnTo>
                  <a:lnTo>
                    <a:pt x="2123035" y="0"/>
                  </a:lnTo>
                  <a:lnTo>
                    <a:pt x="2151194" y="0"/>
                  </a:lnTo>
                  <a:lnTo>
                    <a:pt x="2179354" y="0"/>
                  </a:lnTo>
                  <a:lnTo>
                    <a:pt x="2190417" y="0"/>
                  </a:lnTo>
                  <a:lnTo>
                    <a:pt x="2190417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460358" y="2187494"/>
              <a:ext cx="2190417" cy="0"/>
            </a:xfrm>
            <a:custGeom>
              <a:avLst/>
              <a:pathLst>
                <a:path w="2190417" h="0">
                  <a:moveTo>
                    <a:pt x="0" y="0"/>
                  </a:moveTo>
                  <a:lnTo>
                    <a:pt x="11062" y="0"/>
                  </a:lnTo>
                  <a:lnTo>
                    <a:pt x="39222" y="0"/>
                  </a:lnTo>
                  <a:lnTo>
                    <a:pt x="67381" y="0"/>
                  </a:lnTo>
                  <a:lnTo>
                    <a:pt x="95541" y="0"/>
                  </a:lnTo>
                  <a:lnTo>
                    <a:pt x="123701" y="0"/>
                  </a:lnTo>
                  <a:lnTo>
                    <a:pt x="151860" y="0"/>
                  </a:lnTo>
                  <a:lnTo>
                    <a:pt x="180020" y="0"/>
                  </a:lnTo>
                  <a:lnTo>
                    <a:pt x="208180" y="0"/>
                  </a:lnTo>
                  <a:lnTo>
                    <a:pt x="236339" y="0"/>
                  </a:lnTo>
                  <a:lnTo>
                    <a:pt x="264499" y="0"/>
                  </a:lnTo>
                  <a:lnTo>
                    <a:pt x="292659" y="0"/>
                  </a:lnTo>
                  <a:lnTo>
                    <a:pt x="320818" y="0"/>
                  </a:lnTo>
                  <a:lnTo>
                    <a:pt x="348978" y="0"/>
                  </a:lnTo>
                  <a:lnTo>
                    <a:pt x="377137" y="0"/>
                  </a:lnTo>
                  <a:lnTo>
                    <a:pt x="405297" y="0"/>
                  </a:lnTo>
                  <a:lnTo>
                    <a:pt x="433457" y="0"/>
                  </a:lnTo>
                  <a:lnTo>
                    <a:pt x="461616" y="0"/>
                  </a:lnTo>
                  <a:lnTo>
                    <a:pt x="489776" y="0"/>
                  </a:lnTo>
                  <a:lnTo>
                    <a:pt x="517936" y="0"/>
                  </a:lnTo>
                  <a:lnTo>
                    <a:pt x="546095" y="0"/>
                  </a:lnTo>
                  <a:lnTo>
                    <a:pt x="574255" y="0"/>
                  </a:lnTo>
                  <a:lnTo>
                    <a:pt x="602415" y="0"/>
                  </a:lnTo>
                  <a:lnTo>
                    <a:pt x="630574" y="0"/>
                  </a:lnTo>
                  <a:lnTo>
                    <a:pt x="658734" y="0"/>
                  </a:lnTo>
                  <a:lnTo>
                    <a:pt x="686893" y="0"/>
                  </a:lnTo>
                  <a:lnTo>
                    <a:pt x="715053" y="0"/>
                  </a:lnTo>
                  <a:lnTo>
                    <a:pt x="743213" y="0"/>
                  </a:lnTo>
                  <a:lnTo>
                    <a:pt x="771372" y="0"/>
                  </a:lnTo>
                  <a:lnTo>
                    <a:pt x="799532" y="0"/>
                  </a:lnTo>
                  <a:lnTo>
                    <a:pt x="827692" y="0"/>
                  </a:lnTo>
                  <a:lnTo>
                    <a:pt x="855851" y="0"/>
                  </a:lnTo>
                  <a:lnTo>
                    <a:pt x="884011" y="0"/>
                  </a:lnTo>
                  <a:lnTo>
                    <a:pt x="912170" y="0"/>
                  </a:lnTo>
                  <a:lnTo>
                    <a:pt x="940330" y="0"/>
                  </a:lnTo>
                  <a:lnTo>
                    <a:pt x="968490" y="0"/>
                  </a:lnTo>
                  <a:lnTo>
                    <a:pt x="996649" y="0"/>
                  </a:lnTo>
                  <a:lnTo>
                    <a:pt x="1024809" y="0"/>
                  </a:lnTo>
                  <a:lnTo>
                    <a:pt x="1052969" y="0"/>
                  </a:lnTo>
                  <a:lnTo>
                    <a:pt x="1081128" y="0"/>
                  </a:lnTo>
                  <a:lnTo>
                    <a:pt x="1109288" y="0"/>
                  </a:lnTo>
                  <a:lnTo>
                    <a:pt x="1137448" y="0"/>
                  </a:lnTo>
                  <a:lnTo>
                    <a:pt x="1165607" y="0"/>
                  </a:lnTo>
                  <a:lnTo>
                    <a:pt x="1193767" y="0"/>
                  </a:lnTo>
                  <a:lnTo>
                    <a:pt x="1221926" y="0"/>
                  </a:lnTo>
                  <a:lnTo>
                    <a:pt x="1250086" y="0"/>
                  </a:lnTo>
                  <a:lnTo>
                    <a:pt x="1278246" y="0"/>
                  </a:lnTo>
                  <a:lnTo>
                    <a:pt x="1306405" y="0"/>
                  </a:lnTo>
                  <a:lnTo>
                    <a:pt x="1334565" y="0"/>
                  </a:lnTo>
                  <a:lnTo>
                    <a:pt x="1362725" y="0"/>
                  </a:lnTo>
                  <a:lnTo>
                    <a:pt x="1390884" y="0"/>
                  </a:lnTo>
                  <a:lnTo>
                    <a:pt x="1419044" y="0"/>
                  </a:lnTo>
                  <a:lnTo>
                    <a:pt x="1447204" y="0"/>
                  </a:lnTo>
                  <a:lnTo>
                    <a:pt x="1475363" y="0"/>
                  </a:lnTo>
                  <a:lnTo>
                    <a:pt x="1503523" y="0"/>
                  </a:lnTo>
                  <a:lnTo>
                    <a:pt x="1531682" y="0"/>
                  </a:lnTo>
                  <a:lnTo>
                    <a:pt x="1559842" y="0"/>
                  </a:lnTo>
                  <a:lnTo>
                    <a:pt x="1588002" y="0"/>
                  </a:lnTo>
                  <a:lnTo>
                    <a:pt x="1616161" y="0"/>
                  </a:lnTo>
                  <a:lnTo>
                    <a:pt x="1644321" y="0"/>
                  </a:lnTo>
                  <a:lnTo>
                    <a:pt x="1672481" y="0"/>
                  </a:lnTo>
                  <a:lnTo>
                    <a:pt x="1700640" y="0"/>
                  </a:lnTo>
                  <a:lnTo>
                    <a:pt x="1728800" y="0"/>
                  </a:lnTo>
                  <a:lnTo>
                    <a:pt x="1756960" y="0"/>
                  </a:lnTo>
                  <a:lnTo>
                    <a:pt x="1785119" y="0"/>
                  </a:lnTo>
                  <a:lnTo>
                    <a:pt x="1813279" y="0"/>
                  </a:lnTo>
                  <a:lnTo>
                    <a:pt x="1841438" y="0"/>
                  </a:lnTo>
                  <a:lnTo>
                    <a:pt x="1869598" y="0"/>
                  </a:lnTo>
                  <a:lnTo>
                    <a:pt x="1897758" y="0"/>
                  </a:lnTo>
                  <a:lnTo>
                    <a:pt x="1925917" y="0"/>
                  </a:lnTo>
                  <a:lnTo>
                    <a:pt x="1954077" y="0"/>
                  </a:lnTo>
                  <a:lnTo>
                    <a:pt x="1982237" y="0"/>
                  </a:lnTo>
                  <a:lnTo>
                    <a:pt x="2010396" y="0"/>
                  </a:lnTo>
                  <a:lnTo>
                    <a:pt x="2038556" y="0"/>
                  </a:lnTo>
                  <a:lnTo>
                    <a:pt x="2066715" y="0"/>
                  </a:lnTo>
                  <a:lnTo>
                    <a:pt x="2094875" y="0"/>
                  </a:lnTo>
                  <a:lnTo>
                    <a:pt x="2123035" y="0"/>
                  </a:lnTo>
                  <a:lnTo>
                    <a:pt x="2151194" y="0"/>
                  </a:lnTo>
                  <a:lnTo>
                    <a:pt x="2179354" y="0"/>
                  </a:lnTo>
                  <a:lnTo>
                    <a:pt x="2190417" y="0"/>
                  </a:lnTo>
                  <a:lnTo>
                    <a:pt x="2190417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2460358" y="1816883"/>
              <a:ext cx="2190417" cy="0"/>
            </a:xfrm>
            <a:custGeom>
              <a:avLst/>
              <a:pathLst>
                <a:path w="2190417" h="0">
                  <a:moveTo>
                    <a:pt x="0" y="0"/>
                  </a:moveTo>
                  <a:lnTo>
                    <a:pt x="11062" y="0"/>
                  </a:lnTo>
                  <a:lnTo>
                    <a:pt x="39222" y="0"/>
                  </a:lnTo>
                  <a:lnTo>
                    <a:pt x="67381" y="0"/>
                  </a:lnTo>
                  <a:lnTo>
                    <a:pt x="95541" y="0"/>
                  </a:lnTo>
                  <a:lnTo>
                    <a:pt x="123701" y="0"/>
                  </a:lnTo>
                  <a:lnTo>
                    <a:pt x="151860" y="0"/>
                  </a:lnTo>
                  <a:lnTo>
                    <a:pt x="180020" y="0"/>
                  </a:lnTo>
                  <a:lnTo>
                    <a:pt x="208180" y="0"/>
                  </a:lnTo>
                  <a:lnTo>
                    <a:pt x="236339" y="0"/>
                  </a:lnTo>
                  <a:lnTo>
                    <a:pt x="264499" y="0"/>
                  </a:lnTo>
                  <a:lnTo>
                    <a:pt x="292659" y="0"/>
                  </a:lnTo>
                  <a:lnTo>
                    <a:pt x="320818" y="0"/>
                  </a:lnTo>
                  <a:lnTo>
                    <a:pt x="348978" y="0"/>
                  </a:lnTo>
                  <a:lnTo>
                    <a:pt x="377137" y="0"/>
                  </a:lnTo>
                  <a:lnTo>
                    <a:pt x="405297" y="0"/>
                  </a:lnTo>
                  <a:lnTo>
                    <a:pt x="433457" y="0"/>
                  </a:lnTo>
                  <a:lnTo>
                    <a:pt x="461616" y="0"/>
                  </a:lnTo>
                  <a:lnTo>
                    <a:pt x="489776" y="0"/>
                  </a:lnTo>
                  <a:lnTo>
                    <a:pt x="517936" y="0"/>
                  </a:lnTo>
                  <a:lnTo>
                    <a:pt x="546095" y="0"/>
                  </a:lnTo>
                  <a:lnTo>
                    <a:pt x="574255" y="0"/>
                  </a:lnTo>
                  <a:lnTo>
                    <a:pt x="602415" y="0"/>
                  </a:lnTo>
                  <a:lnTo>
                    <a:pt x="630574" y="0"/>
                  </a:lnTo>
                  <a:lnTo>
                    <a:pt x="658734" y="0"/>
                  </a:lnTo>
                  <a:lnTo>
                    <a:pt x="686893" y="0"/>
                  </a:lnTo>
                  <a:lnTo>
                    <a:pt x="715053" y="0"/>
                  </a:lnTo>
                  <a:lnTo>
                    <a:pt x="743213" y="0"/>
                  </a:lnTo>
                  <a:lnTo>
                    <a:pt x="771372" y="0"/>
                  </a:lnTo>
                  <a:lnTo>
                    <a:pt x="799532" y="0"/>
                  </a:lnTo>
                  <a:lnTo>
                    <a:pt x="827692" y="0"/>
                  </a:lnTo>
                  <a:lnTo>
                    <a:pt x="855851" y="0"/>
                  </a:lnTo>
                  <a:lnTo>
                    <a:pt x="884011" y="0"/>
                  </a:lnTo>
                  <a:lnTo>
                    <a:pt x="912170" y="0"/>
                  </a:lnTo>
                  <a:lnTo>
                    <a:pt x="940330" y="0"/>
                  </a:lnTo>
                  <a:lnTo>
                    <a:pt x="968490" y="0"/>
                  </a:lnTo>
                  <a:lnTo>
                    <a:pt x="996649" y="0"/>
                  </a:lnTo>
                  <a:lnTo>
                    <a:pt x="1024809" y="0"/>
                  </a:lnTo>
                  <a:lnTo>
                    <a:pt x="1052969" y="0"/>
                  </a:lnTo>
                  <a:lnTo>
                    <a:pt x="1081128" y="0"/>
                  </a:lnTo>
                  <a:lnTo>
                    <a:pt x="1109288" y="0"/>
                  </a:lnTo>
                  <a:lnTo>
                    <a:pt x="1137448" y="0"/>
                  </a:lnTo>
                  <a:lnTo>
                    <a:pt x="1165607" y="0"/>
                  </a:lnTo>
                  <a:lnTo>
                    <a:pt x="1193767" y="0"/>
                  </a:lnTo>
                  <a:lnTo>
                    <a:pt x="1221926" y="0"/>
                  </a:lnTo>
                  <a:lnTo>
                    <a:pt x="1250086" y="0"/>
                  </a:lnTo>
                  <a:lnTo>
                    <a:pt x="1278246" y="0"/>
                  </a:lnTo>
                  <a:lnTo>
                    <a:pt x="1306405" y="0"/>
                  </a:lnTo>
                  <a:lnTo>
                    <a:pt x="1334565" y="0"/>
                  </a:lnTo>
                  <a:lnTo>
                    <a:pt x="1362725" y="0"/>
                  </a:lnTo>
                  <a:lnTo>
                    <a:pt x="1390884" y="0"/>
                  </a:lnTo>
                  <a:lnTo>
                    <a:pt x="1419044" y="0"/>
                  </a:lnTo>
                  <a:lnTo>
                    <a:pt x="1447204" y="0"/>
                  </a:lnTo>
                  <a:lnTo>
                    <a:pt x="1475363" y="0"/>
                  </a:lnTo>
                  <a:lnTo>
                    <a:pt x="1503523" y="0"/>
                  </a:lnTo>
                  <a:lnTo>
                    <a:pt x="1531682" y="0"/>
                  </a:lnTo>
                  <a:lnTo>
                    <a:pt x="1559842" y="0"/>
                  </a:lnTo>
                  <a:lnTo>
                    <a:pt x="1588002" y="0"/>
                  </a:lnTo>
                  <a:lnTo>
                    <a:pt x="1616161" y="0"/>
                  </a:lnTo>
                  <a:lnTo>
                    <a:pt x="1644321" y="0"/>
                  </a:lnTo>
                  <a:lnTo>
                    <a:pt x="1672481" y="0"/>
                  </a:lnTo>
                  <a:lnTo>
                    <a:pt x="1700640" y="0"/>
                  </a:lnTo>
                  <a:lnTo>
                    <a:pt x="1728800" y="0"/>
                  </a:lnTo>
                  <a:lnTo>
                    <a:pt x="1756960" y="0"/>
                  </a:lnTo>
                  <a:lnTo>
                    <a:pt x="1785119" y="0"/>
                  </a:lnTo>
                  <a:lnTo>
                    <a:pt x="1813279" y="0"/>
                  </a:lnTo>
                  <a:lnTo>
                    <a:pt x="1841438" y="0"/>
                  </a:lnTo>
                  <a:lnTo>
                    <a:pt x="1869598" y="0"/>
                  </a:lnTo>
                  <a:lnTo>
                    <a:pt x="1897758" y="0"/>
                  </a:lnTo>
                  <a:lnTo>
                    <a:pt x="1925917" y="0"/>
                  </a:lnTo>
                  <a:lnTo>
                    <a:pt x="1954077" y="0"/>
                  </a:lnTo>
                  <a:lnTo>
                    <a:pt x="1982237" y="0"/>
                  </a:lnTo>
                  <a:lnTo>
                    <a:pt x="2010396" y="0"/>
                  </a:lnTo>
                  <a:lnTo>
                    <a:pt x="2038556" y="0"/>
                  </a:lnTo>
                  <a:lnTo>
                    <a:pt x="2066715" y="0"/>
                  </a:lnTo>
                  <a:lnTo>
                    <a:pt x="2094875" y="0"/>
                  </a:lnTo>
                  <a:lnTo>
                    <a:pt x="2123035" y="0"/>
                  </a:lnTo>
                  <a:lnTo>
                    <a:pt x="2151194" y="0"/>
                  </a:lnTo>
                  <a:lnTo>
                    <a:pt x="2179354" y="0"/>
                  </a:lnTo>
                  <a:lnTo>
                    <a:pt x="2190417" y="0"/>
                  </a:lnTo>
                  <a:lnTo>
                    <a:pt x="2190417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2460358" y="1446273"/>
              <a:ext cx="2190417" cy="0"/>
            </a:xfrm>
            <a:custGeom>
              <a:avLst/>
              <a:pathLst>
                <a:path w="2190417" h="0">
                  <a:moveTo>
                    <a:pt x="0" y="0"/>
                  </a:moveTo>
                  <a:lnTo>
                    <a:pt x="11062" y="0"/>
                  </a:lnTo>
                  <a:lnTo>
                    <a:pt x="39222" y="0"/>
                  </a:lnTo>
                  <a:lnTo>
                    <a:pt x="67381" y="0"/>
                  </a:lnTo>
                  <a:lnTo>
                    <a:pt x="95541" y="0"/>
                  </a:lnTo>
                  <a:lnTo>
                    <a:pt x="123701" y="0"/>
                  </a:lnTo>
                  <a:lnTo>
                    <a:pt x="151860" y="0"/>
                  </a:lnTo>
                  <a:lnTo>
                    <a:pt x="180020" y="0"/>
                  </a:lnTo>
                  <a:lnTo>
                    <a:pt x="208180" y="0"/>
                  </a:lnTo>
                  <a:lnTo>
                    <a:pt x="236339" y="0"/>
                  </a:lnTo>
                  <a:lnTo>
                    <a:pt x="264499" y="0"/>
                  </a:lnTo>
                  <a:lnTo>
                    <a:pt x="292659" y="0"/>
                  </a:lnTo>
                  <a:lnTo>
                    <a:pt x="320818" y="0"/>
                  </a:lnTo>
                  <a:lnTo>
                    <a:pt x="348978" y="0"/>
                  </a:lnTo>
                  <a:lnTo>
                    <a:pt x="377137" y="0"/>
                  </a:lnTo>
                  <a:lnTo>
                    <a:pt x="405297" y="0"/>
                  </a:lnTo>
                  <a:lnTo>
                    <a:pt x="433457" y="0"/>
                  </a:lnTo>
                  <a:lnTo>
                    <a:pt x="461616" y="0"/>
                  </a:lnTo>
                  <a:lnTo>
                    <a:pt x="489776" y="0"/>
                  </a:lnTo>
                  <a:lnTo>
                    <a:pt x="517936" y="0"/>
                  </a:lnTo>
                  <a:lnTo>
                    <a:pt x="546095" y="0"/>
                  </a:lnTo>
                  <a:lnTo>
                    <a:pt x="574255" y="0"/>
                  </a:lnTo>
                  <a:lnTo>
                    <a:pt x="602415" y="0"/>
                  </a:lnTo>
                  <a:lnTo>
                    <a:pt x="630574" y="0"/>
                  </a:lnTo>
                  <a:lnTo>
                    <a:pt x="658734" y="0"/>
                  </a:lnTo>
                  <a:lnTo>
                    <a:pt x="686893" y="0"/>
                  </a:lnTo>
                  <a:lnTo>
                    <a:pt x="715053" y="0"/>
                  </a:lnTo>
                  <a:lnTo>
                    <a:pt x="743213" y="0"/>
                  </a:lnTo>
                  <a:lnTo>
                    <a:pt x="771372" y="0"/>
                  </a:lnTo>
                  <a:lnTo>
                    <a:pt x="799532" y="0"/>
                  </a:lnTo>
                  <a:lnTo>
                    <a:pt x="827692" y="0"/>
                  </a:lnTo>
                  <a:lnTo>
                    <a:pt x="855851" y="0"/>
                  </a:lnTo>
                  <a:lnTo>
                    <a:pt x="884011" y="0"/>
                  </a:lnTo>
                  <a:lnTo>
                    <a:pt x="912170" y="0"/>
                  </a:lnTo>
                  <a:lnTo>
                    <a:pt x="940330" y="0"/>
                  </a:lnTo>
                  <a:lnTo>
                    <a:pt x="968490" y="0"/>
                  </a:lnTo>
                  <a:lnTo>
                    <a:pt x="996649" y="0"/>
                  </a:lnTo>
                  <a:lnTo>
                    <a:pt x="1024809" y="0"/>
                  </a:lnTo>
                  <a:lnTo>
                    <a:pt x="1052969" y="0"/>
                  </a:lnTo>
                  <a:lnTo>
                    <a:pt x="1081128" y="0"/>
                  </a:lnTo>
                  <a:lnTo>
                    <a:pt x="1109288" y="0"/>
                  </a:lnTo>
                  <a:lnTo>
                    <a:pt x="1137448" y="0"/>
                  </a:lnTo>
                  <a:lnTo>
                    <a:pt x="1165607" y="0"/>
                  </a:lnTo>
                  <a:lnTo>
                    <a:pt x="1193767" y="0"/>
                  </a:lnTo>
                  <a:lnTo>
                    <a:pt x="1221926" y="0"/>
                  </a:lnTo>
                  <a:lnTo>
                    <a:pt x="1250086" y="0"/>
                  </a:lnTo>
                  <a:lnTo>
                    <a:pt x="1278246" y="0"/>
                  </a:lnTo>
                  <a:lnTo>
                    <a:pt x="1306405" y="0"/>
                  </a:lnTo>
                  <a:lnTo>
                    <a:pt x="1334565" y="0"/>
                  </a:lnTo>
                  <a:lnTo>
                    <a:pt x="1362725" y="0"/>
                  </a:lnTo>
                  <a:lnTo>
                    <a:pt x="1390884" y="0"/>
                  </a:lnTo>
                  <a:lnTo>
                    <a:pt x="1419044" y="0"/>
                  </a:lnTo>
                  <a:lnTo>
                    <a:pt x="1447204" y="0"/>
                  </a:lnTo>
                  <a:lnTo>
                    <a:pt x="1475363" y="0"/>
                  </a:lnTo>
                  <a:lnTo>
                    <a:pt x="1503523" y="0"/>
                  </a:lnTo>
                  <a:lnTo>
                    <a:pt x="1531682" y="0"/>
                  </a:lnTo>
                  <a:lnTo>
                    <a:pt x="1559842" y="0"/>
                  </a:lnTo>
                  <a:lnTo>
                    <a:pt x="1588002" y="0"/>
                  </a:lnTo>
                  <a:lnTo>
                    <a:pt x="1616161" y="0"/>
                  </a:lnTo>
                  <a:lnTo>
                    <a:pt x="1644321" y="0"/>
                  </a:lnTo>
                  <a:lnTo>
                    <a:pt x="1672481" y="0"/>
                  </a:lnTo>
                  <a:lnTo>
                    <a:pt x="1700640" y="0"/>
                  </a:lnTo>
                  <a:lnTo>
                    <a:pt x="1728800" y="0"/>
                  </a:lnTo>
                  <a:lnTo>
                    <a:pt x="1756960" y="0"/>
                  </a:lnTo>
                  <a:lnTo>
                    <a:pt x="1785119" y="0"/>
                  </a:lnTo>
                  <a:lnTo>
                    <a:pt x="1813279" y="0"/>
                  </a:lnTo>
                  <a:lnTo>
                    <a:pt x="1841438" y="0"/>
                  </a:lnTo>
                  <a:lnTo>
                    <a:pt x="1869598" y="0"/>
                  </a:lnTo>
                  <a:lnTo>
                    <a:pt x="1897758" y="0"/>
                  </a:lnTo>
                  <a:lnTo>
                    <a:pt x="1925917" y="0"/>
                  </a:lnTo>
                  <a:lnTo>
                    <a:pt x="1954077" y="0"/>
                  </a:lnTo>
                  <a:lnTo>
                    <a:pt x="1982237" y="0"/>
                  </a:lnTo>
                  <a:lnTo>
                    <a:pt x="2010396" y="0"/>
                  </a:lnTo>
                  <a:lnTo>
                    <a:pt x="2038556" y="0"/>
                  </a:lnTo>
                  <a:lnTo>
                    <a:pt x="2066715" y="0"/>
                  </a:lnTo>
                  <a:lnTo>
                    <a:pt x="2094875" y="0"/>
                  </a:lnTo>
                  <a:lnTo>
                    <a:pt x="2123035" y="0"/>
                  </a:lnTo>
                  <a:lnTo>
                    <a:pt x="2151194" y="0"/>
                  </a:lnTo>
                  <a:lnTo>
                    <a:pt x="2179354" y="0"/>
                  </a:lnTo>
                  <a:lnTo>
                    <a:pt x="2190417" y="0"/>
                  </a:lnTo>
                  <a:lnTo>
                    <a:pt x="2190417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h20"/>
            <p:cNvSpPr/>
            <p:nvPr/>
          </p:nvSpPr>
          <p:spPr>
            <a:xfrm>
              <a:off x="3436437" y="1713338"/>
              <a:ext cx="930870" cy="1244836"/>
            </a:xfrm>
            <a:custGeom>
              <a:avLst/>
              <a:pathLst>
                <a:path w="930870" h="1244836">
                  <a:moveTo>
                    <a:pt x="914400" y="914400"/>
                  </a:moveTo>
                  <a:lnTo>
                    <a:pt x="904715" y="940530"/>
                  </a:lnTo>
                  <a:lnTo>
                    <a:pt x="891375" y="944946"/>
                  </a:lnTo>
                  <a:lnTo>
                    <a:pt x="878580" y="953650"/>
                  </a:lnTo>
                  <a:lnTo>
                    <a:pt x="874010" y="1036332"/>
                  </a:lnTo>
                  <a:lnTo>
                    <a:pt x="897306" y="1067747"/>
                  </a:lnTo>
                  <a:lnTo>
                    <a:pt x="884511" y="1072144"/>
                  </a:lnTo>
                  <a:lnTo>
                    <a:pt x="872804" y="1081554"/>
                  </a:lnTo>
                  <a:lnTo>
                    <a:pt x="864442" y="1095470"/>
                  </a:lnTo>
                  <a:lnTo>
                    <a:pt x="855886" y="1125419"/>
                  </a:lnTo>
                  <a:lnTo>
                    <a:pt x="823741" y="1142394"/>
                  </a:lnTo>
                  <a:lnTo>
                    <a:pt x="811568" y="1154952"/>
                  </a:lnTo>
                  <a:lnTo>
                    <a:pt x="793619" y="1182893"/>
                  </a:lnTo>
                  <a:lnTo>
                    <a:pt x="784266" y="1223447"/>
                  </a:lnTo>
                  <a:lnTo>
                    <a:pt x="766084" y="1240747"/>
                  </a:lnTo>
                  <a:lnTo>
                    <a:pt x="745665" y="1244836"/>
                  </a:lnTo>
                  <a:lnTo>
                    <a:pt x="757644" y="1211612"/>
                  </a:lnTo>
                  <a:lnTo>
                    <a:pt x="773337" y="1184540"/>
                  </a:lnTo>
                  <a:lnTo>
                    <a:pt x="758247" y="1165973"/>
                  </a:lnTo>
                  <a:lnTo>
                    <a:pt x="749165" y="1136911"/>
                  </a:lnTo>
                  <a:lnTo>
                    <a:pt x="737439" y="1114616"/>
                  </a:lnTo>
                  <a:lnTo>
                    <a:pt x="746773" y="1089716"/>
                  </a:lnTo>
                  <a:lnTo>
                    <a:pt x="742184" y="1048909"/>
                  </a:lnTo>
                  <a:lnTo>
                    <a:pt x="743701" y="1009079"/>
                  </a:lnTo>
                  <a:lnTo>
                    <a:pt x="757313" y="988974"/>
                  </a:lnTo>
                  <a:lnTo>
                    <a:pt x="772909" y="972579"/>
                  </a:lnTo>
                  <a:lnTo>
                    <a:pt x="797197" y="934884"/>
                  </a:lnTo>
                  <a:lnTo>
                    <a:pt x="823528" y="907559"/>
                  </a:lnTo>
                  <a:lnTo>
                    <a:pt x="860261" y="895272"/>
                  </a:lnTo>
                  <a:lnTo>
                    <a:pt x="876849" y="906600"/>
                  </a:lnTo>
                  <a:lnTo>
                    <a:pt x="884005" y="881754"/>
                  </a:lnTo>
                  <a:lnTo>
                    <a:pt x="895848" y="876090"/>
                  </a:lnTo>
                  <a:lnTo>
                    <a:pt x="906971" y="881826"/>
                  </a:lnTo>
                  <a:lnTo>
                    <a:pt x="930870" y="905569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h21"/>
            <p:cNvSpPr/>
            <p:nvPr/>
          </p:nvSpPr>
          <p:spPr>
            <a:xfrm>
              <a:off x="2935309" y="2295910"/>
              <a:ext cx="1041947" cy="914400"/>
            </a:xfrm>
            <a:custGeom>
              <a:avLst/>
              <a:pathLst>
                <a:path w="1041947" h="914400">
                  <a:moveTo>
                    <a:pt x="914400" y="914400"/>
                  </a:moveTo>
                  <a:lnTo>
                    <a:pt x="905338" y="913078"/>
                  </a:lnTo>
                  <a:lnTo>
                    <a:pt x="899290" y="888196"/>
                  </a:lnTo>
                  <a:lnTo>
                    <a:pt x="897870" y="824172"/>
                  </a:lnTo>
                  <a:lnTo>
                    <a:pt x="901487" y="792540"/>
                  </a:lnTo>
                  <a:lnTo>
                    <a:pt x="944911" y="678443"/>
                  </a:lnTo>
                  <a:lnTo>
                    <a:pt x="964298" y="669123"/>
                  </a:lnTo>
                  <a:lnTo>
                    <a:pt x="991562" y="599200"/>
                  </a:lnTo>
                  <a:lnTo>
                    <a:pt x="998913" y="568092"/>
                  </a:lnTo>
                  <a:lnTo>
                    <a:pt x="1010736" y="540079"/>
                  </a:lnTo>
                  <a:lnTo>
                    <a:pt x="1017717" y="515034"/>
                  </a:lnTo>
                  <a:lnTo>
                    <a:pt x="1023570" y="504918"/>
                  </a:lnTo>
                  <a:lnTo>
                    <a:pt x="1036288" y="509660"/>
                  </a:lnTo>
                  <a:lnTo>
                    <a:pt x="1041947" y="514274"/>
                  </a:lnTo>
                  <a:lnTo>
                    <a:pt x="1028549" y="528860"/>
                  </a:lnTo>
                  <a:lnTo>
                    <a:pt x="1030104" y="547843"/>
                  </a:lnTo>
                  <a:lnTo>
                    <a:pt x="1029171" y="555714"/>
                  </a:lnTo>
                  <a:lnTo>
                    <a:pt x="995354" y="638287"/>
                  </a:lnTo>
                  <a:lnTo>
                    <a:pt x="986311" y="691907"/>
                  </a:lnTo>
                  <a:lnTo>
                    <a:pt x="974313" y="704990"/>
                  </a:lnTo>
                  <a:lnTo>
                    <a:pt x="924628" y="895742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h22"/>
            <p:cNvSpPr/>
            <p:nvPr/>
          </p:nvSpPr>
          <p:spPr>
            <a:xfrm>
              <a:off x="1938382" y="1306626"/>
              <a:ext cx="2411794" cy="2234934"/>
            </a:xfrm>
            <a:custGeom>
              <a:avLst/>
              <a:pathLst>
                <a:path w="2411794" h="2234934">
                  <a:moveTo>
                    <a:pt x="914400" y="914399"/>
                  </a:moveTo>
                  <a:lnTo>
                    <a:pt x="928906" y="920516"/>
                  </a:lnTo>
                  <a:lnTo>
                    <a:pt x="948664" y="908265"/>
                  </a:lnTo>
                  <a:lnTo>
                    <a:pt x="962490" y="873954"/>
                  </a:lnTo>
                  <a:lnTo>
                    <a:pt x="970385" y="822471"/>
                  </a:lnTo>
                  <a:lnTo>
                    <a:pt x="979603" y="773430"/>
                  </a:lnTo>
                  <a:lnTo>
                    <a:pt x="968693" y="720969"/>
                  </a:lnTo>
                  <a:lnTo>
                    <a:pt x="957045" y="674896"/>
                  </a:lnTo>
                  <a:lnTo>
                    <a:pt x="956228" y="661360"/>
                  </a:lnTo>
                  <a:lnTo>
                    <a:pt x="986798" y="622489"/>
                  </a:lnTo>
                  <a:lnTo>
                    <a:pt x="996151" y="590875"/>
                  </a:lnTo>
                  <a:lnTo>
                    <a:pt x="1006283" y="560781"/>
                  </a:lnTo>
                  <a:lnTo>
                    <a:pt x="1017464" y="550539"/>
                  </a:lnTo>
                  <a:lnTo>
                    <a:pt x="1034110" y="548205"/>
                  </a:lnTo>
                  <a:lnTo>
                    <a:pt x="1053498" y="542540"/>
                  </a:lnTo>
                  <a:lnTo>
                    <a:pt x="1077942" y="522399"/>
                  </a:lnTo>
                  <a:lnTo>
                    <a:pt x="1099858" y="495418"/>
                  </a:lnTo>
                  <a:lnTo>
                    <a:pt x="1116601" y="470680"/>
                  </a:lnTo>
                  <a:lnTo>
                    <a:pt x="1122279" y="421730"/>
                  </a:lnTo>
                  <a:lnTo>
                    <a:pt x="1122512" y="397137"/>
                  </a:lnTo>
                  <a:lnTo>
                    <a:pt x="1129883" y="378878"/>
                  </a:lnTo>
                  <a:lnTo>
                    <a:pt x="1137019" y="343211"/>
                  </a:lnTo>
                  <a:lnTo>
                    <a:pt x="1130077" y="308032"/>
                  </a:lnTo>
                  <a:lnTo>
                    <a:pt x="1108472" y="254666"/>
                  </a:lnTo>
                  <a:lnTo>
                    <a:pt x="1082453" y="179621"/>
                  </a:lnTo>
                  <a:lnTo>
                    <a:pt x="1078469" y="139646"/>
                  </a:lnTo>
                  <a:lnTo>
                    <a:pt x="2057358" y="139646"/>
                  </a:lnTo>
                  <a:lnTo>
                    <a:pt x="2057835" y="144894"/>
                  </a:lnTo>
                  <a:lnTo>
                    <a:pt x="2055851" y="157489"/>
                  </a:lnTo>
                  <a:lnTo>
                    <a:pt x="2070980" y="209262"/>
                  </a:lnTo>
                  <a:lnTo>
                    <a:pt x="2067460" y="227413"/>
                  </a:lnTo>
                  <a:lnTo>
                    <a:pt x="2065419" y="250540"/>
                  </a:lnTo>
                  <a:lnTo>
                    <a:pt x="2087101" y="272762"/>
                  </a:lnTo>
                  <a:lnTo>
                    <a:pt x="2106450" y="272400"/>
                  </a:lnTo>
                  <a:lnTo>
                    <a:pt x="2126052" y="272056"/>
                  </a:lnTo>
                  <a:lnTo>
                    <a:pt x="2133539" y="277630"/>
                  </a:lnTo>
                  <a:lnTo>
                    <a:pt x="2141045" y="293356"/>
                  </a:lnTo>
                  <a:lnTo>
                    <a:pt x="2147093" y="311922"/>
                  </a:lnTo>
                  <a:lnTo>
                    <a:pt x="2163233" y="310384"/>
                  </a:lnTo>
                  <a:lnTo>
                    <a:pt x="2188999" y="295274"/>
                  </a:lnTo>
                  <a:lnTo>
                    <a:pt x="2205762" y="291673"/>
                  </a:lnTo>
                  <a:lnTo>
                    <a:pt x="2216827" y="320717"/>
                  </a:lnTo>
                  <a:lnTo>
                    <a:pt x="2246929" y="359081"/>
                  </a:lnTo>
                  <a:lnTo>
                    <a:pt x="2264450" y="376272"/>
                  </a:lnTo>
                  <a:lnTo>
                    <a:pt x="2294222" y="385321"/>
                  </a:lnTo>
                  <a:lnTo>
                    <a:pt x="2325589" y="416283"/>
                  </a:lnTo>
                  <a:lnTo>
                    <a:pt x="2321194" y="453598"/>
                  </a:lnTo>
                  <a:lnTo>
                    <a:pt x="2334281" y="466066"/>
                  </a:lnTo>
                  <a:lnTo>
                    <a:pt x="2371288" y="480796"/>
                  </a:lnTo>
                  <a:lnTo>
                    <a:pt x="2384375" y="500666"/>
                  </a:lnTo>
                  <a:lnTo>
                    <a:pt x="2390656" y="517604"/>
                  </a:lnTo>
                  <a:lnTo>
                    <a:pt x="2400398" y="531647"/>
                  </a:lnTo>
                  <a:lnTo>
                    <a:pt x="2411794" y="574082"/>
                  </a:lnTo>
                  <a:lnTo>
                    <a:pt x="2407827" y="600231"/>
                  </a:lnTo>
                  <a:lnTo>
                    <a:pt x="2392912" y="609225"/>
                  </a:lnTo>
                  <a:lnTo>
                    <a:pt x="2357695" y="637238"/>
                  </a:lnTo>
                  <a:lnTo>
                    <a:pt x="2342002" y="658157"/>
                  </a:lnTo>
                  <a:lnTo>
                    <a:pt x="2329692" y="671186"/>
                  </a:lnTo>
                  <a:lnTo>
                    <a:pt x="2294708" y="699127"/>
                  </a:lnTo>
                  <a:lnTo>
                    <a:pt x="2281893" y="704140"/>
                  </a:lnTo>
                  <a:lnTo>
                    <a:pt x="2269623" y="718671"/>
                  </a:lnTo>
                  <a:lnTo>
                    <a:pt x="2257761" y="725023"/>
                  </a:lnTo>
                  <a:lnTo>
                    <a:pt x="2247143" y="721367"/>
                  </a:lnTo>
                  <a:lnTo>
                    <a:pt x="2207453" y="747679"/>
                  </a:lnTo>
                  <a:lnTo>
                    <a:pt x="2210545" y="758917"/>
                  </a:lnTo>
                  <a:lnTo>
                    <a:pt x="2240979" y="763676"/>
                  </a:lnTo>
                  <a:lnTo>
                    <a:pt x="2256497" y="758030"/>
                  </a:lnTo>
                  <a:lnTo>
                    <a:pt x="2268437" y="744802"/>
                  </a:lnTo>
                  <a:lnTo>
                    <a:pt x="2281485" y="741762"/>
                  </a:lnTo>
                  <a:lnTo>
                    <a:pt x="2293386" y="744259"/>
                  </a:lnTo>
                  <a:lnTo>
                    <a:pt x="2306007" y="733835"/>
                  </a:lnTo>
                  <a:lnTo>
                    <a:pt x="2315905" y="729673"/>
                  </a:lnTo>
                  <a:lnTo>
                    <a:pt x="2326134" y="734668"/>
                  </a:lnTo>
                  <a:lnTo>
                    <a:pt x="2337548" y="759659"/>
                  </a:lnTo>
                  <a:lnTo>
                    <a:pt x="2313863" y="772670"/>
                  </a:lnTo>
                  <a:lnTo>
                    <a:pt x="2297061" y="773267"/>
                  </a:lnTo>
                  <a:lnTo>
                    <a:pt x="2288855" y="814255"/>
                  </a:lnTo>
                  <a:lnTo>
                    <a:pt x="2278685" y="831863"/>
                  </a:lnTo>
                  <a:lnTo>
                    <a:pt x="2271393" y="840332"/>
                  </a:lnTo>
                  <a:lnTo>
                    <a:pt x="2234114" y="857776"/>
                  </a:lnTo>
                  <a:lnTo>
                    <a:pt x="2209515" y="879890"/>
                  </a:lnTo>
                  <a:lnTo>
                    <a:pt x="2180521" y="897697"/>
                  </a:lnTo>
                  <a:lnTo>
                    <a:pt x="2167861" y="893824"/>
                  </a:lnTo>
                  <a:lnTo>
                    <a:pt x="2148784" y="911920"/>
                  </a:lnTo>
                  <a:lnTo>
                    <a:pt x="2106392" y="933346"/>
                  </a:lnTo>
                  <a:lnTo>
                    <a:pt x="2084670" y="962210"/>
                  </a:lnTo>
                  <a:lnTo>
                    <a:pt x="2035919" y="988033"/>
                  </a:lnTo>
                  <a:lnTo>
                    <a:pt x="2011086" y="1009043"/>
                  </a:lnTo>
                  <a:lnTo>
                    <a:pt x="1943627" y="1010147"/>
                  </a:lnTo>
                  <a:lnTo>
                    <a:pt x="1879202" y="1005532"/>
                  </a:lnTo>
                  <a:lnTo>
                    <a:pt x="1858978" y="1015521"/>
                  </a:lnTo>
                  <a:lnTo>
                    <a:pt x="1879649" y="1018616"/>
                  </a:lnTo>
                  <a:lnTo>
                    <a:pt x="1894137" y="1028424"/>
                  </a:lnTo>
                  <a:lnTo>
                    <a:pt x="1911502" y="1024334"/>
                  </a:lnTo>
                  <a:lnTo>
                    <a:pt x="1952320" y="1029238"/>
                  </a:lnTo>
                  <a:lnTo>
                    <a:pt x="1973322" y="1034576"/>
                  </a:lnTo>
                  <a:lnTo>
                    <a:pt x="2000274" y="1068923"/>
                  </a:lnTo>
                  <a:lnTo>
                    <a:pt x="1980458" y="1081138"/>
                  </a:lnTo>
                  <a:lnTo>
                    <a:pt x="1946136" y="1090512"/>
                  </a:lnTo>
                  <a:lnTo>
                    <a:pt x="1959009" y="1139227"/>
                  </a:lnTo>
                  <a:lnTo>
                    <a:pt x="1969627" y="1172071"/>
                  </a:lnTo>
                  <a:lnTo>
                    <a:pt x="1955723" y="1191887"/>
                  </a:lnTo>
                  <a:lnTo>
                    <a:pt x="1954692" y="1282042"/>
                  </a:lnTo>
                  <a:lnTo>
                    <a:pt x="1935188" y="1283761"/>
                  </a:lnTo>
                  <a:lnTo>
                    <a:pt x="1926904" y="1321058"/>
                  </a:lnTo>
                  <a:lnTo>
                    <a:pt x="1933049" y="1340077"/>
                  </a:lnTo>
                  <a:lnTo>
                    <a:pt x="1932562" y="1384250"/>
                  </a:lnTo>
                  <a:lnTo>
                    <a:pt x="1936627" y="1411466"/>
                  </a:lnTo>
                  <a:lnTo>
                    <a:pt x="1946194" y="1436530"/>
                  </a:lnTo>
                  <a:lnTo>
                    <a:pt x="1941935" y="1462660"/>
                  </a:lnTo>
                  <a:lnTo>
                    <a:pt x="1911094" y="1523826"/>
                  </a:lnTo>
                  <a:lnTo>
                    <a:pt x="1911794" y="1552526"/>
                  </a:lnTo>
                  <a:lnTo>
                    <a:pt x="1917336" y="1569573"/>
                  </a:lnTo>
                  <a:lnTo>
                    <a:pt x="1921439" y="1596826"/>
                  </a:lnTo>
                  <a:lnTo>
                    <a:pt x="1907418" y="1649214"/>
                  </a:lnTo>
                  <a:lnTo>
                    <a:pt x="1897520" y="1692989"/>
                  </a:lnTo>
                  <a:lnTo>
                    <a:pt x="1885755" y="1729833"/>
                  </a:lnTo>
                  <a:lnTo>
                    <a:pt x="1859425" y="1774042"/>
                  </a:lnTo>
                  <a:lnTo>
                    <a:pt x="1846319" y="1807086"/>
                  </a:lnTo>
                  <a:lnTo>
                    <a:pt x="1815652" y="1910198"/>
                  </a:lnTo>
                  <a:lnTo>
                    <a:pt x="1800445" y="1930665"/>
                  </a:lnTo>
                  <a:lnTo>
                    <a:pt x="1781796" y="1946390"/>
                  </a:lnTo>
                  <a:lnTo>
                    <a:pt x="1761008" y="1931841"/>
                  </a:lnTo>
                  <a:lnTo>
                    <a:pt x="1741951" y="1923915"/>
                  </a:lnTo>
                  <a:lnTo>
                    <a:pt x="1718674" y="1924874"/>
                  </a:lnTo>
                  <a:lnTo>
                    <a:pt x="1682212" y="1936799"/>
                  </a:lnTo>
                  <a:lnTo>
                    <a:pt x="1627374" y="1928873"/>
                  </a:lnTo>
                  <a:lnTo>
                    <a:pt x="1573780" y="1932691"/>
                  </a:lnTo>
                  <a:lnTo>
                    <a:pt x="1560226" y="1942988"/>
                  </a:lnTo>
                  <a:lnTo>
                    <a:pt x="1568355" y="1980411"/>
                  </a:lnTo>
                  <a:lnTo>
                    <a:pt x="1548598" y="1985315"/>
                  </a:lnTo>
                  <a:lnTo>
                    <a:pt x="1529288" y="1974675"/>
                  </a:lnTo>
                  <a:lnTo>
                    <a:pt x="1512292" y="1987378"/>
                  </a:lnTo>
                  <a:lnTo>
                    <a:pt x="1498096" y="2001312"/>
                  </a:lnTo>
                  <a:lnTo>
                    <a:pt x="1470210" y="2034374"/>
                  </a:lnTo>
                  <a:lnTo>
                    <a:pt x="1460876" y="2054732"/>
                  </a:lnTo>
                  <a:lnTo>
                    <a:pt x="1458465" y="2093078"/>
                  </a:lnTo>
                  <a:lnTo>
                    <a:pt x="1473108" y="2127461"/>
                  </a:lnTo>
                  <a:lnTo>
                    <a:pt x="1486098" y="2167725"/>
                  </a:lnTo>
                  <a:lnTo>
                    <a:pt x="1452650" y="2216313"/>
                  </a:lnTo>
                  <a:lnTo>
                    <a:pt x="1433982" y="2217960"/>
                  </a:lnTo>
                  <a:lnTo>
                    <a:pt x="1379494" y="2204478"/>
                  </a:lnTo>
                  <a:lnTo>
                    <a:pt x="1282924" y="2234934"/>
                  </a:lnTo>
                  <a:lnTo>
                    <a:pt x="1196194" y="2210848"/>
                  </a:lnTo>
                  <a:lnTo>
                    <a:pt x="1207103" y="2184826"/>
                  </a:lnTo>
                  <a:lnTo>
                    <a:pt x="1206734" y="2165698"/>
                  </a:lnTo>
                  <a:lnTo>
                    <a:pt x="1211634" y="2136274"/>
                  </a:lnTo>
                  <a:lnTo>
                    <a:pt x="1214551" y="2106180"/>
                  </a:lnTo>
                  <a:lnTo>
                    <a:pt x="1213734" y="2086039"/>
                  </a:lnTo>
                  <a:lnTo>
                    <a:pt x="1207376" y="2064577"/>
                  </a:lnTo>
                  <a:lnTo>
                    <a:pt x="1185985" y="2036491"/>
                  </a:lnTo>
                  <a:lnTo>
                    <a:pt x="1137797" y="1941703"/>
                  </a:lnTo>
                  <a:lnTo>
                    <a:pt x="1123543" y="1901693"/>
                  </a:lnTo>
                  <a:lnTo>
                    <a:pt x="1113626" y="1885026"/>
                  </a:lnTo>
                  <a:lnTo>
                    <a:pt x="1120762" y="1884121"/>
                  </a:lnTo>
                  <a:lnTo>
                    <a:pt x="1160452" y="1905601"/>
                  </a:lnTo>
                  <a:lnTo>
                    <a:pt x="1169708" y="1902959"/>
                  </a:lnTo>
                  <a:lnTo>
                    <a:pt x="1179431" y="1894888"/>
                  </a:lnTo>
                  <a:lnTo>
                    <a:pt x="1167589" y="1864143"/>
                  </a:lnTo>
                  <a:lnTo>
                    <a:pt x="1157418" y="1850227"/>
                  </a:lnTo>
                  <a:lnTo>
                    <a:pt x="1150515" y="1829416"/>
                  </a:lnTo>
                  <a:lnTo>
                    <a:pt x="1173753" y="1823788"/>
                  </a:lnTo>
                  <a:lnTo>
                    <a:pt x="1190535" y="1825037"/>
                  </a:lnTo>
                  <a:lnTo>
                    <a:pt x="1202903" y="1801621"/>
                  </a:lnTo>
                  <a:lnTo>
                    <a:pt x="1195766" y="1763763"/>
                  </a:lnTo>
                  <a:lnTo>
                    <a:pt x="1177740" y="1752109"/>
                  </a:lnTo>
                  <a:lnTo>
                    <a:pt x="1162688" y="1747042"/>
                  </a:lnTo>
                  <a:lnTo>
                    <a:pt x="1133830" y="1687578"/>
                  </a:lnTo>
                  <a:lnTo>
                    <a:pt x="1103727" y="1656779"/>
                  </a:lnTo>
                  <a:lnTo>
                    <a:pt x="1050037" y="1537977"/>
                  </a:lnTo>
                  <a:lnTo>
                    <a:pt x="1030396" y="1456435"/>
                  </a:lnTo>
                  <a:lnTo>
                    <a:pt x="1012136" y="1464181"/>
                  </a:lnTo>
                  <a:lnTo>
                    <a:pt x="1003269" y="1428658"/>
                  </a:lnTo>
                  <a:lnTo>
                    <a:pt x="996910" y="1395017"/>
                  </a:lnTo>
                  <a:lnTo>
                    <a:pt x="995646" y="1370279"/>
                  </a:lnTo>
                  <a:lnTo>
                    <a:pt x="967021" y="1356110"/>
                  </a:lnTo>
                  <a:lnTo>
                    <a:pt x="965854" y="1338774"/>
                  </a:lnTo>
                  <a:lnTo>
                    <a:pt x="960701" y="1261412"/>
                  </a:lnTo>
                  <a:lnTo>
                    <a:pt x="929995" y="1251025"/>
                  </a:lnTo>
                  <a:lnTo>
                    <a:pt x="910141" y="1207612"/>
                  </a:lnTo>
                  <a:lnTo>
                    <a:pt x="906602" y="1125474"/>
                  </a:lnTo>
                  <a:lnTo>
                    <a:pt x="886378" y="1110526"/>
                  </a:lnTo>
                  <a:lnTo>
                    <a:pt x="870101" y="1114670"/>
                  </a:lnTo>
                  <a:lnTo>
                    <a:pt x="870860" y="1094312"/>
                  </a:lnTo>
                  <a:lnTo>
                    <a:pt x="874749" y="1075202"/>
                  </a:lnTo>
                  <a:lnTo>
                    <a:pt x="865240" y="999488"/>
                  </a:lnTo>
                  <a:lnTo>
                    <a:pt x="862070" y="930378"/>
                  </a:lnTo>
                  <a:lnTo>
                    <a:pt x="854350" y="909514"/>
                  </a:lnTo>
                  <a:lnTo>
                    <a:pt x="849974" y="885084"/>
                  </a:lnTo>
                  <a:lnTo>
                    <a:pt x="853902" y="863983"/>
                  </a:lnTo>
                  <a:lnTo>
                    <a:pt x="859659" y="851859"/>
                  </a:lnTo>
                  <a:lnTo>
                    <a:pt x="879474" y="848674"/>
                  </a:lnTo>
                  <a:lnTo>
                    <a:pt x="897987" y="867331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h23"/>
            <p:cNvSpPr/>
            <p:nvPr/>
          </p:nvSpPr>
          <p:spPr>
            <a:xfrm>
              <a:off x="3465237" y="1695495"/>
              <a:ext cx="952845" cy="914400"/>
            </a:xfrm>
            <a:custGeom>
              <a:avLst/>
              <a:pathLst>
                <a:path w="952845" h="914400">
                  <a:moveTo>
                    <a:pt x="914400" y="914400"/>
                  </a:moveTo>
                  <a:lnTo>
                    <a:pt x="904074" y="912644"/>
                  </a:lnTo>
                  <a:lnTo>
                    <a:pt x="894662" y="895579"/>
                  </a:lnTo>
                  <a:lnTo>
                    <a:pt x="913699" y="869521"/>
                  </a:lnTo>
                  <a:lnTo>
                    <a:pt x="942830" y="870932"/>
                  </a:lnTo>
                  <a:lnTo>
                    <a:pt x="952845" y="876361"/>
                  </a:lnTo>
                  <a:lnTo>
                    <a:pt x="917978" y="891291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h24"/>
            <p:cNvSpPr/>
            <p:nvPr/>
          </p:nvSpPr>
          <p:spPr>
            <a:xfrm>
              <a:off x="3312604" y="1265837"/>
              <a:ext cx="937035" cy="914400"/>
            </a:xfrm>
            <a:custGeom>
              <a:avLst/>
              <a:pathLst>
                <a:path w="937035" h="914400">
                  <a:moveTo>
                    <a:pt x="914400" y="914400"/>
                  </a:moveTo>
                  <a:lnTo>
                    <a:pt x="910024" y="913278"/>
                  </a:lnTo>
                  <a:lnTo>
                    <a:pt x="915469" y="896068"/>
                  </a:lnTo>
                  <a:lnTo>
                    <a:pt x="919514" y="888630"/>
                  </a:lnTo>
                  <a:lnTo>
                    <a:pt x="932932" y="881682"/>
                  </a:lnTo>
                  <a:lnTo>
                    <a:pt x="937035" y="882894"/>
                  </a:lnTo>
                  <a:lnTo>
                    <a:pt x="923228" y="910871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h25"/>
            <p:cNvSpPr/>
            <p:nvPr/>
          </p:nvSpPr>
          <p:spPr>
            <a:xfrm>
              <a:off x="3352119" y="1111042"/>
              <a:ext cx="939913" cy="914400"/>
            </a:xfrm>
            <a:custGeom>
              <a:avLst/>
              <a:pathLst>
                <a:path w="939913" h="914400">
                  <a:moveTo>
                    <a:pt x="914400" y="914400"/>
                  </a:moveTo>
                  <a:lnTo>
                    <a:pt x="909382" y="899362"/>
                  </a:lnTo>
                  <a:lnTo>
                    <a:pt x="911385" y="896412"/>
                  </a:lnTo>
                  <a:lnTo>
                    <a:pt x="914808" y="881573"/>
                  </a:lnTo>
                  <a:lnTo>
                    <a:pt x="924473" y="873430"/>
                  </a:lnTo>
                  <a:lnTo>
                    <a:pt x="939913" y="878316"/>
                  </a:lnTo>
                  <a:lnTo>
                    <a:pt x="939816" y="882025"/>
                  </a:lnTo>
                  <a:lnTo>
                    <a:pt x="925056" y="894041"/>
                  </a:lnTo>
                  <a:lnTo>
                    <a:pt x="919397" y="902130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h26"/>
            <p:cNvSpPr/>
            <p:nvPr/>
          </p:nvSpPr>
          <p:spPr>
            <a:xfrm>
              <a:off x="3621740" y="2965307"/>
              <a:ext cx="929470" cy="915707"/>
            </a:xfrm>
            <a:custGeom>
              <a:avLst/>
              <a:pathLst>
                <a:path w="929470" h="915707">
                  <a:moveTo>
                    <a:pt x="914400" y="914400"/>
                  </a:moveTo>
                  <a:lnTo>
                    <a:pt x="858628" y="909550"/>
                  </a:lnTo>
                  <a:lnTo>
                    <a:pt x="850694" y="905062"/>
                  </a:lnTo>
                  <a:lnTo>
                    <a:pt x="881380" y="873321"/>
                  </a:lnTo>
                  <a:lnTo>
                    <a:pt x="901371" y="840332"/>
                  </a:lnTo>
                  <a:lnTo>
                    <a:pt x="918347" y="797281"/>
                  </a:lnTo>
                  <a:lnTo>
                    <a:pt x="920156" y="767458"/>
                  </a:lnTo>
                  <a:lnTo>
                    <a:pt x="924395" y="733835"/>
                  </a:lnTo>
                  <a:lnTo>
                    <a:pt x="929470" y="731330"/>
                  </a:lnTo>
                  <a:lnTo>
                    <a:pt x="929470" y="915707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h27"/>
            <p:cNvSpPr/>
            <p:nvPr/>
          </p:nvSpPr>
          <p:spPr>
            <a:xfrm>
              <a:off x="2584559" y="3119360"/>
              <a:ext cx="1966652" cy="921186"/>
            </a:xfrm>
            <a:custGeom>
              <a:avLst/>
              <a:pathLst>
                <a:path w="1966652" h="921186">
                  <a:moveTo>
                    <a:pt x="914400" y="914399"/>
                  </a:moveTo>
                  <a:lnTo>
                    <a:pt x="1028432" y="869340"/>
                  </a:lnTo>
                  <a:lnTo>
                    <a:pt x="1150223" y="827067"/>
                  </a:lnTo>
                  <a:lnTo>
                    <a:pt x="1178654" y="822471"/>
                  </a:lnTo>
                  <a:lnTo>
                    <a:pt x="1207239" y="813567"/>
                  </a:lnTo>
                  <a:lnTo>
                    <a:pt x="1217799" y="797751"/>
                  </a:lnTo>
                  <a:lnTo>
                    <a:pt x="1228339" y="787165"/>
                  </a:lnTo>
                  <a:lnTo>
                    <a:pt x="1244926" y="759279"/>
                  </a:lnTo>
                  <a:lnTo>
                    <a:pt x="1281602" y="715938"/>
                  </a:lnTo>
                  <a:lnTo>
                    <a:pt x="1346455" y="700158"/>
                  </a:lnTo>
                  <a:lnTo>
                    <a:pt x="1370665" y="679601"/>
                  </a:lnTo>
                  <a:lnTo>
                    <a:pt x="1421420" y="650810"/>
                  </a:lnTo>
                  <a:lnTo>
                    <a:pt x="1537124" y="618508"/>
                  </a:lnTo>
                  <a:lnTo>
                    <a:pt x="1585448" y="611415"/>
                  </a:lnTo>
                  <a:lnTo>
                    <a:pt x="1632800" y="610546"/>
                  </a:lnTo>
                  <a:lnTo>
                    <a:pt x="1674959" y="636025"/>
                  </a:lnTo>
                  <a:lnTo>
                    <a:pt x="1719588" y="667477"/>
                  </a:lnTo>
                  <a:lnTo>
                    <a:pt x="1727619" y="686460"/>
                  </a:lnTo>
                  <a:lnTo>
                    <a:pt x="1703467" y="674625"/>
                  </a:lnTo>
                  <a:lnTo>
                    <a:pt x="1668269" y="646376"/>
                  </a:lnTo>
                  <a:lnTo>
                    <a:pt x="1655260" y="645182"/>
                  </a:lnTo>
                  <a:lnTo>
                    <a:pt x="1685304" y="731103"/>
                  </a:lnTo>
                  <a:lnTo>
                    <a:pt x="1701736" y="761487"/>
                  </a:lnTo>
                  <a:lnTo>
                    <a:pt x="1734950" y="784215"/>
                  </a:lnTo>
                  <a:lnTo>
                    <a:pt x="1762797" y="791870"/>
                  </a:lnTo>
                  <a:lnTo>
                    <a:pt x="1848594" y="778099"/>
                  </a:lnTo>
                  <a:lnTo>
                    <a:pt x="1879066" y="760111"/>
                  </a:lnTo>
                  <a:lnTo>
                    <a:pt x="1887875" y="751009"/>
                  </a:lnTo>
                  <a:lnTo>
                    <a:pt x="1895809" y="755497"/>
                  </a:lnTo>
                  <a:lnTo>
                    <a:pt x="1951581" y="760346"/>
                  </a:lnTo>
                  <a:lnTo>
                    <a:pt x="1966652" y="761654"/>
                  </a:lnTo>
                  <a:lnTo>
                    <a:pt x="1966652" y="921186"/>
                  </a:lnTo>
                  <a:lnTo>
                    <a:pt x="901485" y="921186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h28"/>
            <p:cNvSpPr/>
            <p:nvPr/>
          </p:nvSpPr>
          <p:spPr>
            <a:xfrm>
              <a:off x="2106436" y="571847"/>
              <a:ext cx="968965" cy="1655295"/>
            </a:xfrm>
            <a:custGeom>
              <a:avLst/>
              <a:pathLst>
                <a:path w="968965" h="1655295">
                  <a:moveTo>
                    <a:pt x="914400" y="914400"/>
                  </a:moveTo>
                  <a:lnTo>
                    <a:pt x="940418" y="989444"/>
                  </a:lnTo>
                  <a:lnTo>
                    <a:pt x="962023" y="1042810"/>
                  </a:lnTo>
                  <a:lnTo>
                    <a:pt x="968965" y="1077989"/>
                  </a:lnTo>
                  <a:lnTo>
                    <a:pt x="961829" y="1113657"/>
                  </a:lnTo>
                  <a:lnTo>
                    <a:pt x="954459" y="1131916"/>
                  </a:lnTo>
                  <a:lnTo>
                    <a:pt x="954225" y="1156509"/>
                  </a:lnTo>
                  <a:lnTo>
                    <a:pt x="948547" y="1205459"/>
                  </a:lnTo>
                  <a:lnTo>
                    <a:pt x="931804" y="1230197"/>
                  </a:lnTo>
                  <a:lnTo>
                    <a:pt x="909888" y="1257178"/>
                  </a:lnTo>
                  <a:lnTo>
                    <a:pt x="885444" y="1277319"/>
                  </a:lnTo>
                  <a:lnTo>
                    <a:pt x="866056" y="1282983"/>
                  </a:lnTo>
                  <a:lnTo>
                    <a:pt x="849410" y="1285318"/>
                  </a:lnTo>
                  <a:lnTo>
                    <a:pt x="838229" y="1295560"/>
                  </a:lnTo>
                  <a:lnTo>
                    <a:pt x="828097" y="1325654"/>
                  </a:lnTo>
                  <a:lnTo>
                    <a:pt x="818744" y="1357268"/>
                  </a:lnTo>
                  <a:lnTo>
                    <a:pt x="788174" y="1396139"/>
                  </a:lnTo>
                  <a:lnTo>
                    <a:pt x="788991" y="1409675"/>
                  </a:lnTo>
                  <a:lnTo>
                    <a:pt x="800639" y="1455748"/>
                  </a:lnTo>
                  <a:lnTo>
                    <a:pt x="811549" y="1508209"/>
                  </a:lnTo>
                  <a:lnTo>
                    <a:pt x="802331" y="1557249"/>
                  </a:lnTo>
                  <a:lnTo>
                    <a:pt x="794436" y="1608733"/>
                  </a:lnTo>
                  <a:lnTo>
                    <a:pt x="780610" y="1643043"/>
                  </a:lnTo>
                  <a:lnTo>
                    <a:pt x="760852" y="1655295"/>
                  </a:lnTo>
                  <a:lnTo>
                    <a:pt x="746346" y="1649178"/>
                  </a:lnTo>
                  <a:lnTo>
                    <a:pt x="729933" y="1602110"/>
                  </a:lnTo>
                  <a:lnTo>
                    <a:pt x="729564" y="1591288"/>
                  </a:lnTo>
                  <a:lnTo>
                    <a:pt x="725480" y="1576902"/>
                  </a:lnTo>
                  <a:lnTo>
                    <a:pt x="678926" y="1562570"/>
                  </a:lnTo>
                  <a:lnTo>
                    <a:pt x="670700" y="1563094"/>
                  </a:lnTo>
                  <a:lnTo>
                    <a:pt x="652401" y="1554698"/>
                  </a:lnTo>
                  <a:lnTo>
                    <a:pt x="641667" y="1552327"/>
                  </a:lnTo>
                  <a:lnTo>
                    <a:pt x="619654" y="1547477"/>
                  </a:lnTo>
                  <a:lnTo>
                    <a:pt x="601355" y="1505947"/>
                  </a:lnTo>
                  <a:lnTo>
                    <a:pt x="581909" y="1471401"/>
                  </a:lnTo>
                  <a:lnTo>
                    <a:pt x="579147" y="1456960"/>
                  </a:lnTo>
                  <a:lnTo>
                    <a:pt x="579809" y="1392357"/>
                  </a:lnTo>
                  <a:lnTo>
                    <a:pt x="573858" y="1363620"/>
                  </a:lnTo>
                  <a:lnTo>
                    <a:pt x="572030" y="1332295"/>
                  </a:lnTo>
                  <a:lnTo>
                    <a:pt x="559798" y="1357775"/>
                  </a:lnTo>
                  <a:lnTo>
                    <a:pt x="566896" y="1398057"/>
                  </a:lnTo>
                  <a:lnTo>
                    <a:pt x="551806" y="1414959"/>
                  </a:lnTo>
                  <a:lnTo>
                    <a:pt x="532768" y="1423175"/>
                  </a:lnTo>
                  <a:lnTo>
                    <a:pt x="534557" y="1446772"/>
                  </a:lnTo>
                  <a:lnTo>
                    <a:pt x="542375" y="1451242"/>
                  </a:lnTo>
                  <a:lnTo>
                    <a:pt x="544008" y="1475744"/>
                  </a:lnTo>
                  <a:lnTo>
                    <a:pt x="539380" y="1512009"/>
                  </a:lnTo>
                  <a:lnTo>
                    <a:pt x="501907" y="1592646"/>
                  </a:lnTo>
                  <a:lnTo>
                    <a:pt x="494343" y="1601314"/>
                  </a:lnTo>
                  <a:lnTo>
                    <a:pt x="489209" y="1612208"/>
                  </a:lnTo>
                  <a:lnTo>
                    <a:pt x="470035" y="1604969"/>
                  </a:lnTo>
                  <a:lnTo>
                    <a:pt x="453486" y="1620077"/>
                  </a:lnTo>
                  <a:lnTo>
                    <a:pt x="453486" y="874425"/>
                  </a:lnTo>
                  <a:lnTo>
                    <a:pt x="910415" y="874425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h29"/>
            <p:cNvSpPr/>
            <p:nvPr/>
          </p:nvSpPr>
          <p:spPr>
            <a:xfrm>
              <a:off x="1649937" y="2876382"/>
              <a:ext cx="915722" cy="956861"/>
            </a:xfrm>
            <a:custGeom>
              <a:avLst/>
              <a:pathLst>
                <a:path w="915722" h="956861">
                  <a:moveTo>
                    <a:pt x="914400" y="914400"/>
                  </a:moveTo>
                  <a:lnTo>
                    <a:pt x="915722" y="948728"/>
                  </a:lnTo>
                  <a:lnTo>
                    <a:pt x="909985" y="956861"/>
                  </a:lnTo>
                  <a:lnTo>
                    <a:pt x="909985" y="906665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h30"/>
            <p:cNvSpPr/>
            <p:nvPr/>
          </p:nvSpPr>
          <p:spPr>
            <a:xfrm>
              <a:off x="1674089" y="2945129"/>
              <a:ext cx="1097777" cy="1095416"/>
            </a:xfrm>
            <a:custGeom>
              <a:avLst/>
              <a:pathLst>
                <a:path w="1097777" h="1095416">
                  <a:moveTo>
                    <a:pt x="914400" y="914400"/>
                  </a:moveTo>
                  <a:lnTo>
                    <a:pt x="919844" y="928569"/>
                  </a:lnTo>
                  <a:lnTo>
                    <a:pt x="928128" y="943860"/>
                  </a:lnTo>
                  <a:lnTo>
                    <a:pt x="957609" y="932966"/>
                  </a:lnTo>
                  <a:lnTo>
                    <a:pt x="1031504" y="978207"/>
                  </a:lnTo>
                  <a:lnTo>
                    <a:pt x="1076192" y="956184"/>
                  </a:lnTo>
                  <a:lnTo>
                    <a:pt x="1087626" y="954899"/>
                  </a:lnTo>
                  <a:lnTo>
                    <a:pt x="1097777" y="991453"/>
                  </a:lnTo>
                  <a:lnTo>
                    <a:pt x="1086673" y="1028279"/>
                  </a:lnTo>
                  <a:lnTo>
                    <a:pt x="1047275" y="1067566"/>
                  </a:lnTo>
                  <a:lnTo>
                    <a:pt x="1056007" y="1091779"/>
                  </a:lnTo>
                  <a:lnTo>
                    <a:pt x="1064521" y="1095416"/>
                  </a:lnTo>
                  <a:lnTo>
                    <a:pt x="885833" y="1095416"/>
                  </a:lnTo>
                  <a:lnTo>
                    <a:pt x="885833" y="917489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h31"/>
            <p:cNvSpPr/>
            <p:nvPr/>
          </p:nvSpPr>
          <p:spPr>
            <a:xfrm>
              <a:off x="1865420" y="3122744"/>
              <a:ext cx="922762" cy="917802"/>
            </a:xfrm>
            <a:custGeom>
              <a:avLst/>
              <a:pathLst>
                <a:path w="922762" h="917802">
                  <a:moveTo>
                    <a:pt x="914400" y="914399"/>
                  </a:moveTo>
                  <a:lnTo>
                    <a:pt x="922762" y="917802"/>
                  </a:lnTo>
                  <a:lnTo>
                    <a:pt x="889812" y="917802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h32"/>
            <p:cNvSpPr/>
            <p:nvPr/>
          </p:nvSpPr>
          <p:spPr>
            <a:xfrm>
              <a:off x="1984158" y="3084072"/>
              <a:ext cx="1337877" cy="956473"/>
            </a:xfrm>
            <a:custGeom>
              <a:avLst/>
              <a:pathLst>
                <a:path w="1337877" h="956473">
                  <a:moveTo>
                    <a:pt x="914400" y="914399"/>
                  </a:moveTo>
                  <a:lnTo>
                    <a:pt x="933457" y="902565"/>
                  </a:lnTo>
                  <a:lnTo>
                    <a:pt x="996190" y="894096"/>
                  </a:lnTo>
                  <a:lnTo>
                    <a:pt x="1007605" y="872760"/>
                  </a:lnTo>
                  <a:lnTo>
                    <a:pt x="1033021" y="851298"/>
                  </a:lnTo>
                  <a:lnTo>
                    <a:pt x="1049395" y="827863"/>
                  </a:lnTo>
                  <a:lnTo>
                    <a:pt x="1088598" y="783256"/>
                  </a:lnTo>
                  <a:lnTo>
                    <a:pt x="1129163" y="791291"/>
                  </a:lnTo>
                  <a:lnTo>
                    <a:pt x="1152849" y="799832"/>
                  </a:lnTo>
                  <a:lnTo>
                    <a:pt x="1178848" y="804139"/>
                  </a:lnTo>
                  <a:lnTo>
                    <a:pt x="1202514" y="851696"/>
                  </a:lnTo>
                  <a:lnTo>
                    <a:pt x="1262369" y="904266"/>
                  </a:lnTo>
                  <a:lnTo>
                    <a:pt x="1317363" y="899687"/>
                  </a:lnTo>
                  <a:lnTo>
                    <a:pt x="1336887" y="949416"/>
                  </a:lnTo>
                  <a:lnTo>
                    <a:pt x="1337877" y="956473"/>
                  </a:lnTo>
                  <a:lnTo>
                    <a:pt x="878016" y="956473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h33"/>
            <p:cNvSpPr/>
            <p:nvPr/>
          </p:nvSpPr>
          <p:spPr>
            <a:xfrm>
              <a:off x="2389105" y="3009244"/>
              <a:ext cx="914400" cy="940187"/>
            </a:xfrm>
            <a:custGeom>
              <a:avLst/>
              <a:pathLst>
                <a:path w="914400" h="940187">
                  <a:moveTo>
                    <a:pt x="914400" y="914399"/>
                  </a:moveTo>
                  <a:lnTo>
                    <a:pt x="909052" y="927103"/>
                  </a:lnTo>
                  <a:lnTo>
                    <a:pt x="886669" y="905967"/>
                  </a:lnTo>
                  <a:lnTo>
                    <a:pt x="864189" y="906256"/>
                  </a:lnTo>
                  <a:lnTo>
                    <a:pt x="850752" y="938811"/>
                  </a:lnTo>
                  <a:lnTo>
                    <a:pt x="840757" y="940187"/>
                  </a:lnTo>
                  <a:lnTo>
                    <a:pt x="806045" y="910617"/>
                  </a:lnTo>
                  <a:lnTo>
                    <a:pt x="800484" y="896195"/>
                  </a:lnTo>
                  <a:lnTo>
                    <a:pt x="799336" y="884197"/>
                  </a:lnTo>
                  <a:lnTo>
                    <a:pt x="804295" y="842666"/>
                  </a:lnTo>
                  <a:lnTo>
                    <a:pt x="803381" y="829601"/>
                  </a:lnTo>
                  <a:lnTo>
                    <a:pt x="814291" y="815323"/>
                  </a:lnTo>
                  <a:lnTo>
                    <a:pt x="815982" y="794693"/>
                  </a:lnTo>
                  <a:lnTo>
                    <a:pt x="835273" y="772941"/>
                  </a:lnTo>
                  <a:lnTo>
                    <a:pt x="852386" y="772127"/>
                  </a:lnTo>
                  <a:lnTo>
                    <a:pt x="857831" y="790549"/>
                  </a:lnTo>
                  <a:lnTo>
                    <a:pt x="866017" y="803234"/>
                  </a:lnTo>
                  <a:lnTo>
                    <a:pt x="894856" y="817458"/>
                  </a:lnTo>
                  <a:lnTo>
                    <a:pt x="899154" y="823918"/>
                  </a:lnTo>
                  <a:lnTo>
                    <a:pt x="901759" y="832858"/>
                  </a:lnTo>
                  <a:lnTo>
                    <a:pt x="888342" y="850375"/>
                  </a:lnTo>
                  <a:lnTo>
                    <a:pt x="883791" y="859351"/>
                  </a:lnTo>
                  <a:lnTo>
                    <a:pt x="888050" y="873737"/>
                  </a:lnTo>
                  <a:lnTo>
                    <a:pt x="909421" y="889463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h34"/>
            <p:cNvSpPr/>
            <p:nvPr/>
          </p:nvSpPr>
          <p:spPr>
            <a:xfrm>
              <a:off x="2416641" y="3112700"/>
              <a:ext cx="961639" cy="927845"/>
            </a:xfrm>
            <a:custGeom>
              <a:avLst/>
              <a:pathLst>
                <a:path w="961639" h="927845">
                  <a:moveTo>
                    <a:pt x="914400" y="914400"/>
                  </a:moveTo>
                  <a:lnTo>
                    <a:pt x="905376" y="905768"/>
                  </a:lnTo>
                  <a:lnTo>
                    <a:pt x="904035" y="893444"/>
                  </a:lnTo>
                  <a:lnTo>
                    <a:pt x="905493" y="880686"/>
                  </a:lnTo>
                  <a:lnTo>
                    <a:pt x="947536" y="915033"/>
                  </a:lnTo>
                  <a:lnTo>
                    <a:pt x="961639" y="927845"/>
                  </a:lnTo>
                  <a:lnTo>
                    <a:pt x="923368" y="927845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h35"/>
            <p:cNvSpPr/>
            <p:nvPr/>
          </p:nvSpPr>
          <p:spPr>
            <a:xfrm>
              <a:off x="1870398" y="2971966"/>
              <a:ext cx="944969" cy="914399"/>
            </a:xfrm>
            <a:custGeom>
              <a:avLst/>
              <a:pathLst>
                <a:path w="944969" h="914399">
                  <a:moveTo>
                    <a:pt x="914400" y="914399"/>
                  </a:moveTo>
                  <a:lnTo>
                    <a:pt x="902732" y="899579"/>
                  </a:lnTo>
                  <a:lnTo>
                    <a:pt x="890986" y="895815"/>
                  </a:lnTo>
                  <a:lnTo>
                    <a:pt x="897306" y="877538"/>
                  </a:lnTo>
                  <a:lnTo>
                    <a:pt x="905571" y="870896"/>
                  </a:lnTo>
                  <a:lnTo>
                    <a:pt x="935168" y="882804"/>
                  </a:lnTo>
                  <a:lnTo>
                    <a:pt x="944463" y="906111"/>
                  </a:lnTo>
                  <a:lnTo>
                    <a:pt x="944969" y="913676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h36"/>
            <p:cNvSpPr/>
            <p:nvPr/>
          </p:nvSpPr>
          <p:spPr>
            <a:xfrm>
              <a:off x="3636811" y="772372"/>
              <a:ext cx="914400" cy="1014217"/>
            </a:xfrm>
            <a:custGeom>
              <a:avLst/>
              <a:pathLst>
                <a:path w="914400" h="1014217">
                  <a:moveTo>
                    <a:pt x="914400" y="914400"/>
                  </a:moveTo>
                  <a:lnTo>
                    <a:pt x="914400" y="1010474"/>
                  </a:lnTo>
                  <a:lnTo>
                    <a:pt x="874535" y="1014217"/>
                  </a:lnTo>
                  <a:lnTo>
                    <a:pt x="863820" y="1007829"/>
                  </a:lnTo>
                  <a:lnTo>
                    <a:pt x="849138" y="958155"/>
                  </a:lnTo>
                  <a:lnTo>
                    <a:pt x="852055" y="945325"/>
                  </a:lnTo>
                  <a:lnTo>
                    <a:pt x="861934" y="939860"/>
                  </a:lnTo>
                  <a:lnTo>
                    <a:pt x="870393" y="938684"/>
                  </a:lnTo>
                  <a:lnTo>
                    <a:pt x="871637" y="965430"/>
                  </a:lnTo>
                  <a:lnTo>
                    <a:pt x="884063" y="962770"/>
                  </a:lnTo>
                  <a:lnTo>
                    <a:pt x="887953" y="945144"/>
                  </a:lnTo>
                  <a:lnTo>
                    <a:pt x="888828" y="932730"/>
                  </a:lnTo>
                  <a:lnTo>
                    <a:pt x="885464" y="926469"/>
                  </a:lnTo>
                  <a:lnTo>
                    <a:pt x="877024" y="921619"/>
                  </a:lnTo>
                  <a:lnTo>
                    <a:pt x="872143" y="913295"/>
                  </a:lnTo>
                  <a:lnTo>
                    <a:pt x="879163" y="899904"/>
                  </a:lnTo>
                  <a:lnTo>
                    <a:pt x="892153" y="894113"/>
                  </a:lnTo>
                  <a:lnTo>
                    <a:pt x="903354" y="912010"/>
                  </a:lnTo>
                  <a:lnTo>
                    <a:pt x="912319" y="914363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h37"/>
            <p:cNvSpPr/>
            <p:nvPr/>
          </p:nvSpPr>
          <p:spPr>
            <a:xfrm>
              <a:off x="3570597" y="841426"/>
              <a:ext cx="914400" cy="925402"/>
            </a:xfrm>
            <a:custGeom>
              <a:avLst/>
              <a:pathLst>
                <a:path w="914400" h="925402">
                  <a:moveTo>
                    <a:pt x="914400" y="914400"/>
                  </a:moveTo>
                  <a:lnTo>
                    <a:pt x="906777" y="912318"/>
                  </a:lnTo>
                  <a:lnTo>
                    <a:pt x="900923" y="915160"/>
                  </a:lnTo>
                  <a:lnTo>
                    <a:pt x="896956" y="925402"/>
                  </a:lnTo>
                  <a:lnTo>
                    <a:pt x="888322" y="921728"/>
                  </a:lnTo>
                  <a:lnTo>
                    <a:pt x="884841" y="907052"/>
                  </a:lnTo>
                  <a:lnTo>
                    <a:pt x="891278" y="885084"/>
                  </a:lnTo>
                  <a:lnTo>
                    <a:pt x="906699" y="884251"/>
                  </a:lnTo>
                  <a:lnTo>
                    <a:pt x="913369" y="906093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h38"/>
            <p:cNvSpPr/>
            <p:nvPr/>
          </p:nvSpPr>
          <p:spPr>
            <a:xfrm>
              <a:off x="2157521" y="2501682"/>
              <a:ext cx="921808" cy="1252527"/>
            </a:xfrm>
            <a:custGeom>
              <a:avLst/>
              <a:pathLst>
                <a:path w="921808" h="1252527">
                  <a:moveTo>
                    <a:pt x="914400" y="914400"/>
                  </a:moveTo>
                  <a:lnTo>
                    <a:pt x="909227" y="925203"/>
                  </a:lnTo>
                  <a:lnTo>
                    <a:pt x="901623" y="932315"/>
                  </a:lnTo>
                  <a:lnTo>
                    <a:pt x="881730" y="939861"/>
                  </a:lnTo>
                  <a:lnTo>
                    <a:pt x="864501" y="950393"/>
                  </a:lnTo>
                  <a:lnTo>
                    <a:pt x="849138" y="968905"/>
                  </a:lnTo>
                  <a:lnTo>
                    <a:pt x="843479" y="995362"/>
                  </a:lnTo>
                  <a:lnTo>
                    <a:pt x="855497" y="1014725"/>
                  </a:lnTo>
                  <a:lnTo>
                    <a:pt x="877355" y="1025329"/>
                  </a:lnTo>
                  <a:lnTo>
                    <a:pt x="882916" y="1062191"/>
                  </a:lnTo>
                  <a:lnTo>
                    <a:pt x="864870" y="1080378"/>
                  </a:lnTo>
                  <a:lnTo>
                    <a:pt x="818569" y="1098528"/>
                  </a:lnTo>
                  <a:lnTo>
                    <a:pt x="813707" y="1142339"/>
                  </a:lnTo>
                  <a:lnTo>
                    <a:pt x="815205" y="1176867"/>
                  </a:lnTo>
                  <a:lnTo>
                    <a:pt x="814368" y="1201966"/>
                  </a:lnTo>
                  <a:lnTo>
                    <a:pt x="810693" y="1236693"/>
                  </a:lnTo>
                  <a:lnTo>
                    <a:pt x="773240" y="1252527"/>
                  </a:lnTo>
                  <a:lnTo>
                    <a:pt x="749068" y="1199632"/>
                  </a:lnTo>
                  <a:lnTo>
                    <a:pt x="748854" y="1178459"/>
                  </a:lnTo>
                  <a:lnTo>
                    <a:pt x="741640" y="1153740"/>
                  </a:lnTo>
                  <a:lnTo>
                    <a:pt x="740278" y="1132676"/>
                  </a:lnTo>
                  <a:lnTo>
                    <a:pt x="731722" y="1098981"/>
                  </a:lnTo>
                  <a:lnTo>
                    <a:pt x="696291" y="1089860"/>
                  </a:lnTo>
                  <a:lnTo>
                    <a:pt x="682543" y="1088666"/>
                  </a:lnTo>
                  <a:lnTo>
                    <a:pt x="663310" y="1094927"/>
                  </a:lnTo>
                  <a:lnTo>
                    <a:pt x="658546" y="1092484"/>
                  </a:lnTo>
                  <a:lnTo>
                    <a:pt x="635522" y="1046466"/>
                  </a:lnTo>
                  <a:lnTo>
                    <a:pt x="639314" y="995688"/>
                  </a:lnTo>
                  <a:lnTo>
                    <a:pt x="627024" y="970063"/>
                  </a:lnTo>
                  <a:lnTo>
                    <a:pt x="625332" y="958464"/>
                  </a:lnTo>
                  <a:lnTo>
                    <a:pt x="625624" y="945615"/>
                  </a:lnTo>
                  <a:lnTo>
                    <a:pt x="615531" y="935029"/>
                  </a:lnTo>
                  <a:lnTo>
                    <a:pt x="603280" y="929419"/>
                  </a:lnTo>
                  <a:lnTo>
                    <a:pt x="597330" y="900845"/>
                  </a:lnTo>
                  <a:lnTo>
                    <a:pt x="611409" y="893915"/>
                  </a:lnTo>
                  <a:lnTo>
                    <a:pt x="646217" y="897262"/>
                  </a:lnTo>
                  <a:lnTo>
                    <a:pt x="656388" y="895308"/>
                  </a:lnTo>
                  <a:lnTo>
                    <a:pt x="665702" y="889354"/>
                  </a:lnTo>
                  <a:lnTo>
                    <a:pt x="693860" y="842377"/>
                  </a:lnTo>
                  <a:lnTo>
                    <a:pt x="693044" y="832026"/>
                  </a:lnTo>
                  <a:lnTo>
                    <a:pt x="696058" y="818598"/>
                  </a:lnTo>
                  <a:lnTo>
                    <a:pt x="726530" y="813622"/>
                  </a:lnTo>
                  <a:lnTo>
                    <a:pt x="740103" y="831772"/>
                  </a:lnTo>
                  <a:lnTo>
                    <a:pt x="737381" y="860835"/>
                  </a:lnTo>
                  <a:lnTo>
                    <a:pt x="739112" y="898077"/>
                  </a:lnTo>
                  <a:lnTo>
                    <a:pt x="757566" y="908211"/>
                  </a:lnTo>
                  <a:lnTo>
                    <a:pt x="764761" y="909694"/>
                  </a:lnTo>
                  <a:lnTo>
                    <a:pt x="772442" y="882188"/>
                  </a:lnTo>
                  <a:lnTo>
                    <a:pt x="777829" y="868815"/>
                  </a:lnTo>
                  <a:lnTo>
                    <a:pt x="785141" y="861360"/>
                  </a:lnTo>
                  <a:lnTo>
                    <a:pt x="787630" y="836224"/>
                  </a:lnTo>
                  <a:lnTo>
                    <a:pt x="783293" y="820878"/>
                  </a:lnTo>
                  <a:lnTo>
                    <a:pt x="774056" y="809441"/>
                  </a:lnTo>
                  <a:lnTo>
                    <a:pt x="808554" y="778316"/>
                  </a:lnTo>
                  <a:lnTo>
                    <a:pt x="844257" y="753669"/>
                  </a:lnTo>
                  <a:lnTo>
                    <a:pt x="865026" y="752384"/>
                  </a:lnTo>
                  <a:lnTo>
                    <a:pt x="885930" y="758410"/>
                  </a:lnTo>
                  <a:lnTo>
                    <a:pt x="905357" y="766734"/>
                  </a:lnTo>
                  <a:lnTo>
                    <a:pt x="915897" y="773901"/>
                  </a:lnTo>
                  <a:lnTo>
                    <a:pt x="921808" y="785410"/>
                  </a:lnTo>
                  <a:lnTo>
                    <a:pt x="908780" y="812844"/>
                  </a:lnTo>
                  <a:lnTo>
                    <a:pt x="905163" y="827863"/>
                  </a:lnTo>
                  <a:lnTo>
                    <a:pt x="913913" y="877302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h39"/>
            <p:cNvSpPr/>
            <p:nvPr/>
          </p:nvSpPr>
          <p:spPr>
            <a:xfrm>
              <a:off x="1697113" y="1785633"/>
              <a:ext cx="1047236" cy="1567872"/>
            </a:xfrm>
            <a:custGeom>
              <a:avLst/>
              <a:pathLst>
                <a:path w="1047236" h="1567872">
                  <a:moveTo>
                    <a:pt x="914400" y="914400"/>
                  </a:moveTo>
                  <a:lnTo>
                    <a:pt x="969004" y="870534"/>
                  </a:lnTo>
                  <a:lnTo>
                    <a:pt x="984270" y="869973"/>
                  </a:lnTo>
                  <a:lnTo>
                    <a:pt x="958581" y="902673"/>
                  </a:lnTo>
                  <a:lnTo>
                    <a:pt x="954459" y="915322"/>
                  </a:lnTo>
                  <a:lnTo>
                    <a:pt x="951347" y="934722"/>
                  </a:lnTo>
                  <a:lnTo>
                    <a:pt x="969763" y="976850"/>
                  </a:lnTo>
                  <a:lnTo>
                    <a:pt x="965874" y="1002492"/>
                  </a:lnTo>
                  <a:lnTo>
                    <a:pt x="967176" y="1052944"/>
                  </a:lnTo>
                  <a:lnTo>
                    <a:pt x="949811" y="1079238"/>
                  </a:lnTo>
                  <a:lnTo>
                    <a:pt x="930209" y="1135173"/>
                  </a:lnTo>
                  <a:lnTo>
                    <a:pt x="921770" y="1143407"/>
                  </a:lnTo>
                  <a:lnTo>
                    <a:pt x="919961" y="1208698"/>
                  </a:lnTo>
                  <a:lnTo>
                    <a:pt x="921886" y="1224279"/>
                  </a:lnTo>
                  <a:lnTo>
                    <a:pt x="919105" y="1283725"/>
                  </a:lnTo>
                  <a:lnTo>
                    <a:pt x="939193" y="1308065"/>
                  </a:lnTo>
                  <a:lnTo>
                    <a:pt x="960429" y="1320786"/>
                  </a:lnTo>
                  <a:lnTo>
                    <a:pt x="1031252" y="1320334"/>
                  </a:lnTo>
                  <a:lnTo>
                    <a:pt x="1038602" y="1331029"/>
                  </a:lnTo>
                  <a:lnTo>
                    <a:pt x="1047236" y="1349414"/>
                  </a:lnTo>
                  <a:lnTo>
                    <a:pt x="1040916" y="1380630"/>
                  </a:lnTo>
                  <a:lnTo>
                    <a:pt x="1033352" y="1404173"/>
                  </a:lnTo>
                  <a:lnTo>
                    <a:pt x="1012836" y="1424007"/>
                  </a:lnTo>
                  <a:lnTo>
                    <a:pt x="986506" y="1438792"/>
                  </a:lnTo>
                  <a:lnTo>
                    <a:pt x="970132" y="1439443"/>
                  </a:lnTo>
                  <a:lnTo>
                    <a:pt x="947827" y="1411340"/>
                  </a:lnTo>
                  <a:lnTo>
                    <a:pt x="937229" y="1420460"/>
                  </a:lnTo>
                  <a:lnTo>
                    <a:pt x="926281" y="1434792"/>
                  </a:lnTo>
                  <a:lnTo>
                    <a:pt x="907943" y="1511701"/>
                  </a:lnTo>
                  <a:lnTo>
                    <a:pt x="899251" y="1563655"/>
                  </a:lnTo>
                  <a:lnTo>
                    <a:pt x="894545" y="1567872"/>
                  </a:lnTo>
                  <a:lnTo>
                    <a:pt x="884180" y="1560217"/>
                  </a:lnTo>
                  <a:lnTo>
                    <a:pt x="866270" y="1559620"/>
                  </a:lnTo>
                  <a:lnTo>
                    <a:pt x="862809" y="1561504"/>
                  </a:lnTo>
                  <a:lnTo>
                    <a:pt x="862809" y="926074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h40"/>
            <p:cNvSpPr/>
            <p:nvPr/>
          </p:nvSpPr>
          <p:spPr>
            <a:xfrm>
              <a:off x="1650228" y="2473343"/>
              <a:ext cx="914400" cy="923610"/>
            </a:xfrm>
            <a:custGeom>
              <a:avLst/>
              <a:pathLst>
                <a:path w="914400" h="923610">
                  <a:moveTo>
                    <a:pt x="914400" y="914400"/>
                  </a:moveTo>
                  <a:lnTo>
                    <a:pt x="909694" y="923610"/>
                  </a:lnTo>
                  <a:lnTo>
                    <a:pt x="909694" y="907057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h41"/>
            <p:cNvSpPr/>
            <p:nvPr/>
          </p:nvSpPr>
          <p:spPr>
            <a:xfrm>
              <a:off x="1782287" y="2548876"/>
              <a:ext cx="940769" cy="1102980"/>
            </a:xfrm>
            <a:custGeom>
              <a:avLst/>
              <a:pathLst>
                <a:path w="940769" h="1102980">
                  <a:moveTo>
                    <a:pt x="914400" y="914399"/>
                  </a:moveTo>
                  <a:lnTo>
                    <a:pt x="924609" y="955641"/>
                  </a:lnTo>
                  <a:lnTo>
                    <a:pt x="940769" y="1001768"/>
                  </a:lnTo>
                  <a:lnTo>
                    <a:pt x="934021" y="1021077"/>
                  </a:lnTo>
                  <a:lnTo>
                    <a:pt x="938610" y="1045814"/>
                  </a:lnTo>
                  <a:lnTo>
                    <a:pt x="934001" y="1071619"/>
                  </a:lnTo>
                  <a:lnTo>
                    <a:pt x="901857" y="1101623"/>
                  </a:lnTo>
                  <a:lnTo>
                    <a:pt x="865804" y="1102980"/>
                  </a:lnTo>
                  <a:lnTo>
                    <a:pt x="828331" y="1088485"/>
                  </a:lnTo>
                  <a:lnTo>
                    <a:pt x="777635" y="1061760"/>
                  </a:lnTo>
                  <a:lnTo>
                    <a:pt x="777635" y="922117"/>
                  </a:lnTo>
                  <a:lnTo>
                    <a:pt x="834612" y="894675"/>
                  </a:lnTo>
                  <a:lnTo>
                    <a:pt x="848049" y="899072"/>
                  </a:lnTo>
                  <a:lnTo>
                    <a:pt x="862070" y="913386"/>
                  </a:lnTo>
                  <a:lnTo>
                    <a:pt x="878210" y="914237"/>
                  </a:lnTo>
                  <a:lnTo>
                    <a:pt x="901643" y="893933"/>
                  </a:lnTo>
                  <a:lnTo>
                    <a:pt x="906096" y="895055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h42"/>
            <p:cNvSpPr/>
            <p:nvPr/>
          </p:nvSpPr>
          <p:spPr>
            <a:xfrm>
              <a:off x="1951858" y="2818691"/>
              <a:ext cx="959709" cy="988793"/>
            </a:xfrm>
            <a:custGeom>
              <a:avLst/>
              <a:pathLst>
                <a:path w="959709" h="988793">
                  <a:moveTo>
                    <a:pt x="914400" y="914400"/>
                  </a:moveTo>
                  <a:lnTo>
                    <a:pt x="938241" y="913078"/>
                  </a:lnTo>
                  <a:lnTo>
                    <a:pt x="954459" y="922615"/>
                  </a:lnTo>
                  <a:lnTo>
                    <a:pt x="958328" y="937345"/>
                  </a:lnTo>
                  <a:lnTo>
                    <a:pt x="959709" y="970045"/>
                  </a:lnTo>
                  <a:lnTo>
                    <a:pt x="942674" y="979582"/>
                  </a:lnTo>
                  <a:lnTo>
                    <a:pt x="923870" y="976343"/>
                  </a:lnTo>
                  <a:lnTo>
                    <a:pt x="898279" y="988793"/>
                  </a:lnTo>
                  <a:lnTo>
                    <a:pt x="814271" y="935337"/>
                  </a:lnTo>
                  <a:lnTo>
                    <a:pt x="815496" y="890766"/>
                  </a:lnTo>
                  <a:lnTo>
                    <a:pt x="818860" y="873267"/>
                  </a:lnTo>
                  <a:lnTo>
                    <a:pt x="858667" y="869105"/>
                  </a:lnTo>
                  <a:lnTo>
                    <a:pt x="879163" y="891399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h43"/>
            <p:cNvSpPr/>
            <p:nvPr/>
          </p:nvSpPr>
          <p:spPr>
            <a:xfrm>
              <a:off x="1782871" y="2850016"/>
              <a:ext cx="966437" cy="914400"/>
            </a:xfrm>
            <a:custGeom>
              <a:avLst/>
              <a:pathLst>
                <a:path w="966437" h="914400">
                  <a:moveTo>
                    <a:pt x="914400" y="914400"/>
                  </a:moveTo>
                  <a:lnTo>
                    <a:pt x="902401" y="884378"/>
                  </a:lnTo>
                  <a:lnTo>
                    <a:pt x="900846" y="874986"/>
                  </a:lnTo>
                  <a:lnTo>
                    <a:pt x="914944" y="855768"/>
                  </a:lnTo>
                  <a:lnTo>
                    <a:pt x="924064" y="833998"/>
                  </a:lnTo>
                  <a:lnTo>
                    <a:pt x="947652" y="800574"/>
                  </a:lnTo>
                  <a:lnTo>
                    <a:pt x="961245" y="761414"/>
                  </a:lnTo>
                  <a:lnTo>
                    <a:pt x="966437" y="762029"/>
                  </a:lnTo>
                  <a:lnTo>
                    <a:pt x="960409" y="796901"/>
                  </a:lnTo>
                  <a:lnTo>
                    <a:pt x="929431" y="894168"/>
                  </a:lnTo>
                  <a:lnTo>
                    <a:pt x="923228" y="912300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h44"/>
            <p:cNvSpPr/>
            <p:nvPr/>
          </p:nvSpPr>
          <p:spPr>
            <a:xfrm>
              <a:off x="2145542" y="2773740"/>
              <a:ext cx="922003" cy="936043"/>
            </a:xfrm>
            <a:custGeom>
              <a:avLst/>
              <a:pathLst>
                <a:path w="922003" h="936043">
                  <a:moveTo>
                    <a:pt x="914400" y="914400"/>
                  </a:moveTo>
                  <a:lnTo>
                    <a:pt x="883830" y="910346"/>
                  </a:lnTo>
                  <a:lnTo>
                    <a:pt x="849371" y="936043"/>
                  </a:lnTo>
                  <a:lnTo>
                    <a:pt x="836304" y="927917"/>
                  </a:lnTo>
                  <a:lnTo>
                    <a:pt x="841243" y="911504"/>
                  </a:lnTo>
                  <a:lnTo>
                    <a:pt x="844841" y="905532"/>
                  </a:lnTo>
                  <a:lnTo>
                    <a:pt x="856430" y="898565"/>
                  </a:lnTo>
                  <a:lnTo>
                    <a:pt x="864170" y="888377"/>
                  </a:lnTo>
                  <a:lnTo>
                    <a:pt x="867204" y="872434"/>
                  </a:lnTo>
                  <a:lnTo>
                    <a:pt x="874379" y="881030"/>
                  </a:lnTo>
                  <a:lnTo>
                    <a:pt x="895712" y="884631"/>
                  </a:lnTo>
                  <a:lnTo>
                    <a:pt x="906135" y="889716"/>
                  </a:lnTo>
                  <a:lnTo>
                    <a:pt x="914847" y="897190"/>
                  </a:lnTo>
                  <a:lnTo>
                    <a:pt x="922003" y="908880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h45"/>
            <p:cNvSpPr/>
            <p:nvPr/>
          </p:nvSpPr>
          <p:spPr>
            <a:xfrm>
              <a:off x="2157599" y="2550216"/>
              <a:ext cx="933146" cy="914400"/>
            </a:xfrm>
            <a:custGeom>
              <a:avLst/>
              <a:pathLst>
                <a:path w="933146" h="914400">
                  <a:moveTo>
                    <a:pt x="914400" y="914400"/>
                  </a:moveTo>
                  <a:lnTo>
                    <a:pt x="910277" y="913567"/>
                  </a:lnTo>
                  <a:lnTo>
                    <a:pt x="904190" y="891942"/>
                  </a:lnTo>
                  <a:lnTo>
                    <a:pt x="914069" y="878786"/>
                  </a:lnTo>
                  <a:lnTo>
                    <a:pt x="919903" y="867621"/>
                  </a:lnTo>
                  <a:lnTo>
                    <a:pt x="924045" y="867947"/>
                  </a:lnTo>
                  <a:lnTo>
                    <a:pt x="929704" y="880017"/>
                  </a:lnTo>
                  <a:lnTo>
                    <a:pt x="933146" y="898638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h46"/>
            <p:cNvSpPr/>
            <p:nvPr/>
          </p:nvSpPr>
          <p:spPr>
            <a:xfrm>
              <a:off x="1728616" y="2815886"/>
              <a:ext cx="931843" cy="914400"/>
            </a:xfrm>
            <a:custGeom>
              <a:avLst/>
              <a:pathLst>
                <a:path w="931843" h="914400">
                  <a:moveTo>
                    <a:pt x="914400" y="914400"/>
                  </a:moveTo>
                  <a:lnTo>
                    <a:pt x="899115" y="906329"/>
                  </a:lnTo>
                  <a:lnTo>
                    <a:pt x="874243" y="875927"/>
                  </a:lnTo>
                  <a:lnTo>
                    <a:pt x="871112" y="867856"/>
                  </a:lnTo>
                  <a:lnTo>
                    <a:pt x="884180" y="873013"/>
                  </a:lnTo>
                  <a:lnTo>
                    <a:pt x="900398" y="888902"/>
                  </a:lnTo>
                  <a:lnTo>
                    <a:pt x="913680" y="892286"/>
                  </a:lnTo>
                  <a:lnTo>
                    <a:pt x="931843" y="905731"/>
                  </a:lnTo>
                  <a:lnTo>
                    <a:pt x="927759" y="910545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h47"/>
            <p:cNvSpPr/>
            <p:nvPr/>
          </p:nvSpPr>
          <p:spPr>
            <a:xfrm>
              <a:off x="1645522" y="2800679"/>
              <a:ext cx="926592" cy="914400"/>
            </a:xfrm>
            <a:custGeom>
              <a:avLst/>
              <a:pathLst>
                <a:path w="926592" h="914400">
                  <a:moveTo>
                    <a:pt x="914400" y="914400"/>
                  </a:moveTo>
                  <a:lnTo>
                    <a:pt x="914400" y="874848"/>
                  </a:lnTo>
                  <a:lnTo>
                    <a:pt x="925892" y="903386"/>
                  </a:lnTo>
                  <a:lnTo>
                    <a:pt x="926592" y="911366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h48"/>
            <p:cNvSpPr/>
            <p:nvPr/>
          </p:nvSpPr>
          <p:spPr>
            <a:xfrm>
              <a:off x="1763075" y="2471986"/>
              <a:ext cx="928615" cy="914400"/>
            </a:xfrm>
            <a:custGeom>
              <a:avLst/>
              <a:pathLst>
                <a:path w="928615" h="914400">
                  <a:moveTo>
                    <a:pt x="914400" y="914400"/>
                  </a:moveTo>
                  <a:lnTo>
                    <a:pt x="901779" y="907469"/>
                  </a:lnTo>
                  <a:lnTo>
                    <a:pt x="900457" y="883491"/>
                  </a:lnTo>
                  <a:lnTo>
                    <a:pt x="905240" y="861957"/>
                  </a:lnTo>
                  <a:lnTo>
                    <a:pt x="899620" y="842702"/>
                  </a:lnTo>
                  <a:lnTo>
                    <a:pt x="905804" y="830324"/>
                  </a:lnTo>
                  <a:lnTo>
                    <a:pt x="923559" y="859152"/>
                  </a:lnTo>
                  <a:lnTo>
                    <a:pt x="928615" y="872706"/>
                  </a:lnTo>
                  <a:lnTo>
                    <a:pt x="921770" y="888902"/>
                  </a:lnTo>
                  <a:lnTo>
                    <a:pt x="917783" y="907740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h49"/>
            <p:cNvSpPr/>
            <p:nvPr/>
          </p:nvSpPr>
          <p:spPr>
            <a:xfrm>
              <a:off x="1846926" y="1929407"/>
              <a:ext cx="946875" cy="914400"/>
            </a:xfrm>
            <a:custGeom>
              <a:avLst/>
              <a:pathLst>
                <a:path w="946875" h="914400">
                  <a:moveTo>
                    <a:pt x="914400" y="914400"/>
                  </a:moveTo>
                  <a:lnTo>
                    <a:pt x="887000" y="902112"/>
                  </a:lnTo>
                  <a:lnTo>
                    <a:pt x="899095" y="884939"/>
                  </a:lnTo>
                  <a:lnTo>
                    <a:pt x="929198" y="877031"/>
                  </a:lnTo>
                  <a:lnTo>
                    <a:pt x="946875" y="879637"/>
                  </a:lnTo>
                  <a:lnTo>
                    <a:pt x="927428" y="896683"/>
                  </a:lnTo>
                  <a:lnTo>
                    <a:pt x="922509" y="905713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h50"/>
            <p:cNvSpPr/>
            <p:nvPr/>
          </p:nvSpPr>
          <p:spPr>
            <a:xfrm>
              <a:off x="2651279" y="2753708"/>
              <a:ext cx="931590" cy="914400"/>
            </a:xfrm>
            <a:custGeom>
              <a:avLst/>
              <a:pathLst>
                <a:path w="931590" h="914400">
                  <a:moveTo>
                    <a:pt x="914399" y="914400"/>
                  </a:moveTo>
                  <a:lnTo>
                    <a:pt x="881497" y="904012"/>
                  </a:lnTo>
                  <a:lnTo>
                    <a:pt x="841399" y="878334"/>
                  </a:lnTo>
                  <a:lnTo>
                    <a:pt x="847271" y="828008"/>
                  </a:lnTo>
                  <a:lnTo>
                    <a:pt x="857558" y="806257"/>
                  </a:lnTo>
                  <a:lnTo>
                    <a:pt x="930695" y="862662"/>
                  </a:lnTo>
                  <a:lnTo>
                    <a:pt x="931590" y="883925"/>
                  </a:lnTo>
                  <a:lnTo>
                    <a:pt x="921750" y="908120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t51"/>
            <p:cNvSpPr/>
            <p:nvPr/>
          </p:nvSpPr>
          <p:spPr>
            <a:xfrm>
              <a:off x="3079070" y="3331318"/>
              <a:ext cx="117405" cy="117405"/>
            </a:xfrm>
            <a:prstGeom prst="ellipse">
              <a:avLst/>
            </a:prstGeom>
            <a:solidFill>
              <a:srgbClr val="D7466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t52"/>
            <p:cNvSpPr/>
            <p:nvPr/>
          </p:nvSpPr>
          <p:spPr>
            <a:xfrm>
              <a:off x="4309047" y="1819390"/>
              <a:ext cx="117405" cy="117405"/>
            </a:xfrm>
            <a:prstGeom prst="ellipse">
              <a:avLst/>
            </a:prstGeom>
            <a:solidFill>
              <a:srgbClr val="B63875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t53"/>
            <p:cNvSpPr/>
            <p:nvPr/>
          </p:nvSpPr>
          <p:spPr>
            <a:xfrm>
              <a:off x="3009279" y="3167649"/>
              <a:ext cx="117405" cy="117405"/>
            </a:xfrm>
            <a:prstGeom prst="ellipse">
              <a:avLst/>
            </a:prstGeom>
            <a:solidFill>
              <a:srgbClr val="F88E6C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t54"/>
            <p:cNvSpPr/>
            <p:nvPr/>
          </p:nvSpPr>
          <p:spPr>
            <a:xfrm>
              <a:off x="3841481" y="2612382"/>
              <a:ext cx="117405" cy="117405"/>
            </a:xfrm>
            <a:prstGeom prst="ellipse">
              <a:avLst/>
            </a:prstGeom>
            <a:solidFill>
              <a:srgbClr val="B63875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t55"/>
            <p:cNvSpPr/>
            <p:nvPr/>
          </p:nvSpPr>
          <p:spPr>
            <a:xfrm>
              <a:off x="3766068" y="2998083"/>
              <a:ext cx="117405" cy="117405"/>
            </a:xfrm>
            <a:prstGeom prst="ellipse">
              <a:avLst/>
            </a:prstGeom>
            <a:solidFill>
              <a:srgbClr val="B63875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t56"/>
            <p:cNvSpPr/>
            <p:nvPr/>
          </p:nvSpPr>
          <p:spPr>
            <a:xfrm>
              <a:off x="3095194" y="3464481"/>
              <a:ext cx="117405" cy="117405"/>
            </a:xfrm>
            <a:prstGeom prst="ellipse">
              <a:avLst/>
            </a:prstGeom>
            <a:solidFill>
              <a:srgbClr val="E9686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t57"/>
            <p:cNvSpPr/>
            <p:nvPr/>
          </p:nvSpPr>
          <p:spPr>
            <a:xfrm>
              <a:off x="2723377" y="2174267"/>
              <a:ext cx="117405" cy="117405"/>
            </a:xfrm>
            <a:prstGeom prst="ellipse">
              <a:avLst/>
            </a:prstGeom>
            <a:solidFill>
              <a:srgbClr val="7B237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t58"/>
            <p:cNvSpPr/>
            <p:nvPr/>
          </p:nvSpPr>
          <p:spPr>
            <a:xfrm>
              <a:off x="2813515" y="2479934"/>
              <a:ext cx="117405" cy="117405"/>
            </a:xfrm>
            <a:prstGeom prst="ellipse">
              <a:avLst/>
            </a:prstGeom>
            <a:solidFill>
              <a:srgbClr val="FCFDB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g59"/>
            <p:cNvSpPr/>
            <p:nvPr/>
          </p:nvSpPr>
          <p:spPr>
            <a:xfrm>
              <a:off x="3194358" y="3258342"/>
              <a:ext cx="379476" cy="191749"/>
            </a:xfrm>
            <a:custGeom>
              <a:avLst/>
              <a:pathLst>
                <a:path w="379476" h="191749">
                  <a:moveTo>
                    <a:pt x="27431" y="191749"/>
                  </a:moveTo>
                  <a:lnTo>
                    <a:pt x="352044" y="191749"/>
                  </a:lnTo>
                  <a:lnTo>
                    <a:pt x="350939" y="191727"/>
                  </a:lnTo>
                  <a:lnTo>
                    <a:pt x="355350" y="191549"/>
                  </a:lnTo>
                  <a:lnTo>
                    <a:pt x="359676" y="190666"/>
                  </a:lnTo>
                  <a:lnTo>
                    <a:pt x="363803" y="189101"/>
                  </a:lnTo>
                  <a:lnTo>
                    <a:pt x="367627" y="186893"/>
                  </a:lnTo>
                  <a:lnTo>
                    <a:pt x="371046" y="184101"/>
                  </a:lnTo>
                  <a:lnTo>
                    <a:pt x="373974" y="180797"/>
                  </a:lnTo>
                  <a:lnTo>
                    <a:pt x="376333" y="177065"/>
                  </a:lnTo>
                  <a:lnTo>
                    <a:pt x="378064" y="173004"/>
                  </a:lnTo>
                  <a:lnTo>
                    <a:pt x="379120" y="168718"/>
                  </a:lnTo>
                  <a:lnTo>
                    <a:pt x="379476" y="164317"/>
                  </a:lnTo>
                  <a:lnTo>
                    <a:pt x="379476" y="27432"/>
                  </a:lnTo>
                  <a:lnTo>
                    <a:pt x="379120" y="23031"/>
                  </a:lnTo>
                  <a:lnTo>
                    <a:pt x="378064" y="18745"/>
                  </a:lnTo>
                  <a:lnTo>
                    <a:pt x="376333" y="14683"/>
                  </a:lnTo>
                  <a:lnTo>
                    <a:pt x="373974" y="10952"/>
                  </a:lnTo>
                  <a:lnTo>
                    <a:pt x="371046" y="7647"/>
                  </a:lnTo>
                  <a:lnTo>
                    <a:pt x="367627" y="4855"/>
                  </a:lnTo>
                  <a:lnTo>
                    <a:pt x="363803" y="2648"/>
                  </a:lnTo>
                  <a:lnTo>
                    <a:pt x="359676" y="1083"/>
                  </a:lnTo>
                  <a:lnTo>
                    <a:pt x="355350" y="200"/>
                  </a:lnTo>
                  <a:lnTo>
                    <a:pt x="352044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6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2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6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tx60"/>
            <p:cNvSpPr/>
            <p:nvPr/>
          </p:nvSpPr>
          <p:spPr>
            <a:xfrm>
              <a:off x="3240078" y="3304062"/>
              <a:ext cx="288036" cy="1003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3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BAR</a:t>
              </a:r>
            </a:p>
          </p:txBody>
        </p:sp>
        <p:sp>
          <p:nvSpPr>
            <p:cNvPr id="61" name="pg61"/>
            <p:cNvSpPr/>
            <p:nvPr/>
          </p:nvSpPr>
          <p:spPr>
            <a:xfrm>
              <a:off x="4066405" y="1937755"/>
              <a:ext cx="363931" cy="191749"/>
            </a:xfrm>
            <a:custGeom>
              <a:avLst/>
              <a:pathLst>
                <a:path w="363931" h="191749">
                  <a:moveTo>
                    <a:pt x="27431" y="191749"/>
                  </a:moveTo>
                  <a:lnTo>
                    <a:pt x="336499" y="191749"/>
                  </a:lnTo>
                  <a:lnTo>
                    <a:pt x="335394" y="191727"/>
                  </a:lnTo>
                  <a:lnTo>
                    <a:pt x="339805" y="191549"/>
                  </a:lnTo>
                  <a:lnTo>
                    <a:pt x="344131" y="190666"/>
                  </a:lnTo>
                  <a:lnTo>
                    <a:pt x="348259" y="189101"/>
                  </a:lnTo>
                  <a:lnTo>
                    <a:pt x="352082" y="186893"/>
                  </a:lnTo>
                  <a:lnTo>
                    <a:pt x="355502" y="184101"/>
                  </a:lnTo>
                  <a:lnTo>
                    <a:pt x="358429" y="180797"/>
                  </a:lnTo>
                  <a:lnTo>
                    <a:pt x="360789" y="177065"/>
                  </a:lnTo>
                  <a:lnTo>
                    <a:pt x="362519" y="173004"/>
                  </a:lnTo>
                  <a:lnTo>
                    <a:pt x="363575" y="168718"/>
                  </a:lnTo>
                  <a:lnTo>
                    <a:pt x="363931" y="164317"/>
                  </a:lnTo>
                  <a:lnTo>
                    <a:pt x="363931" y="27432"/>
                  </a:lnTo>
                  <a:lnTo>
                    <a:pt x="363575" y="23031"/>
                  </a:lnTo>
                  <a:lnTo>
                    <a:pt x="362519" y="18745"/>
                  </a:lnTo>
                  <a:lnTo>
                    <a:pt x="360789" y="14683"/>
                  </a:lnTo>
                  <a:lnTo>
                    <a:pt x="358429" y="10952"/>
                  </a:lnTo>
                  <a:lnTo>
                    <a:pt x="355502" y="7647"/>
                  </a:lnTo>
                  <a:lnTo>
                    <a:pt x="352082" y="4855"/>
                  </a:lnTo>
                  <a:lnTo>
                    <a:pt x="348259" y="2648"/>
                  </a:lnTo>
                  <a:lnTo>
                    <a:pt x="344131" y="1083"/>
                  </a:lnTo>
                  <a:lnTo>
                    <a:pt x="339805" y="200"/>
                  </a:lnTo>
                  <a:lnTo>
                    <a:pt x="336499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5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2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5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tx62"/>
            <p:cNvSpPr/>
            <p:nvPr/>
          </p:nvSpPr>
          <p:spPr>
            <a:xfrm>
              <a:off x="4112125" y="1983475"/>
              <a:ext cx="272491" cy="1003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3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BJO</a:t>
              </a:r>
            </a:p>
          </p:txBody>
        </p:sp>
        <p:sp>
          <p:nvSpPr>
            <p:cNvPr id="63" name="pg63"/>
            <p:cNvSpPr/>
            <p:nvPr/>
          </p:nvSpPr>
          <p:spPr>
            <a:xfrm>
              <a:off x="2743553" y="2975231"/>
              <a:ext cx="410565" cy="191749"/>
            </a:xfrm>
            <a:custGeom>
              <a:avLst/>
              <a:pathLst>
                <a:path w="410565" h="191749">
                  <a:moveTo>
                    <a:pt x="27431" y="191749"/>
                  </a:moveTo>
                  <a:lnTo>
                    <a:pt x="383133" y="191749"/>
                  </a:lnTo>
                  <a:lnTo>
                    <a:pt x="382029" y="191727"/>
                  </a:lnTo>
                  <a:lnTo>
                    <a:pt x="386440" y="191549"/>
                  </a:lnTo>
                  <a:lnTo>
                    <a:pt x="390765" y="190666"/>
                  </a:lnTo>
                  <a:lnTo>
                    <a:pt x="394893" y="189101"/>
                  </a:lnTo>
                  <a:lnTo>
                    <a:pt x="398716" y="186893"/>
                  </a:lnTo>
                  <a:lnTo>
                    <a:pt x="402136" y="184101"/>
                  </a:lnTo>
                  <a:lnTo>
                    <a:pt x="405063" y="180797"/>
                  </a:lnTo>
                  <a:lnTo>
                    <a:pt x="407423" y="177065"/>
                  </a:lnTo>
                  <a:lnTo>
                    <a:pt x="409153" y="173004"/>
                  </a:lnTo>
                  <a:lnTo>
                    <a:pt x="410210" y="168718"/>
                  </a:lnTo>
                  <a:lnTo>
                    <a:pt x="410565" y="164317"/>
                  </a:lnTo>
                  <a:lnTo>
                    <a:pt x="410565" y="27431"/>
                  </a:lnTo>
                  <a:lnTo>
                    <a:pt x="410210" y="23031"/>
                  </a:lnTo>
                  <a:lnTo>
                    <a:pt x="409153" y="18745"/>
                  </a:lnTo>
                  <a:lnTo>
                    <a:pt x="407423" y="14683"/>
                  </a:lnTo>
                  <a:lnTo>
                    <a:pt x="405063" y="10952"/>
                  </a:lnTo>
                  <a:lnTo>
                    <a:pt x="402136" y="7647"/>
                  </a:lnTo>
                  <a:lnTo>
                    <a:pt x="398716" y="4855"/>
                  </a:lnTo>
                  <a:lnTo>
                    <a:pt x="394893" y="2648"/>
                  </a:lnTo>
                  <a:lnTo>
                    <a:pt x="390765" y="1083"/>
                  </a:lnTo>
                  <a:lnTo>
                    <a:pt x="386440" y="200"/>
                  </a:lnTo>
                  <a:lnTo>
                    <a:pt x="383133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5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1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5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tx64"/>
            <p:cNvSpPr/>
            <p:nvPr/>
          </p:nvSpPr>
          <p:spPr>
            <a:xfrm>
              <a:off x="2789273" y="3020951"/>
              <a:ext cx="319125" cy="1003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3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HOG</a:t>
              </a:r>
            </a:p>
          </p:txBody>
        </p:sp>
        <p:sp>
          <p:nvSpPr>
            <p:cNvPr id="65" name="pg65"/>
            <p:cNvSpPr/>
            <p:nvPr/>
          </p:nvSpPr>
          <p:spPr>
            <a:xfrm>
              <a:off x="3579286" y="2731010"/>
              <a:ext cx="402701" cy="191749"/>
            </a:xfrm>
            <a:custGeom>
              <a:avLst/>
              <a:pathLst>
                <a:path w="402701" h="191749">
                  <a:moveTo>
                    <a:pt x="27431" y="191749"/>
                  </a:moveTo>
                  <a:lnTo>
                    <a:pt x="375269" y="191749"/>
                  </a:lnTo>
                  <a:lnTo>
                    <a:pt x="374165" y="191727"/>
                  </a:lnTo>
                  <a:lnTo>
                    <a:pt x="378576" y="191549"/>
                  </a:lnTo>
                  <a:lnTo>
                    <a:pt x="382901" y="190666"/>
                  </a:lnTo>
                  <a:lnTo>
                    <a:pt x="387029" y="189101"/>
                  </a:lnTo>
                  <a:lnTo>
                    <a:pt x="390852" y="186893"/>
                  </a:lnTo>
                  <a:lnTo>
                    <a:pt x="394272" y="184101"/>
                  </a:lnTo>
                  <a:lnTo>
                    <a:pt x="397200" y="180797"/>
                  </a:lnTo>
                  <a:lnTo>
                    <a:pt x="399559" y="177065"/>
                  </a:lnTo>
                  <a:lnTo>
                    <a:pt x="401290" y="173004"/>
                  </a:lnTo>
                  <a:lnTo>
                    <a:pt x="402346" y="168718"/>
                  </a:lnTo>
                  <a:lnTo>
                    <a:pt x="402701" y="164317"/>
                  </a:lnTo>
                  <a:lnTo>
                    <a:pt x="402701" y="27431"/>
                  </a:lnTo>
                  <a:lnTo>
                    <a:pt x="402346" y="23031"/>
                  </a:lnTo>
                  <a:lnTo>
                    <a:pt x="401290" y="18745"/>
                  </a:lnTo>
                  <a:lnTo>
                    <a:pt x="399559" y="14683"/>
                  </a:lnTo>
                  <a:lnTo>
                    <a:pt x="397200" y="10952"/>
                  </a:lnTo>
                  <a:lnTo>
                    <a:pt x="394272" y="7647"/>
                  </a:lnTo>
                  <a:lnTo>
                    <a:pt x="390852" y="4855"/>
                  </a:lnTo>
                  <a:lnTo>
                    <a:pt x="387029" y="2648"/>
                  </a:lnTo>
                  <a:lnTo>
                    <a:pt x="382901" y="1083"/>
                  </a:lnTo>
                  <a:lnTo>
                    <a:pt x="378576" y="200"/>
                  </a:lnTo>
                  <a:lnTo>
                    <a:pt x="375269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5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1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5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tx66"/>
            <p:cNvSpPr/>
            <p:nvPr/>
          </p:nvSpPr>
          <p:spPr>
            <a:xfrm>
              <a:off x="3625006" y="2776730"/>
              <a:ext cx="311261" cy="1003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3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HOR</a:t>
              </a:r>
            </a:p>
          </p:txBody>
        </p:sp>
        <p:sp>
          <p:nvSpPr>
            <p:cNvPr id="67" name="pg67"/>
            <p:cNvSpPr/>
            <p:nvPr/>
          </p:nvSpPr>
          <p:spPr>
            <a:xfrm>
              <a:off x="3766339" y="3116698"/>
              <a:ext cx="356250" cy="191749"/>
            </a:xfrm>
            <a:custGeom>
              <a:avLst/>
              <a:pathLst>
                <a:path w="356250" h="191749">
                  <a:moveTo>
                    <a:pt x="27432" y="191749"/>
                  </a:moveTo>
                  <a:lnTo>
                    <a:pt x="328818" y="191749"/>
                  </a:lnTo>
                  <a:lnTo>
                    <a:pt x="327713" y="191727"/>
                  </a:lnTo>
                  <a:lnTo>
                    <a:pt x="332124" y="191549"/>
                  </a:lnTo>
                  <a:lnTo>
                    <a:pt x="336450" y="190666"/>
                  </a:lnTo>
                  <a:lnTo>
                    <a:pt x="340578" y="189101"/>
                  </a:lnTo>
                  <a:lnTo>
                    <a:pt x="344401" y="186893"/>
                  </a:lnTo>
                  <a:lnTo>
                    <a:pt x="347821" y="184101"/>
                  </a:lnTo>
                  <a:lnTo>
                    <a:pt x="350748" y="180797"/>
                  </a:lnTo>
                  <a:lnTo>
                    <a:pt x="353108" y="177065"/>
                  </a:lnTo>
                  <a:lnTo>
                    <a:pt x="354838" y="173004"/>
                  </a:lnTo>
                  <a:lnTo>
                    <a:pt x="355895" y="168718"/>
                  </a:lnTo>
                  <a:lnTo>
                    <a:pt x="356250" y="164317"/>
                  </a:lnTo>
                  <a:lnTo>
                    <a:pt x="356250" y="27432"/>
                  </a:lnTo>
                  <a:lnTo>
                    <a:pt x="355895" y="23031"/>
                  </a:lnTo>
                  <a:lnTo>
                    <a:pt x="354838" y="18745"/>
                  </a:lnTo>
                  <a:lnTo>
                    <a:pt x="353108" y="14683"/>
                  </a:lnTo>
                  <a:lnTo>
                    <a:pt x="350748" y="10952"/>
                  </a:lnTo>
                  <a:lnTo>
                    <a:pt x="347821" y="7647"/>
                  </a:lnTo>
                  <a:lnTo>
                    <a:pt x="344401" y="4855"/>
                  </a:lnTo>
                  <a:lnTo>
                    <a:pt x="340578" y="2648"/>
                  </a:lnTo>
                  <a:lnTo>
                    <a:pt x="336450" y="1083"/>
                  </a:lnTo>
                  <a:lnTo>
                    <a:pt x="332124" y="200"/>
                  </a:lnTo>
                  <a:lnTo>
                    <a:pt x="328818" y="0"/>
                  </a:lnTo>
                  <a:lnTo>
                    <a:pt x="27432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5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2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5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tx68"/>
            <p:cNvSpPr/>
            <p:nvPr/>
          </p:nvSpPr>
          <p:spPr>
            <a:xfrm>
              <a:off x="3812059" y="3162418"/>
              <a:ext cx="264810" cy="1003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3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KAL</a:t>
              </a:r>
            </a:p>
          </p:txBody>
        </p:sp>
        <p:sp>
          <p:nvSpPr>
            <p:cNvPr id="69" name="pg69"/>
            <p:cNvSpPr/>
            <p:nvPr/>
          </p:nvSpPr>
          <p:spPr>
            <a:xfrm>
              <a:off x="3079810" y="3582925"/>
              <a:ext cx="387156" cy="191749"/>
            </a:xfrm>
            <a:custGeom>
              <a:avLst/>
              <a:pathLst>
                <a:path w="387156" h="191749">
                  <a:moveTo>
                    <a:pt x="27431" y="191749"/>
                  </a:moveTo>
                  <a:lnTo>
                    <a:pt x="359724" y="191749"/>
                  </a:lnTo>
                  <a:lnTo>
                    <a:pt x="358620" y="191727"/>
                  </a:lnTo>
                  <a:lnTo>
                    <a:pt x="363031" y="191549"/>
                  </a:lnTo>
                  <a:lnTo>
                    <a:pt x="367357" y="190666"/>
                  </a:lnTo>
                  <a:lnTo>
                    <a:pt x="371484" y="189101"/>
                  </a:lnTo>
                  <a:lnTo>
                    <a:pt x="375308" y="186893"/>
                  </a:lnTo>
                  <a:lnTo>
                    <a:pt x="378727" y="184101"/>
                  </a:lnTo>
                  <a:lnTo>
                    <a:pt x="381655" y="180797"/>
                  </a:lnTo>
                  <a:lnTo>
                    <a:pt x="384014" y="177065"/>
                  </a:lnTo>
                  <a:lnTo>
                    <a:pt x="385745" y="173004"/>
                  </a:lnTo>
                  <a:lnTo>
                    <a:pt x="386801" y="168718"/>
                  </a:lnTo>
                  <a:lnTo>
                    <a:pt x="387156" y="164317"/>
                  </a:lnTo>
                  <a:lnTo>
                    <a:pt x="387156" y="27432"/>
                  </a:lnTo>
                  <a:lnTo>
                    <a:pt x="386801" y="23031"/>
                  </a:lnTo>
                  <a:lnTo>
                    <a:pt x="385745" y="18745"/>
                  </a:lnTo>
                  <a:lnTo>
                    <a:pt x="384014" y="14683"/>
                  </a:lnTo>
                  <a:lnTo>
                    <a:pt x="381655" y="10952"/>
                  </a:lnTo>
                  <a:lnTo>
                    <a:pt x="378727" y="7647"/>
                  </a:lnTo>
                  <a:lnTo>
                    <a:pt x="375308" y="4855"/>
                  </a:lnTo>
                  <a:lnTo>
                    <a:pt x="371484" y="2648"/>
                  </a:lnTo>
                  <a:lnTo>
                    <a:pt x="367357" y="1083"/>
                  </a:lnTo>
                  <a:lnTo>
                    <a:pt x="363031" y="200"/>
                  </a:lnTo>
                  <a:lnTo>
                    <a:pt x="359724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6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2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6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tx70"/>
            <p:cNvSpPr/>
            <p:nvPr/>
          </p:nvSpPr>
          <p:spPr>
            <a:xfrm>
              <a:off x="3125530" y="3628645"/>
              <a:ext cx="295716" cy="1003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3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KUR</a:t>
              </a:r>
            </a:p>
          </p:txBody>
        </p:sp>
        <p:sp>
          <p:nvSpPr>
            <p:cNvPr id="71" name="pg71"/>
            <p:cNvSpPr/>
            <p:nvPr/>
          </p:nvSpPr>
          <p:spPr>
            <a:xfrm>
              <a:off x="2729532" y="1981910"/>
              <a:ext cx="343082" cy="191749"/>
            </a:xfrm>
            <a:custGeom>
              <a:avLst/>
              <a:pathLst>
                <a:path w="343082" h="191749">
                  <a:moveTo>
                    <a:pt x="27431" y="191749"/>
                  </a:moveTo>
                  <a:lnTo>
                    <a:pt x="315650" y="191749"/>
                  </a:lnTo>
                  <a:lnTo>
                    <a:pt x="314546" y="191727"/>
                  </a:lnTo>
                  <a:lnTo>
                    <a:pt x="318957" y="191549"/>
                  </a:lnTo>
                  <a:lnTo>
                    <a:pt x="323282" y="190666"/>
                  </a:lnTo>
                  <a:lnTo>
                    <a:pt x="327410" y="189101"/>
                  </a:lnTo>
                  <a:lnTo>
                    <a:pt x="331234" y="186893"/>
                  </a:lnTo>
                  <a:lnTo>
                    <a:pt x="334653" y="184101"/>
                  </a:lnTo>
                  <a:lnTo>
                    <a:pt x="337581" y="180797"/>
                  </a:lnTo>
                  <a:lnTo>
                    <a:pt x="339940" y="177065"/>
                  </a:lnTo>
                  <a:lnTo>
                    <a:pt x="341671" y="173004"/>
                  </a:lnTo>
                  <a:lnTo>
                    <a:pt x="342727" y="168718"/>
                  </a:lnTo>
                  <a:lnTo>
                    <a:pt x="343082" y="164317"/>
                  </a:lnTo>
                  <a:lnTo>
                    <a:pt x="343082" y="27431"/>
                  </a:lnTo>
                  <a:lnTo>
                    <a:pt x="342727" y="23031"/>
                  </a:lnTo>
                  <a:lnTo>
                    <a:pt x="341671" y="18745"/>
                  </a:lnTo>
                  <a:lnTo>
                    <a:pt x="339940" y="14683"/>
                  </a:lnTo>
                  <a:lnTo>
                    <a:pt x="337581" y="10952"/>
                  </a:lnTo>
                  <a:lnTo>
                    <a:pt x="334653" y="7647"/>
                  </a:lnTo>
                  <a:lnTo>
                    <a:pt x="331234" y="4855"/>
                  </a:lnTo>
                  <a:lnTo>
                    <a:pt x="327410" y="2648"/>
                  </a:lnTo>
                  <a:lnTo>
                    <a:pt x="323282" y="1083"/>
                  </a:lnTo>
                  <a:lnTo>
                    <a:pt x="318957" y="200"/>
                  </a:lnTo>
                  <a:lnTo>
                    <a:pt x="315650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5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1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5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tx72"/>
            <p:cNvSpPr/>
            <p:nvPr/>
          </p:nvSpPr>
          <p:spPr>
            <a:xfrm>
              <a:off x="2775252" y="2027630"/>
              <a:ext cx="251642" cy="1003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3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VAT</a:t>
              </a:r>
            </a:p>
          </p:txBody>
        </p:sp>
        <p:sp>
          <p:nvSpPr>
            <p:cNvPr id="73" name="pg73"/>
            <p:cNvSpPr/>
            <p:nvPr/>
          </p:nvSpPr>
          <p:spPr>
            <a:xfrm>
              <a:off x="2594333" y="2597962"/>
              <a:ext cx="317296" cy="191749"/>
            </a:xfrm>
            <a:custGeom>
              <a:avLst/>
              <a:pathLst>
                <a:path w="317296" h="191749">
                  <a:moveTo>
                    <a:pt x="27431" y="191749"/>
                  </a:moveTo>
                  <a:lnTo>
                    <a:pt x="289864" y="191749"/>
                  </a:lnTo>
                  <a:lnTo>
                    <a:pt x="288760" y="191727"/>
                  </a:lnTo>
                  <a:lnTo>
                    <a:pt x="293171" y="191549"/>
                  </a:lnTo>
                  <a:lnTo>
                    <a:pt x="297496" y="190666"/>
                  </a:lnTo>
                  <a:lnTo>
                    <a:pt x="301624" y="189101"/>
                  </a:lnTo>
                  <a:lnTo>
                    <a:pt x="305447" y="186893"/>
                  </a:lnTo>
                  <a:lnTo>
                    <a:pt x="308867" y="184101"/>
                  </a:lnTo>
                  <a:lnTo>
                    <a:pt x="311795" y="180797"/>
                  </a:lnTo>
                  <a:lnTo>
                    <a:pt x="314154" y="177065"/>
                  </a:lnTo>
                  <a:lnTo>
                    <a:pt x="315885" y="173004"/>
                  </a:lnTo>
                  <a:lnTo>
                    <a:pt x="316941" y="168718"/>
                  </a:lnTo>
                  <a:lnTo>
                    <a:pt x="317296" y="164317"/>
                  </a:lnTo>
                  <a:lnTo>
                    <a:pt x="317296" y="27431"/>
                  </a:lnTo>
                  <a:lnTo>
                    <a:pt x="316941" y="23031"/>
                  </a:lnTo>
                  <a:lnTo>
                    <a:pt x="315885" y="18745"/>
                  </a:lnTo>
                  <a:lnTo>
                    <a:pt x="314154" y="14683"/>
                  </a:lnTo>
                  <a:lnTo>
                    <a:pt x="311795" y="10952"/>
                  </a:lnTo>
                  <a:lnTo>
                    <a:pt x="308867" y="7647"/>
                  </a:lnTo>
                  <a:lnTo>
                    <a:pt x="305447" y="4855"/>
                  </a:lnTo>
                  <a:lnTo>
                    <a:pt x="301624" y="2648"/>
                  </a:lnTo>
                  <a:lnTo>
                    <a:pt x="297496" y="1083"/>
                  </a:lnTo>
                  <a:lnTo>
                    <a:pt x="293171" y="200"/>
                  </a:lnTo>
                  <a:lnTo>
                    <a:pt x="289864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5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1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5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tx74"/>
            <p:cNvSpPr/>
            <p:nvPr/>
          </p:nvSpPr>
          <p:spPr>
            <a:xfrm>
              <a:off x="2640053" y="2643682"/>
              <a:ext cx="225856" cy="1003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3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VIK</a:t>
              </a:r>
            </a:p>
          </p:txBody>
        </p:sp>
        <p:sp>
          <p:nvSpPr>
            <p:cNvPr id="75" name="rc75"/>
            <p:cNvSpPr/>
            <p:nvPr/>
          </p:nvSpPr>
          <p:spPr>
            <a:xfrm>
              <a:off x="2460358" y="1316559"/>
              <a:ext cx="2190417" cy="2853700"/>
            </a:xfrm>
            <a:prstGeom prst="rect">
              <a:avLst/>
            </a:prstGeom>
            <a:noFill/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tx76"/>
            <p:cNvSpPr/>
            <p:nvPr/>
          </p:nvSpPr>
          <p:spPr>
            <a:xfrm>
              <a:off x="2148005" y="3999855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54</a:t>
              </a:r>
            </a:p>
          </p:txBody>
        </p:sp>
        <p:sp>
          <p:nvSpPr>
            <p:cNvPr id="77" name="tx77"/>
            <p:cNvSpPr/>
            <p:nvPr/>
          </p:nvSpPr>
          <p:spPr>
            <a:xfrm>
              <a:off x="2272364" y="3981384"/>
              <a:ext cx="44714" cy="984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78" name="tx78"/>
            <p:cNvSpPr/>
            <p:nvPr/>
          </p:nvSpPr>
          <p:spPr>
            <a:xfrm>
              <a:off x="2317078" y="3999855"/>
              <a:ext cx="80650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79" name="tx79"/>
            <p:cNvSpPr/>
            <p:nvPr/>
          </p:nvSpPr>
          <p:spPr>
            <a:xfrm>
              <a:off x="2148005" y="3629244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55</a:t>
              </a:r>
            </a:p>
          </p:txBody>
        </p:sp>
        <p:sp>
          <p:nvSpPr>
            <p:cNvPr id="80" name="tx80"/>
            <p:cNvSpPr/>
            <p:nvPr/>
          </p:nvSpPr>
          <p:spPr>
            <a:xfrm>
              <a:off x="2272364" y="3610774"/>
              <a:ext cx="44714" cy="984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81" name="tx81"/>
            <p:cNvSpPr/>
            <p:nvPr/>
          </p:nvSpPr>
          <p:spPr>
            <a:xfrm>
              <a:off x="2317078" y="3629244"/>
              <a:ext cx="80650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82" name="tx82"/>
            <p:cNvSpPr/>
            <p:nvPr/>
          </p:nvSpPr>
          <p:spPr>
            <a:xfrm>
              <a:off x="2148005" y="3258817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56</a:t>
              </a:r>
            </a:p>
          </p:txBody>
        </p:sp>
        <p:sp>
          <p:nvSpPr>
            <p:cNvPr id="83" name="tx83"/>
            <p:cNvSpPr/>
            <p:nvPr/>
          </p:nvSpPr>
          <p:spPr>
            <a:xfrm>
              <a:off x="2272364" y="3240346"/>
              <a:ext cx="44714" cy="984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84" name="tx84"/>
            <p:cNvSpPr/>
            <p:nvPr/>
          </p:nvSpPr>
          <p:spPr>
            <a:xfrm>
              <a:off x="2317078" y="3258817"/>
              <a:ext cx="80650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85" name="tx85"/>
            <p:cNvSpPr/>
            <p:nvPr/>
          </p:nvSpPr>
          <p:spPr>
            <a:xfrm>
              <a:off x="2148005" y="2888024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57</a:t>
              </a:r>
            </a:p>
          </p:txBody>
        </p:sp>
        <p:sp>
          <p:nvSpPr>
            <p:cNvPr id="86" name="tx86"/>
            <p:cNvSpPr/>
            <p:nvPr/>
          </p:nvSpPr>
          <p:spPr>
            <a:xfrm>
              <a:off x="2272364" y="2869553"/>
              <a:ext cx="44714" cy="984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87" name="tx87"/>
            <p:cNvSpPr/>
            <p:nvPr/>
          </p:nvSpPr>
          <p:spPr>
            <a:xfrm>
              <a:off x="2317078" y="2888024"/>
              <a:ext cx="80650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88" name="tx88"/>
            <p:cNvSpPr/>
            <p:nvPr/>
          </p:nvSpPr>
          <p:spPr>
            <a:xfrm>
              <a:off x="2148005" y="2517596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58</a:t>
              </a:r>
            </a:p>
          </p:txBody>
        </p:sp>
        <p:sp>
          <p:nvSpPr>
            <p:cNvPr id="89" name="tx89"/>
            <p:cNvSpPr/>
            <p:nvPr/>
          </p:nvSpPr>
          <p:spPr>
            <a:xfrm>
              <a:off x="2272364" y="2499125"/>
              <a:ext cx="44714" cy="984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90" name="tx90"/>
            <p:cNvSpPr/>
            <p:nvPr/>
          </p:nvSpPr>
          <p:spPr>
            <a:xfrm>
              <a:off x="2317078" y="2517596"/>
              <a:ext cx="80650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91" name="tx91"/>
            <p:cNvSpPr/>
            <p:nvPr/>
          </p:nvSpPr>
          <p:spPr>
            <a:xfrm>
              <a:off x="2148005" y="2146986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59</a:t>
              </a:r>
            </a:p>
          </p:txBody>
        </p:sp>
        <p:sp>
          <p:nvSpPr>
            <p:cNvPr id="92" name="tx92"/>
            <p:cNvSpPr/>
            <p:nvPr/>
          </p:nvSpPr>
          <p:spPr>
            <a:xfrm>
              <a:off x="2272364" y="2128515"/>
              <a:ext cx="44714" cy="984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93" name="tx93"/>
            <p:cNvSpPr/>
            <p:nvPr/>
          </p:nvSpPr>
          <p:spPr>
            <a:xfrm>
              <a:off x="2317078" y="2146986"/>
              <a:ext cx="80650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94" name="tx94"/>
            <p:cNvSpPr/>
            <p:nvPr/>
          </p:nvSpPr>
          <p:spPr>
            <a:xfrm>
              <a:off x="2148005" y="1776375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60</a:t>
              </a:r>
            </a:p>
          </p:txBody>
        </p:sp>
        <p:sp>
          <p:nvSpPr>
            <p:cNvPr id="95" name="tx95"/>
            <p:cNvSpPr/>
            <p:nvPr/>
          </p:nvSpPr>
          <p:spPr>
            <a:xfrm>
              <a:off x="2272364" y="1757904"/>
              <a:ext cx="44714" cy="984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96" name="tx96"/>
            <p:cNvSpPr/>
            <p:nvPr/>
          </p:nvSpPr>
          <p:spPr>
            <a:xfrm>
              <a:off x="2317078" y="1776375"/>
              <a:ext cx="80650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97" name="tx97"/>
            <p:cNvSpPr/>
            <p:nvPr/>
          </p:nvSpPr>
          <p:spPr>
            <a:xfrm>
              <a:off x="2148005" y="1405765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61</a:t>
              </a:r>
            </a:p>
          </p:txBody>
        </p:sp>
        <p:sp>
          <p:nvSpPr>
            <p:cNvPr id="98" name="tx98"/>
            <p:cNvSpPr/>
            <p:nvPr/>
          </p:nvSpPr>
          <p:spPr>
            <a:xfrm>
              <a:off x="2272364" y="1387294"/>
              <a:ext cx="44714" cy="984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99" name="tx99"/>
            <p:cNvSpPr/>
            <p:nvPr/>
          </p:nvSpPr>
          <p:spPr>
            <a:xfrm>
              <a:off x="2317078" y="1405765"/>
              <a:ext cx="80650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100" name="pl100"/>
            <p:cNvSpPr/>
            <p:nvPr/>
          </p:nvSpPr>
          <p:spPr>
            <a:xfrm>
              <a:off x="2425563" y="4040546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l101"/>
            <p:cNvSpPr/>
            <p:nvPr/>
          </p:nvSpPr>
          <p:spPr>
            <a:xfrm>
              <a:off x="2425563" y="3669935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l102"/>
            <p:cNvSpPr/>
            <p:nvPr/>
          </p:nvSpPr>
          <p:spPr>
            <a:xfrm>
              <a:off x="2425563" y="3299325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l103"/>
            <p:cNvSpPr/>
            <p:nvPr/>
          </p:nvSpPr>
          <p:spPr>
            <a:xfrm>
              <a:off x="2425563" y="2928714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l104"/>
            <p:cNvSpPr/>
            <p:nvPr/>
          </p:nvSpPr>
          <p:spPr>
            <a:xfrm>
              <a:off x="2425563" y="2558104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l105"/>
            <p:cNvSpPr/>
            <p:nvPr/>
          </p:nvSpPr>
          <p:spPr>
            <a:xfrm>
              <a:off x="2425563" y="2187494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l106"/>
            <p:cNvSpPr/>
            <p:nvPr/>
          </p:nvSpPr>
          <p:spPr>
            <a:xfrm>
              <a:off x="2425563" y="1816883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l107"/>
            <p:cNvSpPr/>
            <p:nvPr/>
          </p:nvSpPr>
          <p:spPr>
            <a:xfrm>
              <a:off x="2425563" y="1446273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l108"/>
            <p:cNvSpPr/>
            <p:nvPr/>
          </p:nvSpPr>
          <p:spPr>
            <a:xfrm>
              <a:off x="2559922" y="4170259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l109"/>
            <p:cNvSpPr/>
            <p:nvPr/>
          </p:nvSpPr>
          <p:spPr>
            <a:xfrm>
              <a:off x="2958180" y="4170259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l110"/>
            <p:cNvSpPr/>
            <p:nvPr/>
          </p:nvSpPr>
          <p:spPr>
            <a:xfrm>
              <a:off x="3356438" y="4170259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l111"/>
            <p:cNvSpPr/>
            <p:nvPr/>
          </p:nvSpPr>
          <p:spPr>
            <a:xfrm>
              <a:off x="3754695" y="4170259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l112"/>
            <p:cNvSpPr/>
            <p:nvPr/>
          </p:nvSpPr>
          <p:spPr>
            <a:xfrm>
              <a:off x="4152953" y="4170259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l113"/>
            <p:cNvSpPr/>
            <p:nvPr/>
          </p:nvSpPr>
          <p:spPr>
            <a:xfrm>
              <a:off x="4551211" y="4170259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tx114"/>
            <p:cNvSpPr/>
            <p:nvPr/>
          </p:nvSpPr>
          <p:spPr>
            <a:xfrm>
              <a:off x="2438124" y="4233255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115" name="tx115"/>
            <p:cNvSpPr/>
            <p:nvPr/>
          </p:nvSpPr>
          <p:spPr>
            <a:xfrm>
              <a:off x="2562483" y="4214784"/>
              <a:ext cx="44714" cy="984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116" name="tx116"/>
            <p:cNvSpPr/>
            <p:nvPr/>
          </p:nvSpPr>
          <p:spPr>
            <a:xfrm>
              <a:off x="2607197" y="4233255"/>
              <a:ext cx="74523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E</a:t>
              </a:r>
            </a:p>
          </p:txBody>
        </p:sp>
        <p:sp>
          <p:nvSpPr>
            <p:cNvPr id="117" name="tx117"/>
            <p:cNvSpPr/>
            <p:nvPr/>
          </p:nvSpPr>
          <p:spPr>
            <a:xfrm>
              <a:off x="2836382" y="4233255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12</a:t>
              </a:r>
            </a:p>
          </p:txBody>
        </p:sp>
        <p:sp>
          <p:nvSpPr>
            <p:cNvPr id="118" name="tx118"/>
            <p:cNvSpPr/>
            <p:nvPr/>
          </p:nvSpPr>
          <p:spPr>
            <a:xfrm>
              <a:off x="2960740" y="4214784"/>
              <a:ext cx="44714" cy="984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119" name="tx119"/>
            <p:cNvSpPr/>
            <p:nvPr/>
          </p:nvSpPr>
          <p:spPr>
            <a:xfrm>
              <a:off x="3005455" y="4233255"/>
              <a:ext cx="74523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E</a:t>
              </a:r>
            </a:p>
          </p:txBody>
        </p:sp>
        <p:sp>
          <p:nvSpPr>
            <p:cNvPr id="120" name="tx120"/>
            <p:cNvSpPr/>
            <p:nvPr/>
          </p:nvSpPr>
          <p:spPr>
            <a:xfrm>
              <a:off x="3234640" y="4233255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14</a:t>
              </a:r>
            </a:p>
          </p:txBody>
        </p:sp>
        <p:sp>
          <p:nvSpPr>
            <p:cNvPr id="121" name="tx121"/>
            <p:cNvSpPr/>
            <p:nvPr/>
          </p:nvSpPr>
          <p:spPr>
            <a:xfrm>
              <a:off x="3358998" y="4214784"/>
              <a:ext cx="44714" cy="984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122" name="tx122"/>
            <p:cNvSpPr/>
            <p:nvPr/>
          </p:nvSpPr>
          <p:spPr>
            <a:xfrm>
              <a:off x="3403712" y="4233255"/>
              <a:ext cx="74523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E</a:t>
              </a:r>
            </a:p>
          </p:txBody>
        </p:sp>
        <p:sp>
          <p:nvSpPr>
            <p:cNvPr id="123" name="tx123"/>
            <p:cNvSpPr/>
            <p:nvPr/>
          </p:nvSpPr>
          <p:spPr>
            <a:xfrm>
              <a:off x="3632897" y="4233255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16</a:t>
              </a:r>
            </a:p>
          </p:txBody>
        </p:sp>
        <p:sp>
          <p:nvSpPr>
            <p:cNvPr id="124" name="tx124"/>
            <p:cNvSpPr/>
            <p:nvPr/>
          </p:nvSpPr>
          <p:spPr>
            <a:xfrm>
              <a:off x="3757256" y="4214784"/>
              <a:ext cx="44714" cy="984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125" name="tx125"/>
            <p:cNvSpPr/>
            <p:nvPr/>
          </p:nvSpPr>
          <p:spPr>
            <a:xfrm>
              <a:off x="3801970" y="4233255"/>
              <a:ext cx="74523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E</a:t>
              </a:r>
            </a:p>
          </p:txBody>
        </p:sp>
        <p:sp>
          <p:nvSpPr>
            <p:cNvPr id="126" name="tx126"/>
            <p:cNvSpPr/>
            <p:nvPr/>
          </p:nvSpPr>
          <p:spPr>
            <a:xfrm>
              <a:off x="4031155" y="4233255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18</a:t>
              </a:r>
            </a:p>
          </p:txBody>
        </p:sp>
        <p:sp>
          <p:nvSpPr>
            <p:cNvPr id="127" name="tx127"/>
            <p:cNvSpPr/>
            <p:nvPr/>
          </p:nvSpPr>
          <p:spPr>
            <a:xfrm>
              <a:off x="4155513" y="4214784"/>
              <a:ext cx="44714" cy="984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128" name="tx128"/>
            <p:cNvSpPr/>
            <p:nvPr/>
          </p:nvSpPr>
          <p:spPr>
            <a:xfrm>
              <a:off x="4200228" y="4233255"/>
              <a:ext cx="74523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E</a:t>
              </a:r>
            </a:p>
          </p:txBody>
        </p:sp>
        <p:sp>
          <p:nvSpPr>
            <p:cNvPr id="129" name="tx129"/>
            <p:cNvSpPr/>
            <p:nvPr/>
          </p:nvSpPr>
          <p:spPr>
            <a:xfrm>
              <a:off x="4429413" y="4233255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20</a:t>
              </a:r>
            </a:p>
          </p:txBody>
        </p:sp>
        <p:sp>
          <p:nvSpPr>
            <p:cNvPr id="130" name="tx130"/>
            <p:cNvSpPr/>
            <p:nvPr/>
          </p:nvSpPr>
          <p:spPr>
            <a:xfrm>
              <a:off x="4553771" y="4214784"/>
              <a:ext cx="44714" cy="984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131" name="tx131"/>
            <p:cNvSpPr/>
            <p:nvPr/>
          </p:nvSpPr>
          <p:spPr>
            <a:xfrm>
              <a:off x="4598485" y="4233255"/>
              <a:ext cx="74523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E</a:t>
              </a:r>
            </a:p>
          </p:txBody>
        </p:sp>
        <p:sp>
          <p:nvSpPr>
            <p:cNvPr id="132" name="tx132"/>
            <p:cNvSpPr/>
            <p:nvPr/>
          </p:nvSpPr>
          <p:spPr>
            <a:xfrm>
              <a:off x="3248603" y="4372931"/>
              <a:ext cx="613928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Longitude</a:t>
              </a:r>
            </a:p>
          </p:txBody>
        </p:sp>
        <p:sp>
          <p:nvSpPr>
            <p:cNvPr id="133" name="tx133"/>
            <p:cNvSpPr/>
            <p:nvPr/>
          </p:nvSpPr>
          <p:spPr>
            <a:xfrm rot="-5400000">
              <a:off x="1785078" y="2693391"/>
              <a:ext cx="497342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Latitude</a:t>
              </a:r>
            </a:p>
          </p:txBody>
        </p:sp>
        <p:sp>
          <p:nvSpPr>
            <p:cNvPr id="134" name="rc134"/>
            <p:cNvSpPr/>
            <p:nvPr/>
          </p:nvSpPr>
          <p:spPr>
            <a:xfrm>
              <a:off x="4789953" y="2025646"/>
              <a:ext cx="998714" cy="143552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5" name="tx135"/>
            <p:cNvSpPr/>
            <p:nvPr/>
          </p:nvSpPr>
          <p:spPr>
            <a:xfrm>
              <a:off x="4859542" y="2109957"/>
              <a:ext cx="859536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Fitness Offset</a:t>
              </a:r>
            </a:p>
          </p:txBody>
        </p:sp>
        <p:pic>
          <p:nvPicPr>
            <p:cNvPr id="136" name="pic13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859542" y="2294303"/>
              <a:ext cx="219455" cy="1097280"/>
            </a:xfrm>
            <a:prstGeom prst="rect">
              <a:avLst/>
            </a:prstGeom>
          </p:spPr>
        </p:pic>
        <p:sp>
          <p:nvSpPr>
            <p:cNvPr id="137" name="pl137"/>
            <p:cNvSpPr/>
            <p:nvPr/>
          </p:nvSpPr>
          <p:spPr>
            <a:xfrm>
              <a:off x="5035107" y="3389754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l138"/>
            <p:cNvSpPr/>
            <p:nvPr/>
          </p:nvSpPr>
          <p:spPr>
            <a:xfrm>
              <a:off x="5035107" y="3116349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l139"/>
            <p:cNvSpPr/>
            <p:nvPr/>
          </p:nvSpPr>
          <p:spPr>
            <a:xfrm>
              <a:off x="5035107" y="2842943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l140"/>
            <p:cNvSpPr/>
            <p:nvPr/>
          </p:nvSpPr>
          <p:spPr>
            <a:xfrm>
              <a:off x="5035107" y="2569538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l141"/>
            <p:cNvSpPr/>
            <p:nvPr/>
          </p:nvSpPr>
          <p:spPr>
            <a:xfrm>
              <a:off x="5035107" y="2296132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l142"/>
            <p:cNvSpPr/>
            <p:nvPr/>
          </p:nvSpPr>
          <p:spPr>
            <a:xfrm>
              <a:off x="4859542" y="3389754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l143"/>
            <p:cNvSpPr/>
            <p:nvPr/>
          </p:nvSpPr>
          <p:spPr>
            <a:xfrm>
              <a:off x="4859542" y="3116349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l144"/>
            <p:cNvSpPr/>
            <p:nvPr/>
          </p:nvSpPr>
          <p:spPr>
            <a:xfrm>
              <a:off x="4859542" y="2842943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l145"/>
            <p:cNvSpPr/>
            <p:nvPr/>
          </p:nvSpPr>
          <p:spPr>
            <a:xfrm>
              <a:off x="4859542" y="2569538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l146"/>
            <p:cNvSpPr/>
            <p:nvPr/>
          </p:nvSpPr>
          <p:spPr>
            <a:xfrm>
              <a:off x="4859542" y="2296132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tx147"/>
            <p:cNvSpPr/>
            <p:nvPr/>
          </p:nvSpPr>
          <p:spPr>
            <a:xfrm>
              <a:off x="5148587" y="3349749"/>
              <a:ext cx="254843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-1.00</a:t>
              </a:r>
            </a:p>
          </p:txBody>
        </p:sp>
        <p:sp>
          <p:nvSpPr>
            <p:cNvPr id="148" name="tx148"/>
            <p:cNvSpPr/>
            <p:nvPr/>
          </p:nvSpPr>
          <p:spPr>
            <a:xfrm>
              <a:off x="5148587" y="3076344"/>
              <a:ext cx="254843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-0.75</a:t>
              </a:r>
            </a:p>
          </p:txBody>
        </p:sp>
        <p:sp>
          <p:nvSpPr>
            <p:cNvPr id="149" name="tx149"/>
            <p:cNvSpPr/>
            <p:nvPr/>
          </p:nvSpPr>
          <p:spPr>
            <a:xfrm>
              <a:off x="5148587" y="2802938"/>
              <a:ext cx="254843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-0.50</a:t>
              </a:r>
            </a:p>
          </p:txBody>
        </p:sp>
        <p:sp>
          <p:nvSpPr>
            <p:cNvPr id="150" name="tx150"/>
            <p:cNvSpPr/>
            <p:nvPr/>
          </p:nvSpPr>
          <p:spPr>
            <a:xfrm>
              <a:off x="5148587" y="2529533"/>
              <a:ext cx="254843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-0.25</a:t>
              </a:r>
            </a:p>
          </p:txBody>
        </p:sp>
        <p:sp>
          <p:nvSpPr>
            <p:cNvPr id="151" name="tx151"/>
            <p:cNvSpPr/>
            <p:nvPr/>
          </p:nvSpPr>
          <p:spPr>
            <a:xfrm>
              <a:off x="5148587" y="2256127"/>
              <a:ext cx="217627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152" name="tx152"/>
            <p:cNvSpPr/>
            <p:nvPr/>
          </p:nvSpPr>
          <p:spPr>
            <a:xfrm>
              <a:off x="2460358" y="740027"/>
              <a:ext cx="3641780" cy="16367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8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(C) Common Future Survival Offset </a:t>
              </a:r>
            </a:p>
          </p:txBody>
        </p:sp>
        <p:sp>
          <p:nvSpPr>
            <p:cNvPr id="153" name="tx153"/>
            <p:cNvSpPr/>
            <p:nvPr/>
          </p:nvSpPr>
          <p:spPr>
            <a:xfrm>
              <a:off x="2460358" y="986915"/>
              <a:ext cx="2109063" cy="16367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8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in Future Treatments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914400" y="914400"/>
            <a:ext cx="5943600" cy="3657600"/>
            <a:chOff x="914400" y="914400"/>
            <a:chExt cx="5943600" cy="3657600"/>
          </a:xfrm>
        </p:grpSpPr>
        <p:sp>
          <p:nvSpPr>
            <p:cNvPr id="3" name="rc3"/>
            <p:cNvSpPr/>
            <p:nvPr/>
          </p:nvSpPr>
          <p:spPr>
            <a:xfrm>
              <a:off x="914400" y="914400"/>
              <a:ext cx="5943600" cy="36576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1914143" y="914400"/>
              <a:ext cx="3944113" cy="36576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2460358" y="1316559"/>
              <a:ext cx="2190417" cy="2853700"/>
            </a:xfrm>
            <a:prstGeom prst="rect">
              <a:avLst/>
            </a:prstGeom>
            <a:solidFill>
              <a:srgbClr val="F0F8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2559922" y="1316559"/>
              <a:ext cx="0" cy="2853700"/>
            </a:xfrm>
            <a:custGeom>
              <a:avLst/>
              <a:pathLst>
                <a:path w="0" h="2853700">
                  <a:moveTo>
                    <a:pt x="0" y="2853700"/>
                  </a:moveTo>
                  <a:lnTo>
                    <a:pt x="0" y="2825062"/>
                  </a:lnTo>
                  <a:lnTo>
                    <a:pt x="0" y="2791370"/>
                  </a:lnTo>
                  <a:lnTo>
                    <a:pt x="0" y="2757678"/>
                  </a:lnTo>
                  <a:lnTo>
                    <a:pt x="0" y="2723986"/>
                  </a:lnTo>
                  <a:lnTo>
                    <a:pt x="0" y="2690294"/>
                  </a:lnTo>
                  <a:lnTo>
                    <a:pt x="0" y="2656602"/>
                  </a:lnTo>
                  <a:lnTo>
                    <a:pt x="0" y="2622911"/>
                  </a:lnTo>
                  <a:lnTo>
                    <a:pt x="0" y="2589219"/>
                  </a:lnTo>
                  <a:lnTo>
                    <a:pt x="0" y="2555527"/>
                  </a:lnTo>
                  <a:lnTo>
                    <a:pt x="0" y="2521835"/>
                  </a:lnTo>
                  <a:lnTo>
                    <a:pt x="0" y="2488143"/>
                  </a:lnTo>
                  <a:lnTo>
                    <a:pt x="0" y="2454451"/>
                  </a:lnTo>
                  <a:lnTo>
                    <a:pt x="0" y="2420759"/>
                  </a:lnTo>
                  <a:lnTo>
                    <a:pt x="0" y="2387068"/>
                  </a:lnTo>
                  <a:lnTo>
                    <a:pt x="0" y="2353376"/>
                  </a:lnTo>
                  <a:lnTo>
                    <a:pt x="0" y="2319684"/>
                  </a:lnTo>
                  <a:lnTo>
                    <a:pt x="0" y="2285992"/>
                  </a:lnTo>
                  <a:lnTo>
                    <a:pt x="0" y="2252300"/>
                  </a:lnTo>
                  <a:lnTo>
                    <a:pt x="0" y="2218608"/>
                  </a:lnTo>
                  <a:lnTo>
                    <a:pt x="0" y="2184916"/>
                  </a:lnTo>
                  <a:lnTo>
                    <a:pt x="0" y="2151225"/>
                  </a:lnTo>
                  <a:lnTo>
                    <a:pt x="0" y="2117533"/>
                  </a:lnTo>
                  <a:lnTo>
                    <a:pt x="0" y="2083841"/>
                  </a:lnTo>
                  <a:lnTo>
                    <a:pt x="0" y="2050149"/>
                  </a:lnTo>
                  <a:lnTo>
                    <a:pt x="0" y="2016457"/>
                  </a:lnTo>
                  <a:lnTo>
                    <a:pt x="0" y="1982765"/>
                  </a:lnTo>
                  <a:lnTo>
                    <a:pt x="0" y="1949073"/>
                  </a:lnTo>
                  <a:lnTo>
                    <a:pt x="0" y="1915382"/>
                  </a:lnTo>
                  <a:lnTo>
                    <a:pt x="0" y="1881690"/>
                  </a:lnTo>
                  <a:lnTo>
                    <a:pt x="0" y="1847998"/>
                  </a:lnTo>
                  <a:lnTo>
                    <a:pt x="0" y="1814306"/>
                  </a:lnTo>
                  <a:lnTo>
                    <a:pt x="0" y="1780614"/>
                  </a:lnTo>
                  <a:lnTo>
                    <a:pt x="0" y="1746922"/>
                  </a:lnTo>
                  <a:lnTo>
                    <a:pt x="0" y="1713230"/>
                  </a:lnTo>
                  <a:lnTo>
                    <a:pt x="0" y="1679539"/>
                  </a:lnTo>
                  <a:lnTo>
                    <a:pt x="0" y="1645847"/>
                  </a:lnTo>
                  <a:lnTo>
                    <a:pt x="0" y="1612155"/>
                  </a:lnTo>
                  <a:lnTo>
                    <a:pt x="0" y="1578463"/>
                  </a:lnTo>
                  <a:lnTo>
                    <a:pt x="0" y="1544771"/>
                  </a:lnTo>
                  <a:lnTo>
                    <a:pt x="0" y="1511079"/>
                  </a:lnTo>
                  <a:lnTo>
                    <a:pt x="0" y="1477387"/>
                  </a:lnTo>
                  <a:lnTo>
                    <a:pt x="0" y="1443696"/>
                  </a:lnTo>
                  <a:lnTo>
                    <a:pt x="0" y="1410004"/>
                  </a:lnTo>
                  <a:lnTo>
                    <a:pt x="0" y="1376312"/>
                  </a:lnTo>
                  <a:lnTo>
                    <a:pt x="0" y="1342620"/>
                  </a:lnTo>
                  <a:lnTo>
                    <a:pt x="0" y="1308928"/>
                  </a:lnTo>
                  <a:lnTo>
                    <a:pt x="0" y="1275236"/>
                  </a:lnTo>
                  <a:lnTo>
                    <a:pt x="0" y="1241544"/>
                  </a:lnTo>
                  <a:lnTo>
                    <a:pt x="0" y="1207853"/>
                  </a:lnTo>
                  <a:lnTo>
                    <a:pt x="0" y="1174161"/>
                  </a:lnTo>
                  <a:lnTo>
                    <a:pt x="0" y="1140469"/>
                  </a:lnTo>
                  <a:lnTo>
                    <a:pt x="0" y="1106777"/>
                  </a:lnTo>
                  <a:lnTo>
                    <a:pt x="0" y="1073085"/>
                  </a:lnTo>
                  <a:lnTo>
                    <a:pt x="0" y="1039393"/>
                  </a:lnTo>
                  <a:lnTo>
                    <a:pt x="0" y="1005701"/>
                  </a:lnTo>
                  <a:lnTo>
                    <a:pt x="0" y="972010"/>
                  </a:lnTo>
                  <a:lnTo>
                    <a:pt x="0" y="938318"/>
                  </a:lnTo>
                  <a:lnTo>
                    <a:pt x="0" y="904626"/>
                  </a:lnTo>
                  <a:lnTo>
                    <a:pt x="0" y="870934"/>
                  </a:lnTo>
                  <a:lnTo>
                    <a:pt x="0" y="837242"/>
                  </a:lnTo>
                  <a:lnTo>
                    <a:pt x="0" y="803550"/>
                  </a:lnTo>
                  <a:lnTo>
                    <a:pt x="0" y="769858"/>
                  </a:lnTo>
                  <a:lnTo>
                    <a:pt x="0" y="736167"/>
                  </a:lnTo>
                  <a:lnTo>
                    <a:pt x="0" y="702475"/>
                  </a:lnTo>
                  <a:lnTo>
                    <a:pt x="0" y="668783"/>
                  </a:lnTo>
                  <a:lnTo>
                    <a:pt x="0" y="635091"/>
                  </a:lnTo>
                  <a:lnTo>
                    <a:pt x="0" y="601399"/>
                  </a:lnTo>
                  <a:lnTo>
                    <a:pt x="0" y="567707"/>
                  </a:lnTo>
                  <a:lnTo>
                    <a:pt x="0" y="534015"/>
                  </a:lnTo>
                  <a:lnTo>
                    <a:pt x="0" y="500324"/>
                  </a:lnTo>
                  <a:lnTo>
                    <a:pt x="0" y="466632"/>
                  </a:lnTo>
                  <a:lnTo>
                    <a:pt x="0" y="432940"/>
                  </a:lnTo>
                  <a:lnTo>
                    <a:pt x="0" y="399248"/>
                  </a:lnTo>
                  <a:lnTo>
                    <a:pt x="0" y="365556"/>
                  </a:lnTo>
                  <a:lnTo>
                    <a:pt x="0" y="331864"/>
                  </a:lnTo>
                  <a:lnTo>
                    <a:pt x="0" y="298172"/>
                  </a:lnTo>
                  <a:lnTo>
                    <a:pt x="0" y="264481"/>
                  </a:lnTo>
                  <a:lnTo>
                    <a:pt x="0" y="230789"/>
                  </a:lnTo>
                  <a:lnTo>
                    <a:pt x="0" y="197097"/>
                  </a:lnTo>
                  <a:lnTo>
                    <a:pt x="0" y="163405"/>
                  </a:lnTo>
                  <a:lnTo>
                    <a:pt x="0" y="129713"/>
                  </a:lnTo>
                  <a:lnTo>
                    <a:pt x="0" y="96021"/>
                  </a:lnTo>
                  <a:lnTo>
                    <a:pt x="0" y="62329"/>
                  </a:lnTo>
                  <a:lnTo>
                    <a:pt x="0" y="28638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2958180" y="1316559"/>
              <a:ext cx="0" cy="2853700"/>
            </a:xfrm>
            <a:custGeom>
              <a:avLst/>
              <a:pathLst>
                <a:path w="0" h="2853700">
                  <a:moveTo>
                    <a:pt x="0" y="2853700"/>
                  </a:moveTo>
                  <a:lnTo>
                    <a:pt x="0" y="2825062"/>
                  </a:lnTo>
                  <a:lnTo>
                    <a:pt x="0" y="2791370"/>
                  </a:lnTo>
                  <a:lnTo>
                    <a:pt x="0" y="2757678"/>
                  </a:lnTo>
                  <a:lnTo>
                    <a:pt x="0" y="2723986"/>
                  </a:lnTo>
                  <a:lnTo>
                    <a:pt x="0" y="2690294"/>
                  </a:lnTo>
                  <a:lnTo>
                    <a:pt x="0" y="2656602"/>
                  </a:lnTo>
                  <a:lnTo>
                    <a:pt x="0" y="2622911"/>
                  </a:lnTo>
                  <a:lnTo>
                    <a:pt x="0" y="2589219"/>
                  </a:lnTo>
                  <a:lnTo>
                    <a:pt x="0" y="2555527"/>
                  </a:lnTo>
                  <a:lnTo>
                    <a:pt x="0" y="2521835"/>
                  </a:lnTo>
                  <a:lnTo>
                    <a:pt x="0" y="2488143"/>
                  </a:lnTo>
                  <a:lnTo>
                    <a:pt x="0" y="2454451"/>
                  </a:lnTo>
                  <a:lnTo>
                    <a:pt x="0" y="2420759"/>
                  </a:lnTo>
                  <a:lnTo>
                    <a:pt x="0" y="2387068"/>
                  </a:lnTo>
                  <a:lnTo>
                    <a:pt x="0" y="2353376"/>
                  </a:lnTo>
                  <a:lnTo>
                    <a:pt x="0" y="2319684"/>
                  </a:lnTo>
                  <a:lnTo>
                    <a:pt x="0" y="2285992"/>
                  </a:lnTo>
                  <a:lnTo>
                    <a:pt x="0" y="2252300"/>
                  </a:lnTo>
                  <a:lnTo>
                    <a:pt x="0" y="2218608"/>
                  </a:lnTo>
                  <a:lnTo>
                    <a:pt x="0" y="2184916"/>
                  </a:lnTo>
                  <a:lnTo>
                    <a:pt x="0" y="2151225"/>
                  </a:lnTo>
                  <a:lnTo>
                    <a:pt x="0" y="2117533"/>
                  </a:lnTo>
                  <a:lnTo>
                    <a:pt x="0" y="2083841"/>
                  </a:lnTo>
                  <a:lnTo>
                    <a:pt x="0" y="2050149"/>
                  </a:lnTo>
                  <a:lnTo>
                    <a:pt x="0" y="2016457"/>
                  </a:lnTo>
                  <a:lnTo>
                    <a:pt x="0" y="1982765"/>
                  </a:lnTo>
                  <a:lnTo>
                    <a:pt x="0" y="1949073"/>
                  </a:lnTo>
                  <a:lnTo>
                    <a:pt x="0" y="1915382"/>
                  </a:lnTo>
                  <a:lnTo>
                    <a:pt x="0" y="1881690"/>
                  </a:lnTo>
                  <a:lnTo>
                    <a:pt x="0" y="1847998"/>
                  </a:lnTo>
                  <a:lnTo>
                    <a:pt x="0" y="1814306"/>
                  </a:lnTo>
                  <a:lnTo>
                    <a:pt x="0" y="1780614"/>
                  </a:lnTo>
                  <a:lnTo>
                    <a:pt x="0" y="1746922"/>
                  </a:lnTo>
                  <a:lnTo>
                    <a:pt x="0" y="1713230"/>
                  </a:lnTo>
                  <a:lnTo>
                    <a:pt x="0" y="1679539"/>
                  </a:lnTo>
                  <a:lnTo>
                    <a:pt x="0" y="1645847"/>
                  </a:lnTo>
                  <a:lnTo>
                    <a:pt x="0" y="1612155"/>
                  </a:lnTo>
                  <a:lnTo>
                    <a:pt x="0" y="1578463"/>
                  </a:lnTo>
                  <a:lnTo>
                    <a:pt x="0" y="1544771"/>
                  </a:lnTo>
                  <a:lnTo>
                    <a:pt x="0" y="1511079"/>
                  </a:lnTo>
                  <a:lnTo>
                    <a:pt x="0" y="1477387"/>
                  </a:lnTo>
                  <a:lnTo>
                    <a:pt x="0" y="1443696"/>
                  </a:lnTo>
                  <a:lnTo>
                    <a:pt x="0" y="1410004"/>
                  </a:lnTo>
                  <a:lnTo>
                    <a:pt x="0" y="1376312"/>
                  </a:lnTo>
                  <a:lnTo>
                    <a:pt x="0" y="1342620"/>
                  </a:lnTo>
                  <a:lnTo>
                    <a:pt x="0" y="1308928"/>
                  </a:lnTo>
                  <a:lnTo>
                    <a:pt x="0" y="1275236"/>
                  </a:lnTo>
                  <a:lnTo>
                    <a:pt x="0" y="1241544"/>
                  </a:lnTo>
                  <a:lnTo>
                    <a:pt x="0" y="1207853"/>
                  </a:lnTo>
                  <a:lnTo>
                    <a:pt x="0" y="1174161"/>
                  </a:lnTo>
                  <a:lnTo>
                    <a:pt x="0" y="1140469"/>
                  </a:lnTo>
                  <a:lnTo>
                    <a:pt x="0" y="1106777"/>
                  </a:lnTo>
                  <a:lnTo>
                    <a:pt x="0" y="1073085"/>
                  </a:lnTo>
                  <a:lnTo>
                    <a:pt x="0" y="1039393"/>
                  </a:lnTo>
                  <a:lnTo>
                    <a:pt x="0" y="1005701"/>
                  </a:lnTo>
                  <a:lnTo>
                    <a:pt x="0" y="972010"/>
                  </a:lnTo>
                  <a:lnTo>
                    <a:pt x="0" y="938318"/>
                  </a:lnTo>
                  <a:lnTo>
                    <a:pt x="0" y="904626"/>
                  </a:lnTo>
                  <a:lnTo>
                    <a:pt x="0" y="870934"/>
                  </a:lnTo>
                  <a:lnTo>
                    <a:pt x="0" y="837242"/>
                  </a:lnTo>
                  <a:lnTo>
                    <a:pt x="0" y="803550"/>
                  </a:lnTo>
                  <a:lnTo>
                    <a:pt x="0" y="769858"/>
                  </a:lnTo>
                  <a:lnTo>
                    <a:pt x="0" y="736167"/>
                  </a:lnTo>
                  <a:lnTo>
                    <a:pt x="0" y="702475"/>
                  </a:lnTo>
                  <a:lnTo>
                    <a:pt x="0" y="668783"/>
                  </a:lnTo>
                  <a:lnTo>
                    <a:pt x="0" y="635091"/>
                  </a:lnTo>
                  <a:lnTo>
                    <a:pt x="0" y="601399"/>
                  </a:lnTo>
                  <a:lnTo>
                    <a:pt x="0" y="567707"/>
                  </a:lnTo>
                  <a:lnTo>
                    <a:pt x="0" y="534015"/>
                  </a:lnTo>
                  <a:lnTo>
                    <a:pt x="0" y="500324"/>
                  </a:lnTo>
                  <a:lnTo>
                    <a:pt x="0" y="466632"/>
                  </a:lnTo>
                  <a:lnTo>
                    <a:pt x="0" y="432940"/>
                  </a:lnTo>
                  <a:lnTo>
                    <a:pt x="0" y="399248"/>
                  </a:lnTo>
                  <a:lnTo>
                    <a:pt x="0" y="365556"/>
                  </a:lnTo>
                  <a:lnTo>
                    <a:pt x="0" y="331864"/>
                  </a:lnTo>
                  <a:lnTo>
                    <a:pt x="0" y="298172"/>
                  </a:lnTo>
                  <a:lnTo>
                    <a:pt x="0" y="264481"/>
                  </a:lnTo>
                  <a:lnTo>
                    <a:pt x="0" y="230789"/>
                  </a:lnTo>
                  <a:lnTo>
                    <a:pt x="0" y="197097"/>
                  </a:lnTo>
                  <a:lnTo>
                    <a:pt x="0" y="163405"/>
                  </a:lnTo>
                  <a:lnTo>
                    <a:pt x="0" y="129713"/>
                  </a:lnTo>
                  <a:lnTo>
                    <a:pt x="0" y="96021"/>
                  </a:lnTo>
                  <a:lnTo>
                    <a:pt x="0" y="62329"/>
                  </a:lnTo>
                  <a:lnTo>
                    <a:pt x="0" y="28638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3356438" y="1316559"/>
              <a:ext cx="0" cy="2853700"/>
            </a:xfrm>
            <a:custGeom>
              <a:avLst/>
              <a:pathLst>
                <a:path w="0" h="2853700">
                  <a:moveTo>
                    <a:pt x="0" y="2853700"/>
                  </a:moveTo>
                  <a:lnTo>
                    <a:pt x="0" y="2825062"/>
                  </a:lnTo>
                  <a:lnTo>
                    <a:pt x="0" y="2791370"/>
                  </a:lnTo>
                  <a:lnTo>
                    <a:pt x="0" y="2757678"/>
                  </a:lnTo>
                  <a:lnTo>
                    <a:pt x="0" y="2723986"/>
                  </a:lnTo>
                  <a:lnTo>
                    <a:pt x="0" y="2690294"/>
                  </a:lnTo>
                  <a:lnTo>
                    <a:pt x="0" y="2656602"/>
                  </a:lnTo>
                  <a:lnTo>
                    <a:pt x="0" y="2622911"/>
                  </a:lnTo>
                  <a:lnTo>
                    <a:pt x="0" y="2589219"/>
                  </a:lnTo>
                  <a:lnTo>
                    <a:pt x="0" y="2555527"/>
                  </a:lnTo>
                  <a:lnTo>
                    <a:pt x="0" y="2521835"/>
                  </a:lnTo>
                  <a:lnTo>
                    <a:pt x="0" y="2488143"/>
                  </a:lnTo>
                  <a:lnTo>
                    <a:pt x="0" y="2454451"/>
                  </a:lnTo>
                  <a:lnTo>
                    <a:pt x="0" y="2420759"/>
                  </a:lnTo>
                  <a:lnTo>
                    <a:pt x="0" y="2387068"/>
                  </a:lnTo>
                  <a:lnTo>
                    <a:pt x="0" y="2353376"/>
                  </a:lnTo>
                  <a:lnTo>
                    <a:pt x="0" y="2319684"/>
                  </a:lnTo>
                  <a:lnTo>
                    <a:pt x="0" y="2285992"/>
                  </a:lnTo>
                  <a:lnTo>
                    <a:pt x="0" y="2252300"/>
                  </a:lnTo>
                  <a:lnTo>
                    <a:pt x="0" y="2218608"/>
                  </a:lnTo>
                  <a:lnTo>
                    <a:pt x="0" y="2184916"/>
                  </a:lnTo>
                  <a:lnTo>
                    <a:pt x="0" y="2151225"/>
                  </a:lnTo>
                  <a:lnTo>
                    <a:pt x="0" y="2117533"/>
                  </a:lnTo>
                  <a:lnTo>
                    <a:pt x="0" y="2083841"/>
                  </a:lnTo>
                  <a:lnTo>
                    <a:pt x="0" y="2050149"/>
                  </a:lnTo>
                  <a:lnTo>
                    <a:pt x="0" y="2016457"/>
                  </a:lnTo>
                  <a:lnTo>
                    <a:pt x="0" y="1982765"/>
                  </a:lnTo>
                  <a:lnTo>
                    <a:pt x="0" y="1949073"/>
                  </a:lnTo>
                  <a:lnTo>
                    <a:pt x="0" y="1915382"/>
                  </a:lnTo>
                  <a:lnTo>
                    <a:pt x="0" y="1881690"/>
                  </a:lnTo>
                  <a:lnTo>
                    <a:pt x="0" y="1847998"/>
                  </a:lnTo>
                  <a:lnTo>
                    <a:pt x="0" y="1814306"/>
                  </a:lnTo>
                  <a:lnTo>
                    <a:pt x="0" y="1780614"/>
                  </a:lnTo>
                  <a:lnTo>
                    <a:pt x="0" y="1746922"/>
                  </a:lnTo>
                  <a:lnTo>
                    <a:pt x="0" y="1713230"/>
                  </a:lnTo>
                  <a:lnTo>
                    <a:pt x="0" y="1679539"/>
                  </a:lnTo>
                  <a:lnTo>
                    <a:pt x="0" y="1645847"/>
                  </a:lnTo>
                  <a:lnTo>
                    <a:pt x="0" y="1612155"/>
                  </a:lnTo>
                  <a:lnTo>
                    <a:pt x="0" y="1578463"/>
                  </a:lnTo>
                  <a:lnTo>
                    <a:pt x="0" y="1544771"/>
                  </a:lnTo>
                  <a:lnTo>
                    <a:pt x="0" y="1511079"/>
                  </a:lnTo>
                  <a:lnTo>
                    <a:pt x="0" y="1477387"/>
                  </a:lnTo>
                  <a:lnTo>
                    <a:pt x="0" y="1443696"/>
                  </a:lnTo>
                  <a:lnTo>
                    <a:pt x="0" y="1410004"/>
                  </a:lnTo>
                  <a:lnTo>
                    <a:pt x="0" y="1376312"/>
                  </a:lnTo>
                  <a:lnTo>
                    <a:pt x="0" y="1342620"/>
                  </a:lnTo>
                  <a:lnTo>
                    <a:pt x="0" y="1308928"/>
                  </a:lnTo>
                  <a:lnTo>
                    <a:pt x="0" y="1275236"/>
                  </a:lnTo>
                  <a:lnTo>
                    <a:pt x="0" y="1241544"/>
                  </a:lnTo>
                  <a:lnTo>
                    <a:pt x="0" y="1207853"/>
                  </a:lnTo>
                  <a:lnTo>
                    <a:pt x="0" y="1174161"/>
                  </a:lnTo>
                  <a:lnTo>
                    <a:pt x="0" y="1140469"/>
                  </a:lnTo>
                  <a:lnTo>
                    <a:pt x="0" y="1106777"/>
                  </a:lnTo>
                  <a:lnTo>
                    <a:pt x="0" y="1073085"/>
                  </a:lnTo>
                  <a:lnTo>
                    <a:pt x="0" y="1039393"/>
                  </a:lnTo>
                  <a:lnTo>
                    <a:pt x="0" y="1005701"/>
                  </a:lnTo>
                  <a:lnTo>
                    <a:pt x="0" y="972010"/>
                  </a:lnTo>
                  <a:lnTo>
                    <a:pt x="0" y="938318"/>
                  </a:lnTo>
                  <a:lnTo>
                    <a:pt x="0" y="904626"/>
                  </a:lnTo>
                  <a:lnTo>
                    <a:pt x="0" y="870934"/>
                  </a:lnTo>
                  <a:lnTo>
                    <a:pt x="0" y="837242"/>
                  </a:lnTo>
                  <a:lnTo>
                    <a:pt x="0" y="803550"/>
                  </a:lnTo>
                  <a:lnTo>
                    <a:pt x="0" y="769858"/>
                  </a:lnTo>
                  <a:lnTo>
                    <a:pt x="0" y="736167"/>
                  </a:lnTo>
                  <a:lnTo>
                    <a:pt x="0" y="702475"/>
                  </a:lnTo>
                  <a:lnTo>
                    <a:pt x="0" y="668783"/>
                  </a:lnTo>
                  <a:lnTo>
                    <a:pt x="0" y="635091"/>
                  </a:lnTo>
                  <a:lnTo>
                    <a:pt x="0" y="601399"/>
                  </a:lnTo>
                  <a:lnTo>
                    <a:pt x="0" y="567707"/>
                  </a:lnTo>
                  <a:lnTo>
                    <a:pt x="0" y="534015"/>
                  </a:lnTo>
                  <a:lnTo>
                    <a:pt x="0" y="500324"/>
                  </a:lnTo>
                  <a:lnTo>
                    <a:pt x="0" y="466632"/>
                  </a:lnTo>
                  <a:lnTo>
                    <a:pt x="0" y="432940"/>
                  </a:lnTo>
                  <a:lnTo>
                    <a:pt x="0" y="399248"/>
                  </a:lnTo>
                  <a:lnTo>
                    <a:pt x="0" y="365556"/>
                  </a:lnTo>
                  <a:lnTo>
                    <a:pt x="0" y="331864"/>
                  </a:lnTo>
                  <a:lnTo>
                    <a:pt x="0" y="298172"/>
                  </a:lnTo>
                  <a:lnTo>
                    <a:pt x="0" y="264481"/>
                  </a:lnTo>
                  <a:lnTo>
                    <a:pt x="0" y="230789"/>
                  </a:lnTo>
                  <a:lnTo>
                    <a:pt x="0" y="197097"/>
                  </a:lnTo>
                  <a:lnTo>
                    <a:pt x="0" y="163405"/>
                  </a:lnTo>
                  <a:lnTo>
                    <a:pt x="0" y="129713"/>
                  </a:lnTo>
                  <a:lnTo>
                    <a:pt x="0" y="96021"/>
                  </a:lnTo>
                  <a:lnTo>
                    <a:pt x="0" y="62329"/>
                  </a:lnTo>
                  <a:lnTo>
                    <a:pt x="0" y="28638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754695" y="1316559"/>
              <a:ext cx="0" cy="2853700"/>
            </a:xfrm>
            <a:custGeom>
              <a:avLst/>
              <a:pathLst>
                <a:path w="0" h="2853700">
                  <a:moveTo>
                    <a:pt x="0" y="2853700"/>
                  </a:moveTo>
                  <a:lnTo>
                    <a:pt x="0" y="2825062"/>
                  </a:lnTo>
                  <a:lnTo>
                    <a:pt x="0" y="2791370"/>
                  </a:lnTo>
                  <a:lnTo>
                    <a:pt x="0" y="2757678"/>
                  </a:lnTo>
                  <a:lnTo>
                    <a:pt x="0" y="2723986"/>
                  </a:lnTo>
                  <a:lnTo>
                    <a:pt x="0" y="2690294"/>
                  </a:lnTo>
                  <a:lnTo>
                    <a:pt x="0" y="2656602"/>
                  </a:lnTo>
                  <a:lnTo>
                    <a:pt x="0" y="2622911"/>
                  </a:lnTo>
                  <a:lnTo>
                    <a:pt x="0" y="2589219"/>
                  </a:lnTo>
                  <a:lnTo>
                    <a:pt x="0" y="2555527"/>
                  </a:lnTo>
                  <a:lnTo>
                    <a:pt x="0" y="2521835"/>
                  </a:lnTo>
                  <a:lnTo>
                    <a:pt x="0" y="2488143"/>
                  </a:lnTo>
                  <a:lnTo>
                    <a:pt x="0" y="2454451"/>
                  </a:lnTo>
                  <a:lnTo>
                    <a:pt x="0" y="2420759"/>
                  </a:lnTo>
                  <a:lnTo>
                    <a:pt x="0" y="2387068"/>
                  </a:lnTo>
                  <a:lnTo>
                    <a:pt x="0" y="2353376"/>
                  </a:lnTo>
                  <a:lnTo>
                    <a:pt x="0" y="2319684"/>
                  </a:lnTo>
                  <a:lnTo>
                    <a:pt x="0" y="2285992"/>
                  </a:lnTo>
                  <a:lnTo>
                    <a:pt x="0" y="2252300"/>
                  </a:lnTo>
                  <a:lnTo>
                    <a:pt x="0" y="2218608"/>
                  </a:lnTo>
                  <a:lnTo>
                    <a:pt x="0" y="2184916"/>
                  </a:lnTo>
                  <a:lnTo>
                    <a:pt x="0" y="2151225"/>
                  </a:lnTo>
                  <a:lnTo>
                    <a:pt x="0" y="2117533"/>
                  </a:lnTo>
                  <a:lnTo>
                    <a:pt x="0" y="2083841"/>
                  </a:lnTo>
                  <a:lnTo>
                    <a:pt x="0" y="2050149"/>
                  </a:lnTo>
                  <a:lnTo>
                    <a:pt x="0" y="2016457"/>
                  </a:lnTo>
                  <a:lnTo>
                    <a:pt x="0" y="1982765"/>
                  </a:lnTo>
                  <a:lnTo>
                    <a:pt x="0" y="1949073"/>
                  </a:lnTo>
                  <a:lnTo>
                    <a:pt x="0" y="1915382"/>
                  </a:lnTo>
                  <a:lnTo>
                    <a:pt x="0" y="1881690"/>
                  </a:lnTo>
                  <a:lnTo>
                    <a:pt x="0" y="1847998"/>
                  </a:lnTo>
                  <a:lnTo>
                    <a:pt x="0" y="1814306"/>
                  </a:lnTo>
                  <a:lnTo>
                    <a:pt x="0" y="1780614"/>
                  </a:lnTo>
                  <a:lnTo>
                    <a:pt x="0" y="1746922"/>
                  </a:lnTo>
                  <a:lnTo>
                    <a:pt x="0" y="1713230"/>
                  </a:lnTo>
                  <a:lnTo>
                    <a:pt x="0" y="1679539"/>
                  </a:lnTo>
                  <a:lnTo>
                    <a:pt x="0" y="1645847"/>
                  </a:lnTo>
                  <a:lnTo>
                    <a:pt x="0" y="1612155"/>
                  </a:lnTo>
                  <a:lnTo>
                    <a:pt x="0" y="1578463"/>
                  </a:lnTo>
                  <a:lnTo>
                    <a:pt x="0" y="1544771"/>
                  </a:lnTo>
                  <a:lnTo>
                    <a:pt x="0" y="1511079"/>
                  </a:lnTo>
                  <a:lnTo>
                    <a:pt x="0" y="1477387"/>
                  </a:lnTo>
                  <a:lnTo>
                    <a:pt x="0" y="1443696"/>
                  </a:lnTo>
                  <a:lnTo>
                    <a:pt x="0" y="1410004"/>
                  </a:lnTo>
                  <a:lnTo>
                    <a:pt x="0" y="1376312"/>
                  </a:lnTo>
                  <a:lnTo>
                    <a:pt x="0" y="1342620"/>
                  </a:lnTo>
                  <a:lnTo>
                    <a:pt x="0" y="1308928"/>
                  </a:lnTo>
                  <a:lnTo>
                    <a:pt x="0" y="1275236"/>
                  </a:lnTo>
                  <a:lnTo>
                    <a:pt x="0" y="1241544"/>
                  </a:lnTo>
                  <a:lnTo>
                    <a:pt x="0" y="1207853"/>
                  </a:lnTo>
                  <a:lnTo>
                    <a:pt x="0" y="1174161"/>
                  </a:lnTo>
                  <a:lnTo>
                    <a:pt x="0" y="1140469"/>
                  </a:lnTo>
                  <a:lnTo>
                    <a:pt x="0" y="1106777"/>
                  </a:lnTo>
                  <a:lnTo>
                    <a:pt x="0" y="1073085"/>
                  </a:lnTo>
                  <a:lnTo>
                    <a:pt x="0" y="1039393"/>
                  </a:lnTo>
                  <a:lnTo>
                    <a:pt x="0" y="1005701"/>
                  </a:lnTo>
                  <a:lnTo>
                    <a:pt x="0" y="972010"/>
                  </a:lnTo>
                  <a:lnTo>
                    <a:pt x="0" y="938318"/>
                  </a:lnTo>
                  <a:lnTo>
                    <a:pt x="0" y="904626"/>
                  </a:lnTo>
                  <a:lnTo>
                    <a:pt x="0" y="870934"/>
                  </a:lnTo>
                  <a:lnTo>
                    <a:pt x="0" y="837242"/>
                  </a:lnTo>
                  <a:lnTo>
                    <a:pt x="0" y="803550"/>
                  </a:lnTo>
                  <a:lnTo>
                    <a:pt x="0" y="769858"/>
                  </a:lnTo>
                  <a:lnTo>
                    <a:pt x="0" y="736167"/>
                  </a:lnTo>
                  <a:lnTo>
                    <a:pt x="0" y="702475"/>
                  </a:lnTo>
                  <a:lnTo>
                    <a:pt x="0" y="668783"/>
                  </a:lnTo>
                  <a:lnTo>
                    <a:pt x="0" y="635091"/>
                  </a:lnTo>
                  <a:lnTo>
                    <a:pt x="0" y="601399"/>
                  </a:lnTo>
                  <a:lnTo>
                    <a:pt x="0" y="567707"/>
                  </a:lnTo>
                  <a:lnTo>
                    <a:pt x="0" y="534015"/>
                  </a:lnTo>
                  <a:lnTo>
                    <a:pt x="0" y="500324"/>
                  </a:lnTo>
                  <a:lnTo>
                    <a:pt x="0" y="466632"/>
                  </a:lnTo>
                  <a:lnTo>
                    <a:pt x="0" y="432940"/>
                  </a:lnTo>
                  <a:lnTo>
                    <a:pt x="0" y="399248"/>
                  </a:lnTo>
                  <a:lnTo>
                    <a:pt x="0" y="365556"/>
                  </a:lnTo>
                  <a:lnTo>
                    <a:pt x="0" y="331864"/>
                  </a:lnTo>
                  <a:lnTo>
                    <a:pt x="0" y="298172"/>
                  </a:lnTo>
                  <a:lnTo>
                    <a:pt x="0" y="264481"/>
                  </a:lnTo>
                  <a:lnTo>
                    <a:pt x="0" y="230789"/>
                  </a:lnTo>
                  <a:lnTo>
                    <a:pt x="0" y="197097"/>
                  </a:lnTo>
                  <a:lnTo>
                    <a:pt x="0" y="163405"/>
                  </a:lnTo>
                  <a:lnTo>
                    <a:pt x="0" y="129713"/>
                  </a:lnTo>
                  <a:lnTo>
                    <a:pt x="0" y="96021"/>
                  </a:lnTo>
                  <a:lnTo>
                    <a:pt x="0" y="62329"/>
                  </a:lnTo>
                  <a:lnTo>
                    <a:pt x="0" y="28638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4152953" y="1316559"/>
              <a:ext cx="0" cy="2853700"/>
            </a:xfrm>
            <a:custGeom>
              <a:avLst/>
              <a:pathLst>
                <a:path w="0" h="2853700">
                  <a:moveTo>
                    <a:pt x="0" y="2853700"/>
                  </a:moveTo>
                  <a:lnTo>
                    <a:pt x="0" y="2825062"/>
                  </a:lnTo>
                  <a:lnTo>
                    <a:pt x="0" y="2791370"/>
                  </a:lnTo>
                  <a:lnTo>
                    <a:pt x="0" y="2757678"/>
                  </a:lnTo>
                  <a:lnTo>
                    <a:pt x="0" y="2723986"/>
                  </a:lnTo>
                  <a:lnTo>
                    <a:pt x="0" y="2690294"/>
                  </a:lnTo>
                  <a:lnTo>
                    <a:pt x="0" y="2656602"/>
                  </a:lnTo>
                  <a:lnTo>
                    <a:pt x="0" y="2622911"/>
                  </a:lnTo>
                  <a:lnTo>
                    <a:pt x="0" y="2589219"/>
                  </a:lnTo>
                  <a:lnTo>
                    <a:pt x="0" y="2555527"/>
                  </a:lnTo>
                  <a:lnTo>
                    <a:pt x="0" y="2521835"/>
                  </a:lnTo>
                  <a:lnTo>
                    <a:pt x="0" y="2488143"/>
                  </a:lnTo>
                  <a:lnTo>
                    <a:pt x="0" y="2454451"/>
                  </a:lnTo>
                  <a:lnTo>
                    <a:pt x="0" y="2420759"/>
                  </a:lnTo>
                  <a:lnTo>
                    <a:pt x="0" y="2387068"/>
                  </a:lnTo>
                  <a:lnTo>
                    <a:pt x="0" y="2353376"/>
                  </a:lnTo>
                  <a:lnTo>
                    <a:pt x="0" y="2319684"/>
                  </a:lnTo>
                  <a:lnTo>
                    <a:pt x="0" y="2285992"/>
                  </a:lnTo>
                  <a:lnTo>
                    <a:pt x="0" y="2252300"/>
                  </a:lnTo>
                  <a:lnTo>
                    <a:pt x="0" y="2218608"/>
                  </a:lnTo>
                  <a:lnTo>
                    <a:pt x="0" y="2184916"/>
                  </a:lnTo>
                  <a:lnTo>
                    <a:pt x="0" y="2151225"/>
                  </a:lnTo>
                  <a:lnTo>
                    <a:pt x="0" y="2117533"/>
                  </a:lnTo>
                  <a:lnTo>
                    <a:pt x="0" y="2083841"/>
                  </a:lnTo>
                  <a:lnTo>
                    <a:pt x="0" y="2050149"/>
                  </a:lnTo>
                  <a:lnTo>
                    <a:pt x="0" y="2016457"/>
                  </a:lnTo>
                  <a:lnTo>
                    <a:pt x="0" y="1982765"/>
                  </a:lnTo>
                  <a:lnTo>
                    <a:pt x="0" y="1949073"/>
                  </a:lnTo>
                  <a:lnTo>
                    <a:pt x="0" y="1915382"/>
                  </a:lnTo>
                  <a:lnTo>
                    <a:pt x="0" y="1881690"/>
                  </a:lnTo>
                  <a:lnTo>
                    <a:pt x="0" y="1847998"/>
                  </a:lnTo>
                  <a:lnTo>
                    <a:pt x="0" y="1814306"/>
                  </a:lnTo>
                  <a:lnTo>
                    <a:pt x="0" y="1780614"/>
                  </a:lnTo>
                  <a:lnTo>
                    <a:pt x="0" y="1746922"/>
                  </a:lnTo>
                  <a:lnTo>
                    <a:pt x="0" y="1713230"/>
                  </a:lnTo>
                  <a:lnTo>
                    <a:pt x="0" y="1679539"/>
                  </a:lnTo>
                  <a:lnTo>
                    <a:pt x="0" y="1645847"/>
                  </a:lnTo>
                  <a:lnTo>
                    <a:pt x="0" y="1612155"/>
                  </a:lnTo>
                  <a:lnTo>
                    <a:pt x="0" y="1578463"/>
                  </a:lnTo>
                  <a:lnTo>
                    <a:pt x="0" y="1544771"/>
                  </a:lnTo>
                  <a:lnTo>
                    <a:pt x="0" y="1511079"/>
                  </a:lnTo>
                  <a:lnTo>
                    <a:pt x="0" y="1477387"/>
                  </a:lnTo>
                  <a:lnTo>
                    <a:pt x="0" y="1443696"/>
                  </a:lnTo>
                  <a:lnTo>
                    <a:pt x="0" y="1410004"/>
                  </a:lnTo>
                  <a:lnTo>
                    <a:pt x="0" y="1376312"/>
                  </a:lnTo>
                  <a:lnTo>
                    <a:pt x="0" y="1342620"/>
                  </a:lnTo>
                  <a:lnTo>
                    <a:pt x="0" y="1308928"/>
                  </a:lnTo>
                  <a:lnTo>
                    <a:pt x="0" y="1275236"/>
                  </a:lnTo>
                  <a:lnTo>
                    <a:pt x="0" y="1241544"/>
                  </a:lnTo>
                  <a:lnTo>
                    <a:pt x="0" y="1207853"/>
                  </a:lnTo>
                  <a:lnTo>
                    <a:pt x="0" y="1174161"/>
                  </a:lnTo>
                  <a:lnTo>
                    <a:pt x="0" y="1140469"/>
                  </a:lnTo>
                  <a:lnTo>
                    <a:pt x="0" y="1106777"/>
                  </a:lnTo>
                  <a:lnTo>
                    <a:pt x="0" y="1073085"/>
                  </a:lnTo>
                  <a:lnTo>
                    <a:pt x="0" y="1039393"/>
                  </a:lnTo>
                  <a:lnTo>
                    <a:pt x="0" y="1005701"/>
                  </a:lnTo>
                  <a:lnTo>
                    <a:pt x="0" y="972010"/>
                  </a:lnTo>
                  <a:lnTo>
                    <a:pt x="0" y="938318"/>
                  </a:lnTo>
                  <a:lnTo>
                    <a:pt x="0" y="904626"/>
                  </a:lnTo>
                  <a:lnTo>
                    <a:pt x="0" y="870934"/>
                  </a:lnTo>
                  <a:lnTo>
                    <a:pt x="0" y="837242"/>
                  </a:lnTo>
                  <a:lnTo>
                    <a:pt x="0" y="803550"/>
                  </a:lnTo>
                  <a:lnTo>
                    <a:pt x="0" y="769858"/>
                  </a:lnTo>
                  <a:lnTo>
                    <a:pt x="0" y="736167"/>
                  </a:lnTo>
                  <a:lnTo>
                    <a:pt x="0" y="702475"/>
                  </a:lnTo>
                  <a:lnTo>
                    <a:pt x="0" y="668783"/>
                  </a:lnTo>
                  <a:lnTo>
                    <a:pt x="0" y="635091"/>
                  </a:lnTo>
                  <a:lnTo>
                    <a:pt x="0" y="601399"/>
                  </a:lnTo>
                  <a:lnTo>
                    <a:pt x="0" y="567707"/>
                  </a:lnTo>
                  <a:lnTo>
                    <a:pt x="0" y="534015"/>
                  </a:lnTo>
                  <a:lnTo>
                    <a:pt x="0" y="500324"/>
                  </a:lnTo>
                  <a:lnTo>
                    <a:pt x="0" y="466632"/>
                  </a:lnTo>
                  <a:lnTo>
                    <a:pt x="0" y="432940"/>
                  </a:lnTo>
                  <a:lnTo>
                    <a:pt x="0" y="399248"/>
                  </a:lnTo>
                  <a:lnTo>
                    <a:pt x="0" y="365556"/>
                  </a:lnTo>
                  <a:lnTo>
                    <a:pt x="0" y="331864"/>
                  </a:lnTo>
                  <a:lnTo>
                    <a:pt x="0" y="298172"/>
                  </a:lnTo>
                  <a:lnTo>
                    <a:pt x="0" y="264481"/>
                  </a:lnTo>
                  <a:lnTo>
                    <a:pt x="0" y="230789"/>
                  </a:lnTo>
                  <a:lnTo>
                    <a:pt x="0" y="197097"/>
                  </a:lnTo>
                  <a:lnTo>
                    <a:pt x="0" y="163405"/>
                  </a:lnTo>
                  <a:lnTo>
                    <a:pt x="0" y="129713"/>
                  </a:lnTo>
                  <a:lnTo>
                    <a:pt x="0" y="96021"/>
                  </a:lnTo>
                  <a:lnTo>
                    <a:pt x="0" y="62329"/>
                  </a:lnTo>
                  <a:lnTo>
                    <a:pt x="0" y="28638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4551211" y="1316559"/>
              <a:ext cx="0" cy="2853700"/>
            </a:xfrm>
            <a:custGeom>
              <a:avLst/>
              <a:pathLst>
                <a:path w="0" h="2853700">
                  <a:moveTo>
                    <a:pt x="0" y="2853700"/>
                  </a:moveTo>
                  <a:lnTo>
                    <a:pt x="0" y="2825062"/>
                  </a:lnTo>
                  <a:lnTo>
                    <a:pt x="0" y="2791370"/>
                  </a:lnTo>
                  <a:lnTo>
                    <a:pt x="0" y="2757678"/>
                  </a:lnTo>
                  <a:lnTo>
                    <a:pt x="0" y="2723986"/>
                  </a:lnTo>
                  <a:lnTo>
                    <a:pt x="0" y="2690294"/>
                  </a:lnTo>
                  <a:lnTo>
                    <a:pt x="0" y="2656602"/>
                  </a:lnTo>
                  <a:lnTo>
                    <a:pt x="0" y="2622911"/>
                  </a:lnTo>
                  <a:lnTo>
                    <a:pt x="0" y="2589219"/>
                  </a:lnTo>
                  <a:lnTo>
                    <a:pt x="0" y="2555527"/>
                  </a:lnTo>
                  <a:lnTo>
                    <a:pt x="0" y="2521835"/>
                  </a:lnTo>
                  <a:lnTo>
                    <a:pt x="0" y="2488143"/>
                  </a:lnTo>
                  <a:lnTo>
                    <a:pt x="0" y="2454451"/>
                  </a:lnTo>
                  <a:lnTo>
                    <a:pt x="0" y="2420759"/>
                  </a:lnTo>
                  <a:lnTo>
                    <a:pt x="0" y="2387068"/>
                  </a:lnTo>
                  <a:lnTo>
                    <a:pt x="0" y="2353376"/>
                  </a:lnTo>
                  <a:lnTo>
                    <a:pt x="0" y="2319684"/>
                  </a:lnTo>
                  <a:lnTo>
                    <a:pt x="0" y="2285992"/>
                  </a:lnTo>
                  <a:lnTo>
                    <a:pt x="0" y="2252300"/>
                  </a:lnTo>
                  <a:lnTo>
                    <a:pt x="0" y="2218608"/>
                  </a:lnTo>
                  <a:lnTo>
                    <a:pt x="0" y="2184916"/>
                  </a:lnTo>
                  <a:lnTo>
                    <a:pt x="0" y="2151225"/>
                  </a:lnTo>
                  <a:lnTo>
                    <a:pt x="0" y="2117533"/>
                  </a:lnTo>
                  <a:lnTo>
                    <a:pt x="0" y="2083841"/>
                  </a:lnTo>
                  <a:lnTo>
                    <a:pt x="0" y="2050149"/>
                  </a:lnTo>
                  <a:lnTo>
                    <a:pt x="0" y="2016457"/>
                  </a:lnTo>
                  <a:lnTo>
                    <a:pt x="0" y="1982765"/>
                  </a:lnTo>
                  <a:lnTo>
                    <a:pt x="0" y="1949073"/>
                  </a:lnTo>
                  <a:lnTo>
                    <a:pt x="0" y="1915382"/>
                  </a:lnTo>
                  <a:lnTo>
                    <a:pt x="0" y="1881690"/>
                  </a:lnTo>
                  <a:lnTo>
                    <a:pt x="0" y="1847998"/>
                  </a:lnTo>
                  <a:lnTo>
                    <a:pt x="0" y="1814306"/>
                  </a:lnTo>
                  <a:lnTo>
                    <a:pt x="0" y="1780614"/>
                  </a:lnTo>
                  <a:lnTo>
                    <a:pt x="0" y="1746922"/>
                  </a:lnTo>
                  <a:lnTo>
                    <a:pt x="0" y="1713230"/>
                  </a:lnTo>
                  <a:lnTo>
                    <a:pt x="0" y="1679539"/>
                  </a:lnTo>
                  <a:lnTo>
                    <a:pt x="0" y="1645847"/>
                  </a:lnTo>
                  <a:lnTo>
                    <a:pt x="0" y="1612155"/>
                  </a:lnTo>
                  <a:lnTo>
                    <a:pt x="0" y="1578463"/>
                  </a:lnTo>
                  <a:lnTo>
                    <a:pt x="0" y="1544771"/>
                  </a:lnTo>
                  <a:lnTo>
                    <a:pt x="0" y="1511079"/>
                  </a:lnTo>
                  <a:lnTo>
                    <a:pt x="0" y="1477387"/>
                  </a:lnTo>
                  <a:lnTo>
                    <a:pt x="0" y="1443696"/>
                  </a:lnTo>
                  <a:lnTo>
                    <a:pt x="0" y="1410004"/>
                  </a:lnTo>
                  <a:lnTo>
                    <a:pt x="0" y="1376312"/>
                  </a:lnTo>
                  <a:lnTo>
                    <a:pt x="0" y="1342620"/>
                  </a:lnTo>
                  <a:lnTo>
                    <a:pt x="0" y="1308928"/>
                  </a:lnTo>
                  <a:lnTo>
                    <a:pt x="0" y="1275236"/>
                  </a:lnTo>
                  <a:lnTo>
                    <a:pt x="0" y="1241544"/>
                  </a:lnTo>
                  <a:lnTo>
                    <a:pt x="0" y="1207853"/>
                  </a:lnTo>
                  <a:lnTo>
                    <a:pt x="0" y="1174161"/>
                  </a:lnTo>
                  <a:lnTo>
                    <a:pt x="0" y="1140469"/>
                  </a:lnTo>
                  <a:lnTo>
                    <a:pt x="0" y="1106777"/>
                  </a:lnTo>
                  <a:lnTo>
                    <a:pt x="0" y="1073085"/>
                  </a:lnTo>
                  <a:lnTo>
                    <a:pt x="0" y="1039393"/>
                  </a:lnTo>
                  <a:lnTo>
                    <a:pt x="0" y="1005701"/>
                  </a:lnTo>
                  <a:lnTo>
                    <a:pt x="0" y="972010"/>
                  </a:lnTo>
                  <a:lnTo>
                    <a:pt x="0" y="938318"/>
                  </a:lnTo>
                  <a:lnTo>
                    <a:pt x="0" y="904626"/>
                  </a:lnTo>
                  <a:lnTo>
                    <a:pt x="0" y="870934"/>
                  </a:lnTo>
                  <a:lnTo>
                    <a:pt x="0" y="837242"/>
                  </a:lnTo>
                  <a:lnTo>
                    <a:pt x="0" y="803550"/>
                  </a:lnTo>
                  <a:lnTo>
                    <a:pt x="0" y="769858"/>
                  </a:lnTo>
                  <a:lnTo>
                    <a:pt x="0" y="736167"/>
                  </a:lnTo>
                  <a:lnTo>
                    <a:pt x="0" y="702475"/>
                  </a:lnTo>
                  <a:lnTo>
                    <a:pt x="0" y="668783"/>
                  </a:lnTo>
                  <a:lnTo>
                    <a:pt x="0" y="635091"/>
                  </a:lnTo>
                  <a:lnTo>
                    <a:pt x="0" y="601399"/>
                  </a:lnTo>
                  <a:lnTo>
                    <a:pt x="0" y="567707"/>
                  </a:lnTo>
                  <a:lnTo>
                    <a:pt x="0" y="534015"/>
                  </a:lnTo>
                  <a:lnTo>
                    <a:pt x="0" y="500324"/>
                  </a:lnTo>
                  <a:lnTo>
                    <a:pt x="0" y="466632"/>
                  </a:lnTo>
                  <a:lnTo>
                    <a:pt x="0" y="432940"/>
                  </a:lnTo>
                  <a:lnTo>
                    <a:pt x="0" y="399248"/>
                  </a:lnTo>
                  <a:lnTo>
                    <a:pt x="0" y="365556"/>
                  </a:lnTo>
                  <a:lnTo>
                    <a:pt x="0" y="331864"/>
                  </a:lnTo>
                  <a:lnTo>
                    <a:pt x="0" y="298172"/>
                  </a:lnTo>
                  <a:lnTo>
                    <a:pt x="0" y="264481"/>
                  </a:lnTo>
                  <a:lnTo>
                    <a:pt x="0" y="230789"/>
                  </a:lnTo>
                  <a:lnTo>
                    <a:pt x="0" y="197097"/>
                  </a:lnTo>
                  <a:lnTo>
                    <a:pt x="0" y="163405"/>
                  </a:lnTo>
                  <a:lnTo>
                    <a:pt x="0" y="129713"/>
                  </a:lnTo>
                  <a:lnTo>
                    <a:pt x="0" y="96021"/>
                  </a:lnTo>
                  <a:lnTo>
                    <a:pt x="0" y="62329"/>
                  </a:lnTo>
                  <a:lnTo>
                    <a:pt x="0" y="28638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2460358" y="4040546"/>
              <a:ext cx="2190417" cy="0"/>
            </a:xfrm>
            <a:custGeom>
              <a:avLst/>
              <a:pathLst>
                <a:path w="2190417" h="0">
                  <a:moveTo>
                    <a:pt x="0" y="0"/>
                  </a:moveTo>
                  <a:lnTo>
                    <a:pt x="11062" y="0"/>
                  </a:lnTo>
                  <a:lnTo>
                    <a:pt x="39222" y="0"/>
                  </a:lnTo>
                  <a:lnTo>
                    <a:pt x="67381" y="0"/>
                  </a:lnTo>
                  <a:lnTo>
                    <a:pt x="95541" y="0"/>
                  </a:lnTo>
                  <a:lnTo>
                    <a:pt x="123701" y="0"/>
                  </a:lnTo>
                  <a:lnTo>
                    <a:pt x="151860" y="0"/>
                  </a:lnTo>
                  <a:lnTo>
                    <a:pt x="180020" y="0"/>
                  </a:lnTo>
                  <a:lnTo>
                    <a:pt x="208180" y="0"/>
                  </a:lnTo>
                  <a:lnTo>
                    <a:pt x="236339" y="0"/>
                  </a:lnTo>
                  <a:lnTo>
                    <a:pt x="264499" y="0"/>
                  </a:lnTo>
                  <a:lnTo>
                    <a:pt x="292659" y="0"/>
                  </a:lnTo>
                  <a:lnTo>
                    <a:pt x="320818" y="0"/>
                  </a:lnTo>
                  <a:lnTo>
                    <a:pt x="348978" y="0"/>
                  </a:lnTo>
                  <a:lnTo>
                    <a:pt x="377137" y="0"/>
                  </a:lnTo>
                  <a:lnTo>
                    <a:pt x="405297" y="0"/>
                  </a:lnTo>
                  <a:lnTo>
                    <a:pt x="433457" y="0"/>
                  </a:lnTo>
                  <a:lnTo>
                    <a:pt x="461616" y="0"/>
                  </a:lnTo>
                  <a:lnTo>
                    <a:pt x="489776" y="0"/>
                  </a:lnTo>
                  <a:lnTo>
                    <a:pt x="517936" y="0"/>
                  </a:lnTo>
                  <a:lnTo>
                    <a:pt x="546095" y="0"/>
                  </a:lnTo>
                  <a:lnTo>
                    <a:pt x="574255" y="0"/>
                  </a:lnTo>
                  <a:lnTo>
                    <a:pt x="602415" y="0"/>
                  </a:lnTo>
                  <a:lnTo>
                    <a:pt x="630574" y="0"/>
                  </a:lnTo>
                  <a:lnTo>
                    <a:pt x="658734" y="0"/>
                  </a:lnTo>
                  <a:lnTo>
                    <a:pt x="686893" y="0"/>
                  </a:lnTo>
                  <a:lnTo>
                    <a:pt x="715053" y="0"/>
                  </a:lnTo>
                  <a:lnTo>
                    <a:pt x="743213" y="0"/>
                  </a:lnTo>
                  <a:lnTo>
                    <a:pt x="771372" y="0"/>
                  </a:lnTo>
                  <a:lnTo>
                    <a:pt x="799532" y="0"/>
                  </a:lnTo>
                  <a:lnTo>
                    <a:pt x="827692" y="0"/>
                  </a:lnTo>
                  <a:lnTo>
                    <a:pt x="855851" y="0"/>
                  </a:lnTo>
                  <a:lnTo>
                    <a:pt x="884011" y="0"/>
                  </a:lnTo>
                  <a:lnTo>
                    <a:pt x="912170" y="0"/>
                  </a:lnTo>
                  <a:lnTo>
                    <a:pt x="940330" y="0"/>
                  </a:lnTo>
                  <a:lnTo>
                    <a:pt x="968490" y="0"/>
                  </a:lnTo>
                  <a:lnTo>
                    <a:pt x="996649" y="0"/>
                  </a:lnTo>
                  <a:lnTo>
                    <a:pt x="1024809" y="0"/>
                  </a:lnTo>
                  <a:lnTo>
                    <a:pt x="1052969" y="0"/>
                  </a:lnTo>
                  <a:lnTo>
                    <a:pt x="1081128" y="0"/>
                  </a:lnTo>
                  <a:lnTo>
                    <a:pt x="1109288" y="0"/>
                  </a:lnTo>
                  <a:lnTo>
                    <a:pt x="1137448" y="0"/>
                  </a:lnTo>
                  <a:lnTo>
                    <a:pt x="1165607" y="0"/>
                  </a:lnTo>
                  <a:lnTo>
                    <a:pt x="1193767" y="0"/>
                  </a:lnTo>
                  <a:lnTo>
                    <a:pt x="1221926" y="0"/>
                  </a:lnTo>
                  <a:lnTo>
                    <a:pt x="1250086" y="0"/>
                  </a:lnTo>
                  <a:lnTo>
                    <a:pt x="1278246" y="0"/>
                  </a:lnTo>
                  <a:lnTo>
                    <a:pt x="1306405" y="0"/>
                  </a:lnTo>
                  <a:lnTo>
                    <a:pt x="1334565" y="0"/>
                  </a:lnTo>
                  <a:lnTo>
                    <a:pt x="1362725" y="0"/>
                  </a:lnTo>
                  <a:lnTo>
                    <a:pt x="1390884" y="0"/>
                  </a:lnTo>
                  <a:lnTo>
                    <a:pt x="1419044" y="0"/>
                  </a:lnTo>
                  <a:lnTo>
                    <a:pt x="1447204" y="0"/>
                  </a:lnTo>
                  <a:lnTo>
                    <a:pt x="1475363" y="0"/>
                  </a:lnTo>
                  <a:lnTo>
                    <a:pt x="1503523" y="0"/>
                  </a:lnTo>
                  <a:lnTo>
                    <a:pt x="1531682" y="0"/>
                  </a:lnTo>
                  <a:lnTo>
                    <a:pt x="1559842" y="0"/>
                  </a:lnTo>
                  <a:lnTo>
                    <a:pt x="1588002" y="0"/>
                  </a:lnTo>
                  <a:lnTo>
                    <a:pt x="1616161" y="0"/>
                  </a:lnTo>
                  <a:lnTo>
                    <a:pt x="1644321" y="0"/>
                  </a:lnTo>
                  <a:lnTo>
                    <a:pt x="1672481" y="0"/>
                  </a:lnTo>
                  <a:lnTo>
                    <a:pt x="1700640" y="0"/>
                  </a:lnTo>
                  <a:lnTo>
                    <a:pt x="1728800" y="0"/>
                  </a:lnTo>
                  <a:lnTo>
                    <a:pt x="1756960" y="0"/>
                  </a:lnTo>
                  <a:lnTo>
                    <a:pt x="1785119" y="0"/>
                  </a:lnTo>
                  <a:lnTo>
                    <a:pt x="1813279" y="0"/>
                  </a:lnTo>
                  <a:lnTo>
                    <a:pt x="1841438" y="0"/>
                  </a:lnTo>
                  <a:lnTo>
                    <a:pt x="1869598" y="0"/>
                  </a:lnTo>
                  <a:lnTo>
                    <a:pt x="1897758" y="0"/>
                  </a:lnTo>
                  <a:lnTo>
                    <a:pt x="1925917" y="0"/>
                  </a:lnTo>
                  <a:lnTo>
                    <a:pt x="1954077" y="0"/>
                  </a:lnTo>
                  <a:lnTo>
                    <a:pt x="1982237" y="0"/>
                  </a:lnTo>
                  <a:lnTo>
                    <a:pt x="2010396" y="0"/>
                  </a:lnTo>
                  <a:lnTo>
                    <a:pt x="2038556" y="0"/>
                  </a:lnTo>
                  <a:lnTo>
                    <a:pt x="2066715" y="0"/>
                  </a:lnTo>
                  <a:lnTo>
                    <a:pt x="2094875" y="0"/>
                  </a:lnTo>
                  <a:lnTo>
                    <a:pt x="2123035" y="0"/>
                  </a:lnTo>
                  <a:lnTo>
                    <a:pt x="2151194" y="0"/>
                  </a:lnTo>
                  <a:lnTo>
                    <a:pt x="2179354" y="0"/>
                  </a:lnTo>
                  <a:lnTo>
                    <a:pt x="2190417" y="0"/>
                  </a:lnTo>
                  <a:lnTo>
                    <a:pt x="2190417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2460358" y="3669935"/>
              <a:ext cx="2190417" cy="0"/>
            </a:xfrm>
            <a:custGeom>
              <a:avLst/>
              <a:pathLst>
                <a:path w="2190417" h="0">
                  <a:moveTo>
                    <a:pt x="0" y="0"/>
                  </a:moveTo>
                  <a:lnTo>
                    <a:pt x="11062" y="0"/>
                  </a:lnTo>
                  <a:lnTo>
                    <a:pt x="39222" y="0"/>
                  </a:lnTo>
                  <a:lnTo>
                    <a:pt x="67381" y="0"/>
                  </a:lnTo>
                  <a:lnTo>
                    <a:pt x="95541" y="0"/>
                  </a:lnTo>
                  <a:lnTo>
                    <a:pt x="123701" y="0"/>
                  </a:lnTo>
                  <a:lnTo>
                    <a:pt x="151860" y="0"/>
                  </a:lnTo>
                  <a:lnTo>
                    <a:pt x="180020" y="0"/>
                  </a:lnTo>
                  <a:lnTo>
                    <a:pt x="208180" y="0"/>
                  </a:lnTo>
                  <a:lnTo>
                    <a:pt x="236339" y="0"/>
                  </a:lnTo>
                  <a:lnTo>
                    <a:pt x="264499" y="0"/>
                  </a:lnTo>
                  <a:lnTo>
                    <a:pt x="292659" y="0"/>
                  </a:lnTo>
                  <a:lnTo>
                    <a:pt x="320818" y="0"/>
                  </a:lnTo>
                  <a:lnTo>
                    <a:pt x="348978" y="0"/>
                  </a:lnTo>
                  <a:lnTo>
                    <a:pt x="377137" y="0"/>
                  </a:lnTo>
                  <a:lnTo>
                    <a:pt x="405297" y="0"/>
                  </a:lnTo>
                  <a:lnTo>
                    <a:pt x="433457" y="0"/>
                  </a:lnTo>
                  <a:lnTo>
                    <a:pt x="461616" y="0"/>
                  </a:lnTo>
                  <a:lnTo>
                    <a:pt x="489776" y="0"/>
                  </a:lnTo>
                  <a:lnTo>
                    <a:pt x="517936" y="0"/>
                  </a:lnTo>
                  <a:lnTo>
                    <a:pt x="546095" y="0"/>
                  </a:lnTo>
                  <a:lnTo>
                    <a:pt x="574255" y="0"/>
                  </a:lnTo>
                  <a:lnTo>
                    <a:pt x="602415" y="0"/>
                  </a:lnTo>
                  <a:lnTo>
                    <a:pt x="630574" y="0"/>
                  </a:lnTo>
                  <a:lnTo>
                    <a:pt x="658734" y="0"/>
                  </a:lnTo>
                  <a:lnTo>
                    <a:pt x="686893" y="0"/>
                  </a:lnTo>
                  <a:lnTo>
                    <a:pt x="715053" y="0"/>
                  </a:lnTo>
                  <a:lnTo>
                    <a:pt x="743213" y="0"/>
                  </a:lnTo>
                  <a:lnTo>
                    <a:pt x="771372" y="0"/>
                  </a:lnTo>
                  <a:lnTo>
                    <a:pt x="799532" y="0"/>
                  </a:lnTo>
                  <a:lnTo>
                    <a:pt x="827692" y="0"/>
                  </a:lnTo>
                  <a:lnTo>
                    <a:pt x="855851" y="0"/>
                  </a:lnTo>
                  <a:lnTo>
                    <a:pt x="884011" y="0"/>
                  </a:lnTo>
                  <a:lnTo>
                    <a:pt x="912170" y="0"/>
                  </a:lnTo>
                  <a:lnTo>
                    <a:pt x="940330" y="0"/>
                  </a:lnTo>
                  <a:lnTo>
                    <a:pt x="968490" y="0"/>
                  </a:lnTo>
                  <a:lnTo>
                    <a:pt x="996649" y="0"/>
                  </a:lnTo>
                  <a:lnTo>
                    <a:pt x="1024809" y="0"/>
                  </a:lnTo>
                  <a:lnTo>
                    <a:pt x="1052969" y="0"/>
                  </a:lnTo>
                  <a:lnTo>
                    <a:pt x="1081128" y="0"/>
                  </a:lnTo>
                  <a:lnTo>
                    <a:pt x="1109288" y="0"/>
                  </a:lnTo>
                  <a:lnTo>
                    <a:pt x="1137448" y="0"/>
                  </a:lnTo>
                  <a:lnTo>
                    <a:pt x="1165607" y="0"/>
                  </a:lnTo>
                  <a:lnTo>
                    <a:pt x="1193767" y="0"/>
                  </a:lnTo>
                  <a:lnTo>
                    <a:pt x="1221926" y="0"/>
                  </a:lnTo>
                  <a:lnTo>
                    <a:pt x="1250086" y="0"/>
                  </a:lnTo>
                  <a:lnTo>
                    <a:pt x="1278246" y="0"/>
                  </a:lnTo>
                  <a:lnTo>
                    <a:pt x="1306405" y="0"/>
                  </a:lnTo>
                  <a:lnTo>
                    <a:pt x="1334565" y="0"/>
                  </a:lnTo>
                  <a:lnTo>
                    <a:pt x="1362725" y="0"/>
                  </a:lnTo>
                  <a:lnTo>
                    <a:pt x="1390884" y="0"/>
                  </a:lnTo>
                  <a:lnTo>
                    <a:pt x="1419044" y="0"/>
                  </a:lnTo>
                  <a:lnTo>
                    <a:pt x="1447204" y="0"/>
                  </a:lnTo>
                  <a:lnTo>
                    <a:pt x="1475363" y="0"/>
                  </a:lnTo>
                  <a:lnTo>
                    <a:pt x="1503523" y="0"/>
                  </a:lnTo>
                  <a:lnTo>
                    <a:pt x="1531682" y="0"/>
                  </a:lnTo>
                  <a:lnTo>
                    <a:pt x="1559842" y="0"/>
                  </a:lnTo>
                  <a:lnTo>
                    <a:pt x="1588002" y="0"/>
                  </a:lnTo>
                  <a:lnTo>
                    <a:pt x="1616161" y="0"/>
                  </a:lnTo>
                  <a:lnTo>
                    <a:pt x="1644321" y="0"/>
                  </a:lnTo>
                  <a:lnTo>
                    <a:pt x="1672481" y="0"/>
                  </a:lnTo>
                  <a:lnTo>
                    <a:pt x="1700640" y="0"/>
                  </a:lnTo>
                  <a:lnTo>
                    <a:pt x="1728800" y="0"/>
                  </a:lnTo>
                  <a:lnTo>
                    <a:pt x="1756960" y="0"/>
                  </a:lnTo>
                  <a:lnTo>
                    <a:pt x="1785119" y="0"/>
                  </a:lnTo>
                  <a:lnTo>
                    <a:pt x="1813279" y="0"/>
                  </a:lnTo>
                  <a:lnTo>
                    <a:pt x="1841438" y="0"/>
                  </a:lnTo>
                  <a:lnTo>
                    <a:pt x="1869598" y="0"/>
                  </a:lnTo>
                  <a:lnTo>
                    <a:pt x="1897758" y="0"/>
                  </a:lnTo>
                  <a:lnTo>
                    <a:pt x="1925917" y="0"/>
                  </a:lnTo>
                  <a:lnTo>
                    <a:pt x="1954077" y="0"/>
                  </a:lnTo>
                  <a:lnTo>
                    <a:pt x="1982237" y="0"/>
                  </a:lnTo>
                  <a:lnTo>
                    <a:pt x="2010396" y="0"/>
                  </a:lnTo>
                  <a:lnTo>
                    <a:pt x="2038556" y="0"/>
                  </a:lnTo>
                  <a:lnTo>
                    <a:pt x="2066715" y="0"/>
                  </a:lnTo>
                  <a:lnTo>
                    <a:pt x="2094875" y="0"/>
                  </a:lnTo>
                  <a:lnTo>
                    <a:pt x="2123035" y="0"/>
                  </a:lnTo>
                  <a:lnTo>
                    <a:pt x="2151194" y="0"/>
                  </a:lnTo>
                  <a:lnTo>
                    <a:pt x="2179354" y="0"/>
                  </a:lnTo>
                  <a:lnTo>
                    <a:pt x="2190417" y="0"/>
                  </a:lnTo>
                  <a:lnTo>
                    <a:pt x="2190417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2460358" y="3299325"/>
              <a:ext cx="2190417" cy="0"/>
            </a:xfrm>
            <a:custGeom>
              <a:avLst/>
              <a:pathLst>
                <a:path w="2190417" h="0">
                  <a:moveTo>
                    <a:pt x="0" y="0"/>
                  </a:moveTo>
                  <a:lnTo>
                    <a:pt x="11062" y="0"/>
                  </a:lnTo>
                  <a:lnTo>
                    <a:pt x="39222" y="0"/>
                  </a:lnTo>
                  <a:lnTo>
                    <a:pt x="67381" y="0"/>
                  </a:lnTo>
                  <a:lnTo>
                    <a:pt x="95541" y="0"/>
                  </a:lnTo>
                  <a:lnTo>
                    <a:pt x="123701" y="0"/>
                  </a:lnTo>
                  <a:lnTo>
                    <a:pt x="151860" y="0"/>
                  </a:lnTo>
                  <a:lnTo>
                    <a:pt x="180020" y="0"/>
                  </a:lnTo>
                  <a:lnTo>
                    <a:pt x="208180" y="0"/>
                  </a:lnTo>
                  <a:lnTo>
                    <a:pt x="236339" y="0"/>
                  </a:lnTo>
                  <a:lnTo>
                    <a:pt x="264499" y="0"/>
                  </a:lnTo>
                  <a:lnTo>
                    <a:pt x="292659" y="0"/>
                  </a:lnTo>
                  <a:lnTo>
                    <a:pt x="320818" y="0"/>
                  </a:lnTo>
                  <a:lnTo>
                    <a:pt x="348978" y="0"/>
                  </a:lnTo>
                  <a:lnTo>
                    <a:pt x="377137" y="0"/>
                  </a:lnTo>
                  <a:lnTo>
                    <a:pt x="405297" y="0"/>
                  </a:lnTo>
                  <a:lnTo>
                    <a:pt x="433457" y="0"/>
                  </a:lnTo>
                  <a:lnTo>
                    <a:pt x="461616" y="0"/>
                  </a:lnTo>
                  <a:lnTo>
                    <a:pt x="489776" y="0"/>
                  </a:lnTo>
                  <a:lnTo>
                    <a:pt x="517936" y="0"/>
                  </a:lnTo>
                  <a:lnTo>
                    <a:pt x="546095" y="0"/>
                  </a:lnTo>
                  <a:lnTo>
                    <a:pt x="574255" y="0"/>
                  </a:lnTo>
                  <a:lnTo>
                    <a:pt x="602415" y="0"/>
                  </a:lnTo>
                  <a:lnTo>
                    <a:pt x="630574" y="0"/>
                  </a:lnTo>
                  <a:lnTo>
                    <a:pt x="658734" y="0"/>
                  </a:lnTo>
                  <a:lnTo>
                    <a:pt x="686893" y="0"/>
                  </a:lnTo>
                  <a:lnTo>
                    <a:pt x="715053" y="0"/>
                  </a:lnTo>
                  <a:lnTo>
                    <a:pt x="743213" y="0"/>
                  </a:lnTo>
                  <a:lnTo>
                    <a:pt x="771372" y="0"/>
                  </a:lnTo>
                  <a:lnTo>
                    <a:pt x="799532" y="0"/>
                  </a:lnTo>
                  <a:lnTo>
                    <a:pt x="827692" y="0"/>
                  </a:lnTo>
                  <a:lnTo>
                    <a:pt x="855851" y="0"/>
                  </a:lnTo>
                  <a:lnTo>
                    <a:pt x="884011" y="0"/>
                  </a:lnTo>
                  <a:lnTo>
                    <a:pt x="912170" y="0"/>
                  </a:lnTo>
                  <a:lnTo>
                    <a:pt x="940330" y="0"/>
                  </a:lnTo>
                  <a:lnTo>
                    <a:pt x="968490" y="0"/>
                  </a:lnTo>
                  <a:lnTo>
                    <a:pt x="996649" y="0"/>
                  </a:lnTo>
                  <a:lnTo>
                    <a:pt x="1024809" y="0"/>
                  </a:lnTo>
                  <a:lnTo>
                    <a:pt x="1052969" y="0"/>
                  </a:lnTo>
                  <a:lnTo>
                    <a:pt x="1081128" y="0"/>
                  </a:lnTo>
                  <a:lnTo>
                    <a:pt x="1109288" y="0"/>
                  </a:lnTo>
                  <a:lnTo>
                    <a:pt x="1137448" y="0"/>
                  </a:lnTo>
                  <a:lnTo>
                    <a:pt x="1165607" y="0"/>
                  </a:lnTo>
                  <a:lnTo>
                    <a:pt x="1193767" y="0"/>
                  </a:lnTo>
                  <a:lnTo>
                    <a:pt x="1221926" y="0"/>
                  </a:lnTo>
                  <a:lnTo>
                    <a:pt x="1250086" y="0"/>
                  </a:lnTo>
                  <a:lnTo>
                    <a:pt x="1278246" y="0"/>
                  </a:lnTo>
                  <a:lnTo>
                    <a:pt x="1306405" y="0"/>
                  </a:lnTo>
                  <a:lnTo>
                    <a:pt x="1334565" y="0"/>
                  </a:lnTo>
                  <a:lnTo>
                    <a:pt x="1362725" y="0"/>
                  </a:lnTo>
                  <a:lnTo>
                    <a:pt x="1390884" y="0"/>
                  </a:lnTo>
                  <a:lnTo>
                    <a:pt x="1419044" y="0"/>
                  </a:lnTo>
                  <a:lnTo>
                    <a:pt x="1447204" y="0"/>
                  </a:lnTo>
                  <a:lnTo>
                    <a:pt x="1475363" y="0"/>
                  </a:lnTo>
                  <a:lnTo>
                    <a:pt x="1503523" y="0"/>
                  </a:lnTo>
                  <a:lnTo>
                    <a:pt x="1531682" y="0"/>
                  </a:lnTo>
                  <a:lnTo>
                    <a:pt x="1559842" y="0"/>
                  </a:lnTo>
                  <a:lnTo>
                    <a:pt x="1588002" y="0"/>
                  </a:lnTo>
                  <a:lnTo>
                    <a:pt x="1616161" y="0"/>
                  </a:lnTo>
                  <a:lnTo>
                    <a:pt x="1644321" y="0"/>
                  </a:lnTo>
                  <a:lnTo>
                    <a:pt x="1672481" y="0"/>
                  </a:lnTo>
                  <a:lnTo>
                    <a:pt x="1700640" y="0"/>
                  </a:lnTo>
                  <a:lnTo>
                    <a:pt x="1728800" y="0"/>
                  </a:lnTo>
                  <a:lnTo>
                    <a:pt x="1756960" y="0"/>
                  </a:lnTo>
                  <a:lnTo>
                    <a:pt x="1785119" y="0"/>
                  </a:lnTo>
                  <a:lnTo>
                    <a:pt x="1813279" y="0"/>
                  </a:lnTo>
                  <a:lnTo>
                    <a:pt x="1841438" y="0"/>
                  </a:lnTo>
                  <a:lnTo>
                    <a:pt x="1869598" y="0"/>
                  </a:lnTo>
                  <a:lnTo>
                    <a:pt x="1897758" y="0"/>
                  </a:lnTo>
                  <a:lnTo>
                    <a:pt x="1925917" y="0"/>
                  </a:lnTo>
                  <a:lnTo>
                    <a:pt x="1954077" y="0"/>
                  </a:lnTo>
                  <a:lnTo>
                    <a:pt x="1982237" y="0"/>
                  </a:lnTo>
                  <a:lnTo>
                    <a:pt x="2010396" y="0"/>
                  </a:lnTo>
                  <a:lnTo>
                    <a:pt x="2038556" y="0"/>
                  </a:lnTo>
                  <a:lnTo>
                    <a:pt x="2066715" y="0"/>
                  </a:lnTo>
                  <a:lnTo>
                    <a:pt x="2094875" y="0"/>
                  </a:lnTo>
                  <a:lnTo>
                    <a:pt x="2123035" y="0"/>
                  </a:lnTo>
                  <a:lnTo>
                    <a:pt x="2151194" y="0"/>
                  </a:lnTo>
                  <a:lnTo>
                    <a:pt x="2179354" y="0"/>
                  </a:lnTo>
                  <a:lnTo>
                    <a:pt x="2190417" y="0"/>
                  </a:lnTo>
                  <a:lnTo>
                    <a:pt x="2190417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2460358" y="2928714"/>
              <a:ext cx="2190417" cy="0"/>
            </a:xfrm>
            <a:custGeom>
              <a:avLst/>
              <a:pathLst>
                <a:path w="2190417" h="0">
                  <a:moveTo>
                    <a:pt x="0" y="0"/>
                  </a:moveTo>
                  <a:lnTo>
                    <a:pt x="11062" y="0"/>
                  </a:lnTo>
                  <a:lnTo>
                    <a:pt x="39222" y="0"/>
                  </a:lnTo>
                  <a:lnTo>
                    <a:pt x="67381" y="0"/>
                  </a:lnTo>
                  <a:lnTo>
                    <a:pt x="95541" y="0"/>
                  </a:lnTo>
                  <a:lnTo>
                    <a:pt x="123701" y="0"/>
                  </a:lnTo>
                  <a:lnTo>
                    <a:pt x="151860" y="0"/>
                  </a:lnTo>
                  <a:lnTo>
                    <a:pt x="180020" y="0"/>
                  </a:lnTo>
                  <a:lnTo>
                    <a:pt x="208180" y="0"/>
                  </a:lnTo>
                  <a:lnTo>
                    <a:pt x="236339" y="0"/>
                  </a:lnTo>
                  <a:lnTo>
                    <a:pt x="264499" y="0"/>
                  </a:lnTo>
                  <a:lnTo>
                    <a:pt x="292659" y="0"/>
                  </a:lnTo>
                  <a:lnTo>
                    <a:pt x="320818" y="0"/>
                  </a:lnTo>
                  <a:lnTo>
                    <a:pt x="348978" y="0"/>
                  </a:lnTo>
                  <a:lnTo>
                    <a:pt x="377137" y="0"/>
                  </a:lnTo>
                  <a:lnTo>
                    <a:pt x="405297" y="0"/>
                  </a:lnTo>
                  <a:lnTo>
                    <a:pt x="433457" y="0"/>
                  </a:lnTo>
                  <a:lnTo>
                    <a:pt x="461616" y="0"/>
                  </a:lnTo>
                  <a:lnTo>
                    <a:pt x="489776" y="0"/>
                  </a:lnTo>
                  <a:lnTo>
                    <a:pt x="517936" y="0"/>
                  </a:lnTo>
                  <a:lnTo>
                    <a:pt x="546095" y="0"/>
                  </a:lnTo>
                  <a:lnTo>
                    <a:pt x="574255" y="0"/>
                  </a:lnTo>
                  <a:lnTo>
                    <a:pt x="602415" y="0"/>
                  </a:lnTo>
                  <a:lnTo>
                    <a:pt x="630574" y="0"/>
                  </a:lnTo>
                  <a:lnTo>
                    <a:pt x="658734" y="0"/>
                  </a:lnTo>
                  <a:lnTo>
                    <a:pt x="686893" y="0"/>
                  </a:lnTo>
                  <a:lnTo>
                    <a:pt x="715053" y="0"/>
                  </a:lnTo>
                  <a:lnTo>
                    <a:pt x="743213" y="0"/>
                  </a:lnTo>
                  <a:lnTo>
                    <a:pt x="771372" y="0"/>
                  </a:lnTo>
                  <a:lnTo>
                    <a:pt x="799532" y="0"/>
                  </a:lnTo>
                  <a:lnTo>
                    <a:pt x="827692" y="0"/>
                  </a:lnTo>
                  <a:lnTo>
                    <a:pt x="855851" y="0"/>
                  </a:lnTo>
                  <a:lnTo>
                    <a:pt x="884011" y="0"/>
                  </a:lnTo>
                  <a:lnTo>
                    <a:pt x="912170" y="0"/>
                  </a:lnTo>
                  <a:lnTo>
                    <a:pt x="940330" y="0"/>
                  </a:lnTo>
                  <a:lnTo>
                    <a:pt x="968490" y="0"/>
                  </a:lnTo>
                  <a:lnTo>
                    <a:pt x="996649" y="0"/>
                  </a:lnTo>
                  <a:lnTo>
                    <a:pt x="1024809" y="0"/>
                  </a:lnTo>
                  <a:lnTo>
                    <a:pt x="1052969" y="0"/>
                  </a:lnTo>
                  <a:lnTo>
                    <a:pt x="1081128" y="0"/>
                  </a:lnTo>
                  <a:lnTo>
                    <a:pt x="1109288" y="0"/>
                  </a:lnTo>
                  <a:lnTo>
                    <a:pt x="1137448" y="0"/>
                  </a:lnTo>
                  <a:lnTo>
                    <a:pt x="1165607" y="0"/>
                  </a:lnTo>
                  <a:lnTo>
                    <a:pt x="1193767" y="0"/>
                  </a:lnTo>
                  <a:lnTo>
                    <a:pt x="1221926" y="0"/>
                  </a:lnTo>
                  <a:lnTo>
                    <a:pt x="1250086" y="0"/>
                  </a:lnTo>
                  <a:lnTo>
                    <a:pt x="1278246" y="0"/>
                  </a:lnTo>
                  <a:lnTo>
                    <a:pt x="1306405" y="0"/>
                  </a:lnTo>
                  <a:lnTo>
                    <a:pt x="1334565" y="0"/>
                  </a:lnTo>
                  <a:lnTo>
                    <a:pt x="1362725" y="0"/>
                  </a:lnTo>
                  <a:lnTo>
                    <a:pt x="1390884" y="0"/>
                  </a:lnTo>
                  <a:lnTo>
                    <a:pt x="1419044" y="0"/>
                  </a:lnTo>
                  <a:lnTo>
                    <a:pt x="1447204" y="0"/>
                  </a:lnTo>
                  <a:lnTo>
                    <a:pt x="1475363" y="0"/>
                  </a:lnTo>
                  <a:lnTo>
                    <a:pt x="1503523" y="0"/>
                  </a:lnTo>
                  <a:lnTo>
                    <a:pt x="1531682" y="0"/>
                  </a:lnTo>
                  <a:lnTo>
                    <a:pt x="1559842" y="0"/>
                  </a:lnTo>
                  <a:lnTo>
                    <a:pt x="1588002" y="0"/>
                  </a:lnTo>
                  <a:lnTo>
                    <a:pt x="1616161" y="0"/>
                  </a:lnTo>
                  <a:lnTo>
                    <a:pt x="1644321" y="0"/>
                  </a:lnTo>
                  <a:lnTo>
                    <a:pt x="1672481" y="0"/>
                  </a:lnTo>
                  <a:lnTo>
                    <a:pt x="1700640" y="0"/>
                  </a:lnTo>
                  <a:lnTo>
                    <a:pt x="1728800" y="0"/>
                  </a:lnTo>
                  <a:lnTo>
                    <a:pt x="1756960" y="0"/>
                  </a:lnTo>
                  <a:lnTo>
                    <a:pt x="1785119" y="0"/>
                  </a:lnTo>
                  <a:lnTo>
                    <a:pt x="1813279" y="0"/>
                  </a:lnTo>
                  <a:lnTo>
                    <a:pt x="1841438" y="0"/>
                  </a:lnTo>
                  <a:lnTo>
                    <a:pt x="1869598" y="0"/>
                  </a:lnTo>
                  <a:lnTo>
                    <a:pt x="1897758" y="0"/>
                  </a:lnTo>
                  <a:lnTo>
                    <a:pt x="1925917" y="0"/>
                  </a:lnTo>
                  <a:lnTo>
                    <a:pt x="1954077" y="0"/>
                  </a:lnTo>
                  <a:lnTo>
                    <a:pt x="1982237" y="0"/>
                  </a:lnTo>
                  <a:lnTo>
                    <a:pt x="2010396" y="0"/>
                  </a:lnTo>
                  <a:lnTo>
                    <a:pt x="2038556" y="0"/>
                  </a:lnTo>
                  <a:lnTo>
                    <a:pt x="2066715" y="0"/>
                  </a:lnTo>
                  <a:lnTo>
                    <a:pt x="2094875" y="0"/>
                  </a:lnTo>
                  <a:lnTo>
                    <a:pt x="2123035" y="0"/>
                  </a:lnTo>
                  <a:lnTo>
                    <a:pt x="2151194" y="0"/>
                  </a:lnTo>
                  <a:lnTo>
                    <a:pt x="2179354" y="0"/>
                  </a:lnTo>
                  <a:lnTo>
                    <a:pt x="2190417" y="0"/>
                  </a:lnTo>
                  <a:lnTo>
                    <a:pt x="2190417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2460358" y="2558104"/>
              <a:ext cx="2190417" cy="0"/>
            </a:xfrm>
            <a:custGeom>
              <a:avLst/>
              <a:pathLst>
                <a:path w="2190417" h="0">
                  <a:moveTo>
                    <a:pt x="0" y="0"/>
                  </a:moveTo>
                  <a:lnTo>
                    <a:pt x="11062" y="0"/>
                  </a:lnTo>
                  <a:lnTo>
                    <a:pt x="39222" y="0"/>
                  </a:lnTo>
                  <a:lnTo>
                    <a:pt x="67381" y="0"/>
                  </a:lnTo>
                  <a:lnTo>
                    <a:pt x="95541" y="0"/>
                  </a:lnTo>
                  <a:lnTo>
                    <a:pt x="123701" y="0"/>
                  </a:lnTo>
                  <a:lnTo>
                    <a:pt x="151860" y="0"/>
                  </a:lnTo>
                  <a:lnTo>
                    <a:pt x="180020" y="0"/>
                  </a:lnTo>
                  <a:lnTo>
                    <a:pt x="208180" y="0"/>
                  </a:lnTo>
                  <a:lnTo>
                    <a:pt x="236339" y="0"/>
                  </a:lnTo>
                  <a:lnTo>
                    <a:pt x="264499" y="0"/>
                  </a:lnTo>
                  <a:lnTo>
                    <a:pt x="292659" y="0"/>
                  </a:lnTo>
                  <a:lnTo>
                    <a:pt x="320818" y="0"/>
                  </a:lnTo>
                  <a:lnTo>
                    <a:pt x="348978" y="0"/>
                  </a:lnTo>
                  <a:lnTo>
                    <a:pt x="377137" y="0"/>
                  </a:lnTo>
                  <a:lnTo>
                    <a:pt x="405297" y="0"/>
                  </a:lnTo>
                  <a:lnTo>
                    <a:pt x="433457" y="0"/>
                  </a:lnTo>
                  <a:lnTo>
                    <a:pt x="461616" y="0"/>
                  </a:lnTo>
                  <a:lnTo>
                    <a:pt x="489776" y="0"/>
                  </a:lnTo>
                  <a:lnTo>
                    <a:pt x="517936" y="0"/>
                  </a:lnTo>
                  <a:lnTo>
                    <a:pt x="546095" y="0"/>
                  </a:lnTo>
                  <a:lnTo>
                    <a:pt x="574255" y="0"/>
                  </a:lnTo>
                  <a:lnTo>
                    <a:pt x="602415" y="0"/>
                  </a:lnTo>
                  <a:lnTo>
                    <a:pt x="630574" y="0"/>
                  </a:lnTo>
                  <a:lnTo>
                    <a:pt x="658734" y="0"/>
                  </a:lnTo>
                  <a:lnTo>
                    <a:pt x="686893" y="0"/>
                  </a:lnTo>
                  <a:lnTo>
                    <a:pt x="715053" y="0"/>
                  </a:lnTo>
                  <a:lnTo>
                    <a:pt x="743213" y="0"/>
                  </a:lnTo>
                  <a:lnTo>
                    <a:pt x="771372" y="0"/>
                  </a:lnTo>
                  <a:lnTo>
                    <a:pt x="799532" y="0"/>
                  </a:lnTo>
                  <a:lnTo>
                    <a:pt x="827692" y="0"/>
                  </a:lnTo>
                  <a:lnTo>
                    <a:pt x="855851" y="0"/>
                  </a:lnTo>
                  <a:lnTo>
                    <a:pt x="884011" y="0"/>
                  </a:lnTo>
                  <a:lnTo>
                    <a:pt x="912170" y="0"/>
                  </a:lnTo>
                  <a:lnTo>
                    <a:pt x="940330" y="0"/>
                  </a:lnTo>
                  <a:lnTo>
                    <a:pt x="968490" y="0"/>
                  </a:lnTo>
                  <a:lnTo>
                    <a:pt x="996649" y="0"/>
                  </a:lnTo>
                  <a:lnTo>
                    <a:pt x="1024809" y="0"/>
                  </a:lnTo>
                  <a:lnTo>
                    <a:pt x="1052969" y="0"/>
                  </a:lnTo>
                  <a:lnTo>
                    <a:pt x="1081128" y="0"/>
                  </a:lnTo>
                  <a:lnTo>
                    <a:pt x="1109288" y="0"/>
                  </a:lnTo>
                  <a:lnTo>
                    <a:pt x="1137448" y="0"/>
                  </a:lnTo>
                  <a:lnTo>
                    <a:pt x="1165607" y="0"/>
                  </a:lnTo>
                  <a:lnTo>
                    <a:pt x="1193767" y="0"/>
                  </a:lnTo>
                  <a:lnTo>
                    <a:pt x="1221926" y="0"/>
                  </a:lnTo>
                  <a:lnTo>
                    <a:pt x="1250086" y="0"/>
                  </a:lnTo>
                  <a:lnTo>
                    <a:pt x="1278246" y="0"/>
                  </a:lnTo>
                  <a:lnTo>
                    <a:pt x="1306405" y="0"/>
                  </a:lnTo>
                  <a:lnTo>
                    <a:pt x="1334565" y="0"/>
                  </a:lnTo>
                  <a:lnTo>
                    <a:pt x="1362725" y="0"/>
                  </a:lnTo>
                  <a:lnTo>
                    <a:pt x="1390884" y="0"/>
                  </a:lnTo>
                  <a:lnTo>
                    <a:pt x="1419044" y="0"/>
                  </a:lnTo>
                  <a:lnTo>
                    <a:pt x="1447204" y="0"/>
                  </a:lnTo>
                  <a:lnTo>
                    <a:pt x="1475363" y="0"/>
                  </a:lnTo>
                  <a:lnTo>
                    <a:pt x="1503523" y="0"/>
                  </a:lnTo>
                  <a:lnTo>
                    <a:pt x="1531682" y="0"/>
                  </a:lnTo>
                  <a:lnTo>
                    <a:pt x="1559842" y="0"/>
                  </a:lnTo>
                  <a:lnTo>
                    <a:pt x="1588002" y="0"/>
                  </a:lnTo>
                  <a:lnTo>
                    <a:pt x="1616161" y="0"/>
                  </a:lnTo>
                  <a:lnTo>
                    <a:pt x="1644321" y="0"/>
                  </a:lnTo>
                  <a:lnTo>
                    <a:pt x="1672481" y="0"/>
                  </a:lnTo>
                  <a:lnTo>
                    <a:pt x="1700640" y="0"/>
                  </a:lnTo>
                  <a:lnTo>
                    <a:pt x="1728800" y="0"/>
                  </a:lnTo>
                  <a:lnTo>
                    <a:pt x="1756960" y="0"/>
                  </a:lnTo>
                  <a:lnTo>
                    <a:pt x="1785119" y="0"/>
                  </a:lnTo>
                  <a:lnTo>
                    <a:pt x="1813279" y="0"/>
                  </a:lnTo>
                  <a:lnTo>
                    <a:pt x="1841438" y="0"/>
                  </a:lnTo>
                  <a:lnTo>
                    <a:pt x="1869598" y="0"/>
                  </a:lnTo>
                  <a:lnTo>
                    <a:pt x="1897758" y="0"/>
                  </a:lnTo>
                  <a:lnTo>
                    <a:pt x="1925917" y="0"/>
                  </a:lnTo>
                  <a:lnTo>
                    <a:pt x="1954077" y="0"/>
                  </a:lnTo>
                  <a:lnTo>
                    <a:pt x="1982237" y="0"/>
                  </a:lnTo>
                  <a:lnTo>
                    <a:pt x="2010396" y="0"/>
                  </a:lnTo>
                  <a:lnTo>
                    <a:pt x="2038556" y="0"/>
                  </a:lnTo>
                  <a:lnTo>
                    <a:pt x="2066715" y="0"/>
                  </a:lnTo>
                  <a:lnTo>
                    <a:pt x="2094875" y="0"/>
                  </a:lnTo>
                  <a:lnTo>
                    <a:pt x="2123035" y="0"/>
                  </a:lnTo>
                  <a:lnTo>
                    <a:pt x="2151194" y="0"/>
                  </a:lnTo>
                  <a:lnTo>
                    <a:pt x="2179354" y="0"/>
                  </a:lnTo>
                  <a:lnTo>
                    <a:pt x="2190417" y="0"/>
                  </a:lnTo>
                  <a:lnTo>
                    <a:pt x="2190417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460358" y="2187494"/>
              <a:ext cx="2190417" cy="0"/>
            </a:xfrm>
            <a:custGeom>
              <a:avLst/>
              <a:pathLst>
                <a:path w="2190417" h="0">
                  <a:moveTo>
                    <a:pt x="0" y="0"/>
                  </a:moveTo>
                  <a:lnTo>
                    <a:pt x="11062" y="0"/>
                  </a:lnTo>
                  <a:lnTo>
                    <a:pt x="39222" y="0"/>
                  </a:lnTo>
                  <a:lnTo>
                    <a:pt x="67381" y="0"/>
                  </a:lnTo>
                  <a:lnTo>
                    <a:pt x="95541" y="0"/>
                  </a:lnTo>
                  <a:lnTo>
                    <a:pt x="123701" y="0"/>
                  </a:lnTo>
                  <a:lnTo>
                    <a:pt x="151860" y="0"/>
                  </a:lnTo>
                  <a:lnTo>
                    <a:pt x="180020" y="0"/>
                  </a:lnTo>
                  <a:lnTo>
                    <a:pt x="208180" y="0"/>
                  </a:lnTo>
                  <a:lnTo>
                    <a:pt x="236339" y="0"/>
                  </a:lnTo>
                  <a:lnTo>
                    <a:pt x="264499" y="0"/>
                  </a:lnTo>
                  <a:lnTo>
                    <a:pt x="292659" y="0"/>
                  </a:lnTo>
                  <a:lnTo>
                    <a:pt x="320818" y="0"/>
                  </a:lnTo>
                  <a:lnTo>
                    <a:pt x="348978" y="0"/>
                  </a:lnTo>
                  <a:lnTo>
                    <a:pt x="377137" y="0"/>
                  </a:lnTo>
                  <a:lnTo>
                    <a:pt x="405297" y="0"/>
                  </a:lnTo>
                  <a:lnTo>
                    <a:pt x="433457" y="0"/>
                  </a:lnTo>
                  <a:lnTo>
                    <a:pt x="461616" y="0"/>
                  </a:lnTo>
                  <a:lnTo>
                    <a:pt x="489776" y="0"/>
                  </a:lnTo>
                  <a:lnTo>
                    <a:pt x="517936" y="0"/>
                  </a:lnTo>
                  <a:lnTo>
                    <a:pt x="546095" y="0"/>
                  </a:lnTo>
                  <a:lnTo>
                    <a:pt x="574255" y="0"/>
                  </a:lnTo>
                  <a:lnTo>
                    <a:pt x="602415" y="0"/>
                  </a:lnTo>
                  <a:lnTo>
                    <a:pt x="630574" y="0"/>
                  </a:lnTo>
                  <a:lnTo>
                    <a:pt x="658734" y="0"/>
                  </a:lnTo>
                  <a:lnTo>
                    <a:pt x="686893" y="0"/>
                  </a:lnTo>
                  <a:lnTo>
                    <a:pt x="715053" y="0"/>
                  </a:lnTo>
                  <a:lnTo>
                    <a:pt x="743213" y="0"/>
                  </a:lnTo>
                  <a:lnTo>
                    <a:pt x="771372" y="0"/>
                  </a:lnTo>
                  <a:lnTo>
                    <a:pt x="799532" y="0"/>
                  </a:lnTo>
                  <a:lnTo>
                    <a:pt x="827692" y="0"/>
                  </a:lnTo>
                  <a:lnTo>
                    <a:pt x="855851" y="0"/>
                  </a:lnTo>
                  <a:lnTo>
                    <a:pt x="884011" y="0"/>
                  </a:lnTo>
                  <a:lnTo>
                    <a:pt x="912170" y="0"/>
                  </a:lnTo>
                  <a:lnTo>
                    <a:pt x="940330" y="0"/>
                  </a:lnTo>
                  <a:lnTo>
                    <a:pt x="968490" y="0"/>
                  </a:lnTo>
                  <a:lnTo>
                    <a:pt x="996649" y="0"/>
                  </a:lnTo>
                  <a:lnTo>
                    <a:pt x="1024809" y="0"/>
                  </a:lnTo>
                  <a:lnTo>
                    <a:pt x="1052969" y="0"/>
                  </a:lnTo>
                  <a:lnTo>
                    <a:pt x="1081128" y="0"/>
                  </a:lnTo>
                  <a:lnTo>
                    <a:pt x="1109288" y="0"/>
                  </a:lnTo>
                  <a:lnTo>
                    <a:pt x="1137448" y="0"/>
                  </a:lnTo>
                  <a:lnTo>
                    <a:pt x="1165607" y="0"/>
                  </a:lnTo>
                  <a:lnTo>
                    <a:pt x="1193767" y="0"/>
                  </a:lnTo>
                  <a:lnTo>
                    <a:pt x="1221926" y="0"/>
                  </a:lnTo>
                  <a:lnTo>
                    <a:pt x="1250086" y="0"/>
                  </a:lnTo>
                  <a:lnTo>
                    <a:pt x="1278246" y="0"/>
                  </a:lnTo>
                  <a:lnTo>
                    <a:pt x="1306405" y="0"/>
                  </a:lnTo>
                  <a:lnTo>
                    <a:pt x="1334565" y="0"/>
                  </a:lnTo>
                  <a:lnTo>
                    <a:pt x="1362725" y="0"/>
                  </a:lnTo>
                  <a:lnTo>
                    <a:pt x="1390884" y="0"/>
                  </a:lnTo>
                  <a:lnTo>
                    <a:pt x="1419044" y="0"/>
                  </a:lnTo>
                  <a:lnTo>
                    <a:pt x="1447204" y="0"/>
                  </a:lnTo>
                  <a:lnTo>
                    <a:pt x="1475363" y="0"/>
                  </a:lnTo>
                  <a:lnTo>
                    <a:pt x="1503523" y="0"/>
                  </a:lnTo>
                  <a:lnTo>
                    <a:pt x="1531682" y="0"/>
                  </a:lnTo>
                  <a:lnTo>
                    <a:pt x="1559842" y="0"/>
                  </a:lnTo>
                  <a:lnTo>
                    <a:pt x="1588002" y="0"/>
                  </a:lnTo>
                  <a:lnTo>
                    <a:pt x="1616161" y="0"/>
                  </a:lnTo>
                  <a:lnTo>
                    <a:pt x="1644321" y="0"/>
                  </a:lnTo>
                  <a:lnTo>
                    <a:pt x="1672481" y="0"/>
                  </a:lnTo>
                  <a:lnTo>
                    <a:pt x="1700640" y="0"/>
                  </a:lnTo>
                  <a:lnTo>
                    <a:pt x="1728800" y="0"/>
                  </a:lnTo>
                  <a:lnTo>
                    <a:pt x="1756960" y="0"/>
                  </a:lnTo>
                  <a:lnTo>
                    <a:pt x="1785119" y="0"/>
                  </a:lnTo>
                  <a:lnTo>
                    <a:pt x="1813279" y="0"/>
                  </a:lnTo>
                  <a:lnTo>
                    <a:pt x="1841438" y="0"/>
                  </a:lnTo>
                  <a:lnTo>
                    <a:pt x="1869598" y="0"/>
                  </a:lnTo>
                  <a:lnTo>
                    <a:pt x="1897758" y="0"/>
                  </a:lnTo>
                  <a:lnTo>
                    <a:pt x="1925917" y="0"/>
                  </a:lnTo>
                  <a:lnTo>
                    <a:pt x="1954077" y="0"/>
                  </a:lnTo>
                  <a:lnTo>
                    <a:pt x="1982237" y="0"/>
                  </a:lnTo>
                  <a:lnTo>
                    <a:pt x="2010396" y="0"/>
                  </a:lnTo>
                  <a:lnTo>
                    <a:pt x="2038556" y="0"/>
                  </a:lnTo>
                  <a:lnTo>
                    <a:pt x="2066715" y="0"/>
                  </a:lnTo>
                  <a:lnTo>
                    <a:pt x="2094875" y="0"/>
                  </a:lnTo>
                  <a:lnTo>
                    <a:pt x="2123035" y="0"/>
                  </a:lnTo>
                  <a:lnTo>
                    <a:pt x="2151194" y="0"/>
                  </a:lnTo>
                  <a:lnTo>
                    <a:pt x="2179354" y="0"/>
                  </a:lnTo>
                  <a:lnTo>
                    <a:pt x="2190417" y="0"/>
                  </a:lnTo>
                  <a:lnTo>
                    <a:pt x="2190417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2460358" y="1816883"/>
              <a:ext cx="2190417" cy="0"/>
            </a:xfrm>
            <a:custGeom>
              <a:avLst/>
              <a:pathLst>
                <a:path w="2190417" h="0">
                  <a:moveTo>
                    <a:pt x="0" y="0"/>
                  </a:moveTo>
                  <a:lnTo>
                    <a:pt x="11062" y="0"/>
                  </a:lnTo>
                  <a:lnTo>
                    <a:pt x="39222" y="0"/>
                  </a:lnTo>
                  <a:lnTo>
                    <a:pt x="67381" y="0"/>
                  </a:lnTo>
                  <a:lnTo>
                    <a:pt x="95541" y="0"/>
                  </a:lnTo>
                  <a:lnTo>
                    <a:pt x="123701" y="0"/>
                  </a:lnTo>
                  <a:lnTo>
                    <a:pt x="151860" y="0"/>
                  </a:lnTo>
                  <a:lnTo>
                    <a:pt x="180020" y="0"/>
                  </a:lnTo>
                  <a:lnTo>
                    <a:pt x="208180" y="0"/>
                  </a:lnTo>
                  <a:lnTo>
                    <a:pt x="236339" y="0"/>
                  </a:lnTo>
                  <a:lnTo>
                    <a:pt x="264499" y="0"/>
                  </a:lnTo>
                  <a:lnTo>
                    <a:pt x="292659" y="0"/>
                  </a:lnTo>
                  <a:lnTo>
                    <a:pt x="320818" y="0"/>
                  </a:lnTo>
                  <a:lnTo>
                    <a:pt x="348978" y="0"/>
                  </a:lnTo>
                  <a:lnTo>
                    <a:pt x="377137" y="0"/>
                  </a:lnTo>
                  <a:lnTo>
                    <a:pt x="405297" y="0"/>
                  </a:lnTo>
                  <a:lnTo>
                    <a:pt x="433457" y="0"/>
                  </a:lnTo>
                  <a:lnTo>
                    <a:pt x="461616" y="0"/>
                  </a:lnTo>
                  <a:lnTo>
                    <a:pt x="489776" y="0"/>
                  </a:lnTo>
                  <a:lnTo>
                    <a:pt x="517936" y="0"/>
                  </a:lnTo>
                  <a:lnTo>
                    <a:pt x="546095" y="0"/>
                  </a:lnTo>
                  <a:lnTo>
                    <a:pt x="574255" y="0"/>
                  </a:lnTo>
                  <a:lnTo>
                    <a:pt x="602415" y="0"/>
                  </a:lnTo>
                  <a:lnTo>
                    <a:pt x="630574" y="0"/>
                  </a:lnTo>
                  <a:lnTo>
                    <a:pt x="658734" y="0"/>
                  </a:lnTo>
                  <a:lnTo>
                    <a:pt x="686893" y="0"/>
                  </a:lnTo>
                  <a:lnTo>
                    <a:pt x="715053" y="0"/>
                  </a:lnTo>
                  <a:lnTo>
                    <a:pt x="743213" y="0"/>
                  </a:lnTo>
                  <a:lnTo>
                    <a:pt x="771372" y="0"/>
                  </a:lnTo>
                  <a:lnTo>
                    <a:pt x="799532" y="0"/>
                  </a:lnTo>
                  <a:lnTo>
                    <a:pt x="827692" y="0"/>
                  </a:lnTo>
                  <a:lnTo>
                    <a:pt x="855851" y="0"/>
                  </a:lnTo>
                  <a:lnTo>
                    <a:pt x="884011" y="0"/>
                  </a:lnTo>
                  <a:lnTo>
                    <a:pt x="912170" y="0"/>
                  </a:lnTo>
                  <a:lnTo>
                    <a:pt x="940330" y="0"/>
                  </a:lnTo>
                  <a:lnTo>
                    <a:pt x="968490" y="0"/>
                  </a:lnTo>
                  <a:lnTo>
                    <a:pt x="996649" y="0"/>
                  </a:lnTo>
                  <a:lnTo>
                    <a:pt x="1024809" y="0"/>
                  </a:lnTo>
                  <a:lnTo>
                    <a:pt x="1052969" y="0"/>
                  </a:lnTo>
                  <a:lnTo>
                    <a:pt x="1081128" y="0"/>
                  </a:lnTo>
                  <a:lnTo>
                    <a:pt x="1109288" y="0"/>
                  </a:lnTo>
                  <a:lnTo>
                    <a:pt x="1137448" y="0"/>
                  </a:lnTo>
                  <a:lnTo>
                    <a:pt x="1165607" y="0"/>
                  </a:lnTo>
                  <a:lnTo>
                    <a:pt x="1193767" y="0"/>
                  </a:lnTo>
                  <a:lnTo>
                    <a:pt x="1221926" y="0"/>
                  </a:lnTo>
                  <a:lnTo>
                    <a:pt x="1250086" y="0"/>
                  </a:lnTo>
                  <a:lnTo>
                    <a:pt x="1278246" y="0"/>
                  </a:lnTo>
                  <a:lnTo>
                    <a:pt x="1306405" y="0"/>
                  </a:lnTo>
                  <a:lnTo>
                    <a:pt x="1334565" y="0"/>
                  </a:lnTo>
                  <a:lnTo>
                    <a:pt x="1362725" y="0"/>
                  </a:lnTo>
                  <a:lnTo>
                    <a:pt x="1390884" y="0"/>
                  </a:lnTo>
                  <a:lnTo>
                    <a:pt x="1419044" y="0"/>
                  </a:lnTo>
                  <a:lnTo>
                    <a:pt x="1447204" y="0"/>
                  </a:lnTo>
                  <a:lnTo>
                    <a:pt x="1475363" y="0"/>
                  </a:lnTo>
                  <a:lnTo>
                    <a:pt x="1503523" y="0"/>
                  </a:lnTo>
                  <a:lnTo>
                    <a:pt x="1531682" y="0"/>
                  </a:lnTo>
                  <a:lnTo>
                    <a:pt x="1559842" y="0"/>
                  </a:lnTo>
                  <a:lnTo>
                    <a:pt x="1588002" y="0"/>
                  </a:lnTo>
                  <a:lnTo>
                    <a:pt x="1616161" y="0"/>
                  </a:lnTo>
                  <a:lnTo>
                    <a:pt x="1644321" y="0"/>
                  </a:lnTo>
                  <a:lnTo>
                    <a:pt x="1672481" y="0"/>
                  </a:lnTo>
                  <a:lnTo>
                    <a:pt x="1700640" y="0"/>
                  </a:lnTo>
                  <a:lnTo>
                    <a:pt x="1728800" y="0"/>
                  </a:lnTo>
                  <a:lnTo>
                    <a:pt x="1756960" y="0"/>
                  </a:lnTo>
                  <a:lnTo>
                    <a:pt x="1785119" y="0"/>
                  </a:lnTo>
                  <a:lnTo>
                    <a:pt x="1813279" y="0"/>
                  </a:lnTo>
                  <a:lnTo>
                    <a:pt x="1841438" y="0"/>
                  </a:lnTo>
                  <a:lnTo>
                    <a:pt x="1869598" y="0"/>
                  </a:lnTo>
                  <a:lnTo>
                    <a:pt x="1897758" y="0"/>
                  </a:lnTo>
                  <a:lnTo>
                    <a:pt x="1925917" y="0"/>
                  </a:lnTo>
                  <a:lnTo>
                    <a:pt x="1954077" y="0"/>
                  </a:lnTo>
                  <a:lnTo>
                    <a:pt x="1982237" y="0"/>
                  </a:lnTo>
                  <a:lnTo>
                    <a:pt x="2010396" y="0"/>
                  </a:lnTo>
                  <a:lnTo>
                    <a:pt x="2038556" y="0"/>
                  </a:lnTo>
                  <a:lnTo>
                    <a:pt x="2066715" y="0"/>
                  </a:lnTo>
                  <a:lnTo>
                    <a:pt x="2094875" y="0"/>
                  </a:lnTo>
                  <a:lnTo>
                    <a:pt x="2123035" y="0"/>
                  </a:lnTo>
                  <a:lnTo>
                    <a:pt x="2151194" y="0"/>
                  </a:lnTo>
                  <a:lnTo>
                    <a:pt x="2179354" y="0"/>
                  </a:lnTo>
                  <a:lnTo>
                    <a:pt x="2190417" y="0"/>
                  </a:lnTo>
                  <a:lnTo>
                    <a:pt x="2190417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2460358" y="1446273"/>
              <a:ext cx="2190417" cy="0"/>
            </a:xfrm>
            <a:custGeom>
              <a:avLst/>
              <a:pathLst>
                <a:path w="2190417" h="0">
                  <a:moveTo>
                    <a:pt x="0" y="0"/>
                  </a:moveTo>
                  <a:lnTo>
                    <a:pt x="11062" y="0"/>
                  </a:lnTo>
                  <a:lnTo>
                    <a:pt x="39222" y="0"/>
                  </a:lnTo>
                  <a:lnTo>
                    <a:pt x="67381" y="0"/>
                  </a:lnTo>
                  <a:lnTo>
                    <a:pt x="95541" y="0"/>
                  </a:lnTo>
                  <a:lnTo>
                    <a:pt x="123701" y="0"/>
                  </a:lnTo>
                  <a:lnTo>
                    <a:pt x="151860" y="0"/>
                  </a:lnTo>
                  <a:lnTo>
                    <a:pt x="180020" y="0"/>
                  </a:lnTo>
                  <a:lnTo>
                    <a:pt x="208180" y="0"/>
                  </a:lnTo>
                  <a:lnTo>
                    <a:pt x="236339" y="0"/>
                  </a:lnTo>
                  <a:lnTo>
                    <a:pt x="264499" y="0"/>
                  </a:lnTo>
                  <a:lnTo>
                    <a:pt x="292659" y="0"/>
                  </a:lnTo>
                  <a:lnTo>
                    <a:pt x="320818" y="0"/>
                  </a:lnTo>
                  <a:lnTo>
                    <a:pt x="348978" y="0"/>
                  </a:lnTo>
                  <a:lnTo>
                    <a:pt x="377137" y="0"/>
                  </a:lnTo>
                  <a:lnTo>
                    <a:pt x="405297" y="0"/>
                  </a:lnTo>
                  <a:lnTo>
                    <a:pt x="433457" y="0"/>
                  </a:lnTo>
                  <a:lnTo>
                    <a:pt x="461616" y="0"/>
                  </a:lnTo>
                  <a:lnTo>
                    <a:pt x="489776" y="0"/>
                  </a:lnTo>
                  <a:lnTo>
                    <a:pt x="517936" y="0"/>
                  </a:lnTo>
                  <a:lnTo>
                    <a:pt x="546095" y="0"/>
                  </a:lnTo>
                  <a:lnTo>
                    <a:pt x="574255" y="0"/>
                  </a:lnTo>
                  <a:lnTo>
                    <a:pt x="602415" y="0"/>
                  </a:lnTo>
                  <a:lnTo>
                    <a:pt x="630574" y="0"/>
                  </a:lnTo>
                  <a:lnTo>
                    <a:pt x="658734" y="0"/>
                  </a:lnTo>
                  <a:lnTo>
                    <a:pt x="686893" y="0"/>
                  </a:lnTo>
                  <a:lnTo>
                    <a:pt x="715053" y="0"/>
                  </a:lnTo>
                  <a:lnTo>
                    <a:pt x="743213" y="0"/>
                  </a:lnTo>
                  <a:lnTo>
                    <a:pt x="771372" y="0"/>
                  </a:lnTo>
                  <a:lnTo>
                    <a:pt x="799532" y="0"/>
                  </a:lnTo>
                  <a:lnTo>
                    <a:pt x="827692" y="0"/>
                  </a:lnTo>
                  <a:lnTo>
                    <a:pt x="855851" y="0"/>
                  </a:lnTo>
                  <a:lnTo>
                    <a:pt x="884011" y="0"/>
                  </a:lnTo>
                  <a:lnTo>
                    <a:pt x="912170" y="0"/>
                  </a:lnTo>
                  <a:lnTo>
                    <a:pt x="940330" y="0"/>
                  </a:lnTo>
                  <a:lnTo>
                    <a:pt x="968490" y="0"/>
                  </a:lnTo>
                  <a:lnTo>
                    <a:pt x="996649" y="0"/>
                  </a:lnTo>
                  <a:lnTo>
                    <a:pt x="1024809" y="0"/>
                  </a:lnTo>
                  <a:lnTo>
                    <a:pt x="1052969" y="0"/>
                  </a:lnTo>
                  <a:lnTo>
                    <a:pt x="1081128" y="0"/>
                  </a:lnTo>
                  <a:lnTo>
                    <a:pt x="1109288" y="0"/>
                  </a:lnTo>
                  <a:lnTo>
                    <a:pt x="1137448" y="0"/>
                  </a:lnTo>
                  <a:lnTo>
                    <a:pt x="1165607" y="0"/>
                  </a:lnTo>
                  <a:lnTo>
                    <a:pt x="1193767" y="0"/>
                  </a:lnTo>
                  <a:lnTo>
                    <a:pt x="1221926" y="0"/>
                  </a:lnTo>
                  <a:lnTo>
                    <a:pt x="1250086" y="0"/>
                  </a:lnTo>
                  <a:lnTo>
                    <a:pt x="1278246" y="0"/>
                  </a:lnTo>
                  <a:lnTo>
                    <a:pt x="1306405" y="0"/>
                  </a:lnTo>
                  <a:lnTo>
                    <a:pt x="1334565" y="0"/>
                  </a:lnTo>
                  <a:lnTo>
                    <a:pt x="1362725" y="0"/>
                  </a:lnTo>
                  <a:lnTo>
                    <a:pt x="1390884" y="0"/>
                  </a:lnTo>
                  <a:lnTo>
                    <a:pt x="1419044" y="0"/>
                  </a:lnTo>
                  <a:lnTo>
                    <a:pt x="1447204" y="0"/>
                  </a:lnTo>
                  <a:lnTo>
                    <a:pt x="1475363" y="0"/>
                  </a:lnTo>
                  <a:lnTo>
                    <a:pt x="1503523" y="0"/>
                  </a:lnTo>
                  <a:lnTo>
                    <a:pt x="1531682" y="0"/>
                  </a:lnTo>
                  <a:lnTo>
                    <a:pt x="1559842" y="0"/>
                  </a:lnTo>
                  <a:lnTo>
                    <a:pt x="1588002" y="0"/>
                  </a:lnTo>
                  <a:lnTo>
                    <a:pt x="1616161" y="0"/>
                  </a:lnTo>
                  <a:lnTo>
                    <a:pt x="1644321" y="0"/>
                  </a:lnTo>
                  <a:lnTo>
                    <a:pt x="1672481" y="0"/>
                  </a:lnTo>
                  <a:lnTo>
                    <a:pt x="1700640" y="0"/>
                  </a:lnTo>
                  <a:lnTo>
                    <a:pt x="1728800" y="0"/>
                  </a:lnTo>
                  <a:lnTo>
                    <a:pt x="1756960" y="0"/>
                  </a:lnTo>
                  <a:lnTo>
                    <a:pt x="1785119" y="0"/>
                  </a:lnTo>
                  <a:lnTo>
                    <a:pt x="1813279" y="0"/>
                  </a:lnTo>
                  <a:lnTo>
                    <a:pt x="1841438" y="0"/>
                  </a:lnTo>
                  <a:lnTo>
                    <a:pt x="1869598" y="0"/>
                  </a:lnTo>
                  <a:lnTo>
                    <a:pt x="1897758" y="0"/>
                  </a:lnTo>
                  <a:lnTo>
                    <a:pt x="1925917" y="0"/>
                  </a:lnTo>
                  <a:lnTo>
                    <a:pt x="1954077" y="0"/>
                  </a:lnTo>
                  <a:lnTo>
                    <a:pt x="1982237" y="0"/>
                  </a:lnTo>
                  <a:lnTo>
                    <a:pt x="2010396" y="0"/>
                  </a:lnTo>
                  <a:lnTo>
                    <a:pt x="2038556" y="0"/>
                  </a:lnTo>
                  <a:lnTo>
                    <a:pt x="2066715" y="0"/>
                  </a:lnTo>
                  <a:lnTo>
                    <a:pt x="2094875" y="0"/>
                  </a:lnTo>
                  <a:lnTo>
                    <a:pt x="2123035" y="0"/>
                  </a:lnTo>
                  <a:lnTo>
                    <a:pt x="2151194" y="0"/>
                  </a:lnTo>
                  <a:lnTo>
                    <a:pt x="2179354" y="0"/>
                  </a:lnTo>
                  <a:lnTo>
                    <a:pt x="2190417" y="0"/>
                  </a:lnTo>
                  <a:lnTo>
                    <a:pt x="2190417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h20"/>
            <p:cNvSpPr/>
            <p:nvPr/>
          </p:nvSpPr>
          <p:spPr>
            <a:xfrm>
              <a:off x="3436437" y="1713338"/>
              <a:ext cx="930870" cy="1244836"/>
            </a:xfrm>
            <a:custGeom>
              <a:avLst/>
              <a:pathLst>
                <a:path w="930870" h="1244836">
                  <a:moveTo>
                    <a:pt x="914400" y="914400"/>
                  </a:moveTo>
                  <a:lnTo>
                    <a:pt x="904715" y="940530"/>
                  </a:lnTo>
                  <a:lnTo>
                    <a:pt x="891375" y="944946"/>
                  </a:lnTo>
                  <a:lnTo>
                    <a:pt x="878580" y="953650"/>
                  </a:lnTo>
                  <a:lnTo>
                    <a:pt x="874010" y="1036332"/>
                  </a:lnTo>
                  <a:lnTo>
                    <a:pt x="897306" y="1067747"/>
                  </a:lnTo>
                  <a:lnTo>
                    <a:pt x="884511" y="1072144"/>
                  </a:lnTo>
                  <a:lnTo>
                    <a:pt x="872804" y="1081554"/>
                  </a:lnTo>
                  <a:lnTo>
                    <a:pt x="864442" y="1095470"/>
                  </a:lnTo>
                  <a:lnTo>
                    <a:pt x="855886" y="1125419"/>
                  </a:lnTo>
                  <a:lnTo>
                    <a:pt x="823741" y="1142394"/>
                  </a:lnTo>
                  <a:lnTo>
                    <a:pt x="811568" y="1154952"/>
                  </a:lnTo>
                  <a:lnTo>
                    <a:pt x="793619" y="1182893"/>
                  </a:lnTo>
                  <a:lnTo>
                    <a:pt x="784266" y="1223447"/>
                  </a:lnTo>
                  <a:lnTo>
                    <a:pt x="766084" y="1240747"/>
                  </a:lnTo>
                  <a:lnTo>
                    <a:pt x="745665" y="1244836"/>
                  </a:lnTo>
                  <a:lnTo>
                    <a:pt x="757644" y="1211612"/>
                  </a:lnTo>
                  <a:lnTo>
                    <a:pt x="773337" y="1184540"/>
                  </a:lnTo>
                  <a:lnTo>
                    <a:pt x="758247" y="1165973"/>
                  </a:lnTo>
                  <a:lnTo>
                    <a:pt x="749165" y="1136911"/>
                  </a:lnTo>
                  <a:lnTo>
                    <a:pt x="737439" y="1114616"/>
                  </a:lnTo>
                  <a:lnTo>
                    <a:pt x="746773" y="1089716"/>
                  </a:lnTo>
                  <a:lnTo>
                    <a:pt x="742184" y="1048909"/>
                  </a:lnTo>
                  <a:lnTo>
                    <a:pt x="743701" y="1009079"/>
                  </a:lnTo>
                  <a:lnTo>
                    <a:pt x="757313" y="988974"/>
                  </a:lnTo>
                  <a:lnTo>
                    <a:pt x="772909" y="972579"/>
                  </a:lnTo>
                  <a:lnTo>
                    <a:pt x="797197" y="934884"/>
                  </a:lnTo>
                  <a:lnTo>
                    <a:pt x="823528" y="907559"/>
                  </a:lnTo>
                  <a:lnTo>
                    <a:pt x="860261" y="895272"/>
                  </a:lnTo>
                  <a:lnTo>
                    <a:pt x="876849" y="906600"/>
                  </a:lnTo>
                  <a:lnTo>
                    <a:pt x="884005" y="881754"/>
                  </a:lnTo>
                  <a:lnTo>
                    <a:pt x="895848" y="876090"/>
                  </a:lnTo>
                  <a:lnTo>
                    <a:pt x="906971" y="881826"/>
                  </a:lnTo>
                  <a:lnTo>
                    <a:pt x="930870" y="905569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h21"/>
            <p:cNvSpPr/>
            <p:nvPr/>
          </p:nvSpPr>
          <p:spPr>
            <a:xfrm>
              <a:off x="2935309" y="2295910"/>
              <a:ext cx="1041947" cy="914400"/>
            </a:xfrm>
            <a:custGeom>
              <a:avLst/>
              <a:pathLst>
                <a:path w="1041947" h="914400">
                  <a:moveTo>
                    <a:pt x="914400" y="914400"/>
                  </a:moveTo>
                  <a:lnTo>
                    <a:pt x="905338" y="913078"/>
                  </a:lnTo>
                  <a:lnTo>
                    <a:pt x="899290" y="888196"/>
                  </a:lnTo>
                  <a:lnTo>
                    <a:pt x="897870" y="824172"/>
                  </a:lnTo>
                  <a:lnTo>
                    <a:pt x="901487" y="792540"/>
                  </a:lnTo>
                  <a:lnTo>
                    <a:pt x="944911" y="678443"/>
                  </a:lnTo>
                  <a:lnTo>
                    <a:pt x="964298" y="669123"/>
                  </a:lnTo>
                  <a:lnTo>
                    <a:pt x="991562" y="599200"/>
                  </a:lnTo>
                  <a:lnTo>
                    <a:pt x="998913" y="568092"/>
                  </a:lnTo>
                  <a:lnTo>
                    <a:pt x="1010736" y="540079"/>
                  </a:lnTo>
                  <a:lnTo>
                    <a:pt x="1017717" y="515034"/>
                  </a:lnTo>
                  <a:lnTo>
                    <a:pt x="1023570" y="504918"/>
                  </a:lnTo>
                  <a:lnTo>
                    <a:pt x="1036288" y="509660"/>
                  </a:lnTo>
                  <a:lnTo>
                    <a:pt x="1041947" y="514274"/>
                  </a:lnTo>
                  <a:lnTo>
                    <a:pt x="1028549" y="528860"/>
                  </a:lnTo>
                  <a:lnTo>
                    <a:pt x="1030104" y="547843"/>
                  </a:lnTo>
                  <a:lnTo>
                    <a:pt x="1029171" y="555714"/>
                  </a:lnTo>
                  <a:lnTo>
                    <a:pt x="995354" y="638287"/>
                  </a:lnTo>
                  <a:lnTo>
                    <a:pt x="986311" y="691907"/>
                  </a:lnTo>
                  <a:lnTo>
                    <a:pt x="974313" y="704990"/>
                  </a:lnTo>
                  <a:lnTo>
                    <a:pt x="924628" y="895742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h22"/>
            <p:cNvSpPr/>
            <p:nvPr/>
          </p:nvSpPr>
          <p:spPr>
            <a:xfrm>
              <a:off x="1938382" y="1306626"/>
              <a:ext cx="2411794" cy="2234934"/>
            </a:xfrm>
            <a:custGeom>
              <a:avLst/>
              <a:pathLst>
                <a:path w="2411794" h="2234934">
                  <a:moveTo>
                    <a:pt x="914400" y="914399"/>
                  </a:moveTo>
                  <a:lnTo>
                    <a:pt x="928906" y="920516"/>
                  </a:lnTo>
                  <a:lnTo>
                    <a:pt x="948664" y="908265"/>
                  </a:lnTo>
                  <a:lnTo>
                    <a:pt x="962490" y="873954"/>
                  </a:lnTo>
                  <a:lnTo>
                    <a:pt x="970385" y="822471"/>
                  </a:lnTo>
                  <a:lnTo>
                    <a:pt x="979603" y="773430"/>
                  </a:lnTo>
                  <a:lnTo>
                    <a:pt x="968693" y="720969"/>
                  </a:lnTo>
                  <a:lnTo>
                    <a:pt x="957045" y="674896"/>
                  </a:lnTo>
                  <a:lnTo>
                    <a:pt x="956228" y="661360"/>
                  </a:lnTo>
                  <a:lnTo>
                    <a:pt x="986798" y="622489"/>
                  </a:lnTo>
                  <a:lnTo>
                    <a:pt x="996151" y="590875"/>
                  </a:lnTo>
                  <a:lnTo>
                    <a:pt x="1006283" y="560781"/>
                  </a:lnTo>
                  <a:lnTo>
                    <a:pt x="1017464" y="550539"/>
                  </a:lnTo>
                  <a:lnTo>
                    <a:pt x="1034110" y="548205"/>
                  </a:lnTo>
                  <a:lnTo>
                    <a:pt x="1053498" y="542540"/>
                  </a:lnTo>
                  <a:lnTo>
                    <a:pt x="1077942" y="522399"/>
                  </a:lnTo>
                  <a:lnTo>
                    <a:pt x="1099858" y="495418"/>
                  </a:lnTo>
                  <a:lnTo>
                    <a:pt x="1116601" y="470680"/>
                  </a:lnTo>
                  <a:lnTo>
                    <a:pt x="1122279" y="421730"/>
                  </a:lnTo>
                  <a:lnTo>
                    <a:pt x="1122512" y="397137"/>
                  </a:lnTo>
                  <a:lnTo>
                    <a:pt x="1129883" y="378878"/>
                  </a:lnTo>
                  <a:lnTo>
                    <a:pt x="1137019" y="343211"/>
                  </a:lnTo>
                  <a:lnTo>
                    <a:pt x="1130077" y="308032"/>
                  </a:lnTo>
                  <a:lnTo>
                    <a:pt x="1108472" y="254666"/>
                  </a:lnTo>
                  <a:lnTo>
                    <a:pt x="1082453" y="179621"/>
                  </a:lnTo>
                  <a:lnTo>
                    <a:pt x="1078469" y="139646"/>
                  </a:lnTo>
                  <a:lnTo>
                    <a:pt x="2057358" y="139646"/>
                  </a:lnTo>
                  <a:lnTo>
                    <a:pt x="2057835" y="144894"/>
                  </a:lnTo>
                  <a:lnTo>
                    <a:pt x="2055851" y="157489"/>
                  </a:lnTo>
                  <a:lnTo>
                    <a:pt x="2070980" y="209262"/>
                  </a:lnTo>
                  <a:lnTo>
                    <a:pt x="2067460" y="227413"/>
                  </a:lnTo>
                  <a:lnTo>
                    <a:pt x="2065419" y="250540"/>
                  </a:lnTo>
                  <a:lnTo>
                    <a:pt x="2087101" y="272762"/>
                  </a:lnTo>
                  <a:lnTo>
                    <a:pt x="2106450" y="272400"/>
                  </a:lnTo>
                  <a:lnTo>
                    <a:pt x="2126052" y="272056"/>
                  </a:lnTo>
                  <a:lnTo>
                    <a:pt x="2133539" y="277630"/>
                  </a:lnTo>
                  <a:lnTo>
                    <a:pt x="2141045" y="293356"/>
                  </a:lnTo>
                  <a:lnTo>
                    <a:pt x="2147093" y="311922"/>
                  </a:lnTo>
                  <a:lnTo>
                    <a:pt x="2163233" y="310384"/>
                  </a:lnTo>
                  <a:lnTo>
                    <a:pt x="2188999" y="295274"/>
                  </a:lnTo>
                  <a:lnTo>
                    <a:pt x="2205762" y="291673"/>
                  </a:lnTo>
                  <a:lnTo>
                    <a:pt x="2216827" y="320717"/>
                  </a:lnTo>
                  <a:lnTo>
                    <a:pt x="2246929" y="359081"/>
                  </a:lnTo>
                  <a:lnTo>
                    <a:pt x="2264450" y="376272"/>
                  </a:lnTo>
                  <a:lnTo>
                    <a:pt x="2294222" y="385321"/>
                  </a:lnTo>
                  <a:lnTo>
                    <a:pt x="2325589" y="416283"/>
                  </a:lnTo>
                  <a:lnTo>
                    <a:pt x="2321194" y="453598"/>
                  </a:lnTo>
                  <a:lnTo>
                    <a:pt x="2334281" y="466066"/>
                  </a:lnTo>
                  <a:lnTo>
                    <a:pt x="2371288" y="480796"/>
                  </a:lnTo>
                  <a:lnTo>
                    <a:pt x="2384375" y="500666"/>
                  </a:lnTo>
                  <a:lnTo>
                    <a:pt x="2390656" y="517604"/>
                  </a:lnTo>
                  <a:lnTo>
                    <a:pt x="2400398" y="531647"/>
                  </a:lnTo>
                  <a:lnTo>
                    <a:pt x="2411794" y="574082"/>
                  </a:lnTo>
                  <a:lnTo>
                    <a:pt x="2407827" y="600231"/>
                  </a:lnTo>
                  <a:lnTo>
                    <a:pt x="2392912" y="609225"/>
                  </a:lnTo>
                  <a:lnTo>
                    <a:pt x="2357695" y="637238"/>
                  </a:lnTo>
                  <a:lnTo>
                    <a:pt x="2342002" y="658157"/>
                  </a:lnTo>
                  <a:lnTo>
                    <a:pt x="2329692" y="671186"/>
                  </a:lnTo>
                  <a:lnTo>
                    <a:pt x="2294708" y="699127"/>
                  </a:lnTo>
                  <a:lnTo>
                    <a:pt x="2281893" y="704140"/>
                  </a:lnTo>
                  <a:lnTo>
                    <a:pt x="2269623" y="718671"/>
                  </a:lnTo>
                  <a:lnTo>
                    <a:pt x="2257761" y="725023"/>
                  </a:lnTo>
                  <a:lnTo>
                    <a:pt x="2247143" y="721367"/>
                  </a:lnTo>
                  <a:lnTo>
                    <a:pt x="2207453" y="747679"/>
                  </a:lnTo>
                  <a:lnTo>
                    <a:pt x="2210545" y="758917"/>
                  </a:lnTo>
                  <a:lnTo>
                    <a:pt x="2240979" y="763676"/>
                  </a:lnTo>
                  <a:lnTo>
                    <a:pt x="2256497" y="758030"/>
                  </a:lnTo>
                  <a:lnTo>
                    <a:pt x="2268437" y="744802"/>
                  </a:lnTo>
                  <a:lnTo>
                    <a:pt x="2281485" y="741762"/>
                  </a:lnTo>
                  <a:lnTo>
                    <a:pt x="2293386" y="744259"/>
                  </a:lnTo>
                  <a:lnTo>
                    <a:pt x="2306007" y="733835"/>
                  </a:lnTo>
                  <a:lnTo>
                    <a:pt x="2315905" y="729673"/>
                  </a:lnTo>
                  <a:lnTo>
                    <a:pt x="2326134" y="734668"/>
                  </a:lnTo>
                  <a:lnTo>
                    <a:pt x="2337548" y="759659"/>
                  </a:lnTo>
                  <a:lnTo>
                    <a:pt x="2313863" y="772670"/>
                  </a:lnTo>
                  <a:lnTo>
                    <a:pt x="2297061" y="773267"/>
                  </a:lnTo>
                  <a:lnTo>
                    <a:pt x="2288855" y="814255"/>
                  </a:lnTo>
                  <a:lnTo>
                    <a:pt x="2278685" y="831863"/>
                  </a:lnTo>
                  <a:lnTo>
                    <a:pt x="2271393" y="840332"/>
                  </a:lnTo>
                  <a:lnTo>
                    <a:pt x="2234114" y="857776"/>
                  </a:lnTo>
                  <a:lnTo>
                    <a:pt x="2209515" y="879890"/>
                  </a:lnTo>
                  <a:lnTo>
                    <a:pt x="2180521" y="897697"/>
                  </a:lnTo>
                  <a:lnTo>
                    <a:pt x="2167861" y="893824"/>
                  </a:lnTo>
                  <a:lnTo>
                    <a:pt x="2148784" y="911920"/>
                  </a:lnTo>
                  <a:lnTo>
                    <a:pt x="2106392" y="933346"/>
                  </a:lnTo>
                  <a:lnTo>
                    <a:pt x="2084670" y="962210"/>
                  </a:lnTo>
                  <a:lnTo>
                    <a:pt x="2035919" y="988033"/>
                  </a:lnTo>
                  <a:lnTo>
                    <a:pt x="2011086" y="1009043"/>
                  </a:lnTo>
                  <a:lnTo>
                    <a:pt x="1943627" y="1010147"/>
                  </a:lnTo>
                  <a:lnTo>
                    <a:pt x="1879202" y="1005532"/>
                  </a:lnTo>
                  <a:lnTo>
                    <a:pt x="1858978" y="1015521"/>
                  </a:lnTo>
                  <a:lnTo>
                    <a:pt x="1879649" y="1018616"/>
                  </a:lnTo>
                  <a:lnTo>
                    <a:pt x="1894137" y="1028424"/>
                  </a:lnTo>
                  <a:lnTo>
                    <a:pt x="1911502" y="1024334"/>
                  </a:lnTo>
                  <a:lnTo>
                    <a:pt x="1952320" y="1029238"/>
                  </a:lnTo>
                  <a:lnTo>
                    <a:pt x="1973322" y="1034576"/>
                  </a:lnTo>
                  <a:lnTo>
                    <a:pt x="2000274" y="1068923"/>
                  </a:lnTo>
                  <a:lnTo>
                    <a:pt x="1980458" y="1081138"/>
                  </a:lnTo>
                  <a:lnTo>
                    <a:pt x="1946136" y="1090512"/>
                  </a:lnTo>
                  <a:lnTo>
                    <a:pt x="1959009" y="1139227"/>
                  </a:lnTo>
                  <a:lnTo>
                    <a:pt x="1969627" y="1172071"/>
                  </a:lnTo>
                  <a:lnTo>
                    <a:pt x="1955723" y="1191887"/>
                  </a:lnTo>
                  <a:lnTo>
                    <a:pt x="1954692" y="1282042"/>
                  </a:lnTo>
                  <a:lnTo>
                    <a:pt x="1935188" y="1283761"/>
                  </a:lnTo>
                  <a:lnTo>
                    <a:pt x="1926904" y="1321058"/>
                  </a:lnTo>
                  <a:lnTo>
                    <a:pt x="1933049" y="1340077"/>
                  </a:lnTo>
                  <a:lnTo>
                    <a:pt x="1932562" y="1384250"/>
                  </a:lnTo>
                  <a:lnTo>
                    <a:pt x="1936627" y="1411466"/>
                  </a:lnTo>
                  <a:lnTo>
                    <a:pt x="1946194" y="1436530"/>
                  </a:lnTo>
                  <a:lnTo>
                    <a:pt x="1941935" y="1462660"/>
                  </a:lnTo>
                  <a:lnTo>
                    <a:pt x="1911094" y="1523826"/>
                  </a:lnTo>
                  <a:lnTo>
                    <a:pt x="1911794" y="1552526"/>
                  </a:lnTo>
                  <a:lnTo>
                    <a:pt x="1917336" y="1569573"/>
                  </a:lnTo>
                  <a:lnTo>
                    <a:pt x="1921439" y="1596826"/>
                  </a:lnTo>
                  <a:lnTo>
                    <a:pt x="1907418" y="1649214"/>
                  </a:lnTo>
                  <a:lnTo>
                    <a:pt x="1897520" y="1692989"/>
                  </a:lnTo>
                  <a:lnTo>
                    <a:pt x="1885755" y="1729833"/>
                  </a:lnTo>
                  <a:lnTo>
                    <a:pt x="1859425" y="1774042"/>
                  </a:lnTo>
                  <a:lnTo>
                    <a:pt x="1846319" y="1807086"/>
                  </a:lnTo>
                  <a:lnTo>
                    <a:pt x="1815652" y="1910198"/>
                  </a:lnTo>
                  <a:lnTo>
                    <a:pt x="1800445" y="1930665"/>
                  </a:lnTo>
                  <a:lnTo>
                    <a:pt x="1781796" y="1946390"/>
                  </a:lnTo>
                  <a:lnTo>
                    <a:pt x="1761008" y="1931841"/>
                  </a:lnTo>
                  <a:lnTo>
                    <a:pt x="1741951" y="1923915"/>
                  </a:lnTo>
                  <a:lnTo>
                    <a:pt x="1718674" y="1924874"/>
                  </a:lnTo>
                  <a:lnTo>
                    <a:pt x="1682212" y="1936799"/>
                  </a:lnTo>
                  <a:lnTo>
                    <a:pt x="1627374" y="1928873"/>
                  </a:lnTo>
                  <a:lnTo>
                    <a:pt x="1573780" y="1932691"/>
                  </a:lnTo>
                  <a:lnTo>
                    <a:pt x="1560226" y="1942988"/>
                  </a:lnTo>
                  <a:lnTo>
                    <a:pt x="1568355" y="1980411"/>
                  </a:lnTo>
                  <a:lnTo>
                    <a:pt x="1548598" y="1985315"/>
                  </a:lnTo>
                  <a:lnTo>
                    <a:pt x="1529288" y="1974675"/>
                  </a:lnTo>
                  <a:lnTo>
                    <a:pt x="1512292" y="1987378"/>
                  </a:lnTo>
                  <a:lnTo>
                    <a:pt x="1498096" y="2001312"/>
                  </a:lnTo>
                  <a:lnTo>
                    <a:pt x="1470210" y="2034374"/>
                  </a:lnTo>
                  <a:lnTo>
                    <a:pt x="1460876" y="2054732"/>
                  </a:lnTo>
                  <a:lnTo>
                    <a:pt x="1458465" y="2093078"/>
                  </a:lnTo>
                  <a:lnTo>
                    <a:pt x="1473108" y="2127461"/>
                  </a:lnTo>
                  <a:lnTo>
                    <a:pt x="1486098" y="2167725"/>
                  </a:lnTo>
                  <a:lnTo>
                    <a:pt x="1452650" y="2216313"/>
                  </a:lnTo>
                  <a:lnTo>
                    <a:pt x="1433982" y="2217960"/>
                  </a:lnTo>
                  <a:lnTo>
                    <a:pt x="1379494" y="2204478"/>
                  </a:lnTo>
                  <a:lnTo>
                    <a:pt x="1282924" y="2234934"/>
                  </a:lnTo>
                  <a:lnTo>
                    <a:pt x="1196194" y="2210848"/>
                  </a:lnTo>
                  <a:lnTo>
                    <a:pt x="1207103" y="2184826"/>
                  </a:lnTo>
                  <a:lnTo>
                    <a:pt x="1206734" y="2165698"/>
                  </a:lnTo>
                  <a:lnTo>
                    <a:pt x="1211634" y="2136274"/>
                  </a:lnTo>
                  <a:lnTo>
                    <a:pt x="1214551" y="2106180"/>
                  </a:lnTo>
                  <a:lnTo>
                    <a:pt x="1213734" y="2086039"/>
                  </a:lnTo>
                  <a:lnTo>
                    <a:pt x="1207376" y="2064577"/>
                  </a:lnTo>
                  <a:lnTo>
                    <a:pt x="1185985" y="2036491"/>
                  </a:lnTo>
                  <a:lnTo>
                    <a:pt x="1137797" y="1941703"/>
                  </a:lnTo>
                  <a:lnTo>
                    <a:pt x="1123543" y="1901693"/>
                  </a:lnTo>
                  <a:lnTo>
                    <a:pt x="1113626" y="1885026"/>
                  </a:lnTo>
                  <a:lnTo>
                    <a:pt x="1120762" y="1884121"/>
                  </a:lnTo>
                  <a:lnTo>
                    <a:pt x="1160452" y="1905601"/>
                  </a:lnTo>
                  <a:lnTo>
                    <a:pt x="1169708" y="1902959"/>
                  </a:lnTo>
                  <a:lnTo>
                    <a:pt x="1179431" y="1894888"/>
                  </a:lnTo>
                  <a:lnTo>
                    <a:pt x="1167589" y="1864143"/>
                  </a:lnTo>
                  <a:lnTo>
                    <a:pt x="1157418" y="1850227"/>
                  </a:lnTo>
                  <a:lnTo>
                    <a:pt x="1150515" y="1829416"/>
                  </a:lnTo>
                  <a:lnTo>
                    <a:pt x="1173753" y="1823788"/>
                  </a:lnTo>
                  <a:lnTo>
                    <a:pt x="1190535" y="1825037"/>
                  </a:lnTo>
                  <a:lnTo>
                    <a:pt x="1202903" y="1801621"/>
                  </a:lnTo>
                  <a:lnTo>
                    <a:pt x="1195766" y="1763763"/>
                  </a:lnTo>
                  <a:lnTo>
                    <a:pt x="1177740" y="1752109"/>
                  </a:lnTo>
                  <a:lnTo>
                    <a:pt x="1162688" y="1747042"/>
                  </a:lnTo>
                  <a:lnTo>
                    <a:pt x="1133830" y="1687578"/>
                  </a:lnTo>
                  <a:lnTo>
                    <a:pt x="1103727" y="1656779"/>
                  </a:lnTo>
                  <a:lnTo>
                    <a:pt x="1050037" y="1537977"/>
                  </a:lnTo>
                  <a:lnTo>
                    <a:pt x="1030396" y="1456435"/>
                  </a:lnTo>
                  <a:lnTo>
                    <a:pt x="1012136" y="1464181"/>
                  </a:lnTo>
                  <a:lnTo>
                    <a:pt x="1003269" y="1428658"/>
                  </a:lnTo>
                  <a:lnTo>
                    <a:pt x="996910" y="1395017"/>
                  </a:lnTo>
                  <a:lnTo>
                    <a:pt x="995646" y="1370279"/>
                  </a:lnTo>
                  <a:lnTo>
                    <a:pt x="967021" y="1356110"/>
                  </a:lnTo>
                  <a:lnTo>
                    <a:pt x="965854" y="1338774"/>
                  </a:lnTo>
                  <a:lnTo>
                    <a:pt x="960701" y="1261412"/>
                  </a:lnTo>
                  <a:lnTo>
                    <a:pt x="929995" y="1251025"/>
                  </a:lnTo>
                  <a:lnTo>
                    <a:pt x="910141" y="1207612"/>
                  </a:lnTo>
                  <a:lnTo>
                    <a:pt x="906602" y="1125474"/>
                  </a:lnTo>
                  <a:lnTo>
                    <a:pt x="886378" y="1110526"/>
                  </a:lnTo>
                  <a:lnTo>
                    <a:pt x="870101" y="1114670"/>
                  </a:lnTo>
                  <a:lnTo>
                    <a:pt x="870860" y="1094312"/>
                  </a:lnTo>
                  <a:lnTo>
                    <a:pt x="874749" y="1075202"/>
                  </a:lnTo>
                  <a:lnTo>
                    <a:pt x="865240" y="999488"/>
                  </a:lnTo>
                  <a:lnTo>
                    <a:pt x="862070" y="930378"/>
                  </a:lnTo>
                  <a:lnTo>
                    <a:pt x="854350" y="909514"/>
                  </a:lnTo>
                  <a:lnTo>
                    <a:pt x="849974" y="885084"/>
                  </a:lnTo>
                  <a:lnTo>
                    <a:pt x="853902" y="863983"/>
                  </a:lnTo>
                  <a:lnTo>
                    <a:pt x="859659" y="851859"/>
                  </a:lnTo>
                  <a:lnTo>
                    <a:pt x="879474" y="848674"/>
                  </a:lnTo>
                  <a:lnTo>
                    <a:pt x="897987" y="867331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h23"/>
            <p:cNvSpPr/>
            <p:nvPr/>
          </p:nvSpPr>
          <p:spPr>
            <a:xfrm>
              <a:off x="3465237" y="1695495"/>
              <a:ext cx="952845" cy="914400"/>
            </a:xfrm>
            <a:custGeom>
              <a:avLst/>
              <a:pathLst>
                <a:path w="952845" h="914400">
                  <a:moveTo>
                    <a:pt x="914400" y="914400"/>
                  </a:moveTo>
                  <a:lnTo>
                    <a:pt x="904074" y="912644"/>
                  </a:lnTo>
                  <a:lnTo>
                    <a:pt x="894662" y="895579"/>
                  </a:lnTo>
                  <a:lnTo>
                    <a:pt x="913699" y="869521"/>
                  </a:lnTo>
                  <a:lnTo>
                    <a:pt x="942830" y="870932"/>
                  </a:lnTo>
                  <a:lnTo>
                    <a:pt x="952845" y="876361"/>
                  </a:lnTo>
                  <a:lnTo>
                    <a:pt x="917978" y="891291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h24"/>
            <p:cNvSpPr/>
            <p:nvPr/>
          </p:nvSpPr>
          <p:spPr>
            <a:xfrm>
              <a:off x="3312604" y="1265837"/>
              <a:ext cx="937035" cy="914400"/>
            </a:xfrm>
            <a:custGeom>
              <a:avLst/>
              <a:pathLst>
                <a:path w="937035" h="914400">
                  <a:moveTo>
                    <a:pt x="914400" y="914400"/>
                  </a:moveTo>
                  <a:lnTo>
                    <a:pt x="910024" y="913278"/>
                  </a:lnTo>
                  <a:lnTo>
                    <a:pt x="915469" y="896068"/>
                  </a:lnTo>
                  <a:lnTo>
                    <a:pt x="919514" y="888630"/>
                  </a:lnTo>
                  <a:lnTo>
                    <a:pt x="932932" y="881682"/>
                  </a:lnTo>
                  <a:lnTo>
                    <a:pt x="937035" y="882894"/>
                  </a:lnTo>
                  <a:lnTo>
                    <a:pt x="923228" y="910871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h25"/>
            <p:cNvSpPr/>
            <p:nvPr/>
          </p:nvSpPr>
          <p:spPr>
            <a:xfrm>
              <a:off x="3352119" y="1111042"/>
              <a:ext cx="939913" cy="914400"/>
            </a:xfrm>
            <a:custGeom>
              <a:avLst/>
              <a:pathLst>
                <a:path w="939913" h="914400">
                  <a:moveTo>
                    <a:pt x="914400" y="914400"/>
                  </a:moveTo>
                  <a:lnTo>
                    <a:pt x="909382" y="899362"/>
                  </a:lnTo>
                  <a:lnTo>
                    <a:pt x="911385" y="896412"/>
                  </a:lnTo>
                  <a:lnTo>
                    <a:pt x="914808" y="881573"/>
                  </a:lnTo>
                  <a:lnTo>
                    <a:pt x="924473" y="873430"/>
                  </a:lnTo>
                  <a:lnTo>
                    <a:pt x="939913" y="878316"/>
                  </a:lnTo>
                  <a:lnTo>
                    <a:pt x="939816" y="882025"/>
                  </a:lnTo>
                  <a:lnTo>
                    <a:pt x="925056" y="894041"/>
                  </a:lnTo>
                  <a:lnTo>
                    <a:pt x="919397" y="902130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h26"/>
            <p:cNvSpPr/>
            <p:nvPr/>
          </p:nvSpPr>
          <p:spPr>
            <a:xfrm>
              <a:off x="3621740" y="2965307"/>
              <a:ext cx="929470" cy="915707"/>
            </a:xfrm>
            <a:custGeom>
              <a:avLst/>
              <a:pathLst>
                <a:path w="929470" h="915707">
                  <a:moveTo>
                    <a:pt x="914400" y="914400"/>
                  </a:moveTo>
                  <a:lnTo>
                    <a:pt x="858628" y="909550"/>
                  </a:lnTo>
                  <a:lnTo>
                    <a:pt x="850694" y="905062"/>
                  </a:lnTo>
                  <a:lnTo>
                    <a:pt x="881380" y="873321"/>
                  </a:lnTo>
                  <a:lnTo>
                    <a:pt x="901371" y="840332"/>
                  </a:lnTo>
                  <a:lnTo>
                    <a:pt x="918347" y="797281"/>
                  </a:lnTo>
                  <a:lnTo>
                    <a:pt x="920156" y="767458"/>
                  </a:lnTo>
                  <a:lnTo>
                    <a:pt x="924395" y="733835"/>
                  </a:lnTo>
                  <a:lnTo>
                    <a:pt x="929470" y="731330"/>
                  </a:lnTo>
                  <a:lnTo>
                    <a:pt x="929470" y="915707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h27"/>
            <p:cNvSpPr/>
            <p:nvPr/>
          </p:nvSpPr>
          <p:spPr>
            <a:xfrm>
              <a:off x="2584559" y="3119360"/>
              <a:ext cx="1966652" cy="921186"/>
            </a:xfrm>
            <a:custGeom>
              <a:avLst/>
              <a:pathLst>
                <a:path w="1966652" h="921186">
                  <a:moveTo>
                    <a:pt x="914400" y="914399"/>
                  </a:moveTo>
                  <a:lnTo>
                    <a:pt x="1028432" y="869340"/>
                  </a:lnTo>
                  <a:lnTo>
                    <a:pt x="1150223" y="827067"/>
                  </a:lnTo>
                  <a:lnTo>
                    <a:pt x="1178654" y="822471"/>
                  </a:lnTo>
                  <a:lnTo>
                    <a:pt x="1207239" y="813567"/>
                  </a:lnTo>
                  <a:lnTo>
                    <a:pt x="1217799" y="797751"/>
                  </a:lnTo>
                  <a:lnTo>
                    <a:pt x="1228339" y="787165"/>
                  </a:lnTo>
                  <a:lnTo>
                    <a:pt x="1244926" y="759279"/>
                  </a:lnTo>
                  <a:lnTo>
                    <a:pt x="1281602" y="715938"/>
                  </a:lnTo>
                  <a:lnTo>
                    <a:pt x="1346455" y="700158"/>
                  </a:lnTo>
                  <a:lnTo>
                    <a:pt x="1370665" y="679601"/>
                  </a:lnTo>
                  <a:lnTo>
                    <a:pt x="1421420" y="650810"/>
                  </a:lnTo>
                  <a:lnTo>
                    <a:pt x="1537124" y="618508"/>
                  </a:lnTo>
                  <a:lnTo>
                    <a:pt x="1585448" y="611415"/>
                  </a:lnTo>
                  <a:lnTo>
                    <a:pt x="1632800" y="610546"/>
                  </a:lnTo>
                  <a:lnTo>
                    <a:pt x="1674959" y="636025"/>
                  </a:lnTo>
                  <a:lnTo>
                    <a:pt x="1719588" y="667477"/>
                  </a:lnTo>
                  <a:lnTo>
                    <a:pt x="1727619" y="686460"/>
                  </a:lnTo>
                  <a:lnTo>
                    <a:pt x="1703467" y="674625"/>
                  </a:lnTo>
                  <a:lnTo>
                    <a:pt x="1668269" y="646376"/>
                  </a:lnTo>
                  <a:lnTo>
                    <a:pt x="1655260" y="645182"/>
                  </a:lnTo>
                  <a:lnTo>
                    <a:pt x="1685304" y="731103"/>
                  </a:lnTo>
                  <a:lnTo>
                    <a:pt x="1701736" y="761487"/>
                  </a:lnTo>
                  <a:lnTo>
                    <a:pt x="1734950" y="784215"/>
                  </a:lnTo>
                  <a:lnTo>
                    <a:pt x="1762797" y="791870"/>
                  </a:lnTo>
                  <a:lnTo>
                    <a:pt x="1848594" y="778099"/>
                  </a:lnTo>
                  <a:lnTo>
                    <a:pt x="1879066" y="760111"/>
                  </a:lnTo>
                  <a:lnTo>
                    <a:pt x="1887875" y="751009"/>
                  </a:lnTo>
                  <a:lnTo>
                    <a:pt x="1895809" y="755497"/>
                  </a:lnTo>
                  <a:lnTo>
                    <a:pt x="1951581" y="760346"/>
                  </a:lnTo>
                  <a:lnTo>
                    <a:pt x="1966652" y="761654"/>
                  </a:lnTo>
                  <a:lnTo>
                    <a:pt x="1966652" y="921186"/>
                  </a:lnTo>
                  <a:lnTo>
                    <a:pt x="901485" y="921186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h28"/>
            <p:cNvSpPr/>
            <p:nvPr/>
          </p:nvSpPr>
          <p:spPr>
            <a:xfrm>
              <a:off x="2106436" y="571847"/>
              <a:ext cx="968965" cy="1655295"/>
            </a:xfrm>
            <a:custGeom>
              <a:avLst/>
              <a:pathLst>
                <a:path w="968965" h="1655295">
                  <a:moveTo>
                    <a:pt x="914400" y="914400"/>
                  </a:moveTo>
                  <a:lnTo>
                    <a:pt x="940418" y="989444"/>
                  </a:lnTo>
                  <a:lnTo>
                    <a:pt x="962023" y="1042810"/>
                  </a:lnTo>
                  <a:lnTo>
                    <a:pt x="968965" y="1077989"/>
                  </a:lnTo>
                  <a:lnTo>
                    <a:pt x="961829" y="1113657"/>
                  </a:lnTo>
                  <a:lnTo>
                    <a:pt x="954459" y="1131916"/>
                  </a:lnTo>
                  <a:lnTo>
                    <a:pt x="954225" y="1156509"/>
                  </a:lnTo>
                  <a:lnTo>
                    <a:pt x="948547" y="1205459"/>
                  </a:lnTo>
                  <a:lnTo>
                    <a:pt x="931804" y="1230197"/>
                  </a:lnTo>
                  <a:lnTo>
                    <a:pt x="909888" y="1257178"/>
                  </a:lnTo>
                  <a:lnTo>
                    <a:pt x="885444" y="1277319"/>
                  </a:lnTo>
                  <a:lnTo>
                    <a:pt x="866056" y="1282983"/>
                  </a:lnTo>
                  <a:lnTo>
                    <a:pt x="849410" y="1285318"/>
                  </a:lnTo>
                  <a:lnTo>
                    <a:pt x="838229" y="1295560"/>
                  </a:lnTo>
                  <a:lnTo>
                    <a:pt x="828097" y="1325654"/>
                  </a:lnTo>
                  <a:lnTo>
                    <a:pt x="818744" y="1357268"/>
                  </a:lnTo>
                  <a:lnTo>
                    <a:pt x="788174" y="1396139"/>
                  </a:lnTo>
                  <a:lnTo>
                    <a:pt x="788991" y="1409675"/>
                  </a:lnTo>
                  <a:lnTo>
                    <a:pt x="800639" y="1455748"/>
                  </a:lnTo>
                  <a:lnTo>
                    <a:pt x="811549" y="1508209"/>
                  </a:lnTo>
                  <a:lnTo>
                    <a:pt x="802331" y="1557249"/>
                  </a:lnTo>
                  <a:lnTo>
                    <a:pt x="794436" y="1608733"/>
                  </a:lnTo>
                  <a:lnTo>
                    <a:pt x="780610" y="1643043"/>
                  </a:lnTo>
                  <a:lnTo>
                    <a:pt x="760852" y="1655295"/>
                  </a:lnTo>
                  <a:lnTo>
                    <a:pt x="746346" y="1649178"/>
                  </a:lnTo>
                  <a:lnTo>
                    <a:pt x="729933" y="1602110"/>
                  </a:lnTo>
                  <a:lnTo>
                    <a:pt x="729564" y="1591288"/>
                  </a:lnTo>
                  <a:lnTo>
                    <a:pt x="725480" y="1576902"/>
                  </a:lnTo>
                  <a:lnTo>
                    <a:pt x="678926" y="1562570"/>
                  </a:lnTo>
                  <a:lnTo>
                    <a:pt x="670700" y="1563094"/>
                  </a:lnTo>
                  <a:lnTo>
                    <a:pt x="652401" y="1554698"/>
                  </a:lnTo>
                  <a:lnTo>
                    <a:pt x="641667" y="1552327"/>
                  </a:lnTo>
                  <a:lnTo>
                    <a:pt x="619654" y="1547477"/>
                  </a:lnTo>
                  <a:lnTo>
                    <a:pt x="601355" y="1505947"/>
                  </a:lnTo>
                  <a:lnTo>
                    <a:pt x="581909" y="1471401"/>
                  </a:lnTo>
                  <a:lnTo>
                    <a:pt x="579147" y="1456960"/>
                  </a:lnTo>
                  <a:lnTo>
                    <a:pt x="579809" y="1392357"/>
                  </a:lnTo>
                  <a:lnTo>
                    <a:pt x="573858" y="1363620"/>
                  </a:lnTo>
                  <a:lnTo>
                    <a:pt x="572030" y="1332295"/>
                  </a:lnTo>
                  <a:lnTo>
                    <a:pt x="559798" y="1357775"/>
                  </a:lnTo>
                  <a:lnTo>
                    <a:pt x="566896" y="1398057"/>
                  </a:lnTo>
                  <a:lnTo>
                    <a:pt x="551806" y="1414959"/>
                  </a:lnTo>
                  <a:lnTo>
                    <a:pt x="532768" y="1423175"/>
                  </a:lnTo>
                  <a:lnTo>
                    <a:pt x="534557" y="1446772"/>
                  </a:lnTo>
                  <a:lnTo>
                    <a:pt x="542375" y="1451242"/>
                  </a:lnTo>
                  <a:lnTo>
                    <a:pt x="544008" y="1475744"/>
                  </a:lnTo>
                  <a:lnTo>
                    <a:pt x="539380" y="1512009"/>
                  </a:lnTo>
                  <a:lnTo>
                    <a:pt x="501907" y="1592646"/>
                  </a:lnTo>
                  <a:lnTo>
                    <a:pt x="494343" y="1601314"/>
                  </a:lnTo>
                  <a:lnTo>
                    <a:pt x="489209" y="1612208"/>
                  </a:lnTo>
                  <a:lnTo>
                    <a:pt x="470035" y="1604969"/>
                  </a:lnTo>
                  <a:lnTo>
                    <a:pt x="453486" y="1620077"/>
                  </a:lnTo>
                  <a:lnTo>
                    <a:pt x="453486" y="874425"/>
                  </a:lnTo>
                  <a:lnTo>
                    <a:pt x="910415" y="874425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h29"/>
            <p:cNvSpPr/>
            <p:nvPr/>
          </p:nvSpPr>
          <p:spPr>
            <a:xfrm>
              <a:off x="1649937" y="2876382"/>
              <a:ext cx="915722" cy="956861"/>
            </a:xfrm>
            <a:custGeom>
              <a:avLst/>
              <a:pathLst>
                <a:path w="915722" h="956861">
                  <a:moveTo>
                    <a:pt x="914400" y="914400"/>
                  </a:moveTo>
                  <a:lnTo>
                    <a:pt x="915722" y="948728"/>
                  </a:lnTo>
                  <a:lnTo>
                    <a:pt x="909985" y="956861"/>
                  </a:lnTo>
                  <a:lnTo>
                    <a:pt x="909985" y="906665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h30"/>
            <p:cNvSpPr/>
            <p:nvPr/>
          </p:nvSpPr>
          <p:spPr>
            <a:xfrm>
              <a:off x="1674089" y="2945129"/>
              <a:ext cx="1097777" cy="1095416"/>
            </a:xfrm>
            <a:custGeom>
              <a:avLst/>
              <a:pathLst>
                <a:path w="1097777" h="1095416">
                  <a:moveTo>
                    <a:pt x="914400" y="914400"/>
                  </a:moveTo>
                  <a:lnTo>
                    <a:pt x="919844" y="928569"/>
                  </a:lnTo>
                  <a:lnTo>
                    <a:pt x="928128" y="943860"/>
                  </a:lnTo>
                  <a:lnTo>
                    <a:pt x="957609" y="932966"/>
                  </a:lnTo>
                  <a:lnTo>
                    <a:pt x="1031504" y="978207"/>
                  </a:lnTo>
                  <a:lnTo>
                    <a:pt x="1076192" y="956184"/>
                  </a:lnTo>
                  <a:lnTo>
                    <a:pt x="1087626" y="954899"/>
                  </a:lnTo>
                  <a:lnTo>
                    <a:pt x="1097777" y="991453"/>
                  </a:lnTo>
                  <a:lnTo>
                    <a:pt x="1086673" y="1028279"/>
                  </a:lnTo>
                  <a:lnTo>
                    <a:pt x="1047275" y="1067566"/>
                  </a:lnTo>
                  <a:lnTo>
                    <a:pt x="1056007" y="1091779"/>
                  </a:lnTo>
                  <a:lnTo>
                    <a:pt x="1064521" y="1095416"/>
                  </a:lnTo>
                  <a:lnTo>
                    <a:pt x="885833" y="1095416"/>
                  </a:lnTo>
                  <a:lnTo>
                    <a:pt x="885833" y="917489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h31"/>
            <p:cNvSpPr/>
            <p:nvPr/>
          </p:nvSpPr>
          <p:spPr>
            <a:xfrm>
              <a:off x="1865420" y="3122744"/>
              <a:ext cx="922762" cy="917802"/>
            </a:xfrm>
            <a:custGeom>
              <a:avLst/>
              <a:pathLst>
                <a:path w="922762" h="917802">
                  <a:moveTo>
                    <a:pt x="914400" y="914399"/>
                  </a:moveTo>
                  <a:lnTo>
                    <a:pt x="922762" y="917802"/>
                  </a:lnTo>
                  <a:lnTo>
                    <a:pt x="889812" y="917802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h32"/>
            <p:cNvSpPr/>
            <p:nvPr/>
          </p:nvSpPr>
          <p:spPr>
            <a:xfrm>
              <a:off x="1984158" y="3084072"/>
              <a:ext cx="1337877" cy="956473"/>
            </a:xfrm>
            <a:custGeom>
              <a:avLst/>
              <a:pathLst>
                <a:path w="1337877" h="956473">
                  <a:moveTo>
                    <a:pt x="914400" y="914399"/>
                  </a:moveTo>
                  <a:lnTo>
                    <a:pt x="933457" y="902565"/>
                  </a:lnTo>
                  <a:lnTo>
                    <a:pt x="996190" y="894096"/>
                  </a:lnTo>
                  <a:lnTo>
                    <a:pt x="1007605" y="872760"/>
                  </a:lnTo>
                  <a:lnTo>
                    <a:pt x="1033021" y="851298"/>
                  </a:lnTo>
                  <a:lnTo>
                    <a:pt x="1049395" y="827863"/>
                  </a:lnTo>
                  <a:lnTo>
                    <a:pt x="1088598" y="783256"/>
                  </a:lnTo>
                  <a:lnTo>
                    <a:pt x="1129163" y="791291"/>
                  </a:lnTo>
                  <a:lnTo>
                    <a:pt x="1152849" y="799832"/>
                  </a:lnTo>
                  <a:lnTo>
                    <a:pt x="1178848" y="804139"/>
                  </a:lnTo>
                  <a:lnTo>
                    <a:pt x="1202514" y="851696"/>
                  </a:lnTo>
                  <a:lnTo>
                    <a:pt x="1262369" y="904266"/>
                  </a:lnTo>
                  <a:lnTo>
                    <a:pt x="1317363" y="899687"/>
                  </a:lnTo>
                  <a:lnTo>
                    <a:pt x="1336887" y="949416"/>
                  </a:lnTo>
                  <a:lnTo>
                    <a:pt x="1337877" y="956473"/>
                  </a:lnTo>
                  <a:lnTo>
                    <a:pt x="878016" y="956473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h33"/>
            <p:cNvSpPr/>
            <p:nvPr/>
          </p:nvSpPr>
          <p:spPr>
            <a:xfrm>
              <a:off x="2389105" y="3009244"/>
              <a:ext cx="914400" cy="940187"/>
            </a:xfrm>
            <a:custGeom>
              <a:avLst/>
              <a:pathLst>
                <a:path w="914400" h="940187">
                  <a:moveTo>
                    <a:pt x="914400" y="914399"/>
                  </a:moveTo>
                  <a:lnTo>
                    <a:pt x="909052" y="927103"/>
                  </a:lnTo>
                  <a:lnTo>
                    <a:pt x="886669" y="905967"/>
                  </a:lnTo>
                  <a:lnTo>
                    <a:pt x="864189" y="906256"/>
                  </a:lnTo>
                  <a:lnTo>
                    <a:pt x="850752" y="938811"/>
                  </a:lnTo>
                  <a:lnTo>
                    <a:pt x="840757" y="940187"/>
                  </a:lnTo>
                  <a:lnTo>
                    <a:pt x="806045" y="910617"/>
                  </a:lnTo>
                  <a:lnTo>
                    <a:pt x="800484" y="896195"/>
                  </a:lnTo>
                  <a:lnTo>
                    <a:pt x="799336" y="884197"/>
                  </a:lnTo>
                  <a:lnTo>
                    <a:pt x="804295" y="842666"/>
                  </a:lnTo>
                  <a:lnTo>
                    <a:pt x="803381" y="829601"/>
                  </a:lnTo>
                  <a:lnTo>
                    <a:pt x="814291" y="815323"/>
                  </a:lnTo>
                  <a:lnTo>
                    <a:pt x="815982" y="794693"/>
                  </a:lnTo>
                  <a:lnTo>
                    <a:pt x="835273" y="772941"/>
                  </a:lnTo>
                  <a:lnTo>
                    <a:pt x="852386" y="772127"/>
                  </a:lnTo>
                  <a:lnTo>
                    <a:pt x="857831" y="790549"/>
                  </a:lnTo>
                  <a:lnTo>
                    <a:pt x="866017" y="803234"/>
                  </a:lnTo>
                  <a:lnTo>
                    <a:pt x="894856" y="817458"/>
                  </a:lnTo>
                  <a:lnTo>
                    <a:pt x="899154" y="823918"/>
                  </a:lnTo>
                  <a:lnTo>
                    <a:pt x="901759" y="832858"/>
                  </a:lnTo>
                  <a:lnTo>
                    <a:pt x="888342" y="850375"/>
                  </a:lnTo>
                  <a:lnTo>
                    <a:pt x="883791" y="859351"/>
                  </a:lnTo>
                  <a:lnTo>
                    <a:pt x="888050" y="873737"/>
                  </a:lnTo>
                  <a:lnTo>
                    <a:pt x="909421" y="889463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h34"/>
            <p:cNvSpPr/>
            <p:nvPr/>
          </p:nvSpPr>
          <p:spPr>
            <a:xfrm>
              <a:off x="2416641" y="3112700"/>
              <a:ext cx="961639" cy="927845"/>
            </a:xfrm>
            <a:custGeom>
              <a:avLst/>
              <a:pathLst>
                <a:path w="961639" h="927845">
                  <a:moveTo>
                    <a:pt x="914400" y="914400"/>
                  </a:moveTo>
                  <a:lnTo>
                    <a:pt x="905376" y="905768"/>
                  </a:lnTo>
                  <a:lnTo>
                    <a:pt x="904035" y="893444"/>
                  </a:lnTo>
                  <a:lnTo>
                    <a:pt x="905493" y="880686"/>
                  </a:lnTo>
                  <a:lnTo>
                    <a:pt x="947536" y="915033"/>
                  </a:lnTo>
                  <a:lnTo>
                    <a:pt x="961639" y="927845"/>
                  </a:lnTo>
                  <a:lnTo>
                    <a:pt x="923368" y="927845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h35"/>
            <p:cNvSpPr/>
            <p:nvPr/>
          </p:nvSpPr>
          <p:spPr>
            <a:xfrm>
              <a:off x="1870398" y="2971966"/>
              <a:ext cx="944969" cy="914399"/>
            </a:xfrm>
            <a:custGeom>
              <a:avLst/>
              <a:pathLst>
                <a:path w="944969" h="914399">
                  <a:moveTo>
                    <a:pt x="914400" y="914399"/>
                  </a:moveTo>
                  <a:lnTo>
                    <a:pt x="902732" y="899579"/>
                  </a:lnTo>
                  <a:lnTo>
                    <a:pt x="890986" y="895815"/>
                  </a:lnTo>
                  <a:lnTo>
                    <a:pt x="897306" y="877538"/>
                  </a:lnTo>
                  <a:lnTo>
                    <a:pt x="905571" y="870896"/>
                  </a:lnTo>
                  <a:lnTo>
                    <a:pt x="935168" y="882804"/>
                  </a:lnTo>
                  <a:lnTo>
                    <a:pt x="944463" y="906111"/>
                  </a:lnTo>
                  <a:lnTo>
                    <a:pt x="944969" y="913676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h36"/>
            <p:cNvSpPr/>
            <p:nvPr/>
          </p:nvSpPr>
          <p:spPr>
            <a:xfrm>
              <a:off x="3636811" y="772372"/>
              <a:ext cx="914400" cy="1014217"/>
            </a:xfrm>
            <a:custGeom>
              <a:avLst/>
              <a:pathLst>
                <a:path w="914400" h="1014217">
                  <a:moveTo>
                    <a:pt x="914400" y="914400"/>
                  </a:moveTo>
                  <a:lnTo>
                    <a:pt x="914400" y="1010474"/>
                  </a:lnTo>
                  <a:lnTo>
                    <a:pt x="874535" y="1014217"/>
                  </a:lnTo>
                  <a:lnTo>
                    <a:pt x="863820" y="1007829"/>
                  </a:lnTo>
                  <a:lnTo>
                    <a:pt x="849138" y="958155"/>
                  </a:lnTo>
                  <a:lnTo>
                    <a:pt x="852055" y="945325"/>
                  </a:lnTo>
                  <a:lnTo>
                    <a:pt x="861934" y="939860"/>
                  </a:lnTo>
                  <a:lnTo>
                    <a:pt x="870393" y="938684"/>
                  </a:lnTo>
                  <a:lnTo>
                    <a:pt x="871637" y="965430"/>
                  </a:lnTo>
                  <a:lnTo>
                    <a:pt x="884063" y="962770"/>
                  </a:lnTo>
                  <a:lnTo>
                    <a:pt x="887953" y="945144"/>
                  </a:lnTo>
                  <a:lnTo>
                    <a:pt x="888828" y="932730"/>
                  </a:lnTo>
                  <a:lnTo>
                    <a:pt x="885464" y="926469"/>
                  </a:lnTo>
                  <a:lnTo>
                    <a:pt x="877024" y="921619"/>
                  </a:lnTo>
                  <a:lnTo>
                    <a:pt x="872143" y="913295"/>
                  </a:lnTo>
                  <a:lnTo>
                    <a:pt x="879163" y="899904"/>
                  </a:lnTo>
                  <a:lnTo>
                    <a:pt x="892153" y="894113"/>
                  </a:lnTo>
                  <a:lnTo>
                    <a:pt x="903354" y="912010"/>
                  </a:lnTo>
                  <a:lnTo>
                    <a:pt x="912319" y="914363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h37"/>
            <p:cNvSpPr/>
            <p:nvPr/>
          </p:nvSpPr>
          <p:spPr>
            <a:xfrm>
              <a:off x="3570597" y="841426"/>
              <a:ext cx="914400" cy="925402"/>
            </a:xfrm>
            <a:custGeom>
              <a:avLst/>
              <a:pathLst>
                <a:path w="914400" h="925402">
                  <a:moveTo>
                    <a:pt x="914400" y="914400"/>
                  </a:moveTo>
                  <a:lnTo>
                    <a:pt x="906777" y="912318"/>
                  </a:lnTo>
                  <a:lnTo>
                    <a:pt x="900923" y="915160"/>
                  </a:lnTo>
                  <a:lnTo>
                    <a:pt x="896956" y="925402"/>
                  </a:lnTo>
                  <a:lnTo>
                    <a:pt x="888322" y="921728"/>
                  </a:lnTo>
                  <a:lnTo>
                    <a:pt x="884841" y="907052"/>
                  </a:lnTo>
                  <a:lnTo>
                    <a:pt x="891278" y="885084"/>
                  </a:lnTo>
                  <a:lnTo>
                    <a:pt x="906699" y="884251"/>
                  </a:lnTo>
                  <a:lnTo>
                    <a:pt x="913369" y="906093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h38"/>
            <p:cNvSpPr/>
            <p:nvPr/>
          </p:nvSpPr>
          <p:spPr>
            <a:xfrm>
              <a:off x="2157521" y="2501682"/>
              <a:ext cx="921808" cy="1252527"/>
            </a:xfrm>
            <a:custGeom>
              <a:avLst/>
              <a:pathLst>
                <a:path w="921808" h="1252527">
                  <a:moveTo>
                    <a:pt x="914400" y="914400"/>
                  </a:moveTo>
                  <a:lnTo>
                    <a:pt x="909227" y="925203"/>
                  </a:lnTo>
                  <a:lnTo>
                    <a:pt x="901623" y="932315"/>
                  </a:lnTo>
                  <a:lnTo>
                    <a:pt x="881730" y="939861"/>
                  </a:lnTo>
                  <a:lnTo>
                    <a:pt x="864501" y="950393"/>
                  </a:lnTo>
                  <a:lnTo>
                    <a:pt x="849138" y="968905"/>
                  </a:lnTo>
                  <a:lnTo>
                    <a:pt x="843479" y="995362"/>
                  </a:lnTo>
                  <a:lnTo>
                    <a:pt x="855497" y="1014725"/>
                  </a:lnTo>
                  <a:lnTo>
                    <a:pt x="877355" y="1025329"/>
                  </a:lnTo>
                  <a:lnTo>
                    <a:pt x="882916" y="1062191"/>
                  </a:lnTo>
                  <a:lnTo>
                    <a:pt x="864870" y="1080378"/>
                  </a:lnTo>
                  <a:lnTo>
                    <a:pt x="818569" y="1098528"/>
                  </a:lnTo>
                  <a:lnTo>
                    <a:pt x="813707" y="1142339"/>
                  </a:lnTo>
                  <a:lnTo>
                    <a:pt x="815205" y="1176867"/>
                  </a:lnTo>
                  <a:lnTo>
                    <a:pt x="814368" y="1201966"/>
                  </a:lnTo>
                  <a:lnTo>
                    <a:pt x="810693" y="1236693"/>
                  </a:lnTo>
                  <a:lnTo>
                    <a:pt x="773240" y="1252527"/>
                  </a:lnTo>
                  <a:lnTo>
                    <a:pt x="749068" y="1199632"/>
                  </a:lnTo>
                  <a:lnTo>
                    <a:pt x="748854" y="1178459"/>
                  </a:lnTo>
                  <a:lnTo>
                    <a:pt x="741640" y="1153740"/>
                  </a:lnTo>
                  <a:lnTo>
                    <a:pt x="740278" y="1132676"/>
                  </a:lnTo>
                  <a:lnTo>
                    <a:pt x="731722" y="1098981"/>
                  </a:lnTo>
                  <a:lnTo>
                    <a:pt x="696291" y="1089860"/>
                  </a:lnTo>
                  <a:lnTo>
                    <a:pt x="682543" y="1088666"/>
                  </a:lnTo>
                  <a:lnTo>
                    <a:pt x="663310" y="1094927"/>
                  </a:lnTo>
                  <a:lnTo>
                    <a:pt x="658546" y="1092484"/>
                  </a:lnTo>
                  <a:lnTo>
                    <a:pt x="635522" y="1046466"/>
                  </a:lnTo>
                  <a:lnTo>
                    <a:pt x="639314" y="995688"/>
                  </a:lnTo>
                  <a:lnTo>
                    <a:pt x="627024" y="970063"/>
                  </a:lnTo>
                  <a:lnTo>
                    <a:pt x="625332" y="958464"/>
                  </a:lnTo>
                  <a:lnTo>
                    <a:pt x="625624" y="945615"/>
                  </a:lnTo>
                  <a:lnTo>
                    <a:pt x="615531" y="935029"/>
                  </a:lnTo>
                  <a:lnTo>
                    <a:pt x="603280" y="929419"/>
                  </a:lnTo>
                  <a:lnTo>
                    <a:pt x="597330" y="900845"/>
                  </a:lnTo>
                  <a:lnTo>
                    <a:pt x="611409" y="893915"/>
                  </a:lnTo>
                  <a:lnTo>
                    <a:pt x="646217" y="897262"/>
                  </a:lnTo>
                  <a:lnTo>
                    <a:pt x="656388" y="895308"/>
                  </a:lnTo>
                  <a:lnTo>
                    <a:pt x="665702" y="889354"/>
                  </a:lnTo>
                  <a:lnTo>
                    <a:pt x="693860" y="842377"/>
                  </a:lnTo>
                  <a:lnTo>
                    <a:pt x="693044" y="832026"/>
                  </a:lnTo>
                  <a:lnTo>
                    <a:pt x="696058" y="818598"/>
                  </a:lnTo>
                  <a:lnTo>
                    <a:pt x="726530" y="813622"/>
                  </a:lnTo>
                  <a:lnTo>
                    <a:pt x="740103" y="831772"/>
                  </a:lnTo>
                  <a:lnTo>
                    <a:pt x="737381" y="860835"/>
                  </a:lnTo>
                  <a:lnTo>
                    <a:pt x="739112" y="898077"/>
                  </a:lnTo>
                  <a:lnTo>
                    <a:pt x="757566" y="908211"/>
                  </a:lnTo>
                  <a:lnTo>
                    <a:pt x="764761" y="909694"/>
                  </a:lnTo>
                  <a:lnTo>
                    <a:pt x="772442" y="882188"/>
                  </a:lnTo>
                  <a:lnTo>
                    <a:pt x="777829" y="868815"/>
                  </a:lnTo>
                  <a:lnTo>
                    <a:pt x="785141" y="861360"/>
                  </a:lnTo>
                  <a:lnTo>
                    <a:pt x="787630" y="836224"/>
                  </a:lnTo>
                  <a:lnTo>
                    <a:pt x="783293" y="820878"/>
                  </a:lnTo>
                  <a:lnTo>
                    <a:pt x="774056" y="809441"/>
                  </a:lnTo>
                  <a:lnTo>
                    <a:pt x="808554" y="778316"/>
                  </a:lnTo>
                  <a:lnTo>
                    <a:pt x="844257" y="753669"/>
                  </a:lnTo>
                  <a:lnTo>
                    <a:pt x="865026" y="752384"/>
                  </a:lnTo>
                  <a:lnTo>
                    <a:pt x="885930" y="758410"/>
                  </a:lnTo>
                  <a:lnTo>
                    <a:pt x="905357" y="766734"/>
                  </a:lnTo>
                  <a:lnTo>
                    <a:pt x="915897" y="773901"/>
                  </a:lnTo>
                  <a:lnTo>
                    <a:pt x="921808" y="785410"/>
                  </a:lnTo>
                  <a:lnTo>
                    <a:pt x="908780" y="812844"/>
                  </a:lnTo>
                  <a:lnTo>
                    <a:pt x="905163" y="827863"/>
                  </a:lnTo>
                  <a:lnTo>
                    <a:pt x="913913" y="877302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h39"/>
            <p:cNvSpPr/>
            <p:nvPr/>
          </p:nvSpPr>
          <p:spPr>
            <a:xfrm>
              <a:off x="1697113" y="1785633"/>
              <a:ext cx="1047236" cy="1567872"/>
            </a:xfrm>
            <a:custGeom>
              <a:avLst/>
              <a:pathLst>
                <a:path w="1047236" h="1567872">
                  <a:moveTo>
                    <a:pt x="914400" y="914400"/>
                  </a:moveTo>
                  <a:lnTo>
                    <a:pt x="969004" y="870534"/>
                  </a:lnTo>
                  <a:lnTo>
                    <a:pt x="984270" y="869973"/>
                  </a:lnTo>
                  <a:lnTo>
                    <a:pt x="958581" y="902673"/>
                  </a:lnTo>
                  <a:lnTo>
                    <a:pt x="954459" y="915322"/>
                  </a:lnTo>
                  <a:lnTo>
                    <a:pt x="951347" y="934722"/>
                  </a:lnTo>
                  <a:lnTo>
                    <a:pt x="969763" y="976850"/>
                  </a:lnTo>
                  <a:lnTo>
                    <a:pt x="965874" y="1002492"/>
                  </a:lnTo>
                  <a:lnTo>
                    <a:pt x="967176" y="1052944"/>
                  </a:lnTo>
                  <a:lnTo>
                    <a:pt x="949811" y="1079238"/>
                  </a:lnTo>
                  <a:lnTo>
                    <a:pt x="930209" y="1135173"/>
                  </a:lnTo>
                  <a:lnTo>
                    <a:pt x="921770" y="1143407"/>
                  </a:lnTo>
                  <a:lnTo>
                    <a:pt x="919961" y="1208698"/>
                  </a:lnTo>
                  <a:lnTo>
                    <a:pt x="921886" y="1224279"/>
                  </a:lnTo>
                  <a:lnTo>
                    <a:pt x="919105" y="1283725"/>
                  </a:lnTo>
                  <a:lnTo>
                    <a:pt x="939193" y="1308065"/>
                  </a:lnTo>
                  <a:lnTo>
                    <a:pt x="960429" y="1320786"/>
                  </a:lnTo>
                  <a:lnTo>
                    <a:pt x="1031252" y="1320334"/>
                  </a:lnTo>
                  <a:lnTo>
                    <a:pt x="1038602" y="1331029"/>
                  </a:lnTo>
                  <a:lnTo>
                    <a:pt x="1047236" y="1349414"/>
                  </a:lnTo>
                  <a:lnTo>
                    <a:pt x="1040916" y="1380630"/>
                  </a:lnTo>
                  <a:lnTo>
                    <a:pt x="1033352" y="1404173"/>
                  </a:lnTo>
                  <a:lnTo>
                    <a:pt x="1012836" y="1424007"/>
                  </a:lnTo>
                  <a:lnTo>
                    <a:pt x="986506" y="1438792"/>
                  </a:lnTo>
                  <a:lnTo>
                    <a:pt x="970132" y="1439443"/>
                  </a:lnTo>
                  <a:lnTo>
                    <a:pt x="947827" y="1411340"/>
                  </a:lnTo>
                  <a:lnTo>
                    <a:pt x="937229" y="1420460"/>
                  </a:lnTo>
                  <a:lnTo>
                    <a:pt x="926281" y="1434792"/>
                  </a:lnTo>
                  <a:lnTo>
                    <a:pt x="907943" y="1511701"/>
                  </a:lnTo>
                  <a:lnTo>
                    <a:pt x="899251" y="1563655"/>
                  </a:lnTo>
                  <a:lnTo>
                    <a:pt x="894545" y="1567872"/>
                  </a:lnTo>
                  <a:lnTo>
                    <a:pt x="884180" y="1560217"/>
                  </a:lnTo>
                  <a:lnTo>
                    <a:pt x="866270" y="1559620"/>
                  </a:lnTo>
                  <a:lnTo>
                    <a:pt x="862809" y="1561504"/>
                  </a:lnTo>
                  <a:lnTo>
                    <a:pt x="862809" y="926074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h40"/>
            <p:cNvSpPr/>
            <p:nvPr/>
          </p:nvSpPr>
          <p:spPr>
            <a:xfrm>
              <a:off x="1650228" y="2473343"/>
              <a:ext cx="914400" cy="923610"/>
            </a:xfrm>
            <a:custGeom>
              <a:avLst/>
              <a:pathLst>
                <a:path w="914400" h="923610">
                  <a:moveTo>
                    <a:pt x="914400" y="914400"/>
                  </a:moveTo>
                  <a:lnTo>
                    <a:pt x="909694" y="923610"/>
                  </a:lnTo>
                  <a:lnTo>
                    <a:pt x="909694" y="907057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h41"/>
            <p:cNvSpPr/>
            <p:nvPr/>
          </p:nvSpPr>
          <p:spPr>
            <a:xfrm>
              <a:off x="1782287" y="2548876"/>
              <a:ext cx="940769" cy="1102980"/>
            </a:xfrm>
            <a:custGeom>
              <a:avLst/>
              <a:pathLst>
                <a:path w="940769" h="1102980">
                  <a:moveTo>
                    <a:pt x="914400" y="914399"/>
                  </a:moveTo>
                  <a:lnTo>
                    <a:pt x="924609" y="955641"/>
                  </a:lnTo>
                  <a:lnTo>
                    <a:pt x="940769" y="1001768"/>
                  </a:lnTo>
                  <a:lnTo>
                    <a:pt x="934021" y="1021077"/>
                  </a:lnTo>
                  <a:lnTo>
                    <a:pt x="938610" y="1045814"/>
                  </a:lnTo>
                  <a:lnTo>
                    <a:pt x="934001" y="1071619"/>
                  </a:lnTo>
                  <a:lnTo>
                    <a:pt x="901857" y="1101623"/>
                  </a:lnTo>
                  <a:lnTo>
                    <a:pt x="865804" y="1102980"/>
                  </a:lnTo>
                  <a:lnTo>
                    <a:pt x="828331" y="1088485"/>
                  </a:lnTo>
                  <a:lnTo>
                    <a:pt x="777635" y="1061760"/>
                  </a:lnTo>
                  <a:lnTo>
                    <a:pt x="777635" y="922117"/>
                  </a:lnTo>
                  <a:lnTo>
                    <a:pt x="834612" y="894675"/>
                  </a:lnTo>
                  <a:lnTo>
                    <a:pt x="848049" y="899072"/>
                  </a:lnTo>
                  <a:lnTo>
                    <a:pt x="862070" y="913386"/>
                  </a:lnTo>
                  <a:lnTo>
                    <a:pt x="878210" y="914237"/>
                  </a:lnTo>
                  <a:lnTo>
                    <a:pt x="901643" y="893933"/>
                  </a:lnTo>
                  <a:lnTo>
                    <a:pt x="906096" y="895055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h42"/>
            <p:cNvSpPr/>
            <p:nvPr/>
          </p:nvSpPr>
          <p:spPr>
            <a:xfrm>
              <a:off x="1951858" y="2818691"/>
              <a:ext cx="959709" cy="988793"/>
            </a:xfrm>
            <a:custGeom>
              <a:avLst/>
              <a:pathLst>
                <a:path w="959709" h="988793">
                  <a:moveTo>
                    <a:pt x="914400" y="914400"/>
                  </a:moveTo>
                  <a:lnTo>
                    <a:pt x="938241" y="913078"/>
                  </a:lnTo>
                  <a:lnTo>
                    <a:pt x="954459" y="922615"/>
                  </a:lnTo>
                  <a:lnTo>
                    <a:pt x="958328" y="937345"/>
                  </a:lnTo>
                  <a:lnTo>
                    <a:pt x="959709" y="970045"/>
                  </a:lnTo>
                  <a:lnTo>
                    <a:pt x="942674" y="979582"/>
                  </a:lnTo>
                  <a:lnTo>
                    <a:pt x="923870" y="976343"/>
                  </a:lnTo>
                  <a:lnTo>
                    <a:pt x="898279" y="988793"/>
                  </a:lnTo>
                  <a:lnTo>
                    <a:pt x="814271" y="935337"/>
                  </a:lnTo>
                  <a:lnTo>
                    <a:pt x="815496" y="890766"/>
                  </a:lnTo>
                  <a:lnTo>
                    <a:pt x="818860" y="873267"/>
                  </a:lnTo>
                  <a:lnTo>
                    <a:pt x="858667" y="869105"/>
                  </a:lnTo>
                  <a:lnTo>
                    <a:pt x="879163" y="891399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h43"/>
            <p:cNvSpPr/>
            <p:nvPr/>
          </p:nvSpPr>
          <p:spPr>
            <a:xfrm>
              <a:off x="1782871" y="2850016"/>
              <a:ext cx="966437" cy="914400"/>
            </a:xfrm>
            <a:custGeom>
              <a:avLst/>
              <a:pathLst>
                <a:path w="966437" h="914400">
                  <a:moveTo>
                    <a:pt x="914400" y="914400"/>
                  </a:moveTo>
                  <a:lnTo>
                    <a:pt x="902401" y="884378"/>
                  </a:lnTo>
                  <a:lnTo>
                    <a:pt x="900846" y="874986"/>
                  </a:lnTo>
                  <a:lnTo>
                    <a:pt x="914944" y="855768"/>
                  </a:lnTo>
                  <a:lnTo>
                    <a:pt x="924064" y="833998"/>
                  </a:lnTo>
                  <a:lnTo>
                    <a:pt x="947652" y="800574"/>
                  </a:lnTo>
                  <a:lnTo>
                    <a:pt x="961245" y="761414"/>
                  </a:lnTo>
                  <a:lnTo>
                    <a:pt x="966437" y="762029"/>
                  </a:lnTo>
                  <a:lnTo>
                    <a:pt x="960409" y="796901"/>
                  </a:lnTo>
                  <a:lnTo>
                    <a:pt x="929431" y="894168"/>
                  </a:lnTo>
                  <a:lnTo>
                    <a:pt x="923228" y="912300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h44"/>
            <p:cNvSpPr/>
            <p:nvPr/>
          </p:nvSpPr>
          <p:spPr>
            <a:xfrm>
              <a:off x="2145542" y="2773740"/>
              <a:ext cx="922003" cy="936043"/>
            </a:xfrm>
            <a:custGeom>
              <a:avLst/>
              <a:pathLst>
                <a:path w="922003" h="936043">
                  <a:moveTo>
                    <a:pt x="914400" y="914400"/>
                  </a:moveTo>
                  <a:lnTo>
                    <a:pt x="883830" y="910346"/>
                  </a:lnTo>
                  <a:lnTo>
                    <a:pt x="849371" y="936043"/>
                  </a:lnTo>
                  <a:lnTo>
                    <a:pt x="836304" y="927917"/>
                  </a:lnTo>
                  <a:lnTo>
                    <a:pt x="841243" y="911504"/>
                  </a:lnTo>
                  <a:lnTo>
                    <a:pt x="844841" y="905532"/>
                  </a:lnTo>
                  <a:lnTo>
                    <a:pt x="856430" y="898565"/>
                  </a:lnTo>
                  <a:lnTo>
                    <a:pt x="864170" y="888377"/>
                  </a:lnTo>
                  <a:lnTo>
                    <a:pt x="867204" y="872434"/>
                  </a:lnTo>
                  <a:lnTo>
                    <a:pt x="874379" y="881030"/>
                  </a:lnTo>
                  <a:lnTo>
                    <a:pt x="895712" y="884631"/>
                  </a:lnTo>
                  <a:lnTo>
                    <a:pt x="906135" y="889716"/>
                  </a:lnTo>
                  <a:lnTo>
                    <a:pt x="914847" y="897190"/>
                  </a:lnTo>
                  <a:lnTo>
                    <a:pt x="922003" y="908880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h45"/>
            <p:cNvSpPr/>
            <p:nvPr/>
          </p:nvSpPr>
          <p:spPr>
            <a:xfrm>
              <a:off x="2157599" y="2550216"/>
              <a:ext cx="933146" cy="914400"/>
            </a:xfrm>
            <a:custGeom>
              <a:avLst/>
              <a:pathLst>
                <a:path w="933146" h="914400">
                  <a:moveTo>
                    <a:pt x="914400" y="914400"/>
                  </a:moveTo>
                  <a:lnTo>
                    <a:pt x="910277" y="913567"/>
                  </a:lnTo>
                  <a:lnTo>
                    <a:pt x="904190" y="891942"/>
                  </a:lnTo>
                  <a:lnTo>
                    <a:pt x="914069" y="878786"/>
                  </a:lnTo>
                  <a:lnTo>
                    <a:pt x="919903" y="867621"/>
                  </a:lnTo>
                  <a:lnTo>
                    <a:pt x="924045" y="867947"/>
                  </a:lnTo>
                  <a:lnTo>
                    <a:pt x="929704" y="880017"/>
                  </a:lnTo>
                  <a:lnTo>
                    <a:pt x="933146" y="898638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h46"/>
            <p:cNvSpPr/>
            <p:nvPr/>
          </p:nvSpPr>
          <p:spPr>
            <a:xfrm>
              <a:off x="1728616" y="2815886"/>
              <a:ext cx="931843" cy="914400"/>
            </a:xfrm>
            <a:custGeom>
              <a:avLst/>
              <a:pathLst>
                <a:path w="931843" h="914400">
                  <a:moveTo>
                    <a:pt x="914400" y="914400"/>
                  </a:moveTo>
                  <a:lnTo>
                    <a:pt x="899115" y="906329"/>
                  </a:lnTo>
                  <a:lnTo>
                    <a:pt x="874243" y="875927"/>
                  </a:lnTo>
                  <a:lnTo>
                    <a:pt x="871112" y="867856"/>
                  </a:lnTo>
                  <a:lnTo>
                    <a:pt x="884180" y="873013"/>
                  </a:lnTo>
                  <a:lnTo>
                    <a:pt x="900398" y="888902"/>
                  </a:lnTo>
                  <a:lnTo>
                    <a:pt x="913680" y="892286"/>
                  </a:lnTo>
                  <a:lnTo>
                    <a:pt x="931843" y="905731"/>
                  </a:lnTo>
                  <a:lnTo>
                    <a:pt x="927759" y="910545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h47"/>
            <p:cNvSpPr/>
            <p:nvPr/>
          </p:nvSpPr>
          <p:spPr>
            <a:xfrm>
              <a:off x="1645522" y="2800679"/>
              <a:ext cx="926592" cy="914400"/>
            </a:xfrm>
            <a:custGeom>
              <a:avLst/>
              <a:pathLst>
                <a:path w="926592" h="914400">
                  <a:moveTo>
                    <a:pt x="914400" y="914400"/>
                  </a:moveTo>
                  <a:lnTo>
                    <a:pt x="914400" y="874848"/>
                  </a:lnTo>
                  <a:lnTo>
                    <a:pt x="925892" y="903386"/>
                  </a:lnTo>
                  <a:lnTo>
                    <a:pt x="926592" y="911366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h48"/>
            <p:cNvSpPr/>
            <p:nvPr/>
          </p:nvSpPr>
          <p:spPr>
            <a:xfrm>
              <a:off x="1763075" y="2471986"/>
              <a:ext cx="928615" cy="914400"/>
            </a:xfrm>
            <a:custGeom>
              <a:avLst/>
              <a:pathLst>
                <a:path w="928615" h="914400">
                  <a:moveTo>
                    <a:pt x="914400" y="914400"/>
                  </a:moveTo>
                  <a:lnTo>
                    <a:pt x="901779" y="907469"/>
                  </a:lnTo>
                  <a:lnTo>
                    <a:pt x="900457" y="883491"/>
                  </a:lnTo>
                  <a:lnTo>
                    <a:pt x="905240" y="861957"/>
                  </a:lnTo>
                  <a:lnTo>
                    <a:pt x="899620" y="842702"/>
                  </a:lnTo>
                  <a:lnTo>
                    <a:pt x="905804" y="830324"/>
                  </a:lnTo>
                  <a:lnTo>
                    <a:pt x="923559" y="859152"/>
                  </a:lnTo>
                  <a:lnTo>
                    <a:pt x="928615" y="872706"/>
                  </a:lnTo>
                  <a:lnTo>
                    <a:pt x="921770" y="888902"/>
                  </a:lnTo>
                  <a:lnTo>
                    <a:pt x="917783" y="907740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h49"/>
            <p:cNvSpPr/>
            <p:nvPr/>
          </p:nvSpPr>
          <p:spPr>
            <a:xfrm>
              <a:off x="1846926" y="1929407"/>
              <a:ext cx="946875" cy="914400"/>
            </a:xfrm>
            <a:custGeom>
              <a:avLst/>
              <a:pathLst>
                <a:path w="946875" h="914400">
                  <a:moveTo>
                    <a:pt x="914400" y="914400"/>
                  </a:moveTo>
                  <a:lnTo>
                    <a:pt x="887000" y="902112"/>
                  </a:lnTo>
                  <a:lnTo>
                    <a:pt x="899095" y="884939"/>
                  </a:lnTo>
                  <a:lnTo>
                    <a:pt x="929198" y="877031"/>
                  </a:lnTo>
                  <a:lnTo>
                    <a:pt x="946875" y="879637"/>
                  </a:lnTo>
                  <a:lnTo>
                    <a:pt x="927428" y="896683"/>
                  </a:lnTo>
                  <a:lnTo>
                    <a:pt x="922509" y="905713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h50"/>
            <p:cNvSpPr/>
            <p:nvPr/>
          </p:nvSpPr>
          <p:spPr>
            <a:xfrm>
              <a:off x="2651279" y="2753708"/>
              <a:ext cx="931590" cy="914400"/>
            </a:xfrm>
            <a:custGeom>
              <a:avLst/>
              <a:pathLst>
                <a:path w="931590" h="914400">
                  <a:moveTo>
                    <a:pt x="914399" y="914400"/>
                  </a:moveTo>
                  <a:lnTo>
                    <a:pt x="881497" y="904012"/>
                  </a:lnTo>
                  <a:lnTo>
                    <a:pt x="841399" y="878334"/>
                  </a:lnTo>
                  <a:lnTo>
                    <a:pt x="847271" y="828008"/>
                  </a:lnTo>
                  <a:lnTo>
                    <a:pt x="857558" y="806257"/>
                  </a:lnTo>
                  <a:lnTo>
                    <a:pt x="930695" y="862662"/>
                  </a:lnTo>
                  <a:lnTo>
                    <a:pt x="931590" y="883925"/>
                  </a:lnTo>
                  <a:lnTo>
                    <a:pt x="921750" y="908120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t51"/>
            <p:cNvSpPr/>
            <p:nvPr/>
          </p:nvSpPr>
          <p:spPr>
            <a:xfrm>
              <a:off x="3079070" y="3331318"/>
              <a:ext cx="117405" cy="117405"/>
            </a:xfrm>
            <a:prstGeom prst="ellipse">
              <a:avLst/>
            </a:prstGeom>
            <a:solidFill>
              <a:srgbClr val="D7466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t52"/>
            <p:cNvSpPr/>
            <p:nvPr/>
          </p:nvSpPr>
          <p:spPr>
            <a:xfrm>
              <a:off x="4309047" y="1819390"/>
              <a:ext cx="117405" cy="117405"/>
            </a:xfrm>
            <a:prstGeom prst="ellipse">
              <a:avLst/>
            </a:prstGeom>
            <a:solidFill>
              <a:srgbClr val="00000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t53"/>
            <p:cNvSpPr/>
            <p:nvPr/>
          </p:nvSpPr>
          <p:spPr>
            <a:xfrm>
              <a:off x="3009279" y="3167649"/>
              <a:ext cx="117405" cy="117405"/>
            </a:xfrm>
            <a:prstGeom prst="ellipse">
              <a:avLst/>
            </a:prstGeom>
            <a:solidFill>
              <a:srgbClr val="F4846C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t54"/>
            <p:cNvSpPr/>
            <p:nvPr/>
          </p:nvSpPr>
          <p:spPr>
            <a:xfrm>
              <a:off x="3841481" y="2612382"/>
              <a:ext cx="117405" cy="117405"/>
            </a:xfrm>
            <a:prstGeom prst="ellipse">
              <a:avLst/>
            </a:prstGeom>
            <a:solidFill>
              <a:srgbClr val="00000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t55"/>
            <p:cNvSpPr/>
            <p:nvPr/>
          </p:nvSpPr>
          <p:spPr>
            <a:xfrm>
              <a:off x="3766068" y="2998083"/>
              <a:ext cx="117405" cy="117405"/>
            </a:xfrm>
            <a:prstGeom prst="ellipse">
              <a:avLst/>
            </a:prstGeom>
            <a:solidFill>
              <a:srgbClr val="51157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t56"/>
            <p:cNvSpPr/>
            <p:nvPr/>
          </p:nvSpPr>
          <p:spPr>
            <a:xfrm>
              <a:off x="3095194" y="3464481"/>
              <a:ext cx="117405" cy="117405"/>
            </a:xfrm>
            <a:prstGeom prst="ellipse">
              <a:avLst/>
            </a:prstGeom>
            <a:solidFill>
              <a:srgbClr val="00000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t57"/>
            <p:cNvSpPr/>
            <p:nvPr/>
          </p:nvSpPr>
          <p:spPr>
            <a:xfrm>
              <a:off x="2723377" y="2174267"/>
              <a:ext cx="117405" cy="117405"/>
            </a:xfrm>
            <a:prstGeom prst="ellipse">
              <a:avLst/>
            </a:prstGeom>
            <a:solidFill>
              <a:srgbClr val="641B78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t58"/>
            <p:cNvSpPr/>
            <p:nvPr/>
          </p:nvSpPr>
          <p:spPr>
            <a:xfrm>
              <a:off x="2813515" y="2479934"/>
              <a:ext cx="117405" cy="117405"/>
            </a:xfrm>
            <a:prstGeom prst="ellipse">
              <a:avLst/>
            </a:prstGeom>
            <a:solidFill>
              <a:srgbClr val="FCFDB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g59"/>
            <p:cNvSpPr/>
            <p:nvPr/>
          </p:nvSpPr>
          <p:spPr>
            <a:xfrm>
              <a:off x="3194108" y="3258311"/>
              <a:ext cx="379475" cy="191749"/>
            </a:xfrm>
            <a:custGeom>
              <a:avLst/>
              <a:pathLst>
                <a:path w="379475" h="191749">
                  <a:moveTo>
                    <a:pt x="27431" y="191749"/>
                  </a:moveTo>
                  <a:lnTo>
                    <a:pt x="352044" y="191749"/>
                  </a:lnTo>
                  <a:lnTo>
                    <a:pt x="350939" y="191727"/>
                  </a:lnTo>
                  <a:lnTo>
                    <a:pt x="355350" y="191549"/>
                  </a:lnTo>
                  <a:lnTo>
                    <a:pt x="359676" y="190666"/>
                  </a:lnTo>
                  <a:lnTo>
                    <a:pt x="363803" y="189101"/>
                  </a:lnTo>
                  <a:lnTo>
                    <a:pt x="367627" y="186893"/>
                  </a:lnTo>
                  <a:lnTo>
                    <a:pt x="371046" y="184101"/>
                  </a:lnTo>
                  <a:lnTo>
                    <a:pt x="373974" y="180797"/>
                  </a:lnTo>
                  <a:lnTo>
                    <a:pt x="376333" y="177065"/>
                  </a:lnTo>
                  <a:lnTo>
                    <a:pt x="378064" y="173004"/>
                  </a:lnTo>
                  <a:lnTo>
                    <a:pt x="379120" y="168718"/>
                  </a:lnTo>
                  <a:lnTo>
                    <a:pt x="379475" y="164317"/>
                  </a:lnTo>
                  <a:lnTo>
                    <a:pt x="379475" y="27432"/>
                  </a:lnTo>
                  <a:lnTo>
                    <a:pt x="379120" y="23031"/>
                  </a:lnTo>
                  <a:lnTo>
                    <a:pt x="378064" y="18745"/>
                  </a:lnTo>
                  <a:lnTo>
                    <a:pt x="376333" y="14683"/>
                  </a:lnTo>
                  <a:lnTo>
                    <a:pt x="373974" y="10952"/>
                  </a:lnTo>
                  <a:lnTo>
                    <a:pt x="371046" y="7647"/>
                  </a:lnTo>
                  <a:lnTo>
                    <a:pt x="367627" y="4855"/>
                  </a:lnTo>
                  <a:lnTo>
                    <a:pt x="363803" y="2648"/>
                  </a:lnTo>
                  <a:lnTo>
                    <a:pt x="359676" y="1083"/>
                  </a:lnTo>
                  <a:lnTo>
                    <a:pt x="355350" y="200"/>
                  </a:lnTo>
                  <a:lnTo>
                    <a:pt x="352044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5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2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5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tx60"/>
            <p:cNvSpPr/>
            <p:nvPr/>
          </p:nvSpPr>
          <p:spPr>
            <a:xfrm>
              <a:off x="3239828" y="3304031"/>
              <a:ext cx="288036" cy="1003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3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BAR</a:t>
              </a:r>
            </a:p>
          </p:txBody>
        </p:sp>
        <p:sp>
          <p:nvSpPr>
            <p:cNvPr id="61" name="pg61"/>
            <p:cNvSpPr/>
            <p:nvPr/>
          </p:nvSpPr>
          <p:spPr>
            <a:xfrm>
              <a:off x="4066499" y="1937557"/>
              <a:ext cx="363931" cy="191749"/>
            </a:xfrm>
            <a:custGeom>
              <a:avLst/>
              <a:pathLst>
                <a:path w="363931" h="191749">
                  <a:moveTo>
                    <a:pt x="27431" y="191749"/>
                  </a:moveTo>
                  <a:lnTo>
                    <a:pt x="336499" y="191749"/>
                  </a:lnTo>
                  <a:lnTo>
                    <a:pt x="335394" y="191727"/>
                  </a:lnTo>
                  <a:lnTo>
                    <a:pt x="339805" y="191549"/>
                  </a:lnTo>
                  <a:lnTo>
                    <a:pt x="344131" y="190666"/>
                  </a:lnTo>
                  <a:lnTo>
                    <a:pt x="348259" y="189101"/>
                  </a:lnTo>
                  <a:lnTo>
                    <a:pt x="352082" y="186893"/>
                  </a:lnTo>
                  <a:lnTo>
                    <a:pt x="355502" y="184101"/>
                  </a:lnTo>
                  <a:lnTo>
                    <a:pt x="358429" y="180797"/>
                  </a:lnTo>
                  <a:lnTo>
                    <a:pt x="360789" y="177065"/>
                  </a:lnTo>
                  <a:lnTo>
                    <a:pt x="362519" y="173004"/>
                  </a:lnTo>
                  <a:lnTo>
                    <a:pt x="363575" y="168718"/>
                  </a:lnTo>
                  <a:lnTo>
                    <a:pt x="363931" y="164317"/>
                  </a:lnTo>
                  <a:lnTo>
                    <a:pt x="363931" y="27431"/>
                  </a:lnTo>
                  <a:lnTo>
                    <a:pt x="363575" y="23031"/>
                  </a:lnTo>
                  <a:lnTo>
                    <a:pt x="362519" y="18745"/>
                  </a:lnTo>
                  <a:lnTo>
                    <a:pt x="360789" y="14683"/>
                  </a:lnTo>
                  <a:lnTo>
                    <a:pt x="358429" y="10952"/>
                  </a:lnTo>
                  <a:lnTo>
                    <a:pt x="355502" y="7647"/>
                  </a:lnTo>
                  <a:lnTo>
                    <a:pt x="352082" y="4855"/>
                  </a:lnTo>
                  <a:lnTo>
                    <a:pt x="348259" y="2648"/>
                  </a:lnTo>
                  <a:lnTo>
                    <a:pt x="344131" y="1083"/>
                  </a:lnTo>
                  <a:lnTo>
                    <a:pt x="339805" y="200"/>
                  </a:lnTo>
                  <a:lnTo>
                    <a:pt x="336499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6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1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6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tx62"/>
            <p:cNvSpPr/>
            <p:nvPr/>
          </p:nvSpPr>
          <p:spPr>
            <a:xfrm>
              <a:off x="4112219" y="1983277"/>
              <a:ext cx="272491" cy="1003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3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BJO</a:t>
              </a:r>
            </a:p>
          </p:txBody>
        </p:sp>
        <p:sp>
          <p:nvSpPr>
            <p:cNvPr id="63" name="pg63"/>
            <p:cNvSpPr/>
            <p:nvPr/>
          </p:nvSpPr>
          <p:spPr>
            <a:xfrm>
              <a:off x="2743412" y="2975247"/>
              <a:ext cx="410565" cy="191749"/>
            </a:xfrm>
            <a:custGeom>
              <a:avLst/>
              <a:pathLst>
                <a:path w="410565" h="191749">
                  <a:moveTo>
                    <a:pt x="27431" y="191749"/>
                  </a:moveTo>
                  <a:lnTo>
                    <a:pt x="383133" y="191749"/>
                  </a:lnTo>
                  <a:lnTo>
                    <a:pt x="382029" y="191727"/>
                  </a:lnTo>
                  <a:lnTo>
                    <a:pt x="386440" y="191549"/>
                  </a:lnTo>
                  <a:lnTo>
                    <a:pt x="390765" y="190666"/>
                  </a:lnTo>
                  <a:lnTo>
                    <a:pt x="394893" y="189101"/>
                  </a:lnTo>
                  <a:lnTo>
                    <a:pt x="398716" y="186893"/>
                  </a:lnTo>
                  <a:lnTo>
                    <a:pt x="402136" y="184101"/>
                  </a:lnTo>
                  <a:lnTo>
                    <a:pt x="405063" y="180797"/>
                  </a:lnTo>
                  <a:lnTo>
                    <a:pt x="407423" y="177065"/>
                  </a:lnTo>
                  <a:lnTo>
                    <a:pt x="409153" y="173004"/>
                  </a:lnTo>
                  <a:lnTo>
                    <a:pt x="410210" y="168718"/>
                  </a:lnTo>
                  <a:lnTo>
                    <a:pt x="410565" y="164317"/>
                  </a:lnTo>
                  <a:lnTo>
                    <a:pt x="410565" y="27431"/>
                  </a:lnTo>
                  <a:lnTo>
                    <a:pt x="410210" y="23031"/>
                  </a:lnTo>
                  <a:lnTo>
                    <a:pt x="409153" y="18745"/>
                  </a:lnTo>
                  <a:lnTo>
                    <a:pt x="407423" y="14683"/>
                  </a:lnTo>
                  <a:lnTo>
                    <a:pt x="405063" y="10952"/>
                  </a:lnTo>
                  <a:lnTo>
                    <a:pt x="402136" y="7647"/>
                  </a:lnTo>
                  <a:lnTo>
                    <a:pt x="398716" y="4855"/>
                  </a:lnTo>
                  <a:lnTo>
                    <a:pt x="394893" y="2648"/>
                  </a:lnTo>
                  <a:lnTo>
                    <a:pt x="390765" y="1083"/>
                  </a:lnTo>
                  <a:lnTo>
                    <a:pt x="386440" y="200"/>
                  </a:lnTo>
                  <a:lnTo>
                    <a:pt x="383133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6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1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6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tx64"/>
            <p:cNvSpPr/>
            <p:nvPr/>
          </p:nvSpPr>
          <p:spPr>
            <a:xfrm>
              <a:off x="2789132" y="3020967"/>
              <a:ext cx="319125" cy="1003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3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HOG</a:t>
              </a:r>
            </a:p>
          </p:txBody>
        </p:sp>
        <p:sp>
          <p:nvSpPr>
            <p:cNvPr id="65" name="pg65"/>
            <p:cNvSpPr/>
            <p:nvPr/>
          </p:nvSpPr>
          <p:spPr>
            <a:xfrm>
              <a:off x="3441177" y="2472560"/>
              <a:ext cx="402701" cy="191749"/>
            </a:xfrm>
            <a:custGeom>
              <a:avLst/>
              <a:pathLst>
                <a:path w="402701" h="191749">
                  <a:moveTo>
                    <a:pt x="27431" y="191749"/>
                  </a:moveTo>
                  <a:lnTo>
                    <a:pt x="375269" y="191749"/>
                  </a:lnTo>
                  <a:lnTo>
                    <a:pt x="374165" y="191727"/>
                  </a:lnTo>
                  <a:lnTo>
                    <a:pt x="378576" y="191549"/>
                  </a:lnTo>
                  <a:lnTo>
                    <a:pt x="382901" y="190666"/>
                  </a:lnTo>
                  <a:lnTo>
                    <a:pt x="387029" y="189101"/>
                  </a:lnTo>
                  <a:lnTo>
                    <a:pt x="390852" y="186893"/>
                  </a:lnTo>
                  <a:lnTo>
                    <a:pt x="394272" y="184101"/>
                  </a:lnTo>
                  <a:lnTo>
                    <a:pt x="397200" y="180797"/>
                  </a:lnTo>
                  <a:lnTo>
                    <a:pt x="399559" y="177065"/>
                  </a:lnTo>
                  <a:lnTo>
                    <a:pt x="401290" y="173004"/>
                  </a:lnTo>
                  <a:lnTo>
                    <a:pt x="402346" y="168718"/>
                  </a:lnTo>
                  <a:lnTo>
                    <a:pt x="402701" y="164317"/>
                  </a:lnTo>
                  <a:lnTo>
                    <a:pt x="402701" y="27432"/>
                  </a:lnTo>
                  <a:lnTo>
                    <a:pt x="402346" y="23031"/>
                  </a:lnTo>
                  <a:lnTo>
                    <a:pt x="401290" y="18745"/>
                  </a:lnTo>
                  <a:lnTo>
                    <a:pt x="399559" y="14683"/>
                  </a:lnTo>
                  <a:lnTo>
                    <a:pt x="397200" y="10952"/>
                  </a:lnTo>
                  <a:lnTo>
                    <a:pt x="394272" y="7647"/>
                  </a:lnTo>
                  <a:lnTo>
                    <a:pt x="390852" y="4855"/>
                  </a:lnTo>
                  <a:lnTo>
                    <a:pt x="387029" y="2648"/>
                  </a:lnTo>
                  <a:lnTo>
                    <a:pt x="382901" y="1083"/>
                  </a:lnTo>
                  <a:lnTo>
                    <a:pt x="378576" y="200"/>
                  </a:lnTo>
                  <a:lnTo>
                    <a:pt x="375269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5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2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5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tx66"/>
            <p:cNvSpPr/>
            <p:nvPr/>
          </p:nvSpPr>
          <p:spPr>
            <a:xfrm>
              <a:off x="3486897" y="2518280"/>
              <a:ext cx="311261" cy="1003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3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HOR</a:t>
              </a:r>
            </a:p>
          </p:txBody>
        </p:sp>
        <p:sp>
          <p:nvSpPr>
            <p:cNvPr id="67" name="pg67"/>
            <p:cNvSpPr/>
            <p:nvPr/>
          </p:nvSpPr>
          <p:spPr>
            <a:xfrm>
              <a:off x="3765858" y="2805525"/>
              <a:ext cx="356250" cy="191749"/>
            </a:xfrm>
            <a:custGeom>
              <a:avLst/>
              <a:pathLst>
                <a:path w="356250" h="191749">
                  <a:moveTo>
                    <a:pt x="27431" y="191749"/>
                  </a:moveTo>
                  <a:lnTo>
                    <a:pt x="328818" y="191749"/>
                  </a:lnTo>
                  <a:lnTo>
                    <a:pt x="327713" y="191727"/>
                  </a:lnTo>
                  <a:lnTo>
                    <a:pt x="332124" y="191549"/>
                  </a:lnTo>
                  <a:lnTo>
                    <a:pt x="336450" y="190666"/>
                  </a:lnTo>
                  <a:lnTo>
                    <a:pt x="340578" y="189101"/>
                  </a:lnTo>
                  <a:lnTo>
                    <a:pt x="344401" y="186893"/>
                  </a:lnTo>
                  <a:lnTo>
                    <a:pt x="347821" y="184101"/>
                  </a:lnTo>
                  <a:lnTo>
                    <a:pt x="350748" y="180797"/>
                  </a:lnTo>
                  <a:lnTo>
                    <a:pt x="353108" y="177065"/>
                  </a:lnTo>
                  <a:lnTo>
                    <a:pt x="354838" y="173004"/>
                  </a:lnTo>
                  <a:lnTo>
                    <a:pt x="355895" y="168718"/>
                  </a:lnTo>
                  <a:lnTo>
                    <a:pt x="356250" y="164317"/>
                  </a:lnTo>
                  <a:lnTo>
                    <a:pt x="356250" y="27431"/>
                  </a:lnTo>
                  <a:lnTo>
                    <a:pt x="355895" y="23031"/>
                  </a:lnTo>
                  <a:lnTo>
                    <a:pt x="354838" y="18745"/>
                  </a:lnTo>
                  <a:lnTo>
                    <a:pt x="353108" y="14683"/>
                  </a:lnTo>
                  <a:lnTo>
                    <a:pt x="350748" y="10952"/>
                  </a:lnTo>
                  <a:lnTo>
                    <a:pt x="347821" y="7647"/>
                  </a:lnTo>
                  <a:lnTo>
                    <a:pt x="344401" y="4855"/>
                  </a:lnTo>
                  <a:lnTo>
                    <a:pt x="340578" y="2648"/>
                  </a:lnTo>
                  <a:lnTo>
                    <a:pt x="336450" y="1083"/>
                  </a:lnTo>
                  <a:lnTo>
                    <a:pt x="332124" y="200"/>
                  </a:lnTo>
                  <a:lnTo>
                    <a:pt x="328818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6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1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6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tx68"/>
            <p:cNvSpPr/>
            <p:nvPr/>
          </p:nvSpPr>
          <p:spPr>
            <a:xfrm>
              <a:off x="3811578" y="2851245"/>
              <a:ext cx="264810" cy="1003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3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KAL</a:t>
              </a:r>
            </a:p>
          </p:txBody>
        </p:sp>
        <p:sp>
          <p:nvSpPr>
            <p:cNvPr id="69" name="pg69"/>
            <p:cNvSpPr/>
            <p:nvPr/>
          </p:nvSpPr>
          <p:spPr>
            <a:xfrm>
              <a:off x="3079840" y="3583028"/>
              <a:ext cx="387156" cy="191749"/>
            </a:xfrm>
            <a:custGeom>
              <a:avLst/>
              <a:pathLst>
                <a:path w="387156" h="191749">
                  <a:moveTo>
                    <a:pt x="27431" y="191749"/>
                  </a:moveTo>
                  <a:lnTo>
                    <a:pt x="359724" y="191749"/>
                  </a:lnTo>
                  <a:lnTo>
                    <a:pt x="358620" y="191727"/>
                  </a:lnTo>
                  <a:lnTo>
                    <a:pt x="363031" y="191549"/>
                  </a:lnTo>
                  <a:lnTo>
                    <a:pt x="367357" y="190666"/>
                  </a:lnTo>
                  <a:lnTo>
                    <a:pt x="371484" y="189101"/>
                  </a:lnTo>
                  <a:lnTo>
                    <a:pt x="375308" y="186893"/>
                  </a:lnTo>
                  <a:lnTo>
                    <a:pt x="378727" y="184101"/>
                  </a:lnTo>
                  <a:lnTo>
                    <a:pt x="381655" y="180797"/>
                  </a:lnTo>
                  <a:lnTo>
                    <a:pt x="384014" y="177065"/>
                  </a:lnTo>
                  <a:lnTo>
                    <a:pt x="385745" y="173004"/>
                  </a:lnTo>
                  <a:lnTo>
                    <a:pt x="386801" y="168718"/>
                  </a:lnTo>
                  <a:lnTo>
                    <a:pt x="387156" y="164317"/>
                  </a:lnTo>
                  <a:lnTo>
                    <a:pt x="387156" y="27432"/>
                  </a:lnTo>
                  <a:lnTo>
                    <a:pt x="386801" y="23031"/>
                  </a:lnTo>
                  <a:lnTo>
                    <a:pt x="385745" y="18745"/>
                  </a:lnTo>
                  <a:lnTo>
                    <a:pt x="384014" y="14683"/>
                  </a:lnTo>
                  <a:lnTo>
                    <a:pt x="381655" y="10952"/>
                  </a:lnTo>
                  <a:lnTo>
                    <a:pt x="378727" y="7647"/>
                  </a:lnTo>
                  <a:lnTo>
                    <a:pt x="375308" y="4855"/>
                  </a:lnTo>
                  <a:lnTo>
                    <a:pt x="371484" y="2648"/>
                  </a:lnTo>
                  <a:lnTo>
                    <a:pt x="367357" y="1083"/>
                  </a:lnTo>
                  <a:lnTo>
                    <a:pt x="363031" y="200"/>
                  </a:lnTo>
                  <a:lnTo>
                    <a:pt x="359724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6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2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6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tx70"/>
            <p:cNvSpPr/>
            <p:nvPr/>
          </p:nvSpPr>
          <p:spPr>
            <a:xfrm>
              <a:off x="3125560" y="3628748"/>
              <a:ext cx="295716" cy="1003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3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KUR</a:t>
              </a:r>
            </a:p>
          </p:txBody>
        </p:sp>
        <p:sp>
          <p:nvSpPr>
            <p:cNvPr id="71" name="pg71"/>
            <p:cNvSpPr/>
            <p:nvPr/>
          </p:nvSpPr>
          <p:spPr>
            <a:xfrm>
              <a:off x="2729782" y="1981899"/>
              <a:ext cx="343082" cy="191749"/>
            </a:xfrm>
            <a:custGeom>
              <a:avLst/>
              <a:pathLst>
                <a:path w="343082" h="191749">
                  <a:moveTo>
                    <a:pt x="27431" y="191749"/>
                  </a:moveTo>
                  <a:lnTo>
                    <a:pt x="315650" y="191749"/>
                  </a:lnTo>
                  <a:lnTo>
                    <a:pt x="314546" y="191727"/>
                  </a:lnTo>
                  <a:lnTo>
                    <a:pt x="318957" y="191549"/>
                  </a:lnTo>
                  <a:lnTo>
                    <a:pt x="323282" y="190666"/>
                  </a:lnTo>
                  <a:lnTo>
                    <a:pt x="327410" y="189101"/>
                  </a:lnTo>
                  <a:lnTo>
                    <a:pt x="331234" y="186893"/>
                  </a:lnTo>
                  <a:lnTo>
                    <a:pt x="334653" y="184101"/>
                  </a:lnTo>
                  <a:lnTo>
                    <a:pt x="337581" y="180797"/>
                  </a:lnTo>
                  <a:lnTo>
                    <a:pt x="339940" y="177065"/>
                  </a:lnTo>
                  <a:lnTo>
                    <a:pt x="341671" y="173004"/>
                  </a:lnTo>
                  <a:lnTo>
                    <a:pt x="342727" y="168718"/>
                  </a:lnTo>
                  <a:lnTo>
                    <a:pt x="343082" y="164317"/>
                  </a:lnTo>
                  <a:lnTo>
                    <a:pt x="343082" y="27432"/>
                  </a:lnTo>
                  <a:lnTo>
                    <a:pt x="342727" y="23031"/>
                  </a:lnTo>
                  <a:lnTo>
                    <a:pt x="341671" y="18745"/>
                  </a:lnTo>
                  <a:lnTo>
                    <a:pt x="339940" y="14683"/>
                  </a:lnTo>
                  <a:lnTo>
                    <a:pt x="337581" y="10952"/>
                  </a:lnTo>
                  <a:lnTo>
                    <a:pt x="334653" y="7647"/>
                  </a:lnTo>
                  <a:lnTo>
                    <a:pt x="331234" y="4855"/>
                  </a:lnTo>
                  <a:lnTo>
                    <a:pt x="327410" y="2648"/>
                  </a:lnTo>
                  <a:lnTo>
                    <a:pt x="323282" y="1083"/>
                  </a:lnTo>
                  <a:lnTo>
                    <a:pt x="318957" y="200"/>
                  </a:lnTo>
                  <a:lnTo>
                    <a:pt x="315650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6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2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6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tx72"/>
            <p:cNvSpPr/>
            <p:nvPr/>
          </p:nvSpPr>
          <p:spPr>
            <a:xfrm>
              <a:off x="2775502" y="2027619"/>
              <a:ext cx="251642" cy="1003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3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VAT</a:t>
              </a:r>
            </a:p>
          </p:txBody>
        </p:sp>
        <p:sp>
          <p:nvSpPr>
            <p:cNvPr id="73" name="pg73"/>
            <p:cNvSpPr/>
            <p:nvPr/>
          </p:nvSpPr>
          <p:spPr>
            <a:xfrm>
              <a:off x="2594327" y="2598015"/>
              <a:ext cx="317296" cy="191749"/>
            </a:xfrm>
            <a:custGeom>
              <a:avLst/>
              <a:pathLst>
                <a:path w="317296" h="191749">
                  <a:moveTo>
                    <a:pt x="27431" y="191749"/>
                  </a:moveTo>
                  <a:lnTo>
                    <a:pt x="289864" y="191749"/>
                  </a:lnTo>
                  <a:lnTo>
                    <a:pt x="288760" y="191727"/>
                  </a:lnTo>
                  <a:lnTo>
                    <a:pt x="293171" y="191549"/>
                  </a:lnTo>
                  <a:lnTo>
                    <a:pt x="297496" y="190666"/>
                  </a:lnTo>
                  <a:lnTo>
                    <a:pt x="301624" y="189101"/>
                  </a:lnTo>
                  <a:lnTo>
                    <a:pt x="305447" y="186893"/>
                  </a:lnTo>
                  <a:lnTo>
                    <a:pt x="308867" y="184101"/>
                  </a:lnTo>
                  <a:lnTo>
                    <a:pt x="311795" y="180797"/>
                  </a:lnTo>
                  <a:lnTo>
                    <a:pt x="314154" y="177065"/>
                  </a:lnTo>
                  <a:lnTo>
                    <a:pt x="315885" y="173004"/>
                  </a:lnTo>
                  <a:lnTo>
                    <a:pt x="316941" y="168718"/>
                  </a:lnTo>
                  <a:lnTo>
                    <a:pt x="317296" y="164317"/>
                  </a:lnTo>
                  <a:lnTo>
                    <a:pt x="317296" y="27432"/>
                  </a:lnTo>
                  <a:lnTo>
                    <a:pt x="316941" y="23031"/>
                  </a:lnTo>
                  <a:lnTo>
                    <a:pt x="315885" y="18745"/>
                  </a:lnTo>
                  <a:lnTo>
                    <a:pt x="314154" y="14683"/>
                  </a:lnTo>
                  <a:lnTo>
                    <a:pt x="311795" y="10952"/>
                  </a:lnTo>
                  <a:lnTo>
                    <a:pt x="308867" y="7647"/>
                  </a:lnTo>
                  <a:lnTo>
                    <a:pt x="305447" y="4855"/>
                  </a:lnTo>
                  <a:lnTo>
                    <a:pt x="301624" y="2648"/>
                  </a:lnTo>
                  <a:lnTo>
                    <a:pt x="297496" y="1083"/>
                  </a:lnTo>
                  <a:lnTo>
                    <a:pt x="293171" y="200"/>
                  </a:lnTo>
                  <a:lnTo>
                    <a:pt x="289864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5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2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5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tx74"/>
            <p:cNvSpPr/>
            <p:nvPr/>
          </p:nvSpPr>
          <p:spPr>
            <a:xfrm>
              <a:off x="2640047" y="2643735"/>
              <a:ext cx="225856" cy="1003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3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VIK</a:t>
              </a:r>
            </a:p>
          </p:txBody>
        </p:sp>
        <p:sp>
          <p:nvSpPr>
            <p:cNvPr id="75" name="rc75"/>
            <p:cNvSpPr/>
            <p:nvPr/>
          </p:nvSpPr>
          <p:spPr>
            <a:xfrm>
              <a:off x="2460358" y="1316559"/>
              <a:ext cx="2190417" cy="2853700"/>
            </a:xfrm>
            <a:prstGeom prst="rect">
              <a:avLst/>
            </a:prstGeom>
            <a:noFill/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tx76"/>
            <p:cNvSpPr/>
            <p:nvPr/>
          </p:nvSpPr>
          <p:spPr>
            <a:xfrm>
              <a:off x="2148005" y="3999855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54</a:t>
              </a:r>
            </a:p>
          </p:txBody>
        </p:sp>
        <p:sp>
          <p:nvSpPr>
            <p:cNvPr id="77" name="tx77"/>
            <p:cNvSpPr/>
            <p:nvPr/>
          </p:nvSpPr>
          <p:spPr>
            <a:xfrm>
              <a:off x="2272364" y="3981384"/>
              <a:ext cx="44714" cy="984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78" name="tx78"/>
            <p:cNvSpPr/>
            <p:nvPr/>
          </p:nvSpPr>
          <p:spPr>
            <a:xfrm>
              <a:off x="2317078" y="3999855"/>
              <a:ext cx="80650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79" name="tx79"/>
            <p:cNvSpPr/>
            <p:nvPr/>
          </p:nvSpPr>
          <p:spPr>
            <a:xfrm>
              <a:off x="2148005" y="3629244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55</a:t>
              </a:r>
            </a:p>
          </p:txBody>
        </p:sp>
        <p:sp>
          <p:nvSpPr>
            <p:cNvPr id="80" name="tx80"/>
            <p:cNvSpPr/>
            <p:nvPr/>
          </p:nvSpPr>
          <p:spPr>
            <a:xfrm>
              <a:off x="2272364" y="3610774"/>
              <a:ext cx="44714" cy="984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81" name="tx81"/>
            <p:cNvSpPr/>
            <p:nvPr/>
          </p:nvSpPr>
          <p:spPr>
            <a:xfrm>
              <a:off x="2317078" y="3629244"/>
              <a:ext cx="80650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82" name="tx82"/>
            <p:cNvSpPr/>
            <p:nvPr/>
          </p:nvSpPr>
          <p:spPr>
            <a:xfrm>
              <a:off x="2148005" y="3258817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56</a:t>
              </a:r>
            </a:p>
          </p:txBody>
        </p:sp>
        <p:sp>
          <p:nvSpPr>
            <p:cNvPr id="83" name="tx83"/>
            <p:cNvSpPr/>
            <p:nvPr/>
          </p:nvSpPr>
          <p:spPr>
            <a:xfrm>
              <a:off x="2272364" y="3240346"/>
              <a:ext cx="44714" cy="984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84" name="tx84"/>
            <p:cNvSpPr/>
            <p:nvPr/>
          </p:nvSpPr>
          <p:spPr>
            <a:xfrm>
              <a:off x="2317078" y="3258817"/>
              <a:ext cx="80650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85" name="tx85"/>
            <p:cNvSpPr/>
            <p:nvPr/>
          </p:nvSpPr>
          <p:spPr>
            <a:xfrm>
              <a:off x="2148005" y="2888024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57</a:t>
              </a:r>
            </a:p>
          </p:txBody>
        </p:sp>
        <p:sp>
          <p:nvSpPr>
            <p:cNvPr id="86" name="tx86"/>
            <p:cNvSpPr/>
            <p:nvPr/>
          </p:nvSpPr>
          <p:spPr>
            <a:xfrm>
              <a:off x="2272364" y="2869553"/>
              <a:ext cx="44714" cy="984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87" name="tx87"/>
            <p:cNvSpPr/>
            <p:nvPr/>
          </p:nvSpPr>
          <p:spPr>
            <a:xfrm>
              <a:off x="2317078" y="2888024"/>
              <a:ext cx="80650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88" name="tx88"/>
            <p:cNvSpPr/>
            <p:nvPr/>
          </p:nvSpPr>
          <p:spPr>
            <a:xfrm>
              <a:off x="2148005" y="2517596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58</a:t>
              </a:r>
            </a:p>
          </p:txBody>
        </p:sp>
        <p:sp>
          <p:nvSpPr>
            <p:cNvPr id="89" name="tx89"/>
            <p:cNvSpPr/>
            <p:nvPr/>
          </p:nvSpPr>
          <p:spPr>
            <a:xfrm>
              <a:off x="2272364" y="2499125"/>
              <a:ext cx="44714" cy="984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90" name="tx90"/>
            <p:cNvSpPr/>
            <p:nvPr/>
          </p:nvSpPr>
          <p:spPr>
            <a:xfrm>
              <a:off x="2317078" y="2517596"/>
              <a:ext cx="80650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91" name="tx91"/>
            <p:cNvSpPr/>
            <p:nvPr/>
          </p:nvSpPr>
          <p:spPr>
            <a:xfrm>
              <a:off x="2148005" y="2146986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59</a:t>
              </a:r>
            </a:p>
          </p:txBody>
        </p:sp>
        <p:sp>
          <p:nvSpPr>
            <p:cNvPr id="92" name="tx92"/>
            <p:cNvSpPr/>
            <p:nvPr/>
          </p:nvSpPr>
          <p:spPr>
            <a:xfrm>
              <a:off x="2272364" y="2128515"/>
              <a:ext cx="44714" cy="984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93" name="tx93"/>
            <p:cNvSpPr/>
            <p:nvPr/>
          </p:nvSpPr>
          <p:spPr>
            <a:xfrm>
              <a:off x="2317078" y="2146986"/>
              <a:ext cx="80650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94" name="tx94"/>
            <p:cNvSpPr/>
            <p:nvPr/>
          </p:nvSpPr>
          <p:spPr>
            <a:xfrm>
              <a:off x="2148005" y="1776375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60</a:t>
              </a:r>
            </a:p>
          </p:txBody>
        </p:sp>
        <p:sp>
          <p:nvSpPr>
            <p:cNvPr id="95" name="tx95"/>
            <p:cNvSpPr/>
            <p:nvPr/>
          </p:nvSpPr>
          <p:spPr>
            <a:xfrm>
              <a:off x="2272364" y="1757904"/>
              <a:ext cx="44714" cy="984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96" name="tx96"/>
            <p:cNvSpPr/>
            <p:nvPr/>
          </p:nvSpPr>
          <p:spPr>
            <a:xfrm>
              <a:off x="2317078" y="1776375"/>
              <a:ext cx="80650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97" name="tx97"/>
            <p:cNvSpPr/>
            <p:nvPr/>
          </p:nvSpPr>
          <p:spPr>
            <a:xfrm>
              <a:off x="2148005" y="1405765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61</a:t>
              </a:r>
            </a:p>
          </p:txBody>
        </p:sp>
        <p:sp>
          <p:nvSpPr>
            <p:cNvPr id="98" name="tx98"/>
            <p:cNvSpPr/>
            <p:nvPr/>
          </p:nvSpPr>
          <p:spPr>
            <a:xfrm>
              <a:off x="2272364" y="1387294"/>
              <a:ext cx="44714" cy="984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99" name="tx99"/>
            <p:cNvSpPr/>
            <p:nvPr/>
          </p:nvSpPr>
          <p:spPr>
            <a:xfrm>
              <a:off x="2317078" y="1405765"/>
              <a:ext cx="80650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100" name="pl100"/>
            <p:cNvSpPr/>
            <p:nvPr/>
          </p:nvSpPr>
          <p:spPr>
            <a:xfrm>
              <a:off x="2425563" y="4040546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l101"/>
            <p:cNvSpPr/>
            <p:nvPr/>
          </p:nvSpPr>
          <p:spPr>
            <a:xfrm>
              <a:off x="2425563" y="3669935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l102"/>
            <p:cNvSpPr/>
            <p:nvPr/>
          </p:nvSpPr>
          <p:spPr>
            <a:xfrm>
              <a:off x="2425563" y="3299325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l103"/>
            <p:cNvSpPr/>
            <p:nvPr/>
          </p:nvSpPr>
          <p:spPr>
            <a:xfrm>
              <a:off x="2425563" y="2928714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l104"/>
            <p:cNvSpPr/>
            <p:nvPr/>
          </p:nvSpPr>
          <p:spPr>
            <a:xfrm>
              <a:off x="2425563" y="2558104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l105"/>
            <p:cNvSpPr/>
            <p:nvPr/>
          </p:nvSpPr>
          <p:spPr>
            <a:xfrm>
              <a:off x="2425563" y="2187494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l106"/>
            <p:cNvSpPr/>
            <p:nvPr/>
          </p:nvSpPr>
          <p:spPr>
            <a:xfrm>
              <a:off x="2425563" y="1816883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l107"/>
            <p:cNvSpPr/>
            <p:nvPr/>
          </p:nvSpPr>
          <p:spPr>
            <a:xfrm>
              <a:off x="2425563" y="1446273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l108"/>
            <p:cNvSpPr/>
            <p:nvPr/>
          </p:nvSpPr>
          <p:spPr>
            <a:xfrm>
              <a:off x="2559922" y="4170259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l109"/>
            <p:cNvSpPr/>
            <p:nvPr/>
          </p:nvSpPr>
          <p:spPr>
            <a:xfrm>
              <a:off x="2958180" y="4170259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l110"/>
            <p:cNvSpPr/>
            <p:nvPr/>
          </p:nvSpPr>
          <p:spPr>
            <a:xfrm>
              <a:off x="3356438" y="4170259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l111"/>
            <p:cNvSpPr/>
            <p:nvPr/>
          </p:nvSpPr>
          <p:spPr>
            <a:xfrm>
              <a:off x="3754695" y="4170259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l112"/>
            <p:cNvSpPr/>
            <p:nvPr/>
          </p:nvSpPr>
          <p:spPr>
            <a:xfrm>
              <a:off x="4152953" y="4170259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l113"/>
            <p:cNvSpPr/>
            <p:nvPr/>
          </p:nvSpPr>
          <p:spPr>
            <a:xfrm>
              <a:off x="4551211" y="4170259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tx114"/>
            <p:cNvSpPr/>
            <p:nvPr/>
          </p:nvSpPr>
          <p:spPr>
            <a:xfrm>
              <a:off x="2438124" y="4233255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115" name="tx115"/>
            <p:cNvSpPr/>
            <p:nvPr/>
          </p:nvSpPr>
          <p:spPr>
            <a:xfrm>
              <a:off x="2562483" y="4214784"/>
              <a:ext cx="44714" cy="984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116" name="tx116"/>
            <p:cNvSpPr/>
            <p:nvPr/>
          </p:nvSpPr>
          <p:spPr>
            <a:xfrm>
              <a:off x="2607197" y="4233255"/>
              <a:ext cx="74523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E</a:t>
              </a:r>
            </a:p>
          </p:txBody>
        </p:sp>
        <p:sp>
          <p:nvSpPr>
            <p:cNvPr id="117" name="tx117"/>
            <p:cNvSpPr/>
            <p:nvPr/>
          </p:nvSpPr>
          <p:spPr>
            <a:xfrm>
              <a:off x="2836382" y="4233255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12</a:t>
              </a:r>
            </a:p>
          </p:txBody>
        </p:sp>
        <p:sp>
          <p:nvSpPr>
            <p:cNvPr id="118" name="tx118"/>
            <p:cNvSpPr/>
            <p:nvPr/>
          </p:nvSpPr>
          <p:spPr>
            <a:xfrm>
              <a:off x="2960740" y="4214784"/>
              <a:ext cx="44714" cy="984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119" name="tx119"/>
            <p:cNvSpPr/>
            <p:nvPr/>
          </p:nvSpPr>
          <p:spPr>
            <a:xfrm>
              <a:off x="3005455" y="4233255"/>
              <a:ext cx="74523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E</a:t>
              </a:r>
            </a:p>
          </p:txBody>
        </p:sp>
        <p:sp>
          <p:nvSpPr>
            <p:cNvPr id="120" name="tx120"/>
            <p:cNvSpPr/>
            <p:nvPr/>
          </p:nvSpPr>
          <p:spPr>
            <a:xfrm>
              <a:off x="3234640" y="4233255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14</a:t>
              </a:r>
            </a:p>
          </p:txBody>
        </p:sp>
        <p:sp>
          <p:nvSpPr>
            <p:cNvPr id="121" name="tx121"/>
            <p:cNvSpPr/>
            <p:nvPr/>
          </p:nvSpPr>
          <p:spPr>
            <a:xfrm>
              <a:off x="3358998" y="4214784"/>
              <a:ext cx="44714" cy="984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122" name="tx122"/>
            <p:cNvSpPr/>
            <p:nvPr/>
          </p:nvSpPr>
          <p:spPr>
            <a:xfrm>
              <a:off x="3403712" y="4233255"/>
              <a:ext cx="74523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E</a:t>
              </a:r>
            </a:p>
          </p:txBody>
        </p:sp>
        <p:sp>
          <p:nvSpPr>
            <p:cNvPr id="123" name="tx123"/>
            <p:cNvSpPr/>
            <p:nvPr/>
          </p:nvSpPr>
          <p:spPr>
            <a:xfrm>
              <a:off x="3632897" y="4233255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16</a:t>
              </a:r>
            </a:p>
          </p:txBody>
        </p:sp>
        <p:sp>
          <p:nvSpPr>
            <p:cNvPr id="124" name="tx124"/>
            <p:cNvSpPr/>
            <p:nvPr/>
          </p:nvSpPr>
          <p:spPr>
            <a:xfrm>
              <a:off x="3757256" y="4214784"/>
              <a:ext cx="44714" cy="984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125" name="tx125"/>
            <p:cNvSpPr/>
            <p:nvPr/>
          </p:nvSpPr>
          <p:spPr>
            <a:xfrm>
              <a:off x="3801970" y="4233255"/>
              <a:ext cx="74523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E</a:t>
              </a:r>
            </a:p>
          </p:txBody>
        </p:sp>
        <p:sp>
          <p:nvSpPr>
            <p:cNvPr id="126" name="tx126"/>
            <p:cNvSpPr/>
            <p:nvPr/>
          </p:nvSpPr>
          <p:spPr>
            <a:xfrm>
              <a:off x="4031155" y="4233255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18</a:t>
              </a:r>
            </a:p>
          </p:txBody>
        </p:sp>
        <p:sp>
          <p:nvSpPr>
            <p:cNvPr id="127" name="tx127"/>
            <p:cNvSpPr/>
            <p:nvPr/>
          </p:nvSpPr>
          <p:spPr>
            <a:xfrm>
              <a:off x="4155513" y="4214784"/>
              <a:ext cx="44714" cy="984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128" name="tx128"/>
            <p:cNvSpPr/>
            <p:nvPr/>
          </p:nvSpPr>
          <p:spPr>
            <a:xfrm>
              <a:off x="4200228" y="4233255"/>
              <a:ext cx="74523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E</a:t>
              </a:r>
            </a:p>
          </p:txBody>
        </p:sp>
        <p:sp>
          <p:nvSpPr>
            <p:cNvPr id="129" name="tx129"/>
            <p:cNvSpPr/>
            <p:nvPr/>
          </p:nvSpPr>
          <p:spPr>
            <a:xfrm>
              <a:off x="4429413" y="4233255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20</a:t>
              </a:r>
            </a:p>
          </p:txBody>
        </p:sp>
        <p:sp>
          <p:nvSpPr>
            <p:cNvPr id="130" name="tx130"/>
            <p:cNvSpPr/>
            <p:nvPr/>
          </p:nvSpPr>
          <p:spPr>
            <a:xfrm>
              <a:off x="4553771" y="4214784"/>
              <a:ext cx="44714" cy="984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131" name="tx131"/>
            <p:cNvSpPr/>
            <p:nvPr/>
          </p:nvSpPr>
          <p:spPr>
            <a:xfrm>
              <a:off x="4598485" y="4233255"/>
              <a:ext cx="74523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E</a:t>
              </a:r>
            </a:p>
          </p:txBody>
        </p:sp>
        <p:sp>
          <p:nvSpPr>
            <p:cNvPr id="132" name="tx132"/>
            <p:cNvSpPr/>
            <p:nvPr/>
          </p:nvSpPr>
          <p:spPr>
            <a:xfrm>
              <a:off x="3248603" y="4372931"/>
              <a:ext cx="613928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Longitude</a:t>
              </a:r>
            </a:p>
          </p:txBody>
        </p:sp>
        <p:sp>
          <p:nvSpPr>
            <p:cNvPr id="133" name="tx133"/>
            <p:cNvSpPr/>
            <p:nvPr/>
          </p:nvSpPr>
          <p:spPr>
            <a:xfrm rot="-5400000">
              <a:off x="1785078" y="2693391"/>
              <a:ext cx="497342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Latitude</a:t>
              </a:r>
            </a:p>
          </p:txBody>
        </p:sp>
        <p:sp>
          <p:nvSpPr>
            <p:cNvPr id="134" name="rc134"/>
            <p:cNvSpPr/>
            <p:nvPr/>
          </p:nvSpPr>
          <p:spPr>
            <a:xfrm>
              <a:off x="4789953" y="1950208"/>
              <a:ext cx="998714" cy="158640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5" name="tx135"/>
            <p:cNvSpPr/>
            <p:nvPr/>
          </p:nvSpPr>
          <p:spPr>
            <a:xfrm>
              <a:off x="4859542" y="2034519"/>
              <a:ext cx="543610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Relative </a:t>
              </a:r>
            </a:p>
          </p:txBody>
        </p:sp>
        <p:sp>
          <p:nvSpPr>
            <p:cNvPr id="136" name="tx136"/>
            <p:cNvSpPr/>
            <p:nvPr/>
          </p:nvSpPr>
          <p:spPr>
            <a:xfrm>
              <a:off x="4859542" y="2185395"/>
              <a:ext cx="859536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Fitness Offset</a:t>
              </a:r>
            </a:p>
          </p:txBody>
        </p:sp>
        <p:pic>
          <p:nvPicPr>
            <p:cNvPr id="137" name="pic13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859542" y="2369741"/>
              <a:ext cx="219455" cy="1097280"/>
            </a:xfrm>
            <a:prstGeom prst="rect">
              <a:avLst/>
            </a:prstGeom>
          </p:spPr>
        </p:pic>
        <p:sp>
          <p:nvSpPr>
            <p:cNvPr id="138" name="pl138"/>
            <p:cNvSpPr/>
            <p:nvPr/>
          </p:nvSpPr>
          <p:spPr>
            <a:xfrm>
              <a:off x="5035107" y="3465192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l139"/>
            <p:cNvSpPr/>
            <p:nvPr/>
          </p:nvSpPr>
          <p:spPr>
            <a:xfrm>
              <a:off x="5035107" y="3191787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l140"/>
            <p:cNvSpPr/>
            <p:nvPr/>
          </p:nvSpPr>
          <p:spPr>
            <a:xfrm>
              <a:off x="5035107" y="2918381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l141"/>
            <p:cNvSpPr/>
            <p:nvPr/>
          </p:nvSpPr>
          <p:spPr>
            <a:xfrm>
              <a:off x="5035107" y="2644976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l142"/>
            <p:cNvSpPr/>
            <p:nvPr/>
          </p:nvSpPr>
          <p:spPr>
            <a:xfrm>
              <a:off x="5035107" y="2371570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l143"/>
            <p:cNvSpPr/>
            <p:nvPr/>
          </p:nvSpPr>
          <p:spPr>
            <a:xfrm>
              <a:off x="4859542" y="3465192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l144"/>
            <p:cNvSpPr/>
            <p:nvPr/>
          </p:nvSpPr>
          <p:spPr>
            <a:xfrm>
              <a:off x="4859542" y="3191787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l145"/>
            <p:cNvSpPr/>
            <p:nvPr/>
          </p:nvSpPr>
          <p:spPr>
            <a:xfrm>
              <a:off x="4859542" y="2918381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l146"/>
            <p:cNvSpPr/>
            <p:nvPr/>
          </p:nvSpPr>
          <p:spPr>
            <a:xfrm>
              <a:off x="4859542" y="2644976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l147"/>
            <p:cNvSpPr/>
            <p:nvPr/>
          </p:nvSpPr>
          <p:spPr>
            <a:xfrm>
              <a:off x="4859542" y="2371570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tx148"/>
            <p:cNvSpPr/>
            <p:nvPr/>
          </p:nvSpPr>
          <p:spPr>
            <a:xfrm>
              <a:off x="5148587" y="3425187"/>
              <a:ext cx="254843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-1.00</a:t>
              </a:r>
            </a:p>
          </p:txBody>
        </p:sp>
        <p:sp>
          <p:nvSpPr>
            <p:cNvPr id="149" name="tx149"/>
            <p:cNvSpPr/>
            <p:nvPr/>
          </p:nvSpPr>
          <p:spPr>
            <a:xfrm>
              <a:off x="5148587" y="3151782"/>
              <a:ext cx="254843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-0.75</a:t>
              </a:r>
            </a:p>
          </p:txBody>
        </p:sp>
        <p:sp>
          <p:nvSpPr>
            <p:cNvPr id="150" name="tx150"/>
            <p:cNvSpPr/>
            <p:nvPr/>
          </p:nvSpPr>
          <p:spPr>
            <a:xfrm>
              <a:off x="5148587" y="2878376"/>
              <a:ext cx="254843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-0.50</a:t>
              </a:r>
            </a:p>
          </p:txBody>
        </p:sp>
        <p:sp>
          <p:nvSpPr>
            <p:cNvPr id="151" name="tx151"/>
            <p:cNvSpPr/>
            <p:nvPr/>
          </p:nvSpPr>
          <p:spPr>
            <a:xfrm>
              <a:off x="5148587" y="2604971"/>
              <a:ext cx="254843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-0.25</a:t>
              </a:r>
            </a:p>
          </p:txBody>
        </p:sp>
        <p:sp>
          <p:nvSpPr>
            <p:cNvPr id="152" name="tx152"/>
            <p:cNvSpPr/>
            <p:nvPr/>
          </p:nvSpPr>
          <p:spPr>
            <a:xfrm>
              <a:off x="5148587" y="2331565"/>
              <a:ext cx="217627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153" name="tx153"/>
            <p:cNvSpPr/>
            <p:nvPr/>
          </p:nvSpPr>
          <p:spPr>
            <a:xfrm>
              <a:off x="2460358" y="740027"/>
              <a:ext cx="3861694" cy="16367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8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(D) Common Future Relative Survival </a:t>
              </a:r>
            </a:p>
          </p:txBody>
        </p:sp>
        <p:sp>
          <p:nvSpPr>
            <p:cNvPr id="154" name="tx154"/>
            <p:cNvSpPr/>
            <p:nvPr/>
          </p:nvSpPr>
          <p:spPr>
            <a:xfrm>
              <a:off x="2460358" y="986915"/>
              <a:ext cx="2778404" cy="16367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8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Offset in Future Treatments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914400" y="914400"/>
            <a:ext cx="5943600" cy="3657600"/>
            <a:chOff x="914400" y="914400"/>
            <a:chExt cx="5943600" cy="3657600"/>
          </a:xfrm>
        </p:grpSpPr>
        <p:sp>
          <p:nvSpPr>
            <p:cNvPr id="3" name="rc3"/>
            <p:cNvSpPr/>
            <p:nvPr/>
          </p:nvSpPr>
          <p:spPr>
            <a:xfrm>
              <a:off x="914400" y="914400"/>
              <a:ext cx="5943600" cy="36576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1865964" y="914400"/>
              <a:ext cx="4040470" cy="36576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2412180" y="1316468"/>
              <a:ext cx="2190487" cy="2853791"/>
            </a:xfrm>
            <a:prstGeom prst="rect">
              <a:avLst/>
            </a:prstGeom>
            <a:solidFill>
              <a:srgbClr val="F0F8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2511747" y="1316468"/>
              <a:ext cx="0" cy="2853791"/>
            </a:xfrm>
            <a:custGeom>
              <a:avLst/>
              <a:pathLst>
                <a:path w="0" h="2853791">
                  <a:moveTo>
                    <a:pt x="0" y="2853791"/>
                  </a:moveTo>
                  <a:lnTo>
                    <a:pt x="0" y="2825152"/>
                  </a:lnTo>
                  <a:lnTo>
                    <a:pt x="0" y="2791459"/>
                  </a:lnTo>
                  <a:lnTo>
                    <a:pt x="0" y="2757766"/>
                  </a:lnTo>
                  <a:lnTo>
                    <a:pt x="0" y="2724073"/>
                  </a:lnTo>
                  <a:lnTo>
                    <a:pt x="0" y="2690380"/>
                  </a:lnTo>
                  <a:lnTo>
                    <a:pt x="0" y="2656688"/>
                  </a:lnTo>
                  <a:lnTo>
                    <a:pt x="0" y="2622995"/>
                  </a:lnTo>
                  <a:lnTo>
                    <a:pt x="0" y="2589302"/>
                  </a:lnTo>
                  <a:lnTo>
                    <a:pt x="0" y="2555609"/>
                  </a:lnTo>
                  <a:lnTo>
                    <a:pt x="0" y="2521916"/>
                  </a:lnTo>
                  <a:lnTo>
                    <a:pt x="0" y="2488223"/>
                  </a:lnTo>
                  <a:lnTo>
                    <a:pt x="0" y="2454530"/>
                  </a:lnTo>
                  <a:lnTo>
                    <a:pt x="0" y="2420837"/>
                  </a:lnTo>
                  <a:lnTo>
                    <a:pt x="0" y="2387144"/>
                  </a:lnTo>
                  <a:lnTo>
                    <a:pt x="0" y="2353451"/>
                  </a:lnTo>
                  <a:lnTo>
                    <a:pt x="0" y="2319758"/>
                  </a:lnTo>
                  <a:lnTo>
                    <a:pt x="0" y="2286065"/>
                  </a:lnTo>
                  <a:lnTo>
                    <a:pt x="0" y="2252372"/>
                  </a:lnTo>
                  <a:lnTo>
                    <a:pt x="0" y="2218679"/>
                  </a:lnTo>
                  <a:lnTo>
                    <a:pt x="0" y="2184986"/>
                  </a:lnTo>
                  <a:lnTo>
                    <a:pt x="0" y="2151294"/>
                  </a:lnTo>
                  <a:lnTo>
                    <a:pt x="0" y="2117601"/>
                  </a:lnTo>
                  <a:lnTo>
                    <a:pt x="0" y="2083908"/>
                  </a:lnTo>
                  <a:lnTo>
                    <a:pt x="0" y="2050215"/>
                  </a:lnTo>
                  <a:lnTo>
                    <a:pt x="0" y="2016522"/>
                  </a:lnTo>
                  <a:lnTo>
                    <a:pt x="0" y="1982829"/>
                  </a:lnTo>
                  <a:lnTo>
                    <a:pt x="0" y="1949136"/>
                  </a:lnTo>
                  <a:lnTo>
                    <a:pt x="0" y="1915443"/>
                  </a:lnTo>
                  <a:lnTo>
                    <a:pt x="0" y="1881750"/>
                  </a:lnTo>
                  <a:lnTo>
                    <a:pt x="0" y="1848057"/>
                  </a:lnTo>
                  <a:lnTo>
                    <a:pt x="0" y="1814364"/>
                  </a:lnTo>
                  <a:lnTo>
                    <a:pt x="0" y="1780671"/>
                  </a:lnTo>
                  <a:lnTo>
                    <a:pt x="0" y="1746978"/>
                  </a:lnTo>
                  <a:lnTo>
                    <a:pt x="0" y="1713285"/>
                  </a:lnTo>
                  <a:lnTo>
                    <a:pt x="0" y="1679592"/>
                  </a:lnTo>
                  <a:lnTo>
                    <a:pt x="0" y="1645899"/>
                  </a:lnTo>
                  <a:lnTo>
                    <a:pt x="0" y="1612207"/>
                  </a:lnTo>
                  <a:lnTo>
                    <a:pt x="0" y="1578514"/>
                  </a:lnTo>
                  <a:lnTo>
                    <a:pt x="0" y="1544821"/>
                  </a:lnTo>
                  <a:lnTo>
                    <a:pt x="0" y="1511128"/>
                  </a:lnTo>
                  <a:lnTo>
                    <a:pt x="0" y="1477435"/>
                  </a:lnTo>
                  <a:lnTo>
                    <a:pt x="0" y="1443742"/>
                  </a:lnTo>
                  <a:lnTo>
                    <a:pt x="0" y="1410049"/>
                  </a:lnTo>
                  <a:lnTo>
                    <a:pt x="0" y="1376356"/>
                  </a:lnTo>
                  <a:lnTo>
                    <a:pt x="0" y="1342663"/>
                  </a:lnTo>
                  <a:lnTo>
                    <a:pt x="0" y="1308970"/>
                  </a:lnTo>
                  <a:lnTo>
                    <a:pt x="0" y="1275277"/>
                  </a:lnTo>
                  <a:lnTo>
                    <a:pt x="0" y="1241584"/>
                  </a:lnTo>
                  <a:lnTo>
                    <a:pt x="0" y="1207891"/>
                  </a:lnTo>
                  <a:lnTo>
                    <a:pt x="0" y="1174198"/>
                  </a:lnTo>
                  <a:lnTo>
                    <a:pt x="0" y="1140505"/>
                  </a:lnTo>
                  <a:lnTo>
                    <a:pt x="0" y="1106812"/>
                  </a:lnTo>
                  <a:lnTo>
                    <a:pt x="0" y="1073120"/>
                  </a:lnTo>
                  <a:lnTo>
                    <a:pt x="0" y="1039427"/>
                  </a:lnTo>
                  <a:lnTo>
                    <a:pt x="0" y="1005734"/>
                  </a:lnTo>
                  <a:lnTo>
                    <a:pt x="0" y="972041"/>
                  </a:lnTo>
                  <a:lnTo>
                    <a:pt x="0" y="938348"/>
                  </a:lnTo>
                  <a:lnTo>
                    <a:pt x="0" y="904655"/>
                  </a:lnTo>
                  <a:lnTo>
                    <a:pt x="0" y="870962"/>
                  </a:lnTo>
                  <a:lnTo>
                    <a:pt x="0" y="837269"/>
                  </a:lnTo>
                  <a:lnTo>
                    <a:pt x="0" y="803576"/>
                  </a:lnTo>
                  <a:lnTo>
                    <a:pt x="0" y="769883"/>
                  </a:lnTo>
                  <a:lnTo>
                    <a:pt x="0" y="736190"/>
                  </a:lnTo>
                  <a:lnTo>
                    <a:pt x="0" y="702497"/>
                  </a:lnTo>
                  <a:lnTo>
                    <a:pt x="0" y="668804"/>
                  </a:lnTo>
                  <a:lnTo>
                    <a:pt x="0" y="635111"/>
                  </a:lnTo>
                  <a:lnTo>
                    <a:pt x="0" y="601418"/>
                  </a:lnTo>
                  <a:lnTo>
                    <a:pt x="0" y="567725"/>
                  </a:lnTo>
                  <a:lnTo>
                    <a:pt x="0" y="534033"/>
                  </a:lnTo>
                  <a:lnTo>
                    <a:pt x="0" y="500340"/>
                  </a:lnTo>
                  <a:lnTo>
                    <a:pt x="0" y="466647"/>
                  </a:lnTo>
                  <a:lnTo>
                    <a:pt x="0" y="432954"/>
                  </a:lnTo>
                  <a:lnTo>
                    <a:pt x="0" y="399261"/>
                  </a:lnTo>
                  <a:lnTo>
                    <a:pt x="0" y="365568"/>
                  </a:lnTo>
                  <a:lnTo>
                    <a:pt x="0" y="331875"/>
                  </a:lnTo>
                  <a:lnTo>
                    <a:pt x="0" y="298182"/>
                  </a:lnTo>
                  <a:lnTo>
                    <a:pt x="0" y="264489"/>
                  </a:lnTo>
                  <a:lnTo>
                    <a:pt x="0" y="230796"/>
                  </a:lnTo>
                  <a:lnTo>
                    <a:pt x="0" y="197103"/>
                  </a:lnTo>
                  <a:lnTo>
                    <a:pt x="0" y="163410"/>
                  </a:lnTo>
                  <a:lnTo>
                    <a:pt x="0" y="129717"/>
                  </a:lnTo>
                  <a:lnTo>
                    <a:pt x="0" y="96024"/>
                  </a:lnTo>
                  <a:lnTo>
                    <a:pt x="0" y="62331"/>
                  </a:lnTo>
                  <a:lnTo>
                    <a:pt x="0" y="28638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2910018" y="1316468"/>
              <a:ext cx="0" cy="2853791"/>
            </a:xfrm>
            <a:custGeom>
              <a:avLst/>
              <a:pathLst>
                <a:path w="0" h="2853791">
                  <a:moveTo>
                    <a:pt x="0" y="2853791"/>
                  </a:moveTo>
                  <a:lnTo>
                    <a:pt x="0" y="2825152"/>
                  </a:lnTo>
                  <a:lnTo>
                    <a:pt x="0" y="2791459"/>
                  </a:lnTo>
                  <a:lnTo>
                    <a:pt x="0" y="2757766"/>
                  </a:lnTo>
                  <a:lnTo>
                    <a:pt x="0" y="2724073"/>
                  </a:lnTo>
                  <a:lnTo>
                    <a:pt x="0" y="2690380"/>
                  </a:lnTo>
                  <a:lnTo>
                    <a:pt x="0" y="2656688"/>
                  </a:lnTo>
                  <a:lnTo>
                    <a:pt x="0" y="2622995"/>
                  </a:lnTo>
                  <a:lnTo>
                    <a:pt x="0" y="2589302"/>
                  </a:lnTo>
                  <a:lnTo>
                    <a:pt x="0" y="2555609"/>
                  </a:lnTo>
                  <a:lnTo>
                    <a:pt x="0" y="2521916"/>
                  </a:lnTo>
                  <a:lnTo>
                    <a:pt x="0" y="2488223"/>
                  </a:lnTo>
                  <a:lnTo>
                    <a:pt x="0" y="2454530"/>
                  </a:lnTo>
                  <a:lnTo>
                    <a:pt x="0" y="2420837"/>
                  </a:lnTo>
                  <a:lnTo>
                    <a:pt x="0" y="2387144"/>
                  </a:lnTo>
                  <a:lnTo>
                    <a:pt x="0" y="2353451"/>
                  </a:lnTo>
                  <a:lnTo>
                    <a:pt x="0" y="2319758"/>
                  </a:lnTo>
                  <a:lnTo>
                    <a:pt x="0" y="2286065"/>
                  </a:lnTo>
                  <a:lnTo>
                    <a:pt x="0" y="2252372"/>
                  </a:lnTo>
                  <a:lnTo>
                    <a:pt x="0" y="2218679"/>
                  </a:lnTo>
                  <a:lnTo>
                    <a:pt x="0" y="2184986"/>
                  </a:lnTo>
                  <a:lnTo>
                    <a:pt x="0" y="2151294"/>
                  </a:lnTo>
                  <a:lnTo>
                    <a:pt x="0" y="2117601"/>
                  </a:lnTo>
                  <a:lnTo>
                    <a:pt x="0" y="2083908"/>
                  </a:lnTo>
                  <a:lnTo>
                    <a:pt x="0" y="2050215"/>
                  </a:lnTo>
                  <a:lnTo>
                    <a:pt x="0" y="2016522"/>
                  </a:lnTo>
                  <a:lnTo>
                    <a:pt x="0" y="1982829"/>
                  </a:lnTo>
                  <a:lnTo>
                    <a:pt x="0" y="1949136"/>
                  </a:lnTo>
                  <a:lnTo>
                    <a:pt x="0" y="1915443"/>
                  </a:lnTo>
                  <a:lnTo>
                    <a:pt x="0" y="1881750"/>
                  </a:lnTo>
                  <a:lnTo>
                    <a:pt x="0" y="1848057"/>
                  </a:lnTo>
                  <a:lnTo>
                    <a:pt x="0" y="1814364"/>
                  </a:lnTo>
                  <a:lnTo>
                    <a:pt x="0" y="1780671"/>
                  </a:lnTo>
                  <a:lnTo>
                    <a:pt x="0" y="1746978"/>
                  </a:lnTo>
                  <a:lnTo>
                    <a:pt x="0" y="1713285"/>
                  </a:lnTo>
                  <a:lnTo>
                    <a:pt x="0" y="1679592"/>
                  </a:lnTo>
                  <a:lnTo>
                    <a:pt x="0" y="1645899"/>
                  </a:lnTo>
                  <a:lnTo>
                    <a:pt x="0" y="1612207"/>
                  </a:lnTo>
                  <a:lnTo>
                    <a:pt x="0" y="1578514"/>
                  </a:lnTo>
                  <a:lnTo>
                    <a:pt x="0" y="1544821"/>
                  </a:lnTo>
                  <a:lnTo>
                    <a:pt x="0" y="1511128"/>
                  </a:lnTo>
                  <a:lnTo>
                    <a:pt x="0" y="1477435"/>
                  </a:lnTo>
                  <a:lnTo>
                    <a:pt x="0" y="1443742"/>
                  </a:lnTo>
                  <a:lnTo>
                    <a:pt x="0" y="1410049"/>
                  </a:lnTo>
                  <a:lnTo>
                    <a:pt x="0" y="1376356"/>
                  </a:lnTo>
                  <a:lnTo>
                    <a:pt x="0" y="1342663"/>
                  </a:lnTo>
                  <a:lnTo>
                    <a:pt x="0" y="1308970"/>
                  </a:lnTo>
                  <a:lnTo>
                    <a:pt x="0" y="1275277"/>
                  </a:lnTo>
                  <a:lnTo>
                    <a:pt x="0" y="1241584"/>
                  </a:lnTo>
                  <a:lnTo>
                    <a:pt x="0" y="1207891"/>
                  </a:lnTo>
                  <a:lnTo>
                    <a:pt x="0" y="1174198"/>
                  </a:lnTo>
                  <a:lnTo>
                    <a:pt x="0" y="1140505"/>
                  </a:lnTo>
                  <a:lnTo>
                    <a:pt x="0" y="1106812"/>
                  </a:lnTo>
                  <a:lnTo>
                    <a:pt x="0" y="1073120"/>
                  </a:lnTo>
                  <a:lnTo>
                    <a:pt x="0" y="1039427"/>
                  </a:lnTo>
                  <a:lnTo>
                    <a:pt x="0" y="1005734"/>
                  </a:lnTo>
                  <a:lnTo>
                    <a:pt x="0" y="972041"/>
                  </a:lnTo>
                  <a:lnTo>
                    <a:pt x="0" y="938348"/>
                  </a:lnTo>
                  <a:lnTo>
                    <a:pt x="0" y="904655"/>
                  </a:lnTo>
                  <a:lnTo>
                    <a:pt x="0" y="870962"/>
                  </a:lnTo>
                  <a:lnTo>
                    <a:pt x="0" y="837269"/>
                  </a:lnTo>
                  <a:lnTo>
                    <a:pt x="0" y="803576"/>
                  </a:lnTo>
                  <a:lnTo>
                    <a:pt x="0" y="769883"/>
                  </a:lnTo>
                  <a:lnTo>
                    <a:pt x="0" y="736190"/>
                  </a:lnTo>
                  <a:lnTo>
                    <a:pt x="0" y="702497"/>
                  </a:lnTo>
                  <a:lnTo>
                    <a:pt x="0" y="668804"/>
                  </a:lnTo>
                  <a:lnTo>
                    <a:pt x="0" y="635111"/>
                  </a:lnTo>
                  <a:lnTo>
                    <a:pt x="0" y="601418"/>
                  </a:lnTo>
                  <a:lnTo>
                    <a:pt x="0" y="567725"/>
                  </a:lnTo>
                  <a:lnTo>
                    <a:pt x="0" y="534033"/>
                  </a:lnTo>
                  <a:lnTo>
                    <a:pt x="0" y="500340"/>
                  </a:lnTo>
                  <a:lnTo>
                    <a:pt x="0" y="466647"/>
                  </a:lnTo>
                  <a:lnTo>
                    <a:pt x="0" y="432954"/>
                  </a:lnTo>
                  <a:lnTo>
                    <a:pt x="0" y="399261"/>
                  </a:lnTo>
                  <a:lnTo>
                    <a:pt x="0" y="365568"/>
                  </a:lnTo>
                  <a:lnTo>
                    <a:pt x="0" y="331875"/>
                  </a:lnTo>
                  <a:lnTo>
                    <a:pt x="0" y="298182"/>
                  </a:lnTo>
                  <a:lnTo>
                    <a:pt x="0" y="264489"/>
                  </a:lnTo>
                  <a:lnTo>
                    <a:pt x="0" y="230796"/>
                  </a:lnTo>
                  <a:lnTo>
                    <a:pt x="0" y="197103"/>
                  </a:lnTo>
                  <a:lnTo>
                    <a:pt x="0" y="163410"/>
                  </a:lnTo>
                  <a:lnTo>
                    <a:pt x="0" y="129717"/>
                  </a:lnTo>
                  <a:lnTo>
                    <a:pt x="0" y="96024"/>
                  </a:lnTo>
                  <a:lnTo>
                    <a:pt x="0" y="62331"/>
                  </a:lnTo>
                  <a:lnTo>
                    <a:pt x="0" y="28638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3308288" y="1316468"/>
              <a:ext cx="0" cy="2853791"/>
            </a:xfrm>
            <a:custGeom>
              <a:avLst/>
              <a:pathLst>
                <a:path w="0" h="2853791">
                  <a:moveTo>
                    <a:pt x="0" y="2853791"/>
                  </a:moveTo>
                  <a:lnTo>
                    <a:pt x="0" y="2825152"/>
                  </a:lnTo>
                  <a:lnTo>
                    <a:pt x="0" y="2791459"/>
                  </a:lnTo>
                  <a:lnTo>
                    <a:pt x="0" y="2757766"/>
                  </a:lnTo>
                  <a:lnTo>
                    <a:pt x="0" y="2724073"/>
                  </a:lnTo>
                  <a:lnTo>
                    <a:pt x="0" y="2690380"/>
                  </a:lnTo>
                  <a:lnTo>
                    <a:pt x="0" y="2656688"/>
                  </a:lnTo>
                  <a:lnTo>
                    <a:pt x="0" y="2622995"/>
                  </a:lnTo>
                  <a:lnTo>
                    <a:pt x="0" y="2589302"/>
                  </a:lnTo>
                  <a:lnTo>
                    <a:pt x="0" y="2555609"/>
                  </a:lnTo>
                  <a:lnTo>
                    <a:pt x="0" y="2521916"/>
                  </a:lnTo>
                  <a:lnTo>
                    <a:pt x="0" y="2488223"/>
                  </a:lnTo>
                  <a:lnTo>
                    <a:pt x="0" y="2454530"/>
                  </a:lnTo>
                  <a:lnTo>
                    <a:pt x="0" y="2420837"/>
                  </a:lnTo>
                  <a:lnTo>
                    <a:pt x="0" y="2387144"/>
                  </a:lnTo>
                  <a:lnTo>
                    <a:pt x="0" y="2353451"/>
                  </a:lnTo>
                  <a:lnTo>
                    <a:pt x="0" y="2319758"/>
                  </a:lnTo>
                  <a:lnTo>
                    <a:pt x="0" y="2286065"/>
                  </a:lnTo>
                  <a:lnTo>
                    <a:pt x="0" y="2252372"/>
                  </a:lnTo>
                  <a:lnTo>
                    <a:pt x="0" y="2218679"/>
                  </a:lnTo>
                  <a:lnTo>
                    <a:pt x="0" y="2184986"/>
                  </a:lnTo>
                  <a:lnTo>
                    <a:pt x="0" y="2151294"/>
                  </a:lnTo>
                  <a:lnTo>
                    <a:pt x="0" y="2117601"/>
                  </a:lnTo>
                  <a:lnTo>
                    <a:pt x="0" y="2083908"/>
                  </a:lnTo>
                  <a:lnTo>
                    <a:pt x="0" y="2050215"/>
                  </a:lnTo>
                  <a:lnTo>
                    <a:pt x="0" y="2016522"/>
                  </a:lnTo>
                  <a:lnTo>
                    <a:pt x="0" y="1982829"/>
                  </a:lnTo>
                  <a:lnTo>
                    <a:pt x="0" y="1949136"/>
                  </a:lnTo>
                  <a:lnTo>
                    <a:pt x="0" y="1915443"/>
                  </a:lnTo>
                  <a:lnTo>
                    <a:pt x="0" y="1881750"/>
                  </a:lnTo>
                  <a:lnTo>
                    <a:pt x="0" y="1848057"/>
                  </a:lnTo>
                  <a:lnTo>
                    <a:pt x="0" y="1814364"/>
                  </a:lnTo>
                  <a:lnTo>
                    <a:pt x="0" y="1780671"/>
                  </a:lnTo>
                  <a:lnTo>
                    <a:pt x="0" y="1746978"/>
                  </a:lnTo>
                  <a:lnTo>
                    <a:pt x="0" y="1713285"/>
                  </a:lnTo>
                  <a:lnTo>
                    <a:pt x="0" y="1679592"/>
                  </a:lnTo>
                  <a:lnTo>
                    <a:pt x="0" y="1645899"/>
                  </a:lnTo>
                  <a:lnTo>
                    <a:pt x="0" y="1612207"/>
                  </a:lnTo>
                  <a:lnTo>
                    <a:pt x="0" y="1578514"/>
                  </a:lnTo>
                  <a:lnTo>
                    <a:pt x="0" y="1544821"/>
                  </a:lnTo>
                  <a:lnTo>
                    <a:pt x="0" y="1511128"/>
                  </a:lnTo>
                  <a:lnTo>
                    <a:pt x="0" y="1477435"/>
                  </a:lnTo>
                  <a:lnTo>
                    <a:pt x="0" y="1443742"/>
                  </a:lnTo>
                  <a:lnTo>
                    <a:pt x="0" y="1410049"/>
                  </a:lnTo>
                  <a:lnTo>
                    <a:pt x="0" y="1376356"/>
                  </a:lnTo>
                  <a:lnTo>
                    <a:pt x="0" y="1342663"/>
                  </a:lnTo>
                  <a:lnTo>
                    <a:pt x="0" y="1308970"/>
                  </a:lnTo>
                  <a:lnTo>
                    <a:pt x="0" y="1275277"/>
                  </a:lnTo>
                  <a:lnTo>
                    <a:pt x="0" y="1241584"/>
                  </a:lnTo>
                  <a:lnTo>
                    <a:pt x="0" y="1207891"/>
                  </a:lnTo>
                  <a:lnTo>
                    <a:pt x="0" y="1174198"/>
                  </a:lnTo>
                  <a:lnTo>
                    <a:pt x="0" y="1140505"/>
                  </a:lnTo>
                  <a:lnTo>
                    <a:pt x="0" y="1106812"/>
                  </a:lnTo>
                  <a:lnTo>
                    <a:pt x="0" y="1073120"/>
                  </a:lnTo>
                  <a:lnTo>
                    <a:pt x="0" y="1039427"/>
                  </a:lnTo>
                  <a:lnTo>
                    <a:pt x="0" y="1005734"/>
                  </a:lnTo>
                  <a:lnTo>
                    <a:pt x="0" y="972041"/>
                  </a:lnTo>
                  <a:lnTo>
                    <a:pt x="0" y="938348"/>
                  </a:lnTo>
                  <a:lnTo>
                    <a:pt x="0" y="904655"/>
                  </a:lnTo>
                  <a:lnTo>
                    <a:pt x="0" y="870962"/>
                  </a:lnTo>
                  <a:lnTo>
                    <a:pt x="0" y="837269"/>
                  </a:lnTo>
                  <a:lnTo>
                    <a:pt x="0" y="803576"/>
                  </a:lnTo>
                  <a:lnTo>
                    <a:pt x="0" y="769883"/>
                  </a:lnTo>
                  <a:lnTo>
                    <a:pt x="0" y="736190"/>
                  </a:lnTo>
                  <a:lnTo>
                    <a:pt x="0" y="702497"/>
                  </a:lnTo>
                  <a:lnTo>
                    <a:pt x="0" y="668804"/>
                  </a:lnTo>
                  <a:lnTo>
                    <a:pt x="0" y="635111"/>
                  </a:lnTo>
                  <a:lnTo>
                    <a:pt x="0" y="601418"/>
                  </a:lnTo>
                  <a:lnTo>
                    <a:pt x="0" y="567725"/>
                  </a:lnTo>
                  <a:lnTo>
                    <a:pt x="0" y="534033"/>
                  </a:lnTo>
                  <a:lnTo>
                    <a:pt x="0" y="500340"/>
                  </a:lnTo>
                  <a:lnTo>
                    <a:pt x="0" y="466647"/>
                  </a:lnTo>
                  <a:lnTo>
                    <a:pt x="0" y="432954"/>
                  </a:lnTo>
                  <a:lnTo>
                    <a:pt x="0" y="399261"/>
                  </a:lnTo>
                  <a:lnTo>
                    <a:pt x="0" y="365568"/>
                  </a:lnTo>
                  <a:lnTo>
                    <a:pt x="0" y="331875"/>
                  </a:lnTo>
                  <a:lnTo>
                    <a:pt x="0" y="298182"/>
                  </a:lnTo>
                  <a:lnTo>
                    <a:pt x="0" y="264489"/>
                  </a:lnTo>
                  <a:lnTo>
                    <a:pt x="0" y="230796"/>
                  </a:lnTo>
                  <a:lnTo>
                    <a:pt x="0" y="197103"/>
                  </a:lnTo>
                  <a:lnTo>
                    <a:pt x="0" y="163410"/>
                  </a:lnTo>
                  <a:lnTo>
                    <a:pt x="0" y="129717"/>
                  </a:lnTo>
                  <a:lnTo>
                    <a:pt x="0" y="96024"/>
                  </a:lnTo>
                  <a:lnTo>
                    <a:pt x="0" y="62331"/>
                  </a:lnTo>
                  <a:lnTo>
                    <a:pt x="0" y="28638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706559" y="1316468"/>
              <a:ext cx="0" cy="2853791"/>
            </a:xfrm>
            <a:custGeom>
              <a:avLst/>
              <a:pathLst>
                <a:path w="0" h="2853791">
                  <a:moveTo>
                    <a:pt x="0" y="2853791"/>
                  </a:moveTo>
                  <a:lnTo>
                    <a:pt x="0" y="2825152"/>
                  </a:lnTo>
                  <a:lnTo>
                    <a:pt x="0" y="2791459"/>
                  </a:lnTo>
                  <a:lnTo>
                    <a:pt x="0" y="2757766"/>
                  </a:lnTo>
                  <a:lnTo>
                    <a:pt x="0" y="2724073"/>
                  </a:lnTo>
                  <a:lnTo>
                    <a:pt x="0" y="2690380"/>
                  </a:lnTo>
                  <a:lnTo>
                    <a:pt x="0" y="2656688"/>
                  </a:lnTo>
                  <a:lnTo>
                    <a:pt x="0" y="2622995"/>
                  </a:lnTo>
                  <a:lnTo>
                    <a:pt x="0" y="2589302"/>
                  </a:lnTo>
                  <a:lnTo>
                    <a:pt x="0" y="2555609"/>
                  </a:lnTo>
                  <a:lnTo>
                    <a:pt x="0" y="2521916"/>
                  </a:lnTo>
                  <a:lnTo>
                    <a:pt x="0" y="2488223"/>
                  </a:lnTo>
                  <a:lnTo>
                    <a:pt x="0" y="2454530"/>
                  </a:lnTo>
                  <a:lnTo>
                    <a:pt x="0" y="2420837"/>
                  </a:lnTo>
                  <a:lnTo>
                    <a:pt x="0" y="2387144"/>
                  </a:lnTo>
                  <a:lnTo>
                    <a:pt x="0" y="2353451"/>
                  </a:lnTo>
                  <a:lnTo>
                    <a:pt x="0" y="2319758"/>
                  </a:lnTo>
                  <a:lnTo>
                    <a:pt x="0" y="2286065"/>
                  </a:lnTo>
                  <a:lnTo>
                    <a:pt x="0" y="2252372"/>
                  </a:lnTo>
                  <a:lnTo>
                    <a:pt x="0" y="2218679"/>
                  </a:lnTo>
                  <a:lnTo>
                    <a:pt x="0" y="2184986"/>
                  </a:lnTo>
                  <a:lnTo>
                    <a:pt x="0" y="2151294"/>
                  </a:lnTo>
                  <a:lnTo>
                    <a:pt x="0" y="2117601"/>
                  </a:lnTo>
                  <a:lnTo>
                    <a:pt x="0" y="2083908"/>
                  </a:lnTo>
                  <a:lnTo>
                    <a:pt x="0" y="2050215"/>
                  </a:lnTo>
                  <a:lnTo>
                    <a:pt x="0" y="2016522"/>
                  </a:lnTo>
                  <a:lnTo>
                    <a:pt x="0" y="1982829"/>
                  </a:lnTo>
                  <a:lnTo>
                    <a:pt x="0" y="1949136"/>
                  </a:lnTo>
                  <a:lnTo>
                    <a:pt x="0" y="1915443"/>
                  </a:lnTo>
                  <a:lnTo>
                    <a:pt x="0" y="1881750"/>
                  </a:lnTo>
                  <a:lnTo>
                    <a:pt x="0" y="1848057"/>
                  </a:lnTo>
                  <a:lnTo>
                    <a:pt x="0" y="1814364"/>
                  </a:lnTo>
                  <a:lnTo>
                    <a:pt x="0" y="1780671"/>
                  </a:lnTo>
                  <a:lnTo>
                    <a:pt x="0" y="1746978"/>
                  </a:lnTo>
                  <a:lnTo>
                    <a:pt x="0" y="1713285"/>
                  </a:lnTo>
                  <a:lnTo>
                    <a:pt x="0" y="1679592"/>
                  </a:lnTo>
                  <a:lnTo>
                    <a:pt x="0" y="1645899"/>
                  </a:lnTo>
                  <a:lnTo>
                    <a:pt x="0" y="1612207"/>
                  </a:lnTo>
                  <a:lnTo>
                    <a:pt x="0" y="1578514"/>
                  </a:lnTo>
                  <a:lnTo>
                    <a:pt x="0" y="1544821"/>
                  </a:lnTo>
                  <a:lnTo>
                    <a:pt x="0" y="1511128"/>
                  </a:lnTo>
                  <a:lnTo>
                    <a:pt x="0" y="1477435"/>
                  </a:lnTo>
                  <a:lnTo>
                    <a:pt x="0" y="1443742"/>
                  </a:lnTo>
                  <a:lnTo>
                    <a:pt x="0" y="1410049"/>
                  </a:lnTo>
                  <a:lnTo>
                    <a:pt x="0" y="1376356"/>
                  </a:lnTo>
                  <a:lnTo>
                    <a:pt x="0" y="1342663"/>
                  </a:lnTo>
                  <a:lnTo>
                    <a:pt x="0" y="1308970"/>
                  </a:lnTo>
                  <a:lnTo>
                    <a:pt x="0" y="1275277"/>
                  </a:lnTo>
                  <a:lnTo>
                    <a:pt x="0" y="1241584"/>
                  </a:lnTo>
                  <a:lnTo>
                    <a:pt x="0" y="1207891"/>
                  </a:lnTo>
                  <a:lnTo>
                    <a:pt x="0" y="1174198"/>
                  </a:lnTo>
                  <a:lnTo>
                    <a:pt x="0" y="1140505"/>
                  </a:lnTo>
                  <a:lnTo>
                    <a:pt x="0" y="1106812"/>
                  </a:lnTo>
                  <a:lnTo>
                    <a:pt x="0" y="1073120"/>
                  </a:lnTo>
                  <a:lnTo>
                    <a:pt x="0" y="1039427"/>
                  </a:lnTo>
                  <a:lnTo>
                    <a:pt x="0" y="1005734"/>
                  </a:lnTo>
                  <a:lnTo>
                    <a:pt x="0" y="972041"/>
                  </a:lnTo>
                  <a:lnTo>
                    <a:pt x="0" y="938348"/>
                  </a:lnTo>
                  <a:lnTo>
                    <a:pt x="0" y="904655"/>
                  </a:lnTo>
                  <a:lnTo>
                    <a:pt x="0" y="870962"/>
                  </a:lnTo>
                  <a:lnTo>
                    <a:pt x="0" y="837269"/>
                  </a:lnTo>
                  <a:lnTo>
                    <a:pt x="0" y="803576"/>
                  </a:lnTo>
                  <a:lnTo>
                    <a:pt x="0" y="769883"/>
                  </a:lnTo>
                  <a:lnTo>
                    <a:pt x="0" y="736190"/>
                  </a:lnTo>
                  <a:lnTo>
                    <a:pt x="0" y="702497"/>
                  </a:lnTo>
                  <a:lnTo>
                    <a:pt x="0" y="668804"/>
                  </a:lnTo>
                  <a:lnTo>
                    <a:pt x="0" y="635111"/>
                  </a:lnTo>
                  <a:lnTo>
                    <a:pt x="0" y="601418"/>
                  </a:lnTo>
                  <a:lnTo>
                    <a:pt x="0" y="567725"/>
                  </a:lnTo>
                  <a:lnTo>
                    <a:pt x="0" y="534033"/>
                  </a:lnTo>
                  <a:lnTo>
                    <a:pt x="0" y="500340"/>
                  </a:lnTo>
                  <a:lnTo>
                    <a:pt x="0" y="466647"/>
                  </a:lnTo>
                  <a:lnTo>
                    <a:pt x="0" y="432954"/>
                  </a:lnTo>
                  <a:lnTo>
                    <a:pt x="0" y="399261"/>
                  </a:lnTo>
                  <a:lnTo>
                    <a:pt x="0" y="365568"/>
                  </a:lnTo>
                  <a:lnTo>
                    <a:pt x="0" y="331875"/>
                  </a:lnTo>
                  <a:lnTo>
                    <a:pt x="0" y="298182"/>
                  </a:lnTo>
                  <a:lnTo>
                    <a:pt x="0" y="264489"/>
                  </a:lnTo>
                  <a:lnTo>
                    <a:pt x="0" y="230796"/>
                  </a:lnTo>
                  <a:lnTo>
                    <a:pt x="0" y="197103"/>
                  </a:lnTo>
                  <a:lnTo>
                    <a:pt x="0" y="163410"/>
                  </a:lnTo>
                  <a:lnTo>
                    <a:pt x="0" y="129717"/>
                  </a:lnTo>
                  <a:lnTo>
                    <a:pt x="0" y="96024"/>
                  </a:lnTo>
                  <a:lnTo>
                    <a:pt x="0" y="62331"/>
                  </a:lnTo>
                  <a:lnTo>
                    <a:pt x="0" y="28638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4104829" y="1316468"/>
              <a:ext cx="0" cy="2853791"/>
            </a:xfrm>
            <a:custGeom>
              <a:avLst/>
              <a:pathLst>
                <a:path w="0" h="2853791">
                  <a:moveTo>
                    <a:pt x="0" y="2853791"/>
                  </a:moveTo>
                  <a:lnTo>
                    <a:pt x="0" y="2825152"/>
                  </a:lnTo>
                  <a:lnTo>
                    <a:pt x="0" y="2791459"/>
                  </a:lnTo>
                  <a:lnTo>
                    <a:pt x="0" y="2757766"/>
                  </a:lnTo>
                  <a:lnTo>
                    <a:pt x="0" y="2724073"/>
                  </a:lnTo>
                  <a:lnTo>
                    <a:pt x="0" y="2690380"/>
                  </a:lnTo>
                  <a:lnTo>
                    <a:pt x="0" y="2656688"/>
                  </a:lnTo>
                  <a:lnTo>
                    <a:pt x="0" y="2622995"/>
                  </a:lnTo>
                  <a:lnTo>
                    <a:pt x="0" y="2589302"/>
                  </a:lnTo>
                  <a:lnTo>
                    <a:pt x="0" y="2555609"/>
                  </a:lnTo>
                  <a:lnTo>
                    <a:pt x="0" y="2521916"/>
                  </a:lnTo>
                  <a:lnTo>
                    <a:pt x="0" y="2488223"/>
                  </a:lnTo>
                  <a:lnTo>
                    <a:pt x="0" y="2454530"/>
                  </a:lnTo>
                  <a:lnTo>
                    <a:pt x="0" y="2420837"/>
                  </a:lnTo>
                  <a:lnTo>
                    <a:pt x="0" y="2387144"/>
                  </a:lnTo>
                  <a:lnTo>
                    <a:pt x="0" y="2353451"/>
                  </a:lnTo>
                  <a:lnTo>
                    <a:pt x="0" y="2319758"/>
                  </a:lnTo>
                  <a:lnTo>
                    <a:pt x="0" y="2286065"/>
                  </a:lnTo>
                  <a:lnTo>
                    <a:pt x="0" y="2252372"/>
                  </a:lnTo>
                  <a:lnTo>
                    <a:pt x="0" y="2218679"/>
                  </a:lnTo>
                  <a:lnTo>
                    <a:pt x="0" y="2184986"/>
                  </a:lnTo>
                  <a:lnTo>
                    <a:pt x="0" y="2151294"/>
                  </a:lnTo>
                  <a:lnTo>
                    <a:pt x="0" y="2117601"/>
                  </a:lnTo>
                  <a:lnTo>
                    <a:pt x="0" y="2083908"/>
                  </a:lnTo>
                  <a:lnTo>
                    <a:pt x="0" y="2050215"/>
                  </a:lnTo>
                  <a:lnTo>
                    <a:pt x="0" y="2016522"/>
                  </a:lnTo>
                  <a:lnTo>
                    <a:pt x="0" y="1982829"/>
                  </a:lnTo>
                  <a:lnTo>
                    <a:pt x="0" y="1949136"/>
                  </a:lnTo>
                  <a:lnTo>
                    <a:pt x="0" y="1915443"/>
                  </a:lnTo>
                  <a:lnTo>
                    <a:pt x="0" y="1881750"/>
                  </a:lnTo>
                  <a:lnTo>
                    <a:pt x="0" y="1848057"/>
                  </a:lnTo>
                  <a:lnTo>
                    <a:pt x="0" y="1814364"/>
                  </a:lnTo>
                  <a:lnTo>
                    <a:pt x="0" y="1780671"/>
                  </a:lnTo>
                  <a:lnTo>
                    <a:pt x="0" y="1746978"/>
                  </a:lnTo>
                  <a:lnTo>
                    <a:pt x="0" y="1713285"/>
                  </a:lnTo>
                  <a:lnTo>
                    <a:pt x="0" y="1679592"/>
                  </a:lnTo>
                  <a:lnTo>
                    <a:pt x="0" y="1645899"/>
                  </a:lnTo>
                  <a:lnTo>
                    <a:pt x="0" y="1612207"/>
                  </a:lnTo>
                  <a:lnTo>
                    <a:pt x="0" y="1578514"/>
                  </a:lnTo>
                  <a:lnTo>
                    <a:pt x="0" y="1544821"/>
                  </a:lnTo>
                  <a:lnTo>
                    <a:pt x="0" y="1511128"/>
                  </a:lnTo>
                  <a:lnTo>
                    <a:pt x="0" y="1477435"/>
                  </a:lnTo>
                  <a:lnTo>
                    <a:pt x="0" y="1443742"/>
                  </a:lnTo>
                  <a:lnTo>
                    <a:pt x="0" y="1410049"/>
                  </a:lnTo>
                  <a:lnTo>
                    <a:pt x="0" y="1376356"/>
                  </a:lnTo>
                  <a:lnTo>
                    <a:pt x="0" y="1342663"/>
                  </a:lnTo>
                  <a:lnTo>
                    <a:pt x="0" y="1308970"/>
                  </a:lnTo>
                  <a:lnTo>
                    <a:pt x="0" y="1275277"/>
                  </a:lnTo>
                  <a:lnTo>
                    <a:pt x="0" y="1241584"/>
                  </a:lnTo>
                  <a:lnTo>
                    <a:pt x="0" y="1207891"/>
                  </a:lnTo>
                  <a:lnTo>
                    <a:pt x="0" y="1174198"/>
                  </a:lnTo>
                  <a:lnTo>
                    <a:pt x="0" y="1140505"/>
                  </a:lnTo>
                  <a:lnTo>
                    <a:pt x="0" y="1106812"/>
                  </a:lnTo>
                  <a:lnTo>
                    <a:pt x="0" y="1073120"/>
                  </a:lnTo>
                  <a:lnTo>
                    <a:pt x="0" y="1039427"/>
                  </a:lnTo>
                  <a:lnTo>
                    <a:pt x="0" y="1005734"/>
                  </a:lnTo>
                  <a:lnTo>
                    <a:pt x="0" y="972041"/>
                  </a:lnTo>
                  <a:lnTo>
                    <a:pt x="0" y="938348"/>
                  </a:lnTo>
                  <a:lnTo>
                    <a:pt x="0" y="904655"/>
                  </a:lnTo>
                  <a:lnTo>
                    <a:pt x="0" y="870962"/>
                  </a:lnTo>
                  <a:lnTo>
                    <a:pt x="0" y="837269"/>
                  </a:lnTo>
                  <a:lnTo>
                    <a:pt x="0" y="803576"/>
                  </a:lnTo>
                  <a:lnTo>
                    <a:pt x="0" y="769883"/>
                  </a:lnTo>
                  <a:lnTo>
                    <a:pt x="0" y="736190"/>
                  </a:lnTo>
                  <a:lnTo>
                    <a:pt x="0" y="702497"/>
                  </a:lnTo>
                  <a:lnTo>
                    <a:pt x="0" y="668804"/>
                  </a:lnTo>
                  <a:lnTo>
                    <a:pt x="0" y="635111"/>
                  </a:lnTo>
                  <a:lnTo>
                    <a:pt x="0" y="601418"/>
                  </a:lnTo>
                  <a:lnTo>
                    <a:pt x="0" y="567725"/>
                  </a:lnTo>
                  <a:lnTo>
                    <a:pt x="0" y="534033"/>
                  </a:lnTo>
                  <a:lnTo>
                    <a:pt x="0" y="500340"/>
                  </a:lnTo>
                  <a:lnTo>
                    <a:pt x="0" y="466647"/>
                  </a:lnTo>
                  <a:lnTo>
                    <a:pt x="0" y="432954"/>
                  </a:lnTo>
                  <a:lnTo>
                    <a:pt x="0" y="399261"/>
                  </a:lnTo>
                  <a:lnTo>
                    <a:pt x="0" y="365568"/>
                  </a:lnTo>
                  <a:lnTo>
                    <a:pt x="0" y="331875"/>
                  </a:lnTo>
                  <a:lnTo>
                    <a:pt x="0" y="298182"/>
                  </a:lnTo>
                  <a:lnTo>
                    <a:pt x="0" y="264489"/>
                  </a:lnTo>
                  <a:lnTo>
                    <a:pt x="0" y="230796"/>
                  </a:lnTo>
                  <a:lnTo>
                    <a:pt x="0" y="197103"/>
                  </a:lnTo>
                  <a:lnTo>
                    <a:pt x="0" y="163410"/>
                  </a:lnTo>
                  <a:lnTo>
                    <a:pt x="0" y="129717"/>
                  </a:lnTo>
                  <a:lnTo>
                    <a:pt x="0" y="96024"/>
                  </a:lnTo>
                  <a:lnTo>
                    <a:pt x="0" y="62331"/>
                  </a:lnTo>
                  <a:lnTo>
                    <a:pt x="0" y="28638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4503100" y="1316468"/>
              <a:ext cx="0" cy="2853791"/>
            </a:xfrm>
            <a:custGeom>
              <a:avLst/>
              <a:pathLst>
                <a:path w="0" h="2853791">
                  <a:moveTo>
                    <a:pt x="0" y="2853791"/>
                  </a:moveTo>
                  <a:lnTo>
                    <a:pt x="0" y="2825152"/>
                  </a:lnTo>
                  <a:lnTo>
                    <a:pt x="0" y="2791459"/>
                  </a:lnTo>
                  <a:lnTo>
                    <a:pt x="0" y="2757766"/>
                  </a:lnTo>
                  <a:lnTo>
                    <a:pt x="0" y="2724073"/>
                  </a:lnTo>
                  <a:lnTo>
                    <a:pt x="0" y="2690380"/>
                  </a:lnTo>
                  <a:lnTo>
                    <a:pt x="0" y="2656688"/>
                  </a:lnTo>
                  <a:lnTo>
                    <a:pt x="0" y="2622995"/>
                  </a:lnTo>
                  <a:lnTo>
                    <a:pt x="0" y="2589302"/>
                  </a:lnTo>
                  <a:lnTo>
                    <a:pt x="0" y="2555609"/>
                  </a:lnTo>
                  <a:lnTo>
                    <a:pt x="0" y="2521916"/>
                  </a:lnTo>
                  <a:lnTo>
                    <a:pt x="0" y="2488223"/>
                  </a:lnTo>
                  <a:lnTo>
                    <a:pt x="0" y="2454530"/>
                  </a:lnTo>
                  <a:lnTo>
                    <a:pt x="0" y="2420837"/>
                  </a:lnTo>
                  <a:lnTo>
                    <a:pt x="0" y="2387144"/>
                  </a:lnTo>
                  <a:lnTo>
                    <a:pt x="0" y="2353451"/>
                  </a:lnTo>
                  <a:lnTo>
                    <a:pt x="0" y="2319758"/>
                  </a:lnTo>
                  <a:lnTo>
                    <a:pt x="0" y="2286065"/>
                  </a:lnTo>
                  <a:lnTo>
                    <a:pt x="0" y="2252372"/>
                  </a:lnTo>
                  <a:lnTo>
                    <a:pt x="0" y="2218679"/>
                  </a:lnTo>
                  <a:lnTo>
                    <a:pt x="0" y="2184986"/>
                  </a:lnTo>
                  <a:lnTo>
                    <a:pt x="0" y="2151294"/>
                  </a:lnTo>
                  <a:lnTo>
                    <a:pt x="0" y="2117601"/>
                  </a:lnTo>
                  <a:lnTo>
                    <a:pt x="0" y="2083908"/>
                  </a:lnTo>
                  <a:lnTo>
                    <a:pt x="0" y="2050215"/>
                  </a:lnTo>
                  <a:lnTo>
                    <a:pt x="0" y="2016522"/>
                  </a:lnTo>
                  <a:lnTo>
                    <a:pt x="0" y="1982829"/>
                  </a:lnTo>
                  <a:lnTo>
                    <a:pt x="0" y="1949136"/>
                  </a:lnTo>
                  <a:lnTo>
                    <a:pt x="0" y="1915443"/>
                  </a:lnTo>
                  <a:lnTo>
                    <a:pt x="0" y="1881750"/>
                  </a:lnTo>
                  <a:lnTo>
                    <a:pt x="0" y="1848057"/>
                  </a:lnTo>
                  <a:lnTo>
                    <a:pt x="0" y="1814364"/>
                  </a:lnTo>
                  <a:lnTo>
                    <a:pt x="0" y="1780671"/>
                  </a:lnTo>
                  <a:lnTo>
                    <a:pt x="0" y="1746978"/>
                  </a:lnTo>
                  <a:lnTo>
                    <a:pt x="0" y="1713285"/>
                  </a:lnTo>
                  <a:lnTo>
                    <a:pt x="0" y="1679592"/>
                  </a:lnTo>
                  <a:lnTo>
                    <a:pt x="0" y="1645899"/>
                  </a:lnTo>
                  <a:lnTo>
                    <a:pt x="0" y="1612207"/>
                  </a:lnTo>
                  <a:lnTo>
                    <a:pt x="0" y="1578514"/>
                  </a:lnTo>
                  <a:lnTo>
                    <a:pt x="0" y="1544821"/>
                  </a:lnTo>
                  <a:lnTo>
                    <a:pt x="0" y="1511128"/>
                  </a:lnTo>
                  <a:lnTo>
                    <a:pt x="0" y="1477435"/>
                  </a:lnTo>
                  <a:lnTo>
                    <a:pt x="0" y="1443742"/>
                  </a:lnTo>
                  <a:lnTo>
                    <a:pt x="0" y="1410049"/>
                  </a:lnTo>
                  <a:lnTo>
                    <a:pt x="0" y="1376356"/>
                  </a:lnTo>
                  <a:lnTo>
                    <a:pt x="0" y="1342663"/>
                  </a:lnTo>
                  <a:lnTo>
                    <a:pt x="0" y="1308970"/>
                  </a:lnTo>
                  <a:lnTo>
                    <a:pt x="0" y="1275277"/>
                  </a:lnTo>
                  <a:lnTo>
                    <a:pt x="0" y="1241584"/>
                  </a:lnTo>
                  <a:lnTo>
                    <a:pt x="0" y="1207891"/>
                  </a:lnTo>
                  <a:lnTo>
                    <a:pt x="0" y="1174198"/>
                  </a:lnTo>
                  <a:lnTo>
                    <a:pt x="0" y="1140505"/>
                  </a:lnTo>
                  <a:lnTo>
                    <a:pt x="0" y="1106812"/>
                  </a:lnTo>
                  <a:lnTo>
                    <a:pt x="0" y="1073120"/>
                  </a:lnTo>
                  <a:lnTo>
                    <a:pt x="0" y="1039427"/>
                  </a:lnTo>
                  <a:lnTo>
                    <a:pt x="0" y="1005734"/>
                  </a:lnTo>
                  <a:lnTo>
                    <a:pt x="0" y="972041"/>
                  </a:lnTo>
                  <a:lnTo>
                    <a:pt x="0" y="938348"/>
                  </a:lnTo>
                  <a:lnTo>
                    <a:pt x="0" y="904655"/>
                  </a:lnTo>
                  <a:lnTo>
                    <a:pt x="0" y="870962"/>
                  </a:lnTo>
                  <a:lnTo>
                    <a:pt x="0" y="837269"/>
                  </a:lnTo>
                  <a:lnTo>
                    <a:pt x="0" y="803576"/>
                  </a:lnTo>
                  <a:lnTo>
                    <a:pt x="0" y="769883"/>
                  </a:lnTo>
                  <a:lnTo>
                    <a:pt x="0" y="736190"/>
                  </a:lnTo>
                  <a:lnTo>
                    <a:pt x="0" y="702497"/>
                  </a:lnTo>
                  <a:lnTo>
                    <a:pt x="0" y="668804"/>
                  </a:lnTo>
                  <a:lnTo>
                    <a:pt x="0" y="635111"/>
                  </a:lnTo>
                  <a:lnTo>
                    <a:pt x="0" y="601418"/>
                  </a:lnTo>
                  <a:lnTo>
                    <a:pt x="0" y="567725"/>
                  </a:lnTo>
                  <a:lnTo>
                    <a:pt x="0" y="534033"/>
                  </a:lnTo>
                  <a:lnTo>
                    <a:pt x="0" y="500340"/>
                  </a:lnTo>
                  <a:lnTo>
                    <a:pt x="0" y="466647"/>
                  </a:lnTo>
                  <a:lnTo>
                    <a:pt x="0" y="432954"/>
                  </a:lnTo>
                  <a:lnTo>
                    <a:pt x="0" y="399261"/>
                  </a:lnTo>
                  <a:lnTo>
                    <a:pt x="0" y="365568"/>
                  </a:lnTo>
                  <a:lnTo>
                    <a:pt x="0" y="331875"/>
                  </a:lnTo>
                  <a:lnTo>
                    <a:pt x="0" y="298182"/>
                  </a:lnTo>
                  <a:lnTo>
                    <a:pt x="0" y="264489"/>
                  </a:lnTo>
                  <a:lnTo>
                    <a:pt x="0" y="230796"/>
                  </a:lnTo>
                  <a:lnTo>
                    <a:pt x="0" y="197103"/>
                  </a:lnTo>
                  <a:lnTo>
                    <a:pt x="0" y="163410"/>
                  </a:lnTo>
                  <a:lnTo>
                    <a:pt x="0" y="129717"/>
                  </a:lnTo>
                  <a:lnTo>
                    <a:pt x="0" y="96024"/>
                  </a:lnTo>
                  <a:lnTo>
                    <a:pt x="0" y="62331"/>
                  </a:lnTo>
                  <a:lnTo>
                    <a:pt x="0" y="28638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2412180" y="4040542"/>
              <a:ext cx="2190487" cy="0"/>
            </a:xfrm>
            <a:custGeom>
              <a:avLst/>
              <a:pathLst>
                <a:path w="2190487" h="0">
                  <a:moveTo>
                    <a:pt x="0" y="0"/>
                  </a:moveTo>
                  <a:lnTo>
                    <a:pt x="11063" y="0"/>
                  </a:lnTo>
                  <a:lnTo>
                    <a:pt x="39223" y="0"/>
                  </a:lnTo>
                  <a:lnTo>
                    <a:pt x="67384" y="0"/>
                  </a:lnTo>
                  <a:lnTo>
                    <a:pt x="95544" y="0"/>
                  </a:lnTo>
                  <a:lnTo>
                    <a:pt x="123705" y="0"/>
                  </a:lnTo>
                  <a:lnTo>
                    <a:pt x="151865" y="0"/>
                  </a:lnTo>
                  <a:lnTo>
                    <a:pt x="180026" y="0"/>
                  </a:lnTo>
                  <a:lnTo>
                    <a:pt x="208186" y="0"/>
                  </a:lnTo>
                  <a:lnTo>
                    <a:pt x="236347" y="0"/>
                  </a:lnTo>
                  <a:lnTo>
                    <a:pt x="264507" y="0"/>
                  </a:lnTo>
                  <a:lnTo>
                    <a:pt x="292668" y="0"/>
                  </a:lnTo>
                  <a:lnTo>
                    <a:pt x="320828" y="0"/>
                  </a:lnTo>
                  <a:lnTo>
                    <a:pt x="348989" y="0"/>
                  </a:lnTo>
                  <a:lnTo>
                    <a:pt x="377150" y="0"/>
                  </a:lnTo>
                  <a:lnTo>
                    <a:pt x="405310" y="0"/>
                  </a:lnTo>
                  <a:lnTo>
                    <a:pt x="433471" y="0"/>
                  </a:lnTo>
                  <a:lnTo>
                    <a:pt x="461631" y="0"/>
                  </a:lnTo>
                  <a:lnTo>
                    <a:pt x="489792" y="0"/>
                  </a:lnTo>
                  <a:lnTo>
                    <a:pt x="517952" y="0"/>
                  </a:lnTo>
                  <a:lnTo>
                    <a:pt x="546113" y="0"/>
                  </a:lnTo>
                  <a:lnTo>
                    <a:pt x="574273" y="0"/>
                  </a:lnTo>
                  <a:lnTo>
                    <a:pt x="602434" y="0"/>
                  </a:lnTo>
                  <a:lnTo>
                    <a:pt x="630594" y="0"/>
                  </a:lnTo>
                  <a:lnTo>
                    <a:pt x="658755" y="0"/>
                  </a:lnTo>
                  <a:lnTo>
                    <a:pt x="686915" y="0"/>
                  </a:lnTo>
                  <a:lnTo>
                    <a:pt x="715076" y="0"/>
                  </a:lnTo>
                  <a:lnTo>
                    <a:pt x="743237" y="0"/>
                  </a:lnTo>
                  <a:lnTo>
                    <a:pt x="771397" y="0"/>
                  </a:lnTo>
                  <a:lnTo>
                    <a:pt x="799558" y="0"/>
                  </a:lnTo>
                  <a:lnTo>
                    <a:pt x="827718" y="0"/>
                  </a:lnTo>
                  <a:lnTo>
                    <a:pt x="855879" y="0"/>
                  </a:lnTo>
                  <a:lnTo>
                    <a:pt x="884039" y="0"/>
                  </a:lnTo>
                  <a:lnTo>
                    <a:pt x="912200" y="0"/>
                  </a:lnTo>
                  <a:lnTo>
                    <a:pt x="940360" y="0"/>
                  </a:lnTo>
                  <a:lnTo>
                    <a:pt x="968521" y="0"/>
                  </a:lnTo>
                  <a:lnTo>
                    <a:pt x="996681" y="0"/>
                  </a:lnTo>
                  <a:lnTo>
                    <a:pt x="1024842" y="0"/>
                  </a:lnTo>
                  <a:lnTo>
                    <a:pt x="1053002" y="0"/>
                  </a:lnTo>
                  <a:lnTo>
                    <a:pt x="1081163" y="0"/>
                  </a:lnTo>
                  <a:lnTo>
                    <a:pt x="1109323" y="0"/>
                  </a:lnTo>
                  <a:lnTo>
                    <a:pt x="1137484" y="0"/>
                  </a:lnTo>
                  <a:lnTo>
                    <a:pt x="1165645" y="0"/>
                  </a:lnTo>
                  <a:lnTo>
                    <a:pt x="1193805" y="0"/>
                  </a:lnTo>
                  <a:lnTo>
                    <a:pt x="1221966" y="0"/>
                  </a:lnTo>
                  <a:lnTo>
                    <a:pt x="1250126" y="0"/>
                  </a:lnTo>
                  <a:lnTo>
                    <a:pt x="1278287" y="0"/>
                  </a:lnTo>
                  <a:lnTo>
                    <a:pt x="1306447" y="0"/>
                  </a:lnTo>
                  <a:lnTo>
                    <a:pt x="1334608" y="0"/>
                  </a:lnTo>
                  <a:lnTo>
                    <a:pt x="1362768" y="0"/>
                  </a:lnTo>
                  <a:lnTo>
                    <a:pt x="1390929" y="0"/>
                  </a:lnTo>
                  <a:lnTo>
                    <a:pt x="1419089" y="0"/>
                  </a:lnTo>
                  <a:lnTo>
                    <a:pt x="1447250" y="0"/>
                  </a:lnTo>
                  <a:lnTo>
                    <a:pt x="1475410" y="0"/>
                  </a:lnTo>
                  <a:lnTo>
                    <a:pt x="1503571" y="0"/>
                  </a:lnTo>
                  <a:lnTo>
                    <a:pt x="1531732" y="0"/>
                  </a:lnTo>
                  <a:lnTo>
                    <a:pt x="1559892" y="0"/>
                  </a:lnTo>
                  <a:lnTo>
                    <a:pt x="1588053" y="0"/>
                  </a:lnTo>
                  <a:lnTo>
                    <a:pt x="1616213" y="0"/>
                  </a:lnTo>
                  <a:lnTo>
                    <a:pt x="1644374" y="0"/>
                  </a:lnTo>
                  <a:lnTo>
                    <a:pt x="1672534" y="0"/>
                  </a:lnTo>
                  <a:lnTo>
                    <a:pt x="1700695" y="0"/>
                  </a:lnTo>
                  <a:lnTo>
                    <a:pt x="1728855" y="0"/>
                  </a:lnTo>
                  <a:lnTo>
                    <a:pt x="1757016" y="0"/>
                  </a:lnTo>
                  <a:lnTo>
                    <a:pt x="1785176" y="0"/>
                  </a:lnTo>
                  <a:lnTo>
                    <a:pt x="1813337" y="0"/>
                  </a:lnTo>
                  <a:lnTo>
                    <a:pt x="1841497" y="0"/>
                  </a:lnTo>
                  <a:lnTo>
                    <a:pt x="1869658" y="0"/>
                  </a:lnTo>
                  <a:lnTo>
                    <a:pt x="1897818" y="0"/>
                  </a:lnTo>
                  <a:lnTo>
                    <a:pt x="1925979" y="0"/>
                  </a:lnTo>
                  <a:lnTo>
                    <a:pt x="1954140" y="0"/>
                  </a:lnTo>
                  <a:lnTo>
                    <a:pt x="1982300" y="0"/>
                  </a:lnTo>
                  <a:lnTo>
                    <a:pt x="2010461" y="0"/>
                  </a:lnTo>
                  <a:lnTo>
                    <a:pt x="2038621" y="0"/>
                  </a:lnTo>
                  <a:lnTo>
                    <a:pt x="2066782" y="0"/>
                  </a:lnTo>
                  <a:lnTo>
                    <a:pt x="2094942" y="0"/>
                  </a:lnTo>
                  <a:lnTo>
                    <a:pt x="2123103" y="0"/>
                  </a:lnTo>
                  <a:lnTo>
                    <a:pt x="2151263" y="0"/>
                  </a:lnTo>
                  <a:lnTo>
                    <a:pt x="2179424" y="0"/>
                  </a:lnTo>
                  <a:lnTo>
                    <a:pt x="2190487" y="0"/>
                  </a:lnTo>
                  <a:lnTo>
                    <a:pt x="2190487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2412180" y="3669919"/>
              <a:ext cx="2190487" cy="0"/>
            </a:xfrm>
            <a:custGeom>
              <a:avLst/>
              <a:pathLst>
                <a:path w="2190487" h="0">
                  <a:moveTo>
                    <a:pt x="0" y="0"/>
                  </a:moveTo>
                  <a:lnTo>
                    <a:pt x="11063" y="0"/>
                  </a:lnTo>
                  <a:lnTo>
                    <a:pt x="39223" y="0"/>
                  </a:lnTo>
                  <a:lnTo>
                    <a:pt x="67384" y="0"/>
                  </a:lnTo>
                  <a:lnTo>
                    <a:pt x="95544" y="0"/>
                  </a:lnTo>
                  <a:lnTo>
                    <a:pt x="123705" y="0"/>
                  </a:lnTo>
                  <a:lnTo>
                    <a:pt x="151865" y="0"/>
                  </a:lnTo>
                  <a:lnTo>
                    <a:pt x="180026" y="0"/>
                  </a:lnTo>
                  <a:lnTo>
                    <a:pt x="208186" y="0"/>
                  </a:lnTo>
                  <a:lnTo>
                    <a:pt x="236347" y="0"/>
                  </a:lnTo>
                  <a:lnTo>
                    <a:pt x="264507" y="0"/>
                  </a:lnTo>
                  <a:lnTo>
                    <a:pt x="292668" y="0"/>
                  </a:lnTo>
                  <a:lnTo>
                    <a:pt x="320828" y="0"/>
                  </a:lnTo>
                  <a:lnTo>
                    <a:pt x="348989" y="0"/>
                  </a:lnTo>
                  <a:lnTo>
                    <a:pt x="377150" y="0"/>
                  </a:lnTo>
                  <a:lnTo>
                    <a:pt x="405310" y="0"/>
                  </a:lnTo>
                  <a:lnTo>
                    <a:pt x="433471" y="0"/>
                  </a:lnTo>
                  <a:lnTo>
                    <a:pt x="461631" y="0"/>
                  </a:lnTo>
                  <a:lnTo>
                    <a:pt x="489792" y="0"/>
                  </a:lnTo>
                  <a:lnTo>
                    <a:pt x="517952" y="0"/>
                  </a:lnTo>
                  <a:lnTo>
                    <a:pt x="546113" y="0"/>
                  </a:lnTo>
                  <a:lnTo>
                    <a:pt x="574273" y="0"/>
                  </a:lnTo>
                  <a:lnTo>
                    <a:pt x="602434" y="0"/>
                  </a:lnTo>
                  <a:lnTo>
                    <a:pt x="630594" y="0"/>
                  </a:lnTo>
                  <a:lnTo>
                    <a:pt x="658755" y="0"/>
                  </a:lnTo>
                  <a:lnTo>
                    <a:pt x="686915" y="0"/>
                  </a:lnTo>
                  <a:lnTo>
                    <a:pt x="715076" y="0"/>
                  </a:lnTo>
                  <a:lnTo>
                    <a:pt x="743237" y="0"/>
                  </a:lnTo>
                  <a:lnTo>
                    <a:pt x="771397" y="0"/>
                  </a:lnTo>
                  <a:lnTo>
                    <a:pt x="799558" y="0"/>
                  </a:lnTo>
                  <a:lnTo>
                    <a:pt x="827718" y="0"/>
                  </a:lnTo>
                  <a:lnTo>
                    <a:pt x="855879" y="0"/>
                  </a:lnTo>
                  <a:lnTo>
                    <a:pt x="884039" y="0"/>
                  </a:lnTo>
                  <a:lnTo>
                    <a:pt x="912200" y="0"/>
                  </a:lnTo>
                  <a:lnTo>
                    <a:pt x="940360" y="0"/>
                  </a:lnTo>
                  <a:lnTo>
                    <a:pt x="968521" y="0"/>
                  </a:lnTo>
                  <a:lnTo>
                    <a:pt x="996681" y="0"/>
                  </a:lnTo>
                  <a:lnTo>
                    <a:pt x="1024842" y="0"/>
                  </a:lnTo>
                  <a:lnTo>
                    <a:pt x="1053002" y="0"/>
                  </a:lnTo>
                  <a:lnTo>
                    <a:pt x="1081163" y="0"/>
                  </a:lnTo>
                  <a:lnTo>
                    <a:pt x="1109323" y="0"/>
                  </a:lnTo>
                  <a:lnTo>
                    <a:pt x="1137484" y="0"/>
                  </a:lnTo>
                  <a:lnTo>
                    <a:pt x="1165645" y="0"/>
                  </a:lnTo>
                  <a:lnTo>
                    <a:pt x="1193805" y="0"/>
                  </a:lnTo>
                  <a:lnTo>
                    <a:pt x="1221966" y="0"/>
                  </a:lnTo>
                  <a:lnTo>
                    <a:pt x="1250126" y="0"/>
                  </a:lnTo>
                  <a:lnTo>
                    <a:pt x="1278287" y="0"/>
                  </a:lnTo>
                  <a:lnTo>
                    <a:pt x="1306447" y="0"/>
                  </a:lnTo>
                  <a:lnTo>
                    <a:pt x="1334608" y="0"/>
                  </a:lnTo>
                  <a:lnTo>
                    <a:pt x="1362768" y="0"/>
                  </a:lnTo>
                  <a:lnTo>
                    <a:pt x="1390929" y="0"/>
                  </a:lnTo>
                  <a:lnTo>
                    <a:pt x="1419089" y="0"/>
                  </a:lnTo>
                  <a:lnTo>
                    <a:pt x="1447250" y="0"/>
                  </a:lnTo>
                  <a:lnTo>
                    <a:pt x="1475410" y="0"/>
                  </a:lnTo>
                  <a:lnTo>
                    <a:pt x="1503571" y="0"/>
                  </a:lnTo>
                  <a:lnTo>
                    <a:pt x="1531732" y="0"/>
                  </a:lnTo>
                  <a:lnTo>
                    <a:pt x="1559892" y="0"/>
                  </a:lnTo>
                  <a:lnTo>
                    <a:pt x="1588053" y="0"/>
                  </a:lnTo>
                  <a:lnTo>
                    <a:pt x="1616213" y="0"/>
                  </a:lnTo>
                  <a:lnTo>
                    <a:pt x="1644374" y="0"/>
                  </a:lnTo>
                  <a:lnTo>
                    <a:pt x="1672534" y="0"/>
                  </a:lnTo>
                  <a:lnTo>
                    <a:pt x="1700695" y="0"/>
                  </a:lnTo>
                  <a:lnTo>
                    <a:pt x="1728855" y="0"/>
                  </a:lnTo>
                  <a:lnTo>
                    <a:pt x="1757016" y="0"/>
                  </a:lnTo>
                  <a:lnTo>
                    <a:pt x="1785176" y="0"/>
                  </a:lnTo>
                  <a:lnTo>
                    <a:pt x="1813337" y="0"/>
                  </a:lnTo>
                  <a:lnTo>
                    <a:pt x="1841497" y="0"/>
                  </a:lnTo>
                  <a:lnTo>
                    <a:pt x="1869658" y="0"/>
                  </a:lnTo>
                  <a:lnTo>
                    <a:pt x="1897818" y="0"/>
                  </a:lnTo>
                  <a:lnTo>
                    <a:pt x="1925979" y="0"/>
                  </a:lnTo>
                  <a:lnTo>
                    <a:pt x="1954140" y="0"/>
                  </a:lnTo>
                  <a:lnTo>
                    <a:pt x="1982300" y="0"/>
                  </a:lnTo>
                  <a:lnTo>
                    <a:pt x="2010461" y="0"/>
                  </a:lnTo>
                  <a:lnTo>
                    <a:pt x="2038621" y="0"/>
                  </a:lnTo>
                  <a:lnTo>
                    <a:pt x="2066782" y="0"/>
                  </a:lnTo>
                  <a:lnTo>
                    <a:pt x="2094942" y="0"/>
                  </a:lnTo>
                  <a:lnTo>
                    <a:pt x="2123103" y="0"/>
                  </a:lnTo>
                  <a:lnTo>
                    <a:pt x="2151263" y="0"/>
                  </a:lnTo>
                  <a:lnTo>
                    <a:pt x="2179424" y="0"/>
                  </a:lnTo>
                  <a:lnTo>
                    <a:pt x="2190487" y="0"/>
                  </a:lnTo>
                  <a:lnTo>
                    <a:pt x="2190487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2412180" y="3299297"/>
              <a:ext cx="2190487" cy="0"/>
            </a:xfrm>
            <a:custGeom>
              <a:avLst/>
              <a:pathLst>
                <a:path w="2190487" h="0">
                  <a:moveTo>
                    <a:pt x="0" y="0"/>
                  </a:moveTo>
                  <a:lnTo>
                    <a:pt x="11063" y="0"/>
                  </a:lnTo>
                  <a:lnTo>
                    <a:pt x="39223" y="0"/>
                  </a:lnTo>
                  <a:lnTo>
                    <a:pt x="67384" y="0"/>
                  </a:lnTo>
                  <a:lnTo>
                    <a:pt x="95544" y="0"/>
                  </a:lnTo>
                  <a:lnTo>
                    <a:pt x="123705" y="0"/>
                  </a:lnTo>
                  <a:lnTo>
                    <a:pt x="151865" y="0"/>
                  </a:lnTo>
                  <a:lnTo>
                    <a:pt x="180026" y="0"/>
                  </a:lnTo>
                  <a:lnTo>
                    <a:pt x="208186" y="0"/>
                  </a:lnTo>
                  <a:lnTo>
                    <a:pt x="236347" y="0"/>
                  </a:lnTo>
                  <a:lnTo>
                    <a:pt x="264507" y="0"/>
                  </a:lnTo>
                  <a:lnTo>
                    <a:pt x="292668" y="0"/>
                  </a:lnTo>
                  <a:lnTo>
                    <a:pt x="320828" y="0"/>
                  </a:lnTo>
                  <a:lnTo>
                    <a:pt x="348989" y="0"/>
                  </a:lnTo>
                  <a:lnTo>
                    <a:pt x="377150" y="0"/>
                  </a:lnTo>
                  <a:lnTo>
                    <a:pt x="405310" y="0"/>
                  </a:lnTo>
                  <a:lnTo>
                    <a:pt x="433471" y="0"/>
                  </a:lnTo>
                  <a:lnTo>
                    <a:pt x="461631" y="0"/>
                  </a:lnTo>
                  <a:lnTo>
                    <a:pt x="489792" y="0"/>
                  </a:lnTo>
                  <a:lnTo>
                    <a:pt x="517952" y="0"/>
                  </a:lnTo>
                  <a:lnTo>
                    <a:pt x="546113" y="0"/>
                  </a:lnTo>
                  <a:lnTo>
                    <a:pt x="574273" y="0"/>
                  </a:lnTo>
                  <a:lnTo>
                    <a:pt x="602434" y="0"/>
                  </a:lnTo>
                  <a:lnTo>
                    <a:pt x="630594" y="0"/>
                  </a:lnTo>
                  <a:lnTo>
                    <a:pt x="658755" y="0"/>
                  </a:lnTo>
                  <a:lnTo>
                    <a:pt x="686915" y="0"/>
                  </a:lnTo>
                  <a:lnTo>
                    <a:pt x="715076" y="0"/>
                  </a:lnTo>
                  <a:lnTo>
                    <a:pt x="743237" y="0"/>
                  </a:lnTo>
                  <a:lnTo>
                    <a:pt x="771397" y="0"/>
                  </a:lnTo>
                  <a:lnTo>
                    <a:pt x="799558" y="0"/>
                  </a:lnTo>
                  <a:lnTo>
                    <a:pt x="827718" y="0"/>
                  </a:lnTo>
                  <a:lnTo>
                    <a:pt x="855879" y="0"/>
                  </a:lnTo>
                  <a:lnTo>
                    <a:pt x="884039" y="0"/>
                  </a:lnTo>
                  <a:lnTo>
                    <a:pt x="912200" y="0"/>
                  </a:lnTo>
                  <a:lnTo>
                    <a:pt x="940360" y="0"/>
                  </a:lnTo>
                  <a:lnTo>
                    <a:pt x="968521" y="0"/>
                  </a:lnTo>
                  <a:lnTo>
                    <a:pt x="996681" y="0"/>
                  </a:lnTo>
                  <a:lnTo>
                    <a:pt x="1024842" y="0"/>
                  </a:lnTo>
                  <a:lnTo>
                    <a:pt x="1053002" y="0"/>
                  </a:lnTo>
                  <a:lnTo>
                    <a:pt x="1081163" y="0"/>
                  </a:lnTo>
                  <a:lnTo>
                    <a:pt x="1109323" y="0"/>
                  </a:lnTo>
                  <a:lnTo>
                    <a:pt x="1137484" y="0"/>
                  </a:lnTo>
                  <a:lnTo>
                    <a:pt x="1165645" y="0"/>
                  </a:lnTo>
                  <a:lnTo>
                    <a:pt x="1193805" y="0"/>
                  </a:lnTo>
                  <a:lnTo>
                    <a:pt x="1221966" y="0"/>
                  </a:lnTo>
                  <a:lnTo>
                    <a:pt x="1250126" y="0"/>
                  </a:lnTo>
                  <a:lnTo>
                    <a:pt x="1278287" y="0"/>
                  </a:lnTo>
                  <a:lnTo>
                    <a:pt x="1306447" y="0"/>
                  </a:lnTo>
                  <a:lnTo>
                    <a:pt x="1334608" y="0"/>
                  </a:lnTo>
                  <a:lnTo>
                    <a:pt x="1362768" y="0"/>
                  </a:lnTo>
                  <a:lnTo>
                    <a:pt x="1390929" y="0"/>
                  </a:lnTo>
                  <a:lnTo>
                    <a:pt x="1419089" y="0"/>
                  </a:lnTo>
                  <a:lnTo>
                    <a:pt x="1447250" y="0"/>
                  </a:lnTo>
                  <a:lnTo>
                    <a:pt x="1475410" y="0"/>
                  </a:lnTo>
                  <a:lnTo>
                    <a:pt x="1503571" y="0"/>
                  </a:lnTo>
                  <a:lnTo>
                    <a:pt x="1531732" y="0"/>
                  </a:lnTo>
                  <a:lnTo>
                    <a:pt x="1559892" y="0"/>
                  </a:lnTo>
                  <a:lnTo>
                    <a:pt x="1588053" y="0"/>
                  </a:lnTo>
                  <a:lnTo>
                    <a:pt x="1616213" y="0"/>
                  </a:lnTo>
                  <a:lnTo>
                    <a:pt x="1644374" y="0"/>
                  </a:lnTo>
                  <a:lnTo>
                    <a:pt x="1672534" y="0"/>
                  </a:lnTo>
                  <a:lnTo>
                    <a:pt x="1700695" y="0"/>
                  </a:lnTo>
                  <a:lnTo>
                    <a:pt x="1728855" y="0"/>
                  </a:lnTo>
                  <a:lnTo>
                    <a:pt x="1757016" y="0"/>
                  </a:lnTo>
                  <a:lnTo>
                    <a:pt x="1785176" y="0"/>
                  </a:lnTo>
                  <a:lnTo>
                    <a:pt x="1813337" y="0"/>
                  </a:lnTo>
                  <a:lnTo>
                    <a:pt x="1841497" y="0"/>
                  </a:lnTo>
                  <a:lnTo>
                    <a:pt x="1869658" y="0"/>
                  </a:lnTo>
                  <a:lnTo>
                    <a:pt x="1897818" y="0"/>
                  </a:lnTo>
                  <a:lnTo>
                    <a:pt x="1925979" y="0"/>
                  </a:lnTo>
                  <a:lnTo>
                    <a:pt x="1954140" y="0"/>
                  </a:lnTo>
                  <a:lnTo>
                    <a:pt x="1982300" y="0"/>
                  </a:lnTo>
                  <a:lnTo>
                    <a:pt x="2010461" y="0"/>
                  </a:lnTo>
                  <a:lnTo>
                    <a:pt x="2038621" y="0"/>
                  </a:lnTo>
                  <a:lnTo>
                    <a:pt x="2066782" y="0"/>
                  </a:lnTo>
                  <a:lnTo>
                    <a:pt x="2094942" y="0"/>
                  </a:lnTo>
                  <a:lnTo>
                    <a:pt x="2123103" y="0"/>
                  </a:lnTo>
                  <a:lnTo>
                    <a:pt x="2151263" y="0"/>
                  </a:lnTo>
                  <a:lnTo>
                    <a:pt x="2179424" y="0"/>
                  </a:lnTo>
                  <a:lnTo>
                    <a:pt x="2190487" y="0"/>
                  </a:lnTo>
                  <a:lnTo>
                    <a:pt x="2190487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2412180" y="2928675"/>
              <a:ext cx="2190487" cy="0"/>
            </a:xfrm>
            <a:custGeom>
              <a:avLst/>
              <a:pathLst>
                <a:path w="2190487" h="0">
                  <a:moveTo>
                    <a:pt x="0" y="0"/>
                  </a:moveTo>
                  <a:lnTo>
                    <a:pt x="11063" y="0"/>
                  </a:lnTo>
                  <a:lnTo>
                    <a:pt x="39223" y="0"/>
                  </a:lnTo>
                  <a:lnTo>
                    <a:pt x="67384" y="0"/>
                  </a:lnTo>
                  <a:lnTo>
                    <a:pt x="95544" y="0"/>
                  </a:lnTo>
                  <a:lnTo>
                    <a:pt x="123705" y="0"/>
                  </a:lnTo>
                  <a:lnTo>
                    <a:pt x="151865" y="0"/>
                  </a:lnTo>
                  <a:lnTo>
                    <a:pt x="180026" y="0"/>
                  </a:lnTo>
                  <a:lnTo>
                    <a:pt x="208186" y="0"/>
                  </a:lnTo>
                  <a:lnTo>
                    <a:pt x="236347" y="0"/>
                  </a:lnTo>
                  <a:lnTo>
                    <a:pt x="264507" y="0"/>
                  </a:lnTo>
                  <a:lnTo>
                    <a:pt x="292668" y="0"/>
                  </a:lnTo>
                  <a:lnTo>
                    <a:pt x="320828" y="0"/>
                  </a:lnTo>
                  <a:lnTo>
                    <a:pt x="348989" y="0"/>
                  </a:lnTo>
                  <a:lnTo>
                    <a:pt x="377150" y="0"/>
                  </a:lnTo>
                  <a:lnTo>
                    <a:pt x="405310" y="0"/>
                  </a:lnTo>
                  <a:lnTo>
                    <a:pt x="433471" y="0"/>
                  </a:lnTo>
                  <a:lnTo>
                    <a:pt x="461631" y="0"/>
                  </a:lnTo>
                  <a:lnTo>
                    <a:pt x="489792" y="0"/>
                  </a:lnTo>
                  <a:lnTo>
                    <a:pt x="517952" y="0"/>
                  </a:lnTo>
                  <a:lnTo>
                    <a:pt x="546113" y="0"/>
                  </a:lnTo>
                  <a:lnTo>
                    <a:pt x="574273" y="0"/>
                  </a:lnTo>
                  <a:lnTo>
                    <a:pt x="602434" y="0"/>
                  </a:lnTo>
                  <a:lnTo>
                    <a:pt x="630594" y="0"/>
                  </a:lnTo>
                  <a:lnTo>
                    <a:pt x="658755" y="0"/>
                  </a:lnTo>
                  <a:lnTo>
                    <a:pt x="686915" y="0"/>
                  </a:lnTo>
                  <a:lnTo>
                    <a:pt x="715076" y="0"/>
                  </a:lnTo>
                  <a:lnTo>
                    <a:pt x="743237" y="0"/>
                  </a:lnTo>
                  <a:lnTo>
                    <a:pt x="771397" y="0"/>
                  </a:lnTo>
                  <a:lnTo>
                    <a:pt x="799558" y="0"/>
                  </a:lnTo>
                  <a:lnTo>
                    <a:pt x="827718" y="0"/>
                  </a:lnTo>
                  <a:lnTo>
                    <a:pt x="855879" y="0"/>
                  </a:lnTo>
                  <a:lnTo>
                    <a:pt x="884039" y="0"/>
                  </a:lnTo>
                  <a:lnTo>
                    <a:pt x="912200" y="0"/>
                  </a:lnTo>
                  <a:lnTo>
                    <a:pt x="940360" y="0"/>
                  </a:lnTo>
                  <a:lnTo>
                    <a:pt x="968521" y="0"/>
                  </a:lnTo>
                  <a:lnTo>
                    <a:pt x="996681" y="0"/>
                  </a:lnTo>
                  <a:lnTo>
                    <a:pt x="1024842" y="0"/>
                  </a:lnTo>
                  <a:lnTo>
                    <a:pt x="1053002" y="0"/>
                  </a:lnTo>
                  <a:lnTo>
                    <a:pt x="1081163" y="0"/>
                  </a:lnTo>
                  <a:lnTo>
                    <a:pt x="1109323" y="0"/>
                  </a:lnTo>
                  <a:lnTo>
                    <a:pt x="1137484" y="0"/>
                  </a:lnTo>
                  <a:lnTo>
                    <a:pt x="1165645" y="0"/>
                  </a:lnTo>
                  <a:lnTo>
                    <a:pt x="1193805" y="0"/>
                  </a:lnTo>
                  <a:lnTo>
                    <a:pt x="1221966" y="0"/>
                  </a:lnTo>
                  <a:lnTo>
                    <a:pt x="1250126" y="0"/>
                  </a:lnTo>
                  <a:lnTo>
                    <a:pt x="1278287" y="0"/>
                  </a:lnTo>
                  <a:lnTo>
                    <a:pt x="1306447" y="0"/>
                  </a:lnTo>
                  <a:lnTo>
                    <a:pt x="1334608" y="0"/>
                  </a:lnTo>
                  <a:lnTo>
                    <a:pt x="1362768" y="0"/>
                  </a:lnTo>
                  <a:lnTo>
                    <a:pt x="1390929" y="0"/>
                  </a:lnTo>
                  <a:lnTo>
                    <a:pt x="1419089" y="0"/>
                  </a:lnTo>
                  <a:lnTo>
                    <a:pt x="1447250" y="0"/>
                  </a:lnTo>
                  <a:lnTo>
                    <a:pt x="1475410" y="0"/>
                  </a:lnTo>
                  <a:lnTo>
                    <a:pt x="1503571" y="0"/>
                  </a:lnTo>
                  <a:lnTo>
                    <a:pt x="1531732" y="0"/>
                  </a:lnTo>
                  <a:lnTo>
                    <a:pt x="1559892" y="0"/>
                  </a:lnTo>
                  <a:lnTo>
                    <a:pt x="1588053" y="0"/>
                  </a:lnTo>
                  <a:lnTo>
                    <a:pt x="1616213" y="0"/>
                  </a:lnTo>
                  <a:lnTo>
                    <a:pt x="1644374" y="0"/>
                  </a:lnTo>
                  <a:lnTo>
                    <a:pt x="1672534" y="0"/>
                  </a:lnTo>
                  <a:lnTo>
                    <a:pt x="1700695" y="0"/>
                  </a:lnTo>
                  <a:lnTo>
                    <a:pt x="1728855" y="0"/>
                  </a:lnTo>
                  <a:lnTo>
                    <a:pt x="1757016" y="0"/>
                  </a:lnTo>
                  <a:lnTo>
                    <a:pt x="1785176" y="0"/>
                  </a:lnTo>
                  <a:lnTo>
                    <a:pt x="1813337" y="0"/>
                  </a:lnTo>
                  <a:lnTo>
                    <a:pt x="1841497" y="0"/>
                  </a:lnTo>
                  <a:lnTo>
                    <a:pt x="1869658" y="0"/>
                  </a:lnTo>
                  <a:lnTo>
                    <a:pt x="1897818" y="0"/>
                  </a:lnTo>
                  <a:lnTo>
                    <a:pt x="1925979" y="0"/>
                  </a:lnTo>
                  <a:lnTo>
                    <a:pt x="1954140" y="0"/>
                  </a:lnTo>
                  <a:lnTo>
                    <a:pt x="1982300" y="0"/>
                  </a:lnTo>
                  <a:lnTo>
                    <a:pt x="2010461" y="0"/>
                  </a:lnTo>
                  <a:lnTo>
                    <a:pt x="2038621" y="0"/>
                  </a:lnTo>
                  <a:lnTo>
                    <a:pt x="2066782" y="0"/>
                  </a:lnTo>
                  <a:lnTo>
                    <a:pt x="2094942" y="0"/>
                  </a:lnTo>
                  <a:lnTo>
                    <a:pt x="2123103" y="0"/>
                  </a:lnTo>
                  <a:lnTo>
                    <a:pt x="2151263" y="0"/>
                  </a:lnTo>
                  <a:lnTo>
                    <a:pt x="2179424" y="0"/>
                  </a:lnTo>
                  <a:lnTo>
                    <a:pt x="2190487" y="0"/>
                  </a:lnTo>
                  <a:lnTo>
                    <a:pt x="2190487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2412180" y="2558052"/>
              <a:ext cx="2190487" cy="0"/>
            </a:xfrm>
            <a:custGeom>
              <a:avLst/>
              <a:pathLst>
                <a:path w="2190487" h="0">
                  <a:moveTo>
                    <a:pt x="0" y="0"/>
                  </a:moveTo>
                  <a:lnTo>
                    <a:pt x="11063" y="0"/>
                  </a:lnTo>
                  <a:lnTo>
                    <a:pt x="39223" y="0"/>
                  </a:lnTo>
                  <a:lnTo>
                    <a:pt x="67384" y="0"/>
                  </a:lnTo>
                  <a:lnTo>
                    <a:pt x="95544" y="0"/>
                  </a:lnTo>
                  <a:lnTo>
                    <a:pt x="123705" y="0"/>
                  </a:lnTo>
                  <a:lnTo>
                    <a:pt x="151865" y="0"/>
                  </a:lnTo>
                  <a:lnTo>
                    <a:pt x="180026" y="0"/>
                  </a:lnTo>
                  <a:lnTo>
                    <a:pt x="208186" y="0"/>
                  </a:lnTo>
                  <a:lnTo>
                    <a:pt x="236347" y="0"/>
                  </a:lnTo>
                  <a:lnTo>
                    <a:pt x="264507" y="0"/>
                  </a:lnTo>
                  <a:lnTo>
                    <a:pt x="292668" y="0"/>
                  </a:lnTo>
                  <a:lnTo>
                    <a:pt x="320828" y="0"/>
                  </a:lnTo>
                  <a:lnTo>
                    <a:pt x="348989" y="0"/>
                  </a:lnTo>
                  <a:lnTo>
                    <a:pt x="377150" y="0"/>
                  </a:lnTo>
                  <a:lnTo>
                    <a:pt x="405310" y="0"/>
                  </a:lnTo>
                  <a:lnTo>
                    <a:pt x="433471" y="0"/>
                  </a:lnTo>
                  <a:lnTo>
                    <a:pt x="461631" y="0"/>
                  </a:lnTo>
                  <a:lnTo>
                    <a:pt x="489792" y="0"/>
                  </a:lnTo>
                  <a:lnTo>
                    <a:pt x="517952" y="0"/>
                  </a:lnTo>
                  <a:lnTo>
                    <a:pt x="546113" y="0"/>
                  </a:lnTo>
                  <a:lnTo>
                    <a:pt x="574273" y="0"/>
                  </a:lnTo>
                  <a:lnTo>
                    <a:pt x="602434" y="0"/>
                  </a:lnTo>
                  <a:lnTo>
                    <a:pt x="630594" y="0"/>
                  </a:lnTo>
                  <a:lnTo>
                    <a:pt x="658755" y="0"/>
                  </a:lnTo>
                  <a:lnTo>
                    <a:pt x="686915" y="0"/>
                  </a:lnTo>
                  <a:lnTo>
                    <a:pt x="715076" y="0"/>
                  </a:lnTo>
                  <a:lnTo>
                    <a:pt x="743237" y="0"/>
                  </a:lnTo>
                  <a:lnTo>
                    <a:pt x="771397" y="0"/>
                  </a:lnTo>
                  <a:lnTo>
                    <a:pt x="799558" y="0"/>
                  </a:lnTo>
                  <a:lnTo>
                    <a:pt x="827718" y="0"/>
                  </a:lnTo>
                  <a:lnTo>
                    <a:pt x="855879" y="0"/>
                  </a:lnTo>
                  <a:lnTo>
                    <a:pt x="884039" y="0"/>
                  </a:lnTo>
                  <a:lnTo>
                    <a:pt x="912200" y="0"/>
                  </a:lnTo>
                  <a:lnTo>
                    <a:pt x="940360" y="0"/>
                  </a:lnTo>
                  <a:lnTo>
                    <a:pt x="968521" y="0"/>
                  </a:lnTo>
                  <a:lnTo>
                    <a:pt x="996681" y="0"/>
                  </a:lnTo>
                  <a:lnTo>
                    <a:pt x="1024842" y="0"/>
                  </a:lnTo>
                  <a:lnTo>
                    <a:pt x="1053002" y="0"/>
                  </a:lnTo>
                  <a:lnTo>
                    <a:pt x="1081163" y="0"/>
                  </a:lnTo>
                  <a:lnTo>
                    <a:pt x="1109323" y="0"/>
                  </a:lnTo>
                  <a:lnTo>
                    <a:pt x="1137484" y="0"/>
                  </a:lnTo>
                  <a:lnTo>
                    <a:pt x="1165645" y="0"/>
                  </a:lnTo>
                  <a:lnTo>
                    <a:pt x="1193805" y="0"/>
                  </a:lnTo>
                  <a:lnTo>
                    <a:pt x="1221966" y="0"/>
                  </a:lnTo>
                  <a:lnTo>
                    <a:pt x="1250126" y="0"/>
                  </a:lnTo>
                  <a:lnTo>
                    <a:pt x="1278287" y="0"/>
                  </a:lnTo>
                  <a:lnTo>
                    <a:pt x="1306447" y="0"/>
                  </a:lnTo>
                  <a:lnTo>
                    <a:pt x="1334608" y="0"/>
                  </a:lnTo>
                  <a:lnTo>
                    <a:pt x="1362768" y="0"/>
                  </a:lnTo>
                  <a:lnTo>
                    <a:pt x="1390929" y="0"/>
                  </a:lnTo>
                  <a:lnTo>
                    <a:pt x="1419089" y="0"/>
                  </a:lnTo>
                  <a:lnTo>
                    <a:pt x="1447250" y="0"/>
                  </a:lnTo>
                  <a:lnTo>
                    <a:pt x="1475410" y="0"/>
                  </a:lnTo>
                  <a:lnTo>
                    <a:pt x="1503571" y="0"/>
                  </a:lnTo>
                  <a:lnTo>
                    <a:pt x="1531732" y="0"/>
                  </a:lnTo>
                  <a:lnTo>
                    <a:pt x="1559892" y="0"/>
                  </a:lnTo>
                  <a:lnTo>
                    <a:pt x="1588053" y="0"/>
                  </a:lnTo>
                  <a:lnTo>
                    <a:pt x="1616213" y="0"/>
                  </a:lnTo>
                  <a:lnTo>
                    <a:pt x="1644374" y="0"/>
                  </a:lnTo>
                  <a:lnTo>
                    <a:pt x="1672534" y="0"/>
                  </a:lnTo>
                  <a:lnTo>
                    <a:pt x="1700695" y="0"/>
                  </a:lnTo>
                  <a:lnTo>
                    <a:pt x="1728855" y="0"/>
                  </a:lnTo>
                  <a:lnTo>
                    <a:pt x="1757016" y="0"/>
                  </a:lnTo>
                  <a:lnTo>
                    <a:pt x="1785176" y="0"/>
                  </a:lnTo>
                  <a:lnTo>
                    <a:pt x="1813337" y="0"/>
                  </a:lnTo>
                  <a:lnTo>
                    <a:pt x="1841497" y="0"/>
                  </a:lnTo>
                  <a:lnTo>
                    <a:pt x="1869658" y="0"/>
                  </a:lnTo>
                  <a:lnTo>
                    <a:pt x="1897818" y="0"/>
                  </a:lnTo>
                  <a:lnTo>
                    <a:pt x="1925979" y="0"/>
                  </a:lnTo>
                  <a:lnTo>
                    <a:pt x="1954140" y="0"/>
                  </a:lnTo>
                  <a:lnTo>
                    <a:pt x="1982300" y="0"/>
                  </a:lnTo>
                  <a:lnTo>
                    <a:pt x="2010461" y="0"/>
                  </a:lnTo>
                  <a:lnTo>
                    <a:pt x="2038621" y="0"/>
                  </a:lnTo>
                  <a:lnTo>
                    <a:pt x="2066782" y="0"/>
                  </a:lnTo>
                  <a:lnTo>
                    <a:pt x="2094942" y="0"/>
                  </a:lnTo>
                  <a:lnTo>
                    <a:pt x="2123103" y="0"/>
                  </a:lnTo>
                  <a:lnTo>
                    <a:pt x="2151263" y="0"/>
                  </a:lnTo>
                  <a:lnTo>
                    <a:pt x="2179424" y="0"/>
                  </a:lnTo>
                  <a:lnTo>
                    <a:pt x="2190487" y="0"/>
                  </a:lnTo>
                  <a:lnTo>
                    <a:pt x="2190487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412180" y="2187430"/>
              <a:ext cx="2190487" cy="0"/>
            </a:xfrm>
            <a:custGeom>
              <a:avLst/>
              <a:pathLst>
                <a:path w="2190487" h="0">
                  <a:moveTo>
                    <a:pt x="0" y="0"/>
                  </a:moveTo>
                  <a:lnTo>
                    <a:pt x="11063" y="0"/>
                  </a:lnTo>
                  <a:lnTo>
                    <a:pt x="39223" y="0"/>
                  </a:lnTo>
                  <a:lnTo>
                    <a:pt x="67384" y="0"/>
                  </a:lnTo>
                  <a:lnTo>
                    <a:pt x="95544" y="0"/>
                  </a:lnTo>
                  <a:lnTo>
                    <a:pt x="123705" y="0"/>
                  </a:lnTo>
                  <a:lnTo>
                    <a:pt x="151865" y="0"/>
                  </a:lnTo>
                  <a:lnTo>
                    <a:pt x="180026" y="0"/>
                  </a:lnTo>
                  <a:lnTo>
                    <a:pt x="208186" y="0"/>
                  </a:lnTo>
                  <a:lnTo>
                    <a:pt x="236347" y="0"/>
                  </a:lnTo>
                  <a:lnTo>
                    <a:pt x="264507" y="0"/>
                  </a:lnTo>
                  <a:lnTo>
                    <a:pt x="292668" y="0"/>
                  </a:lnTo>
                  <a:lnTo>
                    <a:pt x="320828" y="0"/>
                  </a:lnTo>
                  <a:lnTo>
                    <a:pt x="348989" y="0"/>
                  </a:lnTo>
                  <a:lnTo>
                    <a:pt x="377150" y="0"/>
                  </a:lnTo>
                  <a:lnTo>
                    <a:pt x="405310" y="0"/>
                  </a:lnTo>
                  <a:lnTo>
                    <a:pt x="433471" y="0"/>
                  </a:lnTo>
                  <a:lnTo>
                    <a:pt x="461631" y="0"/>
                  </a:lnTo>
                  <a:lnTo>
                    <a:pt x="489792" y="0"/>
                  </a:lnTo>
                  <a:lnTo>
                    <a:pt x="517952" y="0"/>
                  </a:lnTo>
                  <a:lnTo>
                    <a:pt x="546113" y="0"/>
                  </a:lnTo>
                  <a:lnTo>
                    <a:pt x="574273" y="0"/>
                  </a:lnTo>
                  <a:lnTo>
                    <a:pt x="602434" y="0"/>
                  </a:lnTo>
                  <a:lnTo>
                    <a:pt x="630594" y="0"/>
                  </a:lnTo>
                  <a:lnTo>
                    <a:pt x="658755" y="0"/>
                  </a:lnTo>
                  <a:lnTo>
                    <a:pt x="686915" y="0"/>
                  </a:lnTo>
                  <a:lnTo>
                    <a:pt x="715076" y="0"/>
                  </a:lnTo>
                  <a:lnTo>
                    <a:pt x="743237" y="0"/>
                  </a:lnTo>
                  <a:lnTo>
                    <a:pt x="771397" y="0"/>
                  </a:lnTo>
                  <a:lnTo>
                    <a:pt x="799558" y="0"/>
                  </a:lnTo>
                  <a:lnTo>
                    <a:pt x="827718" y="0"/>
                  </a:lnTo>
                  <a:lnTo>
                    <a:pt x="855879" y="0"/>
                  </a:lnTo>
                  <a:lnTo>
                    <a:pt x="884039" y="0"/>
                  </a:lnTo>
                  <a:lnTo>
                    <a:pt x="912200" y="0"/>
                  </a:lnTo>
                  <a:lnTo>
                    <a:pt x="940360" y="0"/>
                  </a:lnTo>
                  <a:lnTo>
                    <a:pt x="968521" y="0"/>
                  </a:lnTo>
                  <a:lnTo>
                    <a:pt x="996681" y="0"/>
                  </a:lnTo>
                  <a:lnTo>
                    <a:pt x="1024842" y="0"/>
                  </a:lnTo>
                  <a:lnTo>
                    <a:pt x="1053002" y="0"/>
                  </a:lnTo>
                  <a:lnTo>
                    <a:pt x="1081163" y="0"/>
                  </a:lnTo>
                  <a:lnTo>
                    <a:pt x="1109323" y="0"/>
                  </a:lnTo>
                  <a:lnTo>
                    <a:pt x="1137484" y="0"/>
                  </a:lnTo>
                  <a:lnTo>
                    <a:pt x="1165645" y="0"/>
                  </a:lnTo>
                  <a:lnTo>
                    <a:pt x="1193805" y="0"/>
                  </a:lnTo>
                  <a:lnTo>
                    <a:pt x="1221966" y="0"/>
                  </a:lnTo>
                  <a:lnTo>
                    <a:pt x="1250126" y="0"/>
                  </a:lnTo>
                  <a:lnTo>
                    <a:pt x="1278287" y="0"/>
                  </a:lnTo>
                  <a:lnTo>
                    <a:pt x="1306447" y="0"/>
                  </a:lnTo>
                  <a:lnTo>
                    <a:pt x="1334608" y="0"/>
                  </a:lnTo>
                  <a:lnTo>
                    <a:pt x="1362768" y="0"/>
                  </a:lnTo>
                  <a:lnTo>
                    <a:pt x="1390929" y="0"/>
                  </a:lnTo>
                  <a:lnTo>
                    <a:pt x="1419089" y="0"/>
                  </a:lnTo>
                  <a:lnTo>
                    <a:pt x="1447250" y="0"/>
                  </a:lnTo>
                  <a:lnTo>
                    <a:pt x="1475410" y="0"/>
                  </a:lnTo>
                  <a:lnTo>
                    <a:pt x="1503571" y="0"/>
                  </a:lnTo>
                  <a:lnTo>
                    <a:pt x="1531732" y="0"/>
                  </a:lnTo>
                  <a:lnTo>
                    <a:pt x="1559892" y="0"/>
                  </a:lnTo>
                  <a:lnTo>
                    <a:pt x="1588053" y="0"/>
                  </a:lnTo>
                  <a:lnTo>
                    <a:pt x="1616213" y="0"/>
                  </a:lnTo>
                  <a:lnTo>
                    <a:pt x="1644374" y="0"/>
                  </a:lnTo>
                  <a:lnTo>
                    <a:pt x="1672534" y="0"/>
                  </a:lnTo>
                  <a:lnTo>
                    <a:pt x="1700695" y="0"/>
                  </a:lnTo>
                  <a:lnTo>
                    <a:pt x="1728855" y="0"/>
                  </a:lnTo>
                  <a:lnTo>
                    <a:pt x="1757016" y="0"/>
                  </a:lnTo>
                  <a:lnTo>
                    <a:pt x="1785176" y="0"/>
                  </a:lnTo>
                  <a:lnTo>
                    <a:pt x="1813337" y="0"/>
                  </a:lnTo>
                  <a:lnTo>
                    <a:pt x="1841497" y="0"/>
                  </a:lnTo>
                  <a:lnTo>
                    <a:pt x="1869658" y="0"/>
                  </a:lnTo>
                  <a:lnTo>
                    <a:pt x="1897818" y="0"/>
                  </a:lnTo>
                  <a:lnTo>
                    <a:pt x="1925979" y="0"/>
                  </a:lnTo>
                  <a:lnTo>
                    <a:pt x="1954140" y="0"/>
                  </a:lnTo>
                  <a:lnTo>
                    <a:pt x="1982300" y="0"/>
                  </a:lnTo>
                  <a:lnTo>
                    <a:pt x="2010461" y="0"/>
                  </a:lnTo>
                  <a:lnTo>
                    <a:pt x="2038621" y="0"/>
                  </a:lnTo>
                  <a:lnTo>
                    <a:pt x="2066782" y="0"/>
                  </a:lnTo>
                  <a:lnTo>
                    <a:pt x="2094942" y="0"/>
                  </a:lnTo>
                  <a:lnTo>
                    <a:pt x="2123103" y="0"/>
                  </a:lnTo>
                  <a:lnTo>
                    <a:pt x="2151263" y="0"/>
                  </a:lnTo>
                  <a:lnTo>
                    <a:pt x="2179424" y="0"/>
                  </a:lnTo>
                  <a:lnTo>
                    <a:pt x="2190487" y="0"/>
                  </a:lnTo>
                  <a:lnTo>
                    <a:pt x="2190487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2412180" y="1816808"/>
              <a:ext cx="2190487" cy="0"/>
            </a:xfrm>
            <a:custGeom>
              <a:avLst/>
              <a:pathLst>
                <a:path w="2190487" h="0">
                  <a:moveTo>
                    <a:pt x="0" y="0"/>
                  </a:moveTo>
                  <a:lnTo>
                    <a:pt x="11063" y="0"/>
                  </a:lnTo>
                  <a:lnTo>
                    <a:pt x="39223" y="0"/>
                  </a:lnTo>
                  <a:lnTo>
                    <a:pt x="67384" y="0"/>
                  </a:lnTo>
                  <a:lnTo>
                    <a:pt x="95544" y="0"/>
                  </a:lnTo>
                  <a:lnTo>
                    <a:pt x="123705" y="0"/>
                  </a:lnTo>
                  <a:lnTo>
                    <a:pt x="151865" y="0"/>
                  </a:lnTo>
                  <a:lnTo>
                    <a:pt x="180026" y="0"/>
                  </a:lnTo>
                  <a:lnTo>
                    <a:pt x="208186" y="0"/>
                  </a:lnTo>
                  <a:lnTo>
                    <a:pt x="236347" y="0"/>
                  </a:lnTo>
                  <a:lnTo>
                    <a:pt x="264507" y="0"/>
                  </a:lnTo>
                  <a:lnTo>
                    <a:pt x="292668" y="0"/>
                  </a:lnTo>
                  <a:lnTo>
                    <a:pt x="320828" y="0"/>
                  </a:lnTo>
                  <a:lnTo>
                    <a:pt x="348989" y="0"/>
                  </a:lnTo>
                  <a:lnTo>
                    <a:pt x="377150" y="0"/>
                  </a:lnTo>
                  <a:lnTo>
                    <a:pt x="405310" y="0"/>
                  </a:lnTo>
                  <a:lnTo>
                    <a:pt x="433471" y="0"/>
                  </a:lnTo>
                  <a:lnTo>
                    <a:pt x="461631" y="0"/>
                  </a:lnTo>
                  <a:lnTo>
                    <a:pt x="489792" y="0"/>
                  </a:lnTo>
                  <a:lnTo>
                    <a:pt x="517952" y="0"/>
                  </a:lnTo>
                  <a:lnTo>
                    <a:pt x="546113" y="0"/>
                  </a:lnTo>
                  <a:lnTo>
                    <a:pt x="574273" y="0"/>
                  </a:lnTo>
                  <a:lnTo>
                    <a:pt x="602434" y="0"/>
                  </a:lnTo>
                  <a:lnTo>
                    <a:pt x="630594" y="0"/>
                  </a:lnTo>
                  <a:lnTo>
                    <a:pt x="658755" y="0"/>
                  </a:lnTo>
                  <a:lnTo>
                    <a:pt x="686915" y="0"/>
                  </a:lnTo>
                  <a:lnTo>
                    <a:pt x="715076" y="0"/>
                  </a:lnTo>
                  <a:lnTo>
                    <a:pt x="743237" y="0"/>
                  </a:lnTo>
                  <a:lnTo>
                    <a:pt x="771397" y="0"/>
                  </a:lnTo>
                  <a:lnTo>
                    <a:pt x="799558" y="0"/>
                  </a:lnTo>
                  <a:lnTo>
                    <a:pt x="827718" y="0"/>
                  </a:lnTo>
                  <a:lnTo>
                    <a:pt x="855879" y="0"/>
                  </a:lnTo>
                  <a:lnTo>
                    <a:pt x="884039" y="0"/>
                  </a:lnTo>
                  <a:lnTo>
                    <a:pt x="912200" y="0"/>
                  </a:lnTo>
                  <a:lnTo>
                    <a:pt x="940360" y="0"/>
                  </a:lnTo>
                  <a:lnTo>
                    <a:pt x="968521" y="0"/>
                  </a:lnTo>
                  <a:lnTo>
                    <a:pt x="996681" y="0"/>
                  </a:lnTo>
                  <a:lnTo>
                    <a:pt x="1024842" y="0"/>
                  </a:lnTo>
                  <a:lnTo>
                    <a:pt x="1053002" y="0"/>
                  </a:lnTo>
                  <a:lnTo>
                    <a:pt x="1081163" y="0"/>
                  </a:lnTo>
                  <a:lnTo>
                    <a:pt x="1109323" y="0"/>
                  </a:lnTo>
                  <a:lnTo>
                    <a:pt x="1137484" y="0"/>
                  </a:lnTo>
                  <a:lnTo>
                    <a:pt x="1165645" y="0"/>
                  </a:lnTo>
                  <a:lnTo>
                    <a:pt x="1193805" y="0"/>
                  </a:lnTo>
                  <a:lnTo>
                    <a:pt x="1221966" y="0"/>
                  </a:lnTo>
                  <a:lnTo>
                    <a:pt x="1250126" y="0"/>
                  </a:lnTo>
                  <a:lnTo>
                    <a:pt x="1278287" y="0"/>
                  </a:lnTo>
                  <a:lnTo>
                    <a:pt x="1306447" y="0"/>
                  </a:lnTo>
                  <a:lnTo>
                    <a:pt x="1334608" y="0"/>
                  </a:lnTo>
                  <a:lnTo>
                    <a:pt x="1362768" y="0"/>
                  </a:lnTo>
                  <a:lnTo>
                    <a:pt x="1390929" y="0"/>
                  </a:lnTo>
                  <a:lnTo>
                    <a:pt x="1419089" y="0"/>
                  </a:lnTo>
                  <a:lnTo>
                    <a:pt x="1447250" y="0"/>
                  </a:lnTo>
                  <a:lnTo>
                    <a:pt x="1475410" y="0"/>
                  </a:lnTo>
                  <a:lnTo>
                    <a:pt x="1503571" y="0"/>
                  </a:lnTo>
                  <a:lnTo>
                    <a:pt x="1531732" y="0"/>
                  </a:lnTo>
                  <a:lnTo>
                    <a:pt x="1559892" y="0"/>
                  </a:lnTo>
                  <a:lnTo>
                    <a:pt x="1588053" y="0"/>
                  </a:lnTo>
                  <a:lnTo>
                    <a:pt x="1616213" y="0"/>
                  </a:lnTo>
                  <a:lnTo>
                    <a:pt x="1644374" y="0"/>
                  </a:lnTo>
                  <a:lnTo>
                    <a:pt x="1672534" y="0"/>
                  </a:lnTo>
                  <a:lnTo>
                    <a:pt x="1700695" y="0"/>
                  </a:lnTo>
                  <a:lnTo>
                    <a:pt x="1728855" y="0"/>
                  </a:lnTo>
                  <a:lnTo>
                    <a:pt x="1757016" y="0"/>
                  </a:lnTo>
                  <a:lnTo>
                    <a:pt x="1785176" y="0"/>
                  </a:lnTo>
                  <a:lnTo>
                    <a:pt x="1813337" y="0"/>
                  </a:lnTo>
                  <a:lnTo>
                    <a:pt x="1841497" y="0"/>
                  </a:lnTo>
                  <a:lnTo>
                    <a:pt x="1869658" y="0"/>
                  </a:lnTo>
                  <a:lnTo>
                    <a:pt x="1897818" y="0"/>
                  </a:lnTo>
                  <a:lnTo>
                    <a:pt x="1925979" y="0"/>
                  </a:lnTo>
                  <a:lnTo>
                    <a:pt x="1954140" y="0"/>
                  </a:lnTo>
                  <a:lnTo>
                    <a:pt x="1982300" y="0"/>
                  </a:lnTo>
                  <a:lnTo>
                    <a:pt x="2010461" y="0"/>
                  </a:lnTo>
                  <a:lnTo>
                    <a:pt x="2038621" y="0"/>
                  </a:lnTo>
                  <a:lnTo>
                    <a:pt x="2066782" y="0"/>
                  </a:lnTo>
                  <a:lnTo>
                    <a:pt x="2094942" y="0"/>
                  </a:lnTo>
                  <a:lnTo>
                    <a:pt x="2123103" y="0"/>
                  </a:lnTo>
                  <a:lnTo>
                    <a:pt x="2151263" y="0"/>
                  </a:lnTo>
                  <a:lnTo>
                    <a:pt x="2179424" y="0"/>
                  </a:lnTo>
                  <a:lnTo>
                    <a:pt x="2190487" y="0"/>
                  </a:lnTo>
                  <a:lnTo>
                    <a:pt x="2190487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2412180" y="1446185"/>
              <a:ext cx="2190487" cy="0"/>
            </a:xfrm>
            <a:custGeom>
              <a:avLst/>
              <a:pathLst>
                <a:path w="2190487" h="0">
                  <a:moveTo>
                    <a:pt x="0" y="0"/>
                  </a:moveTo>
                  <a:lnTo>
                    <a:pt x="11063" y="0"/>
                  </a:lnTo>
                  <a:lnTo>
                    <a:pt x="39223" y="0"/>
                  </a:lnTo>
                  <a:lnTo>
                    <a:pt x="67384" y="0"/>
                  </a:lnTo>
                  <a:lnTo>
                    <a:pt x="95544" y="0"/>
                  </a:lnTo>
                  <a:lnTo>
                    <a:pt x="123705" y="0"/>
                  </a:lnTo>
                  <a:lnTo>
                    <a:pt x="151865" y="0"/>
                  </a:lnTo>
                  <a:lnTo>
                    <a:pt x="180026" y="0"/>
                  </a:lnTo>
                  <a:lnTo>
                    <a:pt x="208186" y="0"/>
                  </a:lnTo>
                  <a:lnTo>
                    <a:pt x="236347" y="0"/>
                  </a:lnTo>
                  <a:lnTo>
                    <a:pt x="264507" y="0"/>
                  </a:lnTo>
                  <a:lnTo>
                    <a:pt x="292668" y="0"/>
                  </a:lnTo>
                  <a:lnTo>
                    <a:pt x="320828" y="0"/>
                  </a:lnTo>
                  <a:lnTo>
                    <a:pt x="348989" y="0"/>
                  </a:lnTo>
                  <a:lnTo>
                    <a:pt x="377150" y="0"/>
                  </a:lnTo>
                  <a:lnTo>
                    <a:pt x="405310" y="0"/>
                  </a:lnTo>
                  <a:lnTo>
                    <a:pt x="433471" y="0"/>
                  </a:lnTo>
                  <a:lnTo>
                    <a:pt x="461631" y="0"/>
                  </a:lnTo>
                  <a:lnTo>
                    <a:pt x="489792" y="0"/>
                  </a:lnTo>
                  <a:lnTo>
                    <a:pt x="517952" y="0"/>
                  </a:lnTo>
                  <a:lnTo>
                    <a:pt x="546113" y="0"/>
                  </a:lnTo>
                  <a:lnTo>
                    <a:pt x="574273" y="0"/>
                  </a:lnTo>
                  <a:lnTo>
                    <a:pt x="602434" y="0"/>
                  </a:lnTo>
                  <a:lnTo>
                    <a:pt x="630594" y="0"/>
                  </a:lnTo>
                  <a:lnTo>
                    <a:pt x="658755" y="0"/>
                  </a:lnTo>
                  <a:lnTo>
                    <a:pt x="686915" y="0"/>
                  </a:lnTo>
                  <a:lnTo>
                    <a:pt x="715076" y="0"/>
                  </a:lnTo>
                  <a:lnTo>
                    <a:pt x="743237" y="0"/>
                  </a:lnTo>
                  <a:lnTo>
                    <a:pt x="771397" y="0"/>
                  </a:lnTo>
                  <a:lnTo>
                    <a:pt x="799558" y="0"/>
                  </a:lnTo>
                  <a:lnTo>
                    <a:pt x="827718" y="0"/>
                  </a:lnTo>
                  <a:lnTo>
                    <a:pt x="855879" y="0"/>
                  </a:lnTo>
                  <a:lnTo>
                    <a:pt x="884039" y="0"/>
                  </a:lnTo>
                  <a:lnTo>
                    <a:pt x="912200" y="0"/>
                  </a:lnTo>
                  <a:lnTo>
                    <a:pt x="940360" y="0"/>
                  </a:lnTo>
                  <a:lnTo>
                    <a:pt x="968521" y="0"/>
                  </a:lnTo>
                  <a:lnTo>
                    <a:pt x="996681" y="0"/>
                  </a:lnTo>
                  <a:lnTo>
                    <a:pt x="1024842" y="0"/>
                  </a:lnTo>
                  <a:lnTo>
                    <a:pt x="1053002" y="0"/>
                  </a:lnTo>
                  <a:lnTo>
                    <a:pt x="1081163" y="0"/>
                  </a:lnTo>
                  <a:lnTo>
                    <a:pt x="1109323" y="0"/>
                  </a:lnTo>
                  <a:lnTo>
                    <a:pt x="1137484" y="0"/>
                  </a:lnTo>
                  <a:lnTo>
                    <a:pt x="1165645" y="0"/>
                  </a:lnTo>
                  <a:lnTo>
                    <a:pt x="1193805" y="0"/>
                  </a:lnTo>
                  <a:lnTo>
                    <a:pt x="1221966" y="0"/>
                  </a:lnTo>
                  <a:lnTo>
                    <a:pt x="1250126" y="0"/>
                  </a:lnTo>
                  <a:lnTo>
                    <a:pt x="1278287" y="0"/>
                  </a:lnTo>
                  <a:lnTo>
                    <a:pt x="1306447" y="0"/>
                  </a:lnTo>
                  <a:lnTo>
                    <a:pt x="1334608" y="0"/>
                  </a:lnTo>
                  <a:lnTo>
                    <a:pt x="1362768" y="0"/>
                  </a:lnTo>
                  <a:lnTo>
                    <a:pt x="1390929" y="0"/>
                  </a:lnTo>
                  <a:lnTo>
                    <a:pt x="1419089" y="0"/>
                  </a:lnTo>
                  <a:lnTo>
                    <a:pt x="1447250" y="0"/>
                  </a:lnTo>
                  <a:lnTo>
                    <a:pt x="1475410" y="0"/>
                  </a:lnTo>
                  <a:lnTo>
                    <a:pt x="1503571" y="0"/>
                  </a:lnTo>
                  <a:lnTo>
                    <a:pt x="1531732" y="0"/>
                  </a:lnTo>
                  <a:lnTo>
                    <a:pt x="1559892" y="0"/>
                  </a:lnTo>
                  <a:lnTo>
                    <a:pt x="1588053" y="0"/>
                  </a:lnTo>
                  <a:lnTo>
                    <a:pt x="1616213" y="0"/>
                  </a:lnTo>
                  <a:lnTo>
                    <a:pt x="1644374" y="0"/>
                  </a:lnTo>
                  <a:lnTo>
                    <a:pt x="1672534" y="0"/>
                  </a:lnTo>
                  <a:lnTo>
                    <a:pt x="1700695" y="0"/>
                  </a:lnTo>
                  <a:lnTo>
                    <a:pt x="1728855" y="0"/>
                  </a:lnTo>
                  <a:lnTo>
                    <a:pt x="1757016" y="0"/>
                  </a:lnTo>
                  <a:lnTo>
                    <a:pt x="1785176" y="0"/>
                  </a:lnTo>
                  <a:lnTo>
                    <a:pt x="1813337" y="0"/>
                  </a:lnTo>
                  <a:lnTo>
                    <a:pt x="1841497" y="0"/>
                  </a:lnTo>
                  <a:lnTo>
                    <a:pt x="1869658" y="0"/>
                  </a:lnTo>
                  <a:lnTo>
                    <a:pt x="1897818" y="0"/>
                  </a:lnTo>
                  <a:lnTo>
                    <a:pt x="1925979" y="0"/>
                  </a:lnTo>
                  <a:lnTo>
                    <a:pt x="1954140" y="0"/>
                  </a:lnTo>
                  <a:lnTo>
                    <a:pt x="1982300" y="0"/>
                  </a:lnTo>
                  <a:lnTo>
                    <a:pt x="2010461" y="0"/>
                  </a:lnTo>
                  <a:lnTo>
                    <a:pt x="2038621" y="0"/>
                  </a:lnTo>
                  <a:lnTo>
                    <a:pt x="2066782" y="0"/>
                  </a:lnTo>
                  <a:lnTo>
                    <a:pt x="2094942" y="0"/>
                  </a:lnTo>
                  <a:lnTo>
                    <a:pt x="2123103" y="0"/>
                  </a:lnTo>
                  <a:lnTo>
                    <a:pt x="2151263" y="0"/>
                  </a:lnTo>
                  <a:lnTo>
                    <a:pt x="2179424" y="0"/>
                  </a:lnTo>
                  <a:lnTo>
                    <a:pt x="2190487" y="0"/>
                  </a:lnTo>
                  <a:lnTo>
                    <a:pt x="2190487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h20"/>
            <p:cNvSpPr/>
            <p:nvPr/>
          </p:nvSpPr>
          <p:spPr>
            <a:xfrm>
              <a:off x="3388320" y="1713289"/>
              <a:ext cx="930871" cy="1244847"/>
            </a:xfrm>
            <a:custGeom>
              <a:avLst/>
              <a:pathLst>
                <a:path w="930871" h="1244847">
                  <a:moveTo>
                    <a:pt x="914400" y="914400"/>
                  </a:moveTo>
                  <a:lnTo>
                    <a:pt x="904715" y="940531"/>
                  </a:lnTo>
                  <a:lnTo>
                    <a:pt x="891374" y="944947"/>
                  </a:lnTo>
                  <a:lnTo>
                    <a:pt x="878578" y="953651"/>
                  </a:lnTo>
                  <a:lnTo>
                    <a:pt x="874008" y="1036336"/>
                  </a:lnTo>
                  <a:lnTo>
                    <a:pt x="897306" y="1067752"/>
                  </a:lnTo>
                  <a:lnTo>
                    <a:pt x="884510" y="1072149"/>
                  </a:lnTo>
                  <a:lnTo>
                    <a:pt x="872803" y="1081560"/>
                  </a:lnTo>
                  <a:lnTo>
                    <a:pt x="864441" y="1095476"/>
                  </a:lnTo>
                  <a:lnTo>
                    <a:pt x="855884" y="1125426"/>
                  </a:lnTo>
                  <a:lnTo>
                    <a:pt x="823739" y="1142401"/>
                  </a:lnTo>
                  <a:lnTo>
                    <a:pt x="811565" y="1154960"/>
                  </a:lnTo>
                  <a:lnTo>
                    <a:pt x="793615" y="1182902"/>
                  </a:lnTo>
                  <a:lnTo>
                    <a:pt x="784262" y="1223457"/>
                  </a:lnTo>
                  <a:lnTo>
                    <a:pt x="766079" y="1240757"/>
                  </a:lnTo>
                  <a:lnTo>
                    <a:pt x="745660" y="1244847"/>
                  </a:lnTo>
                  <a:lnTo>
                    <a:pt x="757639" y="1211621"/>
                  </a:lnTo>
                  <a:lnTo>
                    <a:pt x="773332" y="1184548"/>
                  </a:lnTo>
                  <a:lnTo>
                    <a:pt x="758242" y="1165981"/>
                  </a:lnTo>
                  <a:lnTo>
                    <a:pt x="749160" y="1136918"/>
                  </a:lnTo>
                  <a:lnTo>
                    <a:pt x="737434" y="1114622"/>
                  </a:lnTo>
                  <a:lnTo>
                    <a:pt x="746768" y="1089721"/>
                  </a:lnTo>
                  <a:lnTo>
                    <a:pt x="742179" y="1048913"/>
                  </a:lnTo>
                  <a:lnTo>
                    <a:pt x="743696" y="1009082"/>
                  </a:lnTo>
                  <a:lnTo>
                    <a:pt x="757308" y="988976"/>
                  </a:lnTo>
                  <a:lnTo>
                    <a:pt x="772905" y="972581"/>
                  </a:lnTo>
                  <a:lnTo>
                    <a:pt x="797194" y="934885"/>
                  </a:lnTo>
                  <a:lnTo>
                    <a:pt x="823525" y="907559"/>
                  </a:lnTo>
                  <a:lnTo>
                    <a:pt x="860260" y="895271"/>
                  </a:lnTo>
                  <a:lnTo>
                    <a:pt x="876848" y="906600"/>
                  </a:lnTo>
                  <a:lnTo>
                    <a:pt x="884004" y="881753"/>
                  </a:lnTo>
                  <a:lnTo>
                    <a:pt x="895847" y="876089"/>
                  </a:lnTo>
                  <a:lnTo>
                    <a:pt x="906971" y="881825"/>
                  </a:lnTo>
                  <a:lnTo>
                    <a:pt x="930871" y="905568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h21"/>
            <p:cNvSpPr/>
            <p:nvPr/>
          </p:nvSpPr>
          <p:spPr>
            <a:xfrm>
              <a:off x="2887176" y="2295879"/>
              <a:ext cx="1041951" cy="914400"/>
            </a:xfrm>
            <a:custGeom>
              <a:avLst/>
              <a:pathLst>
                <a:path w="1041951" h="914400">
                  <a:moveTo>
                    <a:pt x="914400" y="914400"/>
                  </a:moveTo>
                  <a:lnTo>
                    <a:pt x="905337" y="913078"/>
                  </a:lnTo>
                  <a:lnTo>
                    <a:pt x="899289" y="888195"/>
                  </a:lnTo>
                  <a:lnTo>
                    <a:pt x="897870" y="824169"/>
                  </a:lnTo>
                  <a:lnTo>
                    <a:pt x="901487" y="792536"/>
                  </a:lnTo>
                  <a:lnTo>
                    <a:pt x="944912" y="678435"/>
                  </a:lnTo>
                  <a:lnTo>
                    <a:pt x="964300" y="669116"/>
                  </a:lnTo>
                  <a:lnTo>
                    <a:pt x="991564" y="599190"/>
                  </a:lnTo>
                  <a:lnTo>
                    <a:pt x="998915" y="568081"/>
                  </a:lnTo>
                  <a:lnTo>
                    <a:pt x="1010739" y="540067"/>
                  </a:lnTo>
                  <a:lnTo>
                    <a:pt x="1017720" y="515021"/>
                  </a:lnTo>
                  <a:lnTo>
                    <a:pt x="1023574" y="504905"/>
                  </a:lnTo>
                  <a:lnTo>
                    <a:pt x="1036292" y="509647"/>
                  </a:lnTo>
                  <a:lnTo>
                    <a:pt x="1041951" y="514261"/>
                  </a:lnTo>
                  <a:lnTo>
                    <a:pt x="1028552" y="528847"/>
                  </a:lnTo>
                  <a:lnTo>
                    <a:pt x="1030108" y="547831"/>
                  </a:lnTo>
                  <a:lnTo>
                    <a:pt x="1029175" y="555703"/>
                  </a:lnTo>
                  <a:lnTo>
                    <a:pt x="995357" y="638279"/>
                  </a:lnTo>
                  <a:lnTo>
                    <a:pt x="986314" y="691899"/>
                  </a:lnTo>
                  <a:lnTo>
                    <a:pt x="974315" y="704983"/>
                  </a:lnTo>
                  <a:lnTo>
                    <a:pt x="924629" y="895742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h22"/>
            <p:cNvSpPr/>
            <p:nvPr/>
          </p:nvSpPr>
          <p:spPr>
            <a:xfrm>
              <a:off x="1890216" y="1306563"/>
              <a:ext cx="2411842" cy="2234977"/>
            </a:xfrm>
            <a:custGeom>
              <a:avLst/>
              <a:pathLst>
                <a:path w="2411842" h="2234977">
                  <a:moveTo>
                    <a:pt x="914400" y="914400"/>
                  </a:moveTo>
                  <a:lnTo>
                    <a:pt x="928907" y="920516"/>
                  </a:lnTo>
                  <a:lnTo>
                    <a:pt x="948665" y="908265"/>
                  </a:lnTo>
                  <a:lnTo>
                    <a:pt x="962491" y="873953"/>
                  </a:lnTo>
                  <a:lnTo>
                    <a:pt x="970387" y="822468"/>
                  </a:lnTo>
                  <a:lnTo>
                    <a:pt x="979605" y="773425"/>
                  </a:lnTo>
                  <a:lnTo>
                    <a:pt x="968695" y="720963"/>
                  </a:lnTo>
                  <a:lnTo>
                    <a:pt x="957046" y="674888"/>
                  </a:lnTo>
                  <a:lnTo>
                    <a:pt x="956230" y="661352"/>
                  </a:lnTo>
                  <a:lnTo>
                    <a:pt x="986800" y="622480"/>
                  </a:lnTo>
                  <a:lnTo>
                    <a:pt x="996154" y="590865"/>
                  </a:lnTo>
                  <a:lnTo>
                    <a:pt x="1006286" y="560770"/>
                  </a:lnTo>
                  <a:lnTo>
                    <a:pt x="1017468" y="550527"/>
                  </a:lnTo>
                  <a:lnTo>
                    <a:pt x="1034114" y="548193"/>
                  </a:lnTo>
                  <a:lnTo>
                    <a:pt x="1053502" y="542529"/>
                  </a:lnTo>
                  <a:lnTo>
                    <a:pt x="1077947" y="522387"/>
                  </a:lnTo>
                  <a:lnTo>
                    <a:pt x="1099864" y="495404"/>
                  </a:lnTo>
                  <a:lnTo>
                    <a:pt x="1116607" y="470666"/>
                  </a:lnTo>
                  <a:lnTo>
                    <a:pt x="1122286" y="421714"/>
                  </a:lnTo>
                  <a:lnTo>
                    <a:pt x="1122519" y="397121"/>
                  </a:lnTo>
                  <a:lnTo>
                    <a:pt x="1129889" y="378861"/>
                  </a:lnTo>
                  <a:lnTo>
                    <a:pt x="1137026" y="343192"/>
                  </a:lnTo>
                  <a:lnTo>
                    <a:pt x="1130084" y="308012"/>
                  </a:lnTo>
                  <a:lnTo>
                    <a:pt x="1108479" y="254645"/>
                  </a:lnTo>
                  <a:lnTo>
                    <a:pt x="1082459" y="179597"/>
                  </a:lnTo>
                  <a:lnTo>
                    <a:pt x="1078474" y="139622"/>
                  </a:lnTo>
                  <a:lnTo>
                    <a:pt x="2057395" y="139622"/>
                  </a:lnTo>
                  <a:lnTo>
                    <a:pt x="2057871" y="144870"/>
                  </a:lnTo>
                  <a:lnTo>
                    <a:pt x="2055888" y="157465"/>
                  </a:lnTo>
                  <a:lnTo>
                    <a:pt x="2071017" y="209240"/>
                  </a:lnTo>
                  <a:lnTo>
                    <a:pt x="2067497" y="227391"/>
                  </a:lnTo>
                  <a:lnTo>
                    <a:pt x="2065456" y="250519"/>
                  </a:lnTo>
                  <a:lnTo>
                    <a:pt x="2087139" y="272742"/>
                  </a:lnTo>
                  <a:lnTo>
                    <a:pt x="2106488" y="272380"/>
                  </a:lnTo>
                  <a:lnTo>
                    <a:pt x="2126091" y="272036"/>
                  </a:lnTo>
                  <a:lnTo>
                    <a:pt x="2133578" y="277610"/>
                  </a:lnTo>
                  <a:lnTo>
                    <a:pt x="2141084" y="293336"/>
                  </a:lnTo>
                  <a:lnTo>
                    <a:pt x="2147132" y="311903"/>
                  </a:lnTo>
                  <a:lnTo>
                    <a:pt x="2163273" y="310365"/>
                  </a:lnTo>
                  <a:lnTo>
                    <a:pt x="2189040" y="295254"/>
                  </a:lnTo>
                  <a:lnTo>
                    <a:pt x="2205803" y="291653"/>
                  </a:lnTo>
                  <a:lnTo>
                    <a:pt x="2216868" y="320698"/>
                  </a:lnTo>
                  <a:lnTo>
                    <a:pt x="2246972" y="359063"/>
                  </a:lnTo>
                  <a:lnTo>
                    <a:pt x="2264493" y="376255"/>
                  </a:lnTo>
                  <a:lnTo>
                    <a:pt x="2294267" y="385304"/>
                  </a:lnTo>
                  <a:lnTo>
                    <a:pt x="2325634" y="416267"/>
                  </a:lnTo>
                  <a:lnTo>
                    <a:pt x="2321239" y="453583"/>
                  </a:lnTo>
                  <a:lnTo>
                    <a:pt x="2334327" y="466051"/>
                  </a:lnTo>
                  <a:lnTo>
                    <a:pt x="2371334" y="480782"/>
                  </a:lnTo>
                  <a:lnTo>
                    <a:pt x="2384422" y="500653"/>
                  </a:lnTo>
                  <a:lnTo>
                    <a:pt x="2390703" y="517591"/>
                  </a:lnTo>
                  <a:lnTo>
                    <a:pt x="2400446" y="531634"/>
                  </a:lnTo>
                  <a:lnTo>
                    <a:pt x="2411842" y="574071"/>
                  </a:lnTo>
                  <a:lnTo>
                    <a:pt x="2407875" y="600221"/>
                  </a:lnTo>
                  <a:lnTo>
                    <a:pt x="2392959" y="609215"/>
                  </a:lnTo>
                  <a:lnTo>
                    <a:pt x="2357741" y="637229"/>
                  </a:lnTo>
                  <a:lnTo>
                    <a:pt x="2342047" y="658149"/>
                  </a:lnTo>
                  <a:lnTo>
                    <a:pt x="2329738" y="671179"/>
                  </a:lnTo>
                  <a:lnTo>
                    <a:pt x="2294753" y="699120"/>
                  </a:lnTo>
                  <a:lnTo>
                    <a:pt x="2281937" y="704133"/>
                  </a:lnTo>
                  <a:lnTo>
                    <a:pt x="2269666" y="718665"/>
                  </a:lnTo>
                  <a:lnTo>
                    <a:pt x="2257804" y="725017"/>
                  </a:lnTo>
                  <a:lnTo>
                    <a:pt x="2247186" y="721361"/>
                  </a:lnTo>
                  <a:lnTo>
                    <a:pt x="2207495" y="747674"/>
                  </a:lnTo>
                  <a:lnTo>
                    <a:pt x="2210587" y="758912"/>
                  </a:lnTo>
                  <a:lnTo>
                    <a:pt x="2241021" y="763671"/>
                  </a:lnTo>
                  <a:lnTo>
                    <a:pt x="2256540" y="758025"/>
                  </a:lnTo>
                  <a:lnTo>
                    <a:pt x="2268480" y="744796"/>
                  </a:lnTo>
                  <a:lnTo>
                    <a:pt x="2281529" y="741756"/>
                  </a:lnTo>
                  <a:lnTo>
                    <a:pt x="2293430" y="744253"/>
                  </a:lnTo>
                  <a:lnTo>
                    <a:pt x="2306051" y="733830"/>
                  </a:lnTo>
                  <a:lnTo>
                    <a:pt x="2315950" y="729667"/>
                  </a:lnTo>
                  <a:lnTo>
                    <a:pt x="2326179" y="734662"/>
                  </a:lnTo>
                  <a:lnTo>
                    <a:pt x="2337594" y="759654"/>
                  </a:lnTo>
                  <a:lnTo>
                    <a:pt x="2313908" y="772665"/>
                  </a:lnTo>
                  <a:lnTo>
                    <a:pt x="2297106" y="773263"/>
                  </a:lnTo>
                  <a:lnTo>
                    <a:pt x="2288899" y="814252"/>
                  </a:lnTo>
                  <a:lnTo>
                    <a:pt x="2278729" y="831860"/>
                  </a:lnTo>
                  <a:lnTo>
                    <a:pt x="2271436" y="840329"/>
                  </a:lnTo>
                  <a:lnTo>
                    <a:pt x="2234156" y="857775"/>
                  </a:lnTo>
                  <a:lnTo>
                    <a:pt x="2209556" y="879889"/>
                  </a:lnTo>
                  <a:lnTo>
                    <a:pt x="2180561" y="897696"/>
                  </a:lnTo>
                  <a:lnTo>
                    <a:pt x="2167901" y="893823"/>
                  </a:lnTo>
                  <a:lnTo>
                    <a:pt x="2148824" y="911920"/>
                  </a:lnTo>
                  <a:lnTo>
                    <a:pt x="2106430" y="933347"/>
                  </a:lnTo>
                  <a:lnTo>
                    <a:pt x="2084708" y="962211"/>
                  </a:lnTo>
                  <a:lnTo>
                    <a:pt x="2035955" y="988035"/>
                  </a:lnTo>
                  <a:lnTo>
                    <a:pt x="2011121" y="1009046"/>
                  </a:lnTo>
                  <a:lnTo>
                    <a:pt x="1943660" y="1010150"/>
                  </a:lnTo>
                  <a:lnTo>
                    <a:pt x="1879233" y="1005535"/>
                  </a:lnTo>
                  <a:lnTo>
                    <a:pt x="1859008" y="1015524"/>
                  </a:lnTo>
                  <a:lnTo>
                    <a:pt x="1879680" y="1018619"/>
                  </a:lnTo>
                  <a:lnTo>
                    <a:pt x="1894168" y="1028427"/>
                  </a:lnTo>
                  <a:lnTo>
                    <a:pt x="1911534" y="1024338"/>
                  </a:lnTo>
                  <a:lnTo>
                    <a:pt x="1952353" y="1029242"/>
                  </a:lnTo>
                  <a:lnTo>
                    <a:pt x="1973355" y="1034580"/>
                  </a:lnTo>
                  <a:lnTo>
                    <a:pt x="2000309" y="1068928"/>
                  </a:lnTo>
                  <a:lnTo>
                    <a:pt x="1980492" y="1081143"/>
                  </a:lnTo>
                  <a:lnTo>
                    <a:pt x="1946169" y="1090517"/>
                  </a:lnTo>
                  <a:lnTo>
                    <a:pt x="1959043" y="1139234"/>
                  </a:lnTo>
                  <a:lnTo>
                    <a:pt x="1969661" y="1172080"/>
                  </a:lnTo>
                  <a:lnTo>
                    <a:pt x="1955756" y="1191896"/>
                  </a:lnTo>
                  <a:lnTo>
                    <a:pt x="1954725" y="1282054"/>
                  </a:lnTo>
                  <a:lnTo>
                    <a:pt x="1935220" y="1283773"/>
                  </a:lnTo>
                  <a:lnTo>
                    <a:pt x="1926936" y="1321071"/>
                  </a:lnTo>
                  <a:lnTo>
                    <a:pt x="1933081" y="1340090"/>
                  </a:lnTo>
                  <a:lnTo>
                    <a:pt x="1932595" y="1384265"/>
                  </a:lnTo>
                  <a:lnTo>
                    <a:pt x="1936659" y="1411482"/>
                  </a:lnTo>
                  <a:lnTo>
                    <a:pt x="1946227" y="1436546"/>
                  </a:lnTo>
                  <a:lnTo>
                    <a:pt x="1941968" y="1462678"/>
                  </a:lnTo>
                  <a:lnTo>
                    <a:pt x="1911126" y="1523845"/>
                  </a:lnTo>
                  <a:lnTo>
                    <a:pt x="1911826" y="1552547"/>
                  </a:lnTo>
                  <a:lnTo>
                    <a:pt x="1917368" y="1569594"/>
                  </a:lnTo>
                  <a:lnTo>
                    <a:pt x="1921471" y="1596848"/>
                  </a:lnTo>
                  <a:lnTo>
                    <a:pt x="1907450" y="1649238"/>
                  </a:lnTo>
                  <a:lnTo>
                    <a:pt x="1897552" y="1693014"/>
                  </a:lnTo>
                  <a:lnTo>
                    <a:pt x="1885787" y="1729859"/>
                  </a:lnTo>
                  <a:lnTo>
                    <a:pt x="1859456" y="1774070"/>
                  </a:lnTo>
                  <a:lnTo>
                    <a:pt x="1846348" y="1807114"/>
                  </a:lnTo>
                  <a:lnTo>
                    <a:pt x="1815681" y="1910230"/>
                  </a:lnTo>
                  <a:lnTo>
                    <a:pt x="1800473" y="1930697"/>
                  </a:lnTo>
                  <a:lnTo>
                    <a:pt x="1781824" y="1946423"/>
                  </a:lnTo>
                  <a:lnTo>
                    <a:pt x="1761035" y="1931874"/>
                  </a:lnTo>
                  <a:lnTo>
                    <a:pt x="1741977" y="1923947"/>
                  </a:lnTo>
                  <a:lnTo>
                    <a:pt x="1718700" y="1924906"/>
                  </a:lnTo>
                  <a:lnTo>
                    <a:pt x="1682237" y="1936832"/>
                  </a:lnTo>
                  <a:lnTo>
                    <a:pt x="1627397" y="1928906"/>
                  </a:lnTo>
                  <a:lnTo>
                    <a:pt x="1573802" y="1932724"/>
                  </a:lnTo>
                  <a:lnTo>
                    <a:pt x="1560247" y="1943021"/>
                  </a:lnTo>
                  <a:lnTo>
                    <a:pt x="1568376" y="1980445"/>
                  </a:lnTo>
                  <a:lnTo>
                    <a:pt x="1548618" y="1985350"/>
                  </a:lnTo>
                  <a:lnTo>
                    <a:pt x="1529307" y="1974709"/>
                  </a:lnTo>
                  <a:lnTo>
                    <a:pt x="1512311" y="1987413"/>
                  </a:lnTo>
                  <a:lnTo>
                    <a:pt x="1498115" y="2001347"/>
                  </a:lnTo>
                  <a:lnTo>
                    <a:pt x="1470228" y="2034410"/>
                  </a:lnTo>
                  <a:lnTo>
                    <a:pt x="1460893" y="2054769"/>
                  </a:lnTo>
                  <a:lnTo>
                    <a:pt x="1458482" y="2093116"/>
                  </a:lnTo>
                  <a:lnTo>
                    <a:pt x="1473125" y="2127500"/>
                  </a:lnTo>
                  <a:lnTo>
                    <a:pt x="1486116" y="2167765"/>
                  </a:lnTo>
                  <a:lnTo>
                    <a:pt x="1452667" y="2216355"/>
                  </a:lnTo>
                  <a:lnTo>
                    <a:pt x="1433999" y="2218002"/>
                  </a:lnTo>
                  <a:lnTo>
                    <a:pt x="1379509" y="2204520"/>
                  </a:lnTo>
                  <a:lnTo>
                    <a:pt x="1282936" y="2234977"/>
                  </a:lnTo>
                  <a:lnTo>
                    <a:pt x="1196203" y="2210890"/>
                  </a:lnTo>
                  <a:lnTo>
                    <a:pt x="1207113" y="2184867"/>
                  </a:lnTo>
                  <a:lnTo>
                    <a:pt x="1206743" y="2165738"/>
                  </a:lnTo>
                  <a:lnTo>
                    <a:pt x="1211644" y="2136313"/>
                  </a:lnTo>
                  <a:lnTo>
                    <a:pt x="1214561" y="2106218"/>
                  </a:lnTo>
                  <a:lnTo>
                    <a:pt x="1213744" y="2086076"/>
                  </a:lnTo>
                  <a:lnTo>
                    <a:pt x="1207385" y="2064614"/>
                  </a:lnTo>
                  <a:lnTo>
                    <a:pt x="1185993" y="2036527"/>
                  </a:lnTo>
                  <a:lnTo>
                    <a:pt x="1137804" y="1941736"/>
                  </a:lnTo>
                  <a:lnTo>
                    <a:pt x="1123550" y="1901724"/>
                  </a:lnTo>
                  <a:lnTo>
                    <a:pt x="1113632" y="1885057"/>
                  </a:lnTo>
                  <a:lnTo>
                    <a:pt x="1120769" y="1884152"/>
                  </a:lnTo>
                  <a:lnTo>
                    <a:pt x="1160460" y="1905633"/>
                  </a:lnTo>
                  <a:lnTo>
                    <a:pt x="1169717" y="1902991"/>
                  </a:lnTo>
                  <a:lnTo>
                    <a:pt x="1179440" y="1894920"/>
                  </a:lnTo>
                  <a:lnTo>
                    <a:pt x="1167597" y="1864173"/>
                  </a:lnTo>
                  <a:lnTo>
                    <a:pt x="1157426" y="1850257"/>
                  </a:lnTo>
                  <a:lnTo>
                    <a:pt x="1150523" y="1829446"/>
                  </a:lnTo>
                  <a:lnTo>
                    <a:pt x="1173761" y="1823818"/>
                  </a:lnTo>
                  <a:lnTo>
                    <a:pt x="1190544" y="1825066"/>
                  </a:lnTo>
                  <a:lnTo>
                    <a:pt x="1202912" y="1801649"/>
                  </a:lnTo>
                  <a:lnTo>
                    <a:pt x="1195775" y="1763791"/>
                  </a:lnTo>
                  <a:lnTo>
                    <a:pt x="1177748" y="1752136"/>
                  </a:lnTo>
                  <a:lnTo>
                    <a:pt x="1162696" y="1747069"/>
                  </a:lnTo>
                  <a:lnTo>
                    <a:pt x="1133837" y="1687603"/>
                  </a:lnTo>
                  <a:lnTo>
                    <a:pt x="1103734" y="1656802"/>
                  </a:lnTo>
                  <a:lnTo>
                    <a:pt x="1050041" y="1537997"/>
                  </a:lnTo>
                  <a:lnTo>
                    <a:pt x="1030400" y="1456453"/>
                  </a:lnTo>
                  <a:lnTo>
                    <a:pt x="1012139" y="1464198"/>
                  </a:lnTo>
                  <a:lnTo>
                    <a:pt x="1003271" y="1428674"/>
                  </a:lnTo>
                  <a:lnTo>
                    <a:pt x="996912" y="1395032"/>
                  </a:lnTo>
                  <a:lnTo>
                    <a:pt x="995648" y="1370294"/>
                  </a:lnTo>
                  <a:lnTo>
                    <a:pt x="967023" y="1356124"/>
                  </a:lnTo>
                  <a:lnTo>
                    <a:pt x="965856" y="1338787"/>
                  </a:lnTo>
                  <a:lnTo>
                    <a:pt x="960702" y="1261424"/>
                  </a:lnTo>
                  <a:lnTo>
                    <a:pt x="929996" y="1251036"/>
                  </a:lnTo>
                  <a:lnTo>
                    <a:pt x="910141" y="1207622"/>
                  </a:lnTo>
                  <a:lnTo>
                    <a:pt x="906601" y="1125480"/>
                  </a:lnTo>
                  <a:lnTo>
                    <a:pt x="886377" y="1110533"/>
                  </a:lnTo>
                  <a:lnTo>
                    <a:pt x="870100" y="1114677"/>
                  </a:lnTo>
                  <a:lnTo>
                    <a:pt x="870858" y="1094318"/>
                  </a:lnTo>
                  <a:lnTo>
                    <a:pt x="874747" y="1075208"/>
                  </a:lnTo>
                  <a:lnTo>
                    <a:pt x="865238" y="999491"/>
                  </a:lnTo>
                  <a:lnTo>
                    <a:pt x="862068" y="930379"/>
                  </a:lnTo>
                  <a:lnTo>
                    <a:pt x="854348" y="909513"/>
                  </a:lnTo>
                  <a:lnTo>
                    <a:pt x="849972" y="885083"/>
                  </a:lnTo>
                  <a:lnTo>
                    <a:pt x="853901" y="863982"/>
                  </a:lnTo>
                  <a:lnTo>
                    <a:pt x="859657" y="851857"/>
                  </a:lnTo>
                  <a:lnTo>
                    <a:pt x="879473" y="848672"/>
                  </a:lnTo>
                  <a:lnTo>
                    <a:pt x="897986" y="867330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h23"/>
            <p:cNvSpPr/>
            <p:nvPr/>
          </p:nvSpPr>
          <p:spPr>
            <a:xfrm>
              <a:off x="3417120" y="1695445"/>
              <a:ext cx="952846" cy="914400"/>
            </a:xfrm>
            <a:custGeom>
              <a:avLst/>
              <a:pathLst>
                <a:path w="952846" h="914400">
                  <a:moveTo>
                    <a:pt x="914400" y="914400"/>
                  </a:moveTo>
                  <a:lnTo>
                    <a:pt x="904073" y="912644"/>
                  </a:lnTo>
                  <a:lnTo>
                    <a:pt x="894661" y="895579"/>
                  </a:lnTo>
                  <a:lnTo>
                    <a:pt x="913699" y="869519"/>
                  </a:lnTo>
                  <a:lnTo>
                    <a:pt x="942831" y="870931"/>
                  </a:lnTo>
                  <a:lnTo>
                    <a:pt x="952846" y="876360"/>
                  </a:lnTo>
                  <a:lnTo>
                    <a:pt x="917978" y="891290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h24"/>
            <p:cNvSpPr/>
            <p:nvPr/>
          </p:nvSpPr>
          <p:spPr>
            <a:xfrm>
              <a:off x="3264482" y="1265773"/>
              <a:ext cx="937036" cy="914400"/>
            </a:xfrm>
            <a:custGeom>
              <a:avLst/>
              <a:pathLst>
                <a:path w="937036" h="914400">
                  <a:moveTo>
                    <a:pt x="914400" y="914400"/>
                  </a:moveTo>
                  <a:lnTo>
                    <a:pt x="910024" y="913277"/>
                  </a:lnTo>
                  <a:lnTo>
                    <a:pt x="915469" y="896067"/>
                  </a:lnTo>
                  <a:lnTo>
                    <a:pt x="919514" y="888630"/>
                  </a:lnTo>
                  <a:lnTo>
                    <a:pt x="932932" y="881680"/>
                  </a:lnTo>
                  <a:lnTo>
                    <a:pt x="937036" y="882893"/>
                  </a:lnTo>
                  <a:lnTo>
                    <a:pt x="923228" y="910871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h25"/>
            <p:cNvSpPr/>
            <p:nvPr/>
          </p:nvSpPr>
          <p:spPr>
            <a:xfrm>
              <a:off x="3303998" y="1110973"/>
              <a:ext cx="939914" cy="914399"/>
            </a:xfrm>
            <a:custGeom>
              <a:avLst/>
              <a:pathLst>
                <a:path w="939914" h="914399">
                  <a:moveTo>
                    <a:pt x="914400" y="914399"/>
                  </a:moveTo>
                  <a:lnTo>
                    <a:pt x="909382" y="899361"/>
                  </a:lnTo>
                  <a:lnTo>
                    <a:pt x="911385" y="896411"/>
                  </a:lnTo>
                  <a:lnTo>
                    <a:pt x="914808" y="881572"/>
                  </a:lnTo>
                  <a:lnTo>
                    <a:pt x="924473" y="873428"/>
                  </a:lnTo>
                  <a:lnTo>
                    <a:pt x="939914" y="878314"/>
                  </a:lnTo>
                  <a:lnTo>
                    <a:pt x="939816" y="882024"/>
                  </a:lnTo>
                  <a:lnTo>
                    <a:pt x="925056" y="894041"/>
                  </a:lnTo>
                  <a:lnTo>
                    <a:pt x="919397" y="902130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h26"/>
            <p:cNvSpPr/>
            <p:nvPr/>
          </p:nvSpPr>
          <p:spPr>
            <a:xfrm>
              <a:off x="3573628" y="2965297"/>
              <a:ext cx="929471" cy="915707"/>
            </a:xfrm>
            <a:custGeom>
              <a:avLst/>
              <a:pathLst>
                <a:path w="929471" h="915707">
                  <a:moveTo>
                    <a:pt x="914400" y="914400"/>
                  </a:moveTo>
                  <a:lnTo>
                    <a:pt x="858626" y="909550"/>
                  </a:lnTo>
                  <a:lnTo>
                    <a:pt x="850692" y="905062"/>
                  </a:lnTo>
                  <a:lnTo>
                    <a:pt x="881379" y="873320"/>
                  </a:lnTo>
                  <a:lnTo>
                    <a:pt x="901370" y="840329"/>
                  </a:lnTo>
                  <a:lnTo>
                    <a:pt x="918347" y="797277"/>
                  </a:lnTo>
                  <a:lnTo>
                    <a:pt x="920156" y="767454"/>
                  </a:lnTo>
                  <a:lnTo>
                    <a:pt x="924395" y="733830"/>
                  </a:lnTo>
                  <a:lnTo>
                    <a:pt x="929471" y="731324"/>
                  </a:lnTo>
                  <a:lnTo>
                    <a:pt x="929471" y="915707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h27"/>
            <p:cNvSpPr/>
            <p:nvPr/>
          </p:nvSpPr>
          <p:spPr>
            <a:xfrm>
              <a:off x="2536414" y="3119355"/>
              <a:ext cx="1966685" cy="921186"/>
            </a:xfrm>
            <a:custGeom>
              <a:avLst/>
              <a:pathLst>
                <a:path w="1966685" h="921186">
                  <a:moveTo>
                    <a:pt x="914399" y="914400"/>
                  </a:moveTo>
                  <a:lnTo>
                    <a:pt x="1028436" y="869338"/>
                  </a:lnTo>
                  <a:lnTo>
                    <a:pt x="1150231" y="827064"/>
                  </a:lnTo>
                  <a:lnTo>
                    <a:pt x="1178662" y="822468"/>
                  </a:lnTo>
                  <a:lnTo>
                    <a:pt x="1207249" y="813564"/>
                  </a:lnTo>
                  <a:lnTo>
                    <a:pt x="1217808" y="797748"/>
                  </a:lnTo>
                  <a:lnTo>
                    <a:pt x="1228349" y="787161"/>
                  </a:lnTo>
                  <a:lnTo>
                    <a:pt x="1244937" y="759274"/>
                  </a:lnTo>
                  <a:lnTo>
                    <a:pt x="1281613" y="715932"/>
                  </a:lnTo>
                  <a:lnTo>
                    <a:pt x="1346468" y="700152"/>
                  </a:lnTo>
                  <a:lnTo>
                    <a:pt x="1370680" y="679594"/>
                  </a:lnTo>
                  <a:lnTo>
                    <a:pt x="1421436" y="650802"/>
                  </a:lnTo>
                  <a:lnTo>
                    <a:pt x="1537144" y="618499"/>
                  </a:lnTo>
                  <a:lnTo>
                    <a:pt x="1585470" y="611405"/>
                  </a:lnTo>
                  <a:lnTo>
                    <a:pt x="1632823" y="610536"/>
                  </a:lnTo>
                  <a:lnTo>
                    <a:pt x="1674983" y="636017"/>
                  </a:lnTo>
                  <a:lnTo>
                    <a:pt x="1719614" y="667469"/>
                  </a:lnTo>
                  <a:lnTo>
                    <a:pt x="1727645" y="686452"/>
                  </a:lnTo>
                  <a:lnTo>
                    <a:pt x="1703492" y="674617"/>
                  </a:lnTo>
                  <a:lnTo>
                    <a:pt x="1668294" y="646368"/>
                  </a:lnTo>
                  <a:lnTo>
                    <a:pt x="1655284" y="645174"/>
                  </a:lnTo>
                  <a:lnTo>
                    <a:pt x="1685329" y="731097"/>
                  </a:lnTo>
                  <a:lnTo>
                    <a:pt x="1701761" y="761482"/>
                  </a:lnTo>
                  <a:lnTo>
                    <a:pt x="1734977" y="784211"/>
                  </a:lnTo>
                  <a:lnTo>
                    <a:pt x="1762824" y="791866"/>
                  </a:lnTo>
                  <a:lnTo>
                    <a:pt x="1848624" y="778094"/>
                  </a:lnTo>
                  <a:lnTo>
                    <a:pt x="1879097" y="760106"/>
                  </a:lnTo>
                  <a:lnTo>
                    <a:pt x="1887906" y="751004"/>
                  </a:lnTo>
                  <a:lnTo>
                    <a:pt x="1895841" y="755492"/>
                  </a:lnTo>
                  <a:lnTo>
                    <a:pt x="1951614" y="760342"/>
                  </a:lnTo>
                  <a:lnTo>
                    <a:pt x="1966685" y="761649"/>
                  </a:lnTo>
                  <a:lnTo>
                    <a:pt x="1966685" y="921186"/>
                  </a:lnTo>
                  <a:lnTo>
                    <a:pt x="901484" y="921186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h28"/>
            <p:cNvSpPr/>
            <p:nvPr/>
          </p:nvSpPr>
          <p:spPr>
            <a:xfrm>
              <a:off x="2058275" y="571761"/>
              <a:ext cx="968967" cy="1655318"/>
            </a:xfrm>
            <a:custGeom>
              <a:avLst/>
              <a:pathLst>
                <a:path w="968967" h="1655318">
                  <a:moveTo>
                    <a:pt x="914400" y="914400"/>
                  </a:moveTo>
                  <a:lnTo>
                    <a:pt x="940419" y="989447"/>
                  </a:lnTo>
                  <a:lnTo>
                    <a:pt x="962025" y="1042814"/>
                  </a:lnTo>
                  <a:lnTo>
                    <a:pt x="968967" y="1077995"/>
                  </a:lnTo>
                  <a:lnTo>
                    <a:pt x="961830" y="1113663"/>
                  </a:lnTo>
                  <a:lnTo>
                    <a:pt x="954460" y="1131923"/>
                  </a:lnTo>
                  <a:lnTo>
                    <a:pt x="954227" y="1156516"/>
                  </a:lnTo>
                  <a:lnTo>
                    <a:pt x="948548" y="1205468"/>
                  </a:lnTo>
                  <a:lnTo>
                    <a:pt x="931804" y="1230207"/>
                  </a:lnTo>
                  <a:lnTo>
                    <a:pt x="909888" y="1257189"/>
                  </a:lnTo>
                  <a:lnTo>
                    <a:pt x="885443" y="1277331"/>
                  </a:lnTo>
                  <a:lnTo>
                    <a:pt x="866055" y="1282995"/>
                  </a:lnTo>
                  <a:lnTo>
                    <a:pt x="849408" y="1285329"/>
                  </a:lnTo>
                  <a:lnTo>
                    <a:pt x="838226" y="1295572"/>
                  </a:lnTo>
                  <a:lnTo>
                    <a:pt x="828095" y="1325667"/>
                  </a:lnTo>
                  <a:lnTo>
                    <a:pt x="818741" y="1357282"/>
                  </a:lnTo>
                  <a:lnTo>
                    <a:pt x="788170" y="1396154"/>
                  </a:lnTo>
                  <a:lnTo>
                    <a:pt x="788987" y="1409691"/>
                  </a:lnTo>
                  <a:lnTo>
                    <a:pt x="800636" y="1455765"/>
                  </a:lnTo>
                  <a:lnTo>
                    <a:pt x="811545" y="1508228"/>
                  </a:lnTo>
                  <a:lnTo>
                    <a:pt x="802328" y="1557270"/>
                  </a:lnTo>
                  <a:lnTo>
                    <a:pt x="794432" y="1608755"/>
                  </a:lnTo>
                  <a:lnTo>
                    <a:pt x="780606" y="1643067"/>
                  </a:lnTo>
                  <a:lnTo>
                    <a:pt x="760848" y="1655318"/>
                  </a:lnTo>
                  <a:lnTo>
                    <a:pt x="746340" y="1649202"/>
                  </a:lnTo>
                  <a:lnTo>
                    <a:pt x="729927" y="1602132"/>
                  </a:lnTo>
                  <a:lnTo>
                    <a:pt x="729558" y="1591310"/>
                  </a:lnTo>
                  <a:lnTo>
                    <a:pt x="725474" y="1576923"/>
                  </a:lnTo>
                  <a:lnTo>
                    <a:pt x="678918" y="1562590"/>
                  </a:lnTo>
                  <a:lnTo>
                    <a:pt x="670692" y="1563115"/>
                  </a:lnTo>
                  <a:lnTo>
                    <a:pt x="652393" y="1554718"/>
                  </a:lnTo>
                  <a:lnTo>
                    <a:pt x="641658" y="1552348"/>
                  </a:lnTo>
                  <a:lnTo>
                    <a:pt x="619644" y="1547498"/>
                  </a:lnTo>
                  <a:lnTo>
                    <a:pt x="601345" y="1505966"/>
                  </a:lnTo>
                  <a:lnTo>
                    <a:pt x="581898" y="1471419"/>
                  </a:lnTo>
                  <a:lnTo>
                    <a:pt x="579137" y="1456978"/>
                  </a:lnTo>
                  <a:lnTo>
                    <a:pt x="579798" y="1392372"/>
                  </a:lnTo>
                  <a:lnTo>
                    <a:pt x="573847" y="1363634"/>
                  </a:lnTo>
                  <a:lnTo>
                    <a:pt x="572019" y="1332309"/>
                  </a:lnTo>
                  <a:lnTo>
                    <a:pt x="559787" y="1357789"/>
                  </a:lnTo>
                  <a:lnTo>
                    <a:pt x="566885" y="1398072"/>
                  </a:lnTo>
                  <a:lnTo>
                    <a:pt x="551794" y="1414975"/>
                  </a:lnTo>
                  <a:lnTo>
                    <a:pt x="532756" y="1423191"/>
                  </a:lnTo>
                  <a:lnTo>
                    <a:pt x="534545" y="1446789"/>
                  </a:lnTo>
                  <a:lnTo>
                    <a:pt x="542363" y="1451259"/>
                  </a:lnTo>
                  <a:lnTo>
                    <a:pt x="543996" y="1475762"/>
                  </a:lnTo>
                  <a:lnTo>
                    <a:pt x="539368" y="1512028"/>
                  </a:lnTo>
                  <a:lnTo>
                    <a:pt x="501894" y="1592667"/>
                  </a:lnTo>
                  <a:lnTo>
                    <a:pt x="494329" y="1601336"/>
                  </a:lnTo>
                  <a:lnTo>
                    <a:pt x="489195" y="1612230"/>
                  </a:lnTo>
                  <a:lnTo>
                    <a:pt x="470021" y="1604991"/>
                  </a:lnTo>
                  <a:lnTo>
                    <a:pt x="453471" y="1620099"/>
                  </a:lnTo>
                  <a:lnTo>
                    <a:pt x="453471" y="874424"/>
                  </a:lnTo>
                  <a:lnTo>
                    <a:pt x="910415" y="874424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h29"/>
            <p:cNvSpPr/>
            <p:nvPr/>
          </p:nvSpPr>
          <p:spPr>
            <a:xfrm>
              <a:off x="1601762" y="2876370"/>
              <a:ext cx="915722" cy="956862"/>
            </a:xfrm>
            <a:custGeom>
              <a:avLst/>
              <a:pathLst>
                <a:path w="915722" h="956862">
                  <a:moveTo>
                    <a:pt x="914400" y="914400"/>
                  </a:moveTo>
                  <a:lnTo>
                    <a:pt x="915722" y="948729"/>
                  </a:lnTo>
                  <a:lnTo>
                    <a:pt x="909985" y="956862"/>
                  </a:lnTo>
                  <a:lnTo>
                    <a:pt x="909985" y="906665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h30"/>
            <p:cNvSpPr/>
            <p:nvPr/>
          </p:nvSpPr>
          <p:spPr>
            <a:xfrm>
              <a:off x="1625915" y="2945119"/>
              <a:ext cx="1097783" cy="1095422"/>
            </a:xfrm>
            <a:custGeom>
              <a:avLst/>
              <a:pathLst>
                <a:path w="1097783" h="1095422">
                  <a:moveTo>
                    <a:pt x="914400" y="914400"/>
                  </a:moveTo>
                  <a:lnTo>
                    <a:pt x="919845" y="928569"/>
                  </a:lnTo>
                  <a:lnTo>
                    <a:pt x="928129" y="943861"/>
                  </a:lnTo>
                  <a:lnTo>
                    <a:pt x="957610" y="932967"/>
                  </a:lnTo>
                  <a:lnTo>
                    <a:pt x="1031508" y="978209"/>
                  </a:lnTo>
                  <a:lnTo>
                    <a:pt x="1076197" y="956185"/>
                  </a:lnTo>
                  <a:lnTo>
                    <a:pt x="1087632" y="954900"/>
                  </a:lnTo>
                  <a:lnTo>
                    <a:pt x="1097783" y="991456"/>
                  </a:lnTo>
                  <a:lnTo>
                    <a:pt x="1086679" y="1028283"/>
                  </a:lnTo>
                  <a:lnTo>
                    <a:pt x="1047279" y="1067571"/>
                  </a:lnTo>
                  <a:lnTo>
                    <a:pt x="1056011" y="1091784"/>
                  </a:lnTo>
                  <a:lnTo>
                    <a:pt x="1064526" y="1095422"/>
                  </a:lnTo>
                  <a:lnTo>
                    <a:pt x="885832" y="1095422"/>
                  </a:lnTo>
                  <a:lnTo>
                    <a:pt x="885832" y="917489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h31"/>
            <p:cNvSpPr/>
            <p:nvPr/>
          </p:nvSpPr>
          <p:spPr>
            <a:xfrm>
              <a:off x="1817252" y="3122739"/>
              <a:ext cx="922762" cy="917802"/>
            </a:xfrm>
            <a:custGeom>
              <a:avLst/>
              <a:pathLst>
                <a:path w="922762" h="917802">
                  <a:moveTo>
                    <a:pt x="914400" y="914400"/>
                  </a:moveTo>
                  <a:lnTo>
                    <a:pt x="922762" y="917802"/>
                  </a:lnTo>
                  <a:lnTo>
                    <a:pt x="889812" y="917802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h32"/>
            <p:cNvSpPr/>
            <p:nvPr/>
          </p:nvSpPr>
          <p:spPr>
            <a:xfrm>
              <a:off x="1935994" y="3084066"/>
              <a:ext cx="1337891" cy="956475"/>
            </a:xfrm>
            <a:custGeom>
              <a:avLst/>
              <a:pathLst>
                <a:path w="1337891" h="956475">
                  <a:moveTo>
                    <a:pt x="914400" y="914400"/>
                  </a:moveTo>
                  <a:lnTo>
                    <a:pt x="933457" y="902564"/>
                  </a:lnTo>
                  <a:lnTo>
                    <a:pt x="996193" y="894095"/>
                  </a:lnTo>
                  <a:lnTo>
                    <a:pt x="1007608" y="872759"/>
                  </a:lnTo>
                  <a:lnTo>
                    <a:pt x="1033025" y="851296"/>
                  </a:lnTo>
                  <a:lnTo>
                    <a:pt x="1049399" y="827861"/>
                  </a:lnTo>
                  <a:lnTo>
                    <a:pt x="1088604" y="783252"/>
                  </a:lnTo>
                  <a:lnTo>
                    <a:pt x="1129170" y="791287"/>
                  </a:lnTo>
                  <a:lnTo>
                    <a:pt x="1152856" y="799829"/>
                  </a:lnTo>
                  <a:lnTo>
                    <a:pt x="1178857" y="804136"/>
                  </a:lnTo>
                  <a:lnTo>
                    <a:pt x="1202523" y="851694"/>
                  </a:lnTo>
                  <a:lnTo>
                    <a:pt x="1262381" y="904265"/>
                  </a:lnTo>
                  <a:lnTo>
                    <a:pt x="1317376" y="899687"/>
                  </a:lnTo>
                  <a:lnTo>
                    <a:pt x="1336901" y="949417"/>
                  </a:lnTo>
                  <a:lnTo>
                    <a:pt x="1337891" y="956475"/>
                  </a:lnTo>
                  <a:lnTo>
                    <a:pt x="878015" y="956475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h33"/>
            <p:cNvSpPr/>
            <p:nvPr/>
          </p:nvSpPr>
          <p:spPr>
            <a:xfrm>
              <a:off x="2340954" y="3009236"/>
              <a:ext cx="914400" cy="940187"/>
            </a:xfrm>
            <a:custGeom>
              <a:avLst/>
              <a:pathLst>
                <a:path w="914400" h="940187">
                  <a:moveTo>
                    <a:pt x="914400" y="914400"/>
                  </a:moveTo>
                  <a:lnTo>
                    <a:pt x="909052" y="927103"/>
                  </a:lnTo>
                  <a:lnTo>
                    <a:pt x="886668" y="905966"/>
                  </a:lnTo>
                  <a:lnTo>
                    <a:pt x="864188" y="906256"/>
                  </a:lnTo>
                  <a:lnTo>
                    <a:pt x="850750" y="938812"/>
                  </a:lnTo>
                  <a:lnTo>
                    <a:pt x="840754" y="940187"/>
                  </a:lnTo>
                  <a:lnTo>
                    <a:pt x="806042" y="910617"/>
                  </a:lnTo>
                  <a:lnTo>
                    <a:pt x="800480" y="896194"/>
                  </a:lnTo>
                  <a:lnTo>
                    <a:pt x="799333" y="884196"/>
                  </a:lnTo>
                  <a:lnTo>
                    <a:pt x="804292" y="842664"/>
                  </a:lnTo>
                  <a:lnTo>
                    <a:pt x="803378" y="829598"/>
                  </a:lnTo>
                  <a:lnTo>
                    <a:pt x="814287" y="815320"/>
                  </a:lnTo>
                  <a:lnTo>
                    <a:pt x="815979" y="794689"/>
                  </a:lnTo>
                  <a:lnTo>
                    <a:pt x="835270" y="772937"/>
                  </a:lnTo>
                  <a:lnTo>
                    <a:pt x="852384" y="772123"/>
                  </a:lnTo>
                  <a:lnTo>
                    <a:pt x="857829" y="790545"/>
                  </a:lnTo>
                  <a:lnTo>
                    <a:pt x="866016" y="803231"/>
                  </a:lnTo>
                  <a:lnTo>
                    <a:pt x="894855" y="817455"/>
                  </a:lnTo>
                  <a:lnTo>
                    <a:pt x="899153" y="823916"/>
                  </a:lnTo>
                  <a:lnTo>
                    <a:pt x="901759" y="832855"/>
                  </a:lnTo>
                  <a:lnTo>
                    <a:pt x="888341" y="850373"/>
                  </a:lnTo>
                  <a:lnTo>
                    <a:pt x="883790" y="859349"/>
                  </a:lnTo>
                  <a:lnTo>
                    <a:pt x="888049" y="873736"/>
                  </a:lnTo>
                  <a:lnTo>
                    <a:pt x="909421" y="889462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h34"/>
            <p:cNvSpPr/>
            <p:nvPr/>
          </p:nvSpPr>
          <p:spPr>
            <a:xfrm>
              <a:off x="2368491" y="3112696"/>
              <a:ext cx="961640" cy="927845"/>
            </a:xfrm>
            <a:custGeom>
              <a:avLst/>
              <a:pathLst>
                <a:path w="961640" h="927845">
                  <a:moveTo>
                    <a:pt x="914399" y="914400"/>
                  </a:moveTo>
                  <a:lnTo>
                    <a:pt x="905376" y="905767"/>
                  </a:lnTo>
                  <a:lnTo>
                    <a:pt x="904034" y="893443"/>
                  </a:lnTo>
                  <a:lnTo>
                    <a:pt x="905493" y="880685"/>
                  </a:lnTo>
                  <a:lnTo>
                    <a:pt x="947537" y="915033"/>
                  </a:lnTo>
                  <a:lnTo>
                    <a:pt x="961640" y="927845"/>
                  </a:lnTo>
                  <a:lnTo>
                    <a:pt x="923368" y="927845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h35"/>
            <p:cNvSpPr/>
            <p:nvPr/>
          </p:nvSpPr>
          <p:spPr>
            <a:xfrm>
              <a:off x="1822230" y="2971957"/>
              <a:ext cx="944970" cy="914400"/>
            </a:xfrm>
            <a:custGeom>
              <a:avLst/>
              <a:pathLst>
                <a:path w="944970" h="914400">
                  <a:moveTo>
                    <a:pt x="914400" y="914400"/>
                  </a:moveTo>
                  <a:lnTo>
                    <a:pt x="902731" y="899578"/>
                  </a:lnTo>
                  <a:lnTo>
                    <a:pt x="890986" y="895814"/>
                  </a:lnTo>
                  <a:lnTo>
                    <a:pt x="897306" y="877536"/>
                  </a:lnTo>
                  <a:lnTo>
                    <a:pt x="905571" y="870895"/>
                  </a:lnTo>
                  <a:lnTo>
                    <a:pt x="935169" y="882803"/>
                  </a:lnTo>
                  <a:lnTo>
                    <a:pt x="944464" y="906111"/>
                  </a:lnTo>
                  <a:lnTo>
                    <a:pt x="944970" y="913676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h36"/>
            <p:cNvSpPr/>
            <p:nvPr/>
          </p:nvSpPr>
          <p:spPr>
            <a:xfrm>
              <a:off x="3588700" y="772293"/>
              <a:ext cx="914400" cy="1014221"/>
            </a:xfrm>
            <a:custGeom>
              <a:avLst/>
              <a:pathLst>
                <a:path w="914400" h="1014221">
                  <a:moveTo>
                    <a:pt x="914400" y="914399"/>
                  </a:moveTo>
                  <a:lnTo>
                    <a:pt x="914400" y="1010477"/>
                  </a:lnTo>
                  <a:lnTo>
                    <a:pt x="874534" y="1014221"/>
                  </a:lnTo>
                  <a:lnTo>
                    <a:pt x="863818" y="1007832"/>
                  </a:lnTo>
                  <a:lnTo>
                    <a:pt x="849136" y="958157"/>
                  </a:lnTo>
                  <a:lnTo>
                    <a:pt x="852053" y="945326"/>
                  </a:lnTo>
                  <a:lnTo>
                    <a:pt x="861932" y="939861"/>
                  </a:lnTo>
                  <a:lnTo>
                    <a:pt x="870391" y="938685"/>
                  </a:lnTo>
                  <a:lnTo>
                    <a:pt x="871636" y="965432"/>
                  </a:lnTo>
                  <a:lnTo>
                    <a:pt x="884062" y="962771"/>
                  </a:lnTo>
                  <a:lnTo>
                    <a:pt x="887952" y="945145"/>
                  </a:lnTo>
                  <a:lnTo>
                    <a:pt x="888827" y="932731"/>
                  </a:lnTo>
                  <a:lnTo>
                    <a:pt x="885463" y="926469"/>
                  </a:lnTo>
                  <a:lnTo>
                    <a:pt x="877023" y="921619"/>
                  </a:lnTo>
                  <a:lnTo>
                    <a:pt x="872142" y="913295"/>
                  </a:lnTo>
                  <a:lnTo>
                    <a:pt x="879162" y="899903"/>
                  </a:lnTo>
                  <a:lnTo>
                    <a:pt x="892152" y="894112"/>
                  </a:lnTo>
                  <a:lnTo>
                    <a:pt x="903354" y="912010"/>
                  </a:lnTo>
                  <a:lnTo>
                    <a:pt x="912319" y="914362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h37"/>
            <p:cNvSpPr/>
            <p:nvPr/>
          </p:nvSpPr>
          <p:spPr>
            <a:xfrm>
              <a:off x="3522483" y="841349"/>
              <a:ext cx="914400" cy="925402"/>
            </a:xfrm>
            <a:custGeom>
              <a:avLst/>
              <a:pathLst>
                <a:path w="914400" h="925402">
                  <a:moveTo>
                    <a:pt x="914400" y="914400"/>
                  </a:moveTo>
                  <a:lnTo>
                    <a:pt x="906776" y="912318"/>
                  </a:lnTo>
                  <a:lnTo>
                    <a:pt x="900923" y="915160"/>
                  </a:lnTo>
                  <a:lnTo>
                    <a:pt x="896956" y="925402"/>
                  </a:lnTo>
                  <a:lnTo>
                    <a:pt x="888321" y="921729"/>
                  </a:lnTo>
                  <a:lnTo>
                    <a:pt x="884840" y="907052"/>
                  </a:lnTo>
                  <a:lnTo>
                    <a:pt x="891277" y="885083"/>
                  </a:lnTo>
                  <a:lnTo>
                    <a:pt x="906699" y="884250"/>
                  </a:lnTo>
                  <a:lnTo>
                    <a:pt x="913369" y="906093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h38"/>
            <p:cNvSpPr/>
            <p:nvPr/>
          </p:nvSpPr>
          <p:spPr>
            <a:xfrm>
              <a:off x="2109362" y="2501657"/>
              <a:ext cx="921809" cy="1252538"/>
            </a:xfrm>
            <a:custGeom>
              <a:avLst/>
              <a:pathLst>
                <a:path w="921809" h="1252538">
                  <a:moveTo>
                    <a:pt x="914400" y="914400"/>
                  </a:moveTo>
                  <a:lnTo>
                    <a:pt x="909227" y="925203"/>
                  </a:lnTo>
                  <a:lnTo>
                    <a:pt x="901623" y="932315"/>
                  </a:lnTo>
                  <a:lnTo>
                    <a:pt x="881729" y="939862"/>
                  </a:lnTo>
                  <a:lnTo>
                    <a:pt x="864499" y="950394"/>
                  </a:lnTo>
                  <a:lnTo>
                    <a:pt x="849136" y="968907"/>
                  </a:lnTo>
                  <a:lnTo>
                    <a:pt x="843477" y="995365"/>
                  </a:lnTo>
                  <a:lnTo>
                    <a:pt x="855495" y="1014728"/>
                  </a:lnTo>
                  <a:lnTo>
                    <a:pt x="877353" y="1025333"/>
                  </a:lnTo>
                  <a:lnTo>
                    <a:pt x="882915" y="1062196"/>
                  </a:lnTo>
                  <a:lnTo>
                    <a:pt x="864869" y="1080383"/>
                  </a:lnTo>
                  <a:lnTo>
                    <a:pt x="818566" y="1098534"/>
                  </a:lnTo>
                  <a:lnTo>
                    <a:pt x="813704" y="1142347"/>
                  </a:lnTo>
                  <a:lnTo>
                    <a:pt x="815201" y="1176875"/>
                  </a:lnTo>
                  <a:lnTo>
                    <a:pt x="814365" y="1201976"/>
                  </a:lnTo>
                  <a:lnTo>
                    <a:pt x="810690" y="1236703"/>
                  </a:lnTo>
                  <a:lnTo>
                    <a:pt x="773235" y="1252538"/>
                  </a:lnTo>
                  <a:lnTo>
                    <a:pt x="749063" y="1199641"/>
                  </a:lnTo>
                  <a:lnTo>
                    <a:pt x="748849" y="1178468"/>
                  </a:lnTo>
                  <a:lnTo>
                    <a:pt x="741634" y="1153748"/>
                  </a:lnTo>
                  <a:lnTo>
                    <a:pt x="740273" y="1132683"/>
                  </a:lnTo>
                  <a:lnTo>
                    <a:pt x="731716" y="1098987"/>
                  </a:lnTo>
                  <a:lnTo>
                    <a:pt x="696284" y="1089866"/>
                  </a:lnTo>
                  <a:lnTo>
                    <a:pt x="682535" y="1088672"/>
                  </a:lnTo>
                  <a:lnTo>
                    <a:pt x="663302" y="1094933"/>
                  </a:lnTo>
                  <a:lnTo>
                    <a:pt x="658538" y="1092490"/>
                  </a:lnTo>
                  <a:lnTo>
                    <a:pt x="635513" y="1046470"/>
                  </a:lnTo>
                  <a:lnTo>
                    <a:pt x="639305" y="995690"/>
                  </a:lnTo>
                  <a:lnTo>
                    <a:pt x="627015" y="970065"/>
                  </a:lnTo>
                  <a:lnTo>
                    <a:pt x="625323" y="958465"/>
                  </a:lnTo>
                  <a:lnTo>
                    <a:pt x="625615" y="945616"/>
                  </a:lnTo>
                  <a:lnTo>
                    <a:pt x="615522" y="935030"/>
                  </a:lnTo>
                  <a:lnTo>
                    <a:pt x="603270" y="929420"/>
                  </a:lnTo>
                  <a:lnTo>
                    <a:pt x="597319" y="900845"/>
                  </a:lnTo>
                  <a:lnTo>
                    <a:pt x="611399" y="893914"/>
                  </a:lnTo>
                  <a:lnTo>
                    <a:pt x="646209" y="897262"/>
                  </a:lnTo>
                  <a:lnTo>
                    <a:pt x="656379" y="895307"/>
                  </a:lnTo>
                  <a:lnTo>
                    <a:pt x="665694" y="889354"/>
                  </a:lnTo>
                  <a:lnTo>
                    <a:pt x="693853" y="842374"/>
                  </a:lnTo>
                  <a:lnTo>
                    <a:pt x="693037" y="832023"/>
                  </a:lnTo>
                  <a:lnTo>
                    <a:pt x="696051" y="818595"/>
                  </a:lnTo>
                  <a:lnTo>
                    <a:pt x="726524" y="813618"/>
                  </a:lnTo>
                  <a:lnTo>
                    <a:pt x="740098" y="831770"/>
                  </a:lnTo>
                  <a:lnTo>
                    <a:pt x="737375" y="860833"/>
                  </a:lnTo>
                  <a:lnTo>
                    <a:pt x="739106" y="898076"/>
                  </a:lnTo>
                  <a:lnTo>
                    <a:pt x="757561" y="908210"/>
                  </a:lnTo>
                  <a:lnTo>
                    <a:pt x="764756" y="909694"/>
                  </a:lnTo>
                  <a:lnTo>
                    <a:pt x="772438" y="882187"/>
                  </a:lnTo>
                  <a:lnTo>
                    <a:pt x="777825" y="868814"/>
                  </a:lnTo>
                  <a:lnTo>
                    <a:pt x="785137" y="861358"/>
                  </a:lnTo>
                  <a:lnTo>
                    <a:pt x="787626" y="836221"/>
                  </a:lnTo>
                  <a:lnTo>
                    <a:pt x="783289" y="820875"/>
                  </a:lnTo>
                  <a:lnTo>
                    <a:pt x="774052" y="809438"/>
                  </a:lnTo>
                  <a:lnTo>
                    <a:pt x="808551" y="778312"/>
                  </a:lnTo>
                  <a:lnTo>
                    <a:pt x="844255" y="753664"/>
                  </a:lnTo>
                  <a:lnTo>
                    <a:pt x="865024" y="752379"/>
                  </a:lnTo>
                  <a:lnTo>
                    <a:pt x="885929" y="758405"/>
                  </a:lnTo>
                  <a:lnTo>
                    <a:pt x="905357" y="766730"/>
                  </a:lnTo>
                  <a:lnTo>
                    <a:pt x="915897" y="773896"/>
                  </a:lnTo>
                  <a:lnTo>
                    <a:pt x="921809" y="785406"/>
                  </a:lnTo>
                  <a:lnTo>
                    <a:pt x="908779" y="812840"/>
                  </a:lnTo>
                  <a:lnTo>
                    <a:pt x="905162" y="827861"/>
                  </a:lnTo>
                  <a:lnTo>
                    <a:pt x="913913" y="877301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h39"/>
            <p:cNvSpPr/>
            <p:nvPr/>
          </p:nvSpPr>
          <p:spPr>
            <a:xfrm>
              <a:off x="1648940" y="1785585"/>
              <a:ext cx="1047241" cy="1567893"/>
            </a:xfrm>
            <a:custGeom>
              <a:avLst/>
              <a:pathLst>
                <a:path w="1047241" h="1567893">
                  <a:moveTo>
                    <a:pt x="914400" y="914400"/>
                  </a:moveTo>
                  <a:lnTo>
                    <a:pt x="969006" y="870533"/>
                  </a:lnTo>
                  <a:lnTo>
                    <a:pt x="984272" y="869972"/>
                  </a:lnTo>
                  <a:lnTo>
                    <a:pt x="958583" y="902673"/>
                  </a:lnTo>
                  <a:lnTo>
                    <a:pt x="954460" y="915322"/>
                  </a:lnTo>
                  <a:lnTo>
                    <a:pt x="951348" y="934722"/>
                  </a:lnTo>
                  <a:lnTo>
                    <a:pt x="969765" y="976852"/>
                  </a:lnTo>
                  <a:lnTo>
                    <a:pt x="965875" y="1002495"/>
                  </a:lnTo>
                  <a:lnTo>
                    <a:pt x="967178" y="1052949"/>
                  </a:lnTo>
                  <a:lnTo>
                    <a:pt x="949812" y="1079243"/>
                  </a:lnTo>
                  <a:lnTo>
                    <a:pt x="930210" y="1135180"/>
                  </a:lnTo>
                  <a:lnTo>
                    <a:pt x="921770" y="1143414"/>
                  </a:lnTo>
                  <a:lnTo>
                    <a:pt x="919961" y="1208708"/>
                  </a:lnTo>
                  <a:lnTo>
                    <a:pt x="921887" y="1224289"/>
                  </a:lnTo>
                  <a:lnTo>
                    <a:pt x="919106" y="1283737"/>
                  </a:lnTo>
                  <a:lnTo>
                    <a:pt x="939194" y="1308077"/>
                  </a:lnTo>
                  <a:lnTo>
                    <a:pt x="960430" y="1320799"/>
                  </a:lnTo>
                  <a:lnTo>
                    <a:pt x="1031255" y="1320347"/>
                  </a:lnTo>
                  <a:lnTo>
                    <a:pt x="1038606" y="1331042"/>
                  </a:lnTo>
                  <a:lnTo>
                    <a:pt x="1047241" y="1349428"/>
                  </a:lnTo>
                  <a:lnTo>
                    <a:pt x="1040920" y="1380645"/>
                  </a:lnTo>
                  <a:lnTo>
                    <a:pt x="1033356" y="1404189"/>
                  </a:lnTo>
                  <a:lnTo>
                    <a:pt x="1012839" y="1424023"/>
                  </a:lnTo>
                  <a:lnTo>
                    <a:pt x="986508" y="1438808"/>
                  </a:lnTo>
                  <a:lnTo>
                    <a:pt x="970134" y="1439460"/>
                  </a:lnTo>
                  <a:lnTo>
                    <a:pt x="947829" y="1411356"/>
                  </a:lnTo>
                  <a:lnTo>
                    <a:pt x="937230" y="1420476"/>
                  </a:lnTo>
                  <a:lnTo>
                    <a:pt x="926281" y="1434809"/>
                  </a:lnTo>
                  <a:lnTo>
                    <a:pt x="907943" y="1511720"/>
                  </a:lnTo>
                  <a:lnTo>
                    <a:pt x="899250" y="1563676"/>
                  </a:lnTo>
                  <a:lnTo>
                    <a:pt x="894544" y="1567893"/>
                  </a:lnTo>
                  <a:lnTo>
                    <a:pt x="884179" y="1560238"/>
                  </a:lnTo>
                  <a:lnTo>
                    <a:pt x="866269" y="1559641"/>
                  </a:lnTo>
                  <a:lnTo>
                    <a:pt x="862807" y="1561525"/>
                  </a:lnTo>
                  <a:lnTo>
                    <a:pt x="862807" y="926074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h40"/>
            <p:cNvSpPr/>
            <p:nvPr/>
          </p:nvSpPr>
          <p:spPr>
            <a:xfrm>
              <a:off x="1602053" y="2473318"/>
              <a:ext cx="914400" cy="923610"/>
            </a:xfrm>
            <a:custGeom>
              <a:avLst/>
              <a:pathLst>
                <a:path w="914400" h="923610">
                  <a:moveTo>
                    <a:pt x="914400" y="914399"/>
                  </a:moveTo>
                  <a:lnTo>
                    <a:pt x="909693" y="923610"/>
                  </a:lnTo>
                  <a:lnTo>
                    <a:pt x="909693" y="907057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h41"/>
            <p:cNvSpPr/>
            <p:nvPr/>
          </p:nvSpPr>
          <p:spPr>
            <a:xfrm>
              <a:off x="1734117" y="2548854"/>
              <a:ext cx="940769" cy="1102986"/>
            </a:xfrm>
            <a:custGeom>
              <a:avLst/>
              <a:pathLst>
                <a:path w="940769" h="1102986">
                  <a:moveTo>
                    <a:pt x="914400" y="914400"/>
                  </a:moveTo>
                  <a:lnTo>
                    <a:pt x="924609" y="955642"/>
                  </a:lnTo>
                  <a:lnTo>
                    <a:pt x="940769" y="1001771"/>
                  </a:lnTo>
                  <a:lnTo>
                    <a:pt x="934021" y="1021080"/>
                  </a:lnTo>
                  <a:lnTo>
                    <a:pt x="938611" y="1045818"/>
                  </a:lnTo>
                  <a:lnTo>
                    <a:pt x="934002" y="1071624"/>
                  </a:lnTo>
                  <a:lnTo>
                    <a:pt x="901856" y="1101629"/>
                  </a:lnTo>
                  <a:lnTo>
                    <a:pt x="865802" y="1102986"/>
                  </a:lnTo>
                  <a:lnTo>
                    <a:pt x="828328" y="1088491"/>
                  </a:lnTo>
                  <a:lnTo>
                    <a:pt x="777630" y="1061764"/>
                  </a:lnTo>
                  <a:lnTo>
                    <a:pt x="777630" y="922117"/>
                  </a:lnTo>
                  <a:lnTo>
                    <a:pt x="834609" y="894674"/>
                  </a:lnTo>
                  <a:lnTo>
                    <a:pt x="848047" y="899072"/>
                  </a:lnTo>
                  <a:lnTo>
                    <a:pt x="862068" y="913386"/>
                  </a:lnTo>
                  <a:lnTo>
                    <a:pt x="878209" y="914237"/>
                  </a:lnTo>
                  <a:lnTo>
                    <a:pt x="901642" y="893932"/>
                  </a:lnTo>
                  <a:lnTo>
                    <a:pt x="906096" y="895054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h42"/>
            <p:cNvSpPr/>
            <p:nvPr/>
          </p:nvSpPr>
          <p:spPr>
            <a:xfrm>
              <a:off x="1903693" y="2818677"/>
              <a:ext cx="959711" cy="988795"/>
            </a:xfrm>
            <a:custGeom>
              <a:avLst/>
              <a:pathLst>
                <a:path w="959711" h="988795">
                  <a:moveTo>
                    <a:pt x="914400" y="914400"/>
                  </a:moveTo>
                  <a:lnTo>
                    <a:pt x="938241" y="913078"/>
                  </a:lnTo>
                  <a:lnTo>
                    <a:pt x="954460" y="922615"/>
                  </a:lnTo>
                  <a:lnTo>
                    <a:pt x="958330" y="937346"/>
                  </a:lnTo>
                  <a:lnTo>
                    <a:pt x="959711" y="970047"/>
                  </a:lnTo>
                  <a:lnTo>
                    <a:pt x="942675" y="979584"/>
                  </a:lnTo>
                  <a:lnTo>
                    <a:pt x="923870" y="976345"/>
                  </a:lnTo>
                  <a:lnTo>
                    <a:pt x="898278" y="988795"/>
                  </a:lnTo>
                  <a:lnTo>
                    <a:pt x="814268" y="935337"/>
                  </a:lnTo>
                  <a:lnTo>
                    <a:pt x="815493" y="890765"/>
                  </a:lnTo>
                  <a:lnTo>
                    <a:pt x="818857" y="873265"/>
                  </a:lnTo>
                  <a:lnTo>
                    <a:pt x="858665" y="869103"/>
                  </a:lnTo>
                  <a:lnTo>
                    <a:pt x="879162" y="891398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h43"/>
            <p:cNvSpPr/>
            <p:nvPr/>
          </p:nvSpPr>
          <p:spPr>
            <a:xfrm>
              <a:off x="1734700" y="2850003"/>
              <a:ext cx="966439" cy="914400"/>
            </a:xfrm>
            <a:custGeom>
              <a:avLst/>
              <a:pathLst>
                <a:path w="966439" h="914400">
                  <a:moveTo>
                    <a:pt x="914400" y="914400"/>
                  </a:moveTo>
                  <a:lnTo>
                    <a:pt x="902401" y="884377"/>
                  </a:lnTo>
                  <a:lnTo>
                    <a:pt x="900845" y="874985"/>
                  </a:lnTo>
                  <a:lnTo>
                    <a:pt x="914944" y="855766"/>
                  </a:lnTo>
                  <a:lnTo>
                    <a:pt x="924065" y="833995"/>
                  </a:lnTo>
                  <a:lnTo>
                    <a:pt x="947654" y="800571"/>
                  </a:lnTo>
                  <a:lnTo>
                    <a:pt x="961247" y="761409"/>
                  </a:lnTo>
                  <a:lnTo>
                    <a:pt x="966439" y="762025"/>
                  </a:lnTo>
                  <a:lnTo>
                    <a:pt x="960411" y="796897"/>
                  </a:lnTo>
                  <a:lnTo>
                    <a:pt x="929432" y="894167"/>
                  </a:lnTo>
                  <a:lnTo>
                    <a:pt x="923228" y="912300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h44"/>
            <p:cNvSpPr/>
            <p:nvPr/>
          </p:nvSpPr>
          <p:spPr>
            <a:xfrm>
              <a:off x="2097383" y="2773725"/>
              <a:ext cx="922003" cy="936043"/>
            </a:xfrm>
            <a:custGeom>
              <a:avLst/>
              <a:pathLst>
                <a:path w="922003" h="936043">
                  <a:moveTo>
                    <a:pt x="914400" y="914400"/>
                  </a:moveTo>
                  <a:lnTo>
                    <a:pt x="883829" y="910346"/>
                  </a:lnTo>
                  <a:lnTo>
                    <a:pt x="849369" y="936043"/>
                  </a:lnTo>
                  <a:lnTo>
                    <a:pt x="836301" y="927918"/>
                  </a:lnTo>
                  <a:lnTo>
                    <a:pt x="841241" y="911504"/>
                  </a:lnTo>
                  <a:lnTo>
                    <a:pt x="844838" y="905532"/>
                  </a:lnTo>
                  <a:lnTo>
                    <a:pt x="856429" y="898565"/>
                  </a:lnTo>
                  <a:lnTo>
                    <a:pt x="864168" y="888376"/>
                  </a:lnTo>
                  <a:lnTo>
                    <a:pt x="867202" y="872433"/>
                  </a:lnTo>
                  <a:lnTo>
                    <a:pt x="874378" y="881029"/>
                  </a:lnTo>
                  <a:lnTo>
                    <a:pt x="895711" y="884630"/>
                  </a:lnTo>
                  <a:lnTo>
                    <a:pt x="906135" y="889715"/>
                  </a:lnTo>
                  <a:lnTo>
                    <a:pt x="914847" y="897189"/>
                  </a:lnTo>
                  <a:lnTo>
                    <a:pt x="922003" y="908880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h45"/>
            <p:cNvSpPr/>
            <p:nvPr/>
          </p:nvSpPr>
          <p:spPr>
            <a:xfrm>
              <a:off x="2109440" y="2550193"/>
              <a:ext cx="933146" cy="914400"/>
            </a:xfrm>
            <a:custGeom>
              <a:avLst/>
              <a:pathLst>
                <a:path w="933146" h="914400">
                  <a:moveTo>
                    <a:pt x="914400" y="914400"/>
                  </a:moveTo>
                  <a:lnTo>
                    <a:pt x="910277" y="913567"/>
                  </a:lnTo>
                  <a:lnTo>
                    <a:pt x="904190" y="891941"/>
                  </a:lnTo>
                  <a:lnTo>
                    <a:pt x="914069" y="878785"/>
                  </a:lnTo>
                  <a:lnTo>
                    <a:pt x="919903" y="867619"/>
                  </a:lnTo>
                  <a:lnTo>
                    <a:pt x="924045" y="867945"/>
                  </a:lnTo>
                  <a:lnTo>
                    <a:pt x="929704" y="880016"/>
                  </a:lnTo>
                  <a:lnTo>
                    <a:pt x="933146" y="898637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h46"/>
            <p:cNvSpPr/>
            <p:nvPr/>
          </p:nvSpPr>
          <p:spPr>
            <a:xfrm>
              <a:off x="1680444" y="2815872"/>
              <a:ext cx="931843" cy="914400"/>
            </a:xfrm>
            <a:custGeom>
              <a:avLst/>
              <a:pathLst>
                <a:path w="931843" h="914400">
                  <a:moveTo>
                    <a:pt x="914400" y="914400"/>
                  </a:moveTo>
                  <a:lnTo>
                    <a:pt x="899114" y="906328"/>
                  </a:lnTo>
                  <a:lnTo>
                    <a:pt x="874242" y="875926"/>
                  </a:lnTo>
                  <a:lnTo>
                    <a:pt x="871111" y="867855"/>
                  </a:lnTo>
                  <a:lnTo>
                    <a:pt x="884179" y="873012"/>
                  </a:lnTo>
                  <a:lnTo>
                    <a:pt x="900398" y="888901"/>
                  </a:lnTo>
                  <a:lnTo>
                    <a:pt x="913680" y="892285"/>
                  </a:lnTo>
                  <a:lnTo>
                    <a:pt x="931843" y="905731"/>
                  </a:lnTo>
                  <a:lnTo>
                    <a:pt x="927759" y="910545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h47"/>
            <p:cNvSpPr/>
            <p:nvPr/>
          </p:nvSpPr>
          <p:spPr>
            <a:xfrm>
              <a:off x="1597347" y="2800664"/>
              <a:ext cx="926593" cy="914399"/>
            </a:xfrm>
            <a:custGeom>
              <a:avLst/>
              <a:pathLst>
                <a:path w="926593" h="914399">
                  <a:moveTo>
                    <a:pt x="914399" y="914399"/>
                  </a:moveTo>
                  <a:lnTo>
                    <a:pt x="914399" y="874847"/>
                  </a:lnTo>
                  <a:lnTo>
                    <a:pt x="925893" y="903385"/>
                  </a:lnTo>
                  <a:lnTo>
                    <a:pt x="926593" y="911366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h48"/>
            <p:cNvSpPr/>
            <p:nvPr/>
          </p:nvSpPr>
          <p:spPr>
            <a:xfrm>
              <a:off x="1714903" y="2471961"/>
              <a:ext cx="928615" cy="914400"/>
            </a:xfrm>
            <a:custGeom>
              <a:avLst/>
              <a:pathLst>
                <a:path w="928615" h="914400">
                  <a:moveTo>
                    <a:pt x="914400" y="914400"/>
                  </a:moveTo>
                  <a:lnTo>
                    <a:pt x="901779" y="907468"/>
                  </a:lnTo>
                  <a:lnTo>
                    <a:pt x="900456" y="883490"/>
                  </a:lnTo>
                  <a:lnTo>
                    <a:pt x="905240" y="861955"/>
                  </a:lnTo>
                  <a:lnTo>
                    <a:pt x="899620" y="842700"/>
                  </a:lnTo>
                  <a:lnTo>
                    <a:pt x="905804" y="830322"/>
                  </a:lnTo>
                  <a:lnTo>
                    <a:pt x="923559" y="859150"/>
                  </a:lnTo>
                  <a:lnTo>
                    <a:pt x="928615" y="872704"/>
                  </a:lnTo>
                  <a:lnTo>
                    <a:pt x="921770" y="888901"/>
                  </a:lnTo>
                  <a:lnTo>
                    <a:pt x="917783" y="907740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h49"/>
            <p:cNvSpPr/>
            <p:nvPr/>
          </p:nvSpPr>
          <p:spPr>
            <a:xfrm>
              <a:off x="1798758" y="1929364"/>
              <a:ext cx="946876" cy="914400"/>
            </a:xfrm>
            <a:custGeom>
              <a:avLst/>
              <a:pathLst>
                <a:path w="946876" h="914400">
                  <a:moveTo>
                    <a:pt x="914400" y="914400"/>
                  </a:moveTo>
                  <a:lnTo>
                    <a:pt x="886999" y="902112"/>
                  </a:lnTo>
                  <a:lnTo>
                    <a:pt x="899095" y="884938"/>
                  </a:lnTo>
                  <a:lnTo>
                    <a:pt x="929199" y="877030"/>
                  </a:lnTo>
                  <a:lnTo>
                    <a:pt x="946876" y="879636"/>
                  </a:lnTo>
                  <a:lnTo>
                    <a:pt x="927429" y="896683"/>
                  </a:lnTo>
                  <a:lnTo>
                    <a:pt x="922509" y="905713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h50"/>
            <p:cNvSpPr/>
            <p:nvPr/>
          </p:nvSpPr>
          <p:spPr>
            <a:xfrm>
              <a:off x="2603136" y="2753691"/>
              <a:ext cx="931590" cy="914400"/>
            </a:xfrm>
            <a:custGeom>
              <a:avLst/>
              <a:pathLst>
                <a:path w="931590" h="914400">
                  <a:moveTo>
                    <a:pt x="914400" y="914400"/>
                  </a:moveTo>
                  <a:lnTo>
                    <a:pt x="881496" y="904012"/>
                  </a:lnTo>
                  <a:lnTo>
                    <a:pt x="841396" y="878333"/>
                  </a:lnTo>
                  <a:lnTo>
                    <a:pt x="847269" y="828005"/>
                  </a:lnTo>
                  <a:lnTo>
                    <a:pt x="857557" y="806253"/>
                  </a:lnTo>
                  <a:lnTo>
                    <a:pt x="930696" y="862661"/>
                  </a:lnTo>
                  <a:lnTo>
                    <a:pt x="931590" y="883925"/>
                  </a:lnTo>
                  <a:lnTo>
                    <a:pt x="921750" y="908120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t51"/>
            <p:cNvSpPr/>
            <p:nvPr/>
          </p:nvSpPr>
          <p:spPr>
            <a:xfrm>
              <a:off x="3030913" y="3331293"/>
              <a:ext cx="117405" cy="117405"/>
            </a:xfrm>
            <a:prstGeom prst="ellipse">
              <a:avLst/>
            </a:prstGeom>
            <a:solidFill>
              <a:srgbClr val="E8646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t52"/>
            <p:cNvSpPr/>
            <p:nvPr/>
          </p:nvSpPr>
          <p:spPr>
            <a:xfrm>
              <a:off x="4260930" y="1819316"/>
              <a:ext cx="117405" cy="117405"/>
            </a:xfrm>
            <a:prstGeom prst="ellipse">
              <a:avLst/>
            </a:prstGeom>
            <a:solidFill>
              <a:srgbClr val="7F7F7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t53"/>
            <p:cNvSpPr/>
            <p:nvPr/>
          </p:nvSpPr>
          <p:spPr>
            <a:xfrm>
              <a:off x="2961120" y="3167619"/>
              <a:ext cx="117405" cy="117405"/>
            </a:xfrm>
            <a:prstGeom prst="ellipse">
              <a:avLst/>
            </a:prstGeom>
            <a:solidFill>
              <a:srgbClr val="FFA975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t54"/>
            <p:cNvSpPr/>
            <p:nvPr/>
          </p:nvSpPr>
          <p:spPr>
            <a:xfrm>
              <a:off x="3793349" y="2612334"/>
              <a:ext cx="117405" cy="117405"/>
            </a:xfrm>
            <a:prstGeom prst="ellipse">
              <a:avLst/>
            </a:prstGeom>
            <a:solidFill>
              <a:srgbClr val="7F7F7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t55"/>
            <p:cNvSpPr/>
            <p:nvPr/>
          </p:nvSpPr>
          <p:spPr>
            <a:xfrm>
              <a:off x="3717933" y="2998048"/>
              <a:ext cx="117405" cy="117405"/>
            </a:xfrm>
            <a:prstGeom prst="ellipse">
              <a:avLst/>
            </a:prstGeom>
            <a:solidFill>
              <a:srgbClr val="ED716B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t56"/>
            <p:cNvSpPr/>
            <p:nvPr/>
          </p:nvSpPr>
          <p:spPr>
            <a:xfrm>
              <a:off x="3047038" y="3464461"/>
              <a:ext cx="117405" cy="117405"/>
            </a:xfrm>
            <a:prstGeom prst="ellipse">
              <a:avLst/>
            </a:prstGeom>
            <a:solidFill>
              <a:srgbClr val="7F7F7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t57"/>
            <p:cNvSpPr/>
            <p:nvPr/>
          </p:nvSpPr>
          <p:spPr>
            <a:xfrm>
              <a:off x="2675209" y="2174205"/>
              <a:ext cx="117405" cy="117405"/>
            </a:xfrm>
            <a:prstGeom prst="ellipse">
              <a:avLst/>
            </a:prstGeom>
            <a:solidFill>
              <a:srgbClr val="E3566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t58"/>
            <p:cNvSpPr/>
            <p:nvPr/>
          </p:nvSpPr>
          <p:spPr>
            <a:xfrm>
              <a:off x="2765350" y="2479882"/>
              <a:ext cx="117405" cy="117405"/>
            </a:xfrm>
            <a:prstGeom prst="ellipse">
              <a:avLst/>
            </a:prstGeom>
            <a:solidFill>
              <a:srgbClr val="FE9F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3796597" y="2571193"/>
              <a:ext cx="48875" cy="87997"/>
            </a:xfrm>
            <a:custGeom>
              <a:avLst/>
              <a:pathLst>
                <a:path w="48875" h="87997">
                  <a:moveTo>
                    <a:pt x="0" y="0"/>
                  </a:moveTo>
                  <a:lnTo>
                    <a:pt x="48875" y="87997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2832486" y="2549191"/>
              <a:ext cx="59817" cy="75232"/>
            </a:xfrm>
            <a:custGeom>
              <a:avLst/>
              <a:pathLst>
                <a:path w="59817" h="75232">
                  <a:moveTo>
                    <a:pt x="59817" y="75232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g61"/>
            <p:cNvSpPr/>
            <p:nvPr/>
          </p:nvSpPr>
          <p:spPr>
            <a:xfrm>
              <a:off x="3145283" y="3258409"/>
              <a:ext cx="379476" cy="191749"/>
            </a:xfrm>
            <a:custGeom>
              <a:avLst/>
              <a:pathLst>
                <a:path w="379476" h="191749">
                  <a:moveTo>
                    <a:pt x="27431" y="191749"/>
                  </a:moveTo>
                  <a:lnTo>
                    <a:pt x="352043" y="191749"/>
                  </a:lnTo>
                  <a:lnTo>
                    <a:pt x="350939" y="191727"/>
                  </a:lnTo>
                  <a:lnTo>
                    <a:pt x="355350" y="191549"/>
                  </a:lnTo>
                  <a:lnTo>
                    <a:pt x="359676" y="190666"/>
                  </a:lnTo>
                  <a:lnTo>
                    <a:pt x="363803" y="189101"/>
                  </a:lnTo>
                  <a:lnTo>
                    <a:pt x="367627" y="186893"/>
                  </a:lnTo>
                  <a:lnTo>
                    <a:pt x="371046" y="184101"/>
                  </a:lnTo>
                  <a:lnTo>
                    <a:pt x="373974" y="180797"/>
                  </a:lnTo>
                  <a:lnTo>
                    <a:pt x="376333" y="177065"/>
                  </a:lnTo>
                  <a:lnTo>
                    <a:pt x="378064" y="173004"/>
                  </a:lnTo>
                  <a:lnTo>
                    <a:pt x="379120" y="168718"/>
                  </a:lnTo>
                  <a:lnTo>
                    <a:pt x="379476" y="164317"/>
                  </a:lnTo>
                  <a:lnTo>
                    <a:pt x="379476" y="27432"/>
                  </a:lnTo>
                  <a:lnTo>
                    <a:pt x="379120" y="23031"/>
                  </a:lnTo>
                  <a:lnTo>
                    <a:pt x="378064" y="18745"/>
                  </a:lnTo>
                  <a:lnTo>
                    <a:pt x="376333" y="14683"/>
                  </a:lnTo>
                  <a:lnTo>
                    <a:pt x="373974" y="10952"/>
                  </a:lnTo>
                  <a:lnTo>
                    <a:pt x="371046" y="7647"/>
                  </a:lnTo>
                  <a:lnTo>
                    <a:pt x="367627" y="4855"/>
                  </a:lnTo>
                  <a:lnTo>
                    <a:pt x="363803" y="2648"/>
                  </a:lnTo>
                  <a:lnTo>
                    <a:pt x="359676" y="1083"/>
                  </a:lnTo>
                  <a:lnTo>
                    <a:pt x="355350" y="200"/>
                  </a:lnTo>
                  <a:lnTo>
                    <a:pt x="352043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6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2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6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tx62"/>
            <p:cNvSpPr/>
            <p:nvPr/>
          </p:nvSpPr>
          <p:spPr>
            <a:xfrm>
              <a:off x="3191003" y="3304129"/>
              <a:ext cx="288036" cy="1003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3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BAR</a:t>
              </a:r>
            </a:p>
          </p:txBody>
        </p:sp>
        <p:sp>
          <p:nvSpPr>
            <p:cNvPr id="63" name="pg63"/>
            <p:cNvSpPr/>
            <p:nvPr/>
          </p:nvSpPr>
          <p:spPr>
            <a:xfrm>
              <a:off x="4193016" y="1626691"/>
              <a:ext cx="363931" cy="191749"/>
            </a:xfrm>
            <a:custGeom>
              <a:avLst/>
              <a:pathLst>
                <a:path w="363931" h="191749">
                  <a:moveTo>
                    <a:pt x="27432" y="191749"/>
                  </a:moveTo>
                  <a:lnTo>
                    <a:pt x="336499" y="191749"/>
                  </a:lnTo>
                  <a:lnTo>
                    <a:pt x="335394" y="191727"/>
                  </a:lnTo>
                  <a:lnTo>
                    <a:pt x="339805" y="191549"/>
                  </a:lnTo>
                  <a:lnTo>
                    <a:pt x="344131" y="190666"/>
                  </a:lnTo>
                  <a:lnTo>
                    <a:pt x="348259" y="189101"/>
                  </a:lnTo>
                  <a:lnTo>
                    <a:pt x="352082" y="186893"/>
                  </a:lnTo>
                  <a:lnTo>
                    <a:pt x="355502" y="184101"/>
                  </a:lnTo>
                  <a:lnTo>
                    <a:pt x="358429" y="180797"/>
                  </a:lnTo>
                  <a:lnTo>
                    <a:pt x="360789" y="177065"/>
                  </a:lnTo>
                  <a:lnTo>
                    <a:pt x="362519" y="173004"/>
                  </a:lnTo>
                  <a:lnTo>
                    <a:pt x="363575" y="168718"/>
                  </a:lnTo>
                  <a:lnTo>
                    <a:pt x="363931" y="164317"/>
                  </a:lnTo>
                  <a:lnTo>
                    <a:pt x="363931" y="27431"/>
                  </a:lnTo>
                  <a:lnTo>
                    <a:pt x="363575" y="23031"/>
                  </a:lnTo>
                  <a:lnTo>
                    <a:pt x="362519" y="18745"/>
                  </a:lnTo>
                  <a:lnTo>
                    <a:pt x="360789" y="14683"/>
                  </a:lnTo>
                  <a:lnTo>
                    <a:pt x="358429" y="10952"/>
                  </a:lnTo>
                  <a:lnTo>
                    <a:pt x="355502" y="7647"/>
                  </a:lnTo>
                  <a:lnTo>
                    <a:pt x="352082" y="4855"/>
                  </a:lnTo>
                  <a:lnTo>
                    <a:pt x="348259" y="2648"/>
                  </a:lnTo>
                  <a:lnTo>
                    <a:pt x="344131" y="1083"/>
                  </a:lnTo>
                  <a:lnTo>
                    <a:pt x="339805" y="200"/>
                  </a:lnTo>
                  <a:lnTo>
                    <a:pt x="336499" y="0"/>
                  </a:lnTo>
                  <a:lnTo>
                    <a:pt x="27432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6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1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6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tx64"/>
            <p:cNvSpPr/>
            <p:nvPr/>
          </p:nvSpPr>
          <p:spPr>
            <a:xfrm>
              <a:off x="4238736" y="1672411"/>
              <a:ext cx="272491" cy="1003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3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BJO</a:t>
              </a:r>
            </a:p>
          </p:txBody>
        </p:sp>
        <p:sp>
          <p:nvSpPr>
            <p:cNvPr id="65" name="pg65"/>
            <p:cNvSpPr/>
            <p:nvPr/>
          </p:nvSpPr>
          <p:spPr>
            <a:xfrm>
              <a:off x="2695178" y="2974796"/>
              <a:ext cx="410565" cy="191749"/>
            </a:xfrm>
            <a:custGeom>
              <a:avLst/>
              <a:pathLst>
                <a:path w="410565" h="191749">
                  <a:moveTo>
                    <a:pt x="27432" y="191749"/>
                  </a:moveTo>
                  <a:lnTo>
                    <a:pt x="383133" y="191749"/>
                  </a:lnTo>
                  <a:lnTo>
                    <a:pt x="382029" y="191727"/>
                  </a:lnTo>
                  <a:lnTo>
                    <a:pt x="386440" y="191549"/>
                  </a:lnTo>
                  <a:lnTo>
                    <a:pt x="390765" y="190666"/>
                  </a:lnTo>
                  <a:lnTo>
                    <a:pt x="394893" y="189101"/>
                  </a:lnTo>
                  <a:lnTo>
                    <a:pt x="398716" y="186893"/>
                  </a:lnTo>
                  <a:lnTo>
                    <a:pt x="402136" y="184101"/>
                  </a:lnTo>
                  <a:lnTo>
                    <a:pt x="405063" y="180797"/>
                  </a:lnTo>
                  <a:lnTo>
                    <a:pt x="407423" y="177065"/>
                  </a:lnTo>
                  <a:lnTo>
                    <a:pt x="409153" y="173004"/>
                  </a:lnTo>
                  <a:lnTo>
                    <a:pt x="410210" y="168718"/>
                  </a:lnTo>
                  <a:lnTo>
                    <a:pt x="410565" y="164317"/>
                  </a:lnTo>
                  <a:lnTo>
                    <a:pt x="410565" y="27432"/>
                  </a:lnTo>
                  <a:lnTo>
                    <a:pt x="410210" y="23031"/>
                  </a:lnTo>
                  <a:lnTo>
                    <a:pt x="409153" y="18745"/>
                  </a:lnTo>
                  <a:lnTo>
                    <a:pt x="407423" y="14683"/>
                  </a:lnTo>
                  <a:lnTo>
                    <a:pt x="405063" y="10952"/>
                  </a:lnTo>
                  <a:lnTo>
                    <a:pt x="402136" y="7647"/>
                  </a:lnTo>
                  <a:lnTo>
                    <a:pt x="398716" y="4855"/>
                  </a:lnTo>
                  <a:lnTo>
                    <a:pt x="394893" y="2648"/>
                  </a:lnTo>
                  <a:lnTo>
                    <a:pt x="390765" y="1083"/>
                  </a:lnTo>
                  <a:lnTo>
                    <a:pt x="386440" y="200"/>
                  </a:lnTo>
                  <a:lnTo>
                    <a:pt x="383133" y="0"/>
                  </a:lnTo>
                  <a:lnTo>
                    <a:pt x="27432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6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2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6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tx66"/>
            <p:cNvSpPr/>
            <p:nvPr/>
          </p:nvSpPr>
          <p:spPr>
            <a:xfrm>
              <a:off x="2740898" y="3020516"/>
              <a:ext cx="319125" cy="1003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3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HOG</a:t>
              </a:r>
            </a:p>
          </p:txBody>
        </p:sp>
        <p:sp>
          <p:nvSpPr>
            <p:cNvPr id="67" name="pg67"/>
            <p:cNvSpPr/>
            <p:nvPr/>
          </p:nvSpPr>
          <p:spPr>
            <a:xfrm>
              <a:off x="3393895" y="2431105"/>
              <a:ext cx="402701" cy="191749"/>
            </a:xfrm>
            <a:custGeom>
              <a:avLst/>
              <a:pathLst>
                <a:path w="402701" h="191749">
                  <a:moveTo>
                    <a:pt x="27431" y="191749"/>
                  </a:moveTo>
                  <a:lnTo>
                    <a:pt x="375269" y="191749"/>
                  </a:lnTo>
                  <a:lnTo>
                    <a:pt x="374165" y="191727"/>
                  </a:lnTo>
                  <a:lnTo>
                    <a:pt x="378576" y="191549"/>
                  </a:lnTo>
                  <a:lnTo>
                    <a:pt x="382901" y="190666"/>
                  </a:lnTo>
                  <a:lnTo>
                    <a:pt x="387029" y="189101"/>
                  </a:lnTo>
                  <a:lnTo>
                    <a:pt x="390852" y="186893"/>
                  </a:lnTo>
                  <a:lnTo>
                    <a:pt x="394272" y="184101"/>
                  </a:lnTo>
                  <a:lnTo>
                    <a:pt x="397200" y="180797"/>
                  </a:lnTo>
                  <a:lnTo>
                    <a:pt x="399559" y="177065"/>
                  </a:lnTo>
                  <a:lnTo>
                    <a:pt x="401290" y="173004"/>
                  </a:lnTo>
                  <a:lnTo>
                    <a:pt x="402346" y="168718"/>
                  </a:lnTo>
                  <a:lnTo>
                    <a:pt x="402701" y="164317"/>
                  </a:lnTo>
                  <a:lnTo>
                    <a:pt x="402701" y="27431"/>
                  </a:lnTo>
                  <a:lnTo>
                    <a:pt x="402346" y="23031"/>
                  </a:lnTo>
                  <a:lnTo>
                    <a:pt x="401290" y="18745"/>
                  </a:lnTo>
                  <a:lnTo>
                    <a:pt x="399559" y="14683"/>
                  </a:lnTo>
                  <a:lnTo>
                    <a:pt x="397200" y="10952"/>
                  </a:lnTo>
                  <a:lnTo>
                    <a:pt x="394272" y="7647"/>
                  </a:lnTo>
                  <a:lnTo>
                    <a:pt x="390852" y="4855"/>
                  </a:lnTo>
                  <a:lnTo>
                    <a:pt x="387029" y="2648"/>
                  </a:lnTo>
                  <a:lnTo>
                    <a:pt x="382901" y="1083"/>
                  </a:lnTo>
                  <a:lnTo>
                    <a:pt x="378576" y="200"/>
                  </a:lnTo>
                  <a:lnTo>
                    <a:pt x="375269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5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1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5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tx68"/>
            <p:cNvSpPr/>
            <p:nvPr/>
          </p:nvSpPr>
          <p:spPr>
            <a:xfrm>
              <a:off x="3439615" y="2476825"/>
              <a:ext cx="311261" cy="1003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3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HOR</a:t>
              </a:r>
            </a:p>
          </p:txBody>
        </p:sp>
        <p:sp>
          <p:nvSpPr>
            <p:cNvPr id="69" name="pg69"/>
            <p:cNvSpPr/>
            <p:nvPr/>
          </p:nvSpPr>
          <p:spPr>
            <a:xfrm>
              <a:off x="3717840" y="2805493"/>
              <a:ext cx="356250" cy="191749"/>
            </a:xfrm>
            <a:custGeom>
              <a:avLst/>
              <a:pathLst>
                <a:path w="356250" h="191749">
                  <a:moveTo>
                    <a:pt x="27431" y="191749"/>
                  </a:moveTo>
                  <a:lnTo>
                    <a:pt x="328818" y="191749"/>
                  </a:lnTo>
                  <a:lnTo>
                    <a:pt x="327713" y="191727"/>
                  </a:lnTo>
                  <a:lnTo>
                    <a:pt x="332124" y="191549"/>
                  </a:lnTo>
                  <a:lnTo>
                    <a:pt x="336450" y="190666"/>
                  </a:lnTo>
                  <a:lnTo>
                    <a:pt x="340578" y="189101"/>
                  </a:lnTo>
                  <a:lnTo>
                    <a:pt x="344401" y="186893"/>
                  </a:lnTo>
                  <a:lnTo>
                    <a:pt x="347821" y="184101"/>
                  </a:lnTo>
                  <a:lnTo>
                    <a:pt x="350748" y="180797"/>
                  </a:lnTo>
                  <a:lnTo>
                    <a:pt x="353108" y="177065"/>
                  </a:lnTo>
                  <a:lnTo>
                    <a:pt x="354838" y="173004"/>
                  </a:lnTo>
                  <a:lnTo>
                    <a:pt x="355895" y="168718"/>
                  </a:lnTo>
                  <a:lnTo>
                    <a:pt x="356250" y="164317"/>
                  </a:lnTo>
                  <a:lnTo>
                    <a:pt x="356250" y="27431"/>
                  </a:lnTo>
                  <a:lnTo>
                    <a:pt x="355895" y="23031"/>
                  </a:lnTo>
                  <a:lnTo>
                    <a:pt x="354838" y="18745"/>
                  </a:lnTo>
                  <a:lnTo>
                    <a:pt x="353108" y="14683"/>
                  </a:lnTo>
                  <a:lnTo>
                    <a:pt x="350748" y="10952"/>
                  </a:lnTo>
                  <a:lnTo>
                    <a:pt x="347821" y="7647"/>
                  </a:lnTo>
                  <a:lnTo>
                    <a:pt x="344401" y="4855"/>
                  </a:lnTo>
                  <a:lnTo>
                    <a:pt x="340578" y="2648"/>
                  </a:lnTo>
                  <a:lnTo>
                    <a:pt x="336450" y="1083"/>
                  </a:lnTo>
                  <a:lnTo>
                    <a:pt x="332124" y="200"/>
                  </a:lnTo>
                  <a:lnTo>
                    <a:pt x="328818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5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1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5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tx70"/>
            <p:cNvSpPr/>
            <p:nvPr/>
          </p:nvSpPr>
          <p:spPr>
            <a:xfrm>
              <a:off x="3763560" y="2851213"/>
              <a:ext cx="264810" cy="1003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3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KAL</a:t>
              </a:r>
            </a:p>
          </p:txBody>
        </p:sp>
        <p:sp>
          <p:nvSpPr>
            <p:cNvPr id="71" name="pg71"/>
            <p:cNvSpPr/>
            <p:nvPr/>
          </p:nvSpPr>
          <p:spPr>
            <a:xfrm>
              <a:off x="3031791" y="3583082"/>
              <a:ext cx="387156" cy="191749"/>
            </a:xfrm>
            <a:custGeom>
              <a:avLst/>
              <a:pathLst>
                <a:path w="387156" h="191749">
                  <a:moveTo>
                    <a:pt x="27431" y="191749"/>
                  </a:moveTo>
                  <a:lnTo>
                    <a:pt x="359724" y="191749"/>
                  </a:lnTo>
                  <a:lnTo>
                    <a:pt x="358620" y="191727"/>
                  </a:lnTo>
                  <a:lnTo>
                    <a:pt x="363031" y="191549"/>
                  </a:lnTo>
                  <a:lnTo>
                    <a:pt x="367357" y="190666"/>
                  </a:lnTo>
                  <a:lnTo>
                    <a:pt x="371484" y="189101"/>
                  </a:lnTo>
                  <a:lnTo>
                    <a:pt x="375308" y="186893"/>
                  </a:lnTo>
                  <a:lnTo>
                    <a:pt x="378727" y="184101"/>
                  </a:lnTo>
                  <a:lnTo>
                    <a:pt x="381655" y="180797"/>
                  </a:lnTo>
                  <a:lnTo>
                    <a:pt x="384014" y="177065"/>
                  </a:lnTo>
                  <a:lnTo>
                    <a:pt x="385745" y="173004"/>
                  </a:lnTo>
                  <a:lnTo>
                    <a:pt x="386801" y="168718"/>
                  </a:lnTo>
                  <a:lnTo>
                    <a:pt x="387156" y="164317"/>
                  </a:lnTo>
                  <a:lnTo>
                    <a:pt x="387156" y="27431"/>
                  </a:lnTo>
                  <a:lnTo>
                    <a:pt x="386801" y="23031"/>
                  </a:lnTo>
                  <a:lnTo>
                    <a:pt x="385745" y="18745"/>
                  </a:lnTo>
                  <a:lnTo>
                    <a:pt x="384014" y="14683"/>
                  </a:lnTo>
                  <a:lnTo>
                    <a:pt x="381655" y="10952"/>
                  </a:lnTo>
                  <a:lnTo>
                    <a:pt x="378727" y="7647"/>
                  </a:lnTo>
                  <a:lnTo>
                    <a:pt x="375308" y="4855"/>
                  </a:lnTo>
                  <a:lnTo>
                    <a:pt x="371484" y="2648"/>
                  </a:lnTo>
                  <a:lnTo>
                    <a:pt x="367357" y="1083"/>
                  </a:lnTo>
                  <a:lnTo>
                    <a:pt x="363031" y="200"/>
                  </a:lnTo>
                  <a:lnTo>
                    <a:pt x="359724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6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1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6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tx72"/>
            <p:cNvSpPr/>
            <p:nvPr/>
          </p:nvSpPr>
          <p:spPr>
            <a:xfrm>
              <a:off x="3077511" y="3628802"/>
              <a:ext cx="295716" cy="1003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3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KUR</a:t>
              </a:r>
            </a:p>
          </p:txBody>
        </p:sp>
        <p:sp>
          <p:nvSpPr>
            <p:cNvPr id="73" name="pg73"/>
            <p:cNvSpPr/>
            <p:nvPr/>
          </p:nvSpPr>
          <p:spPr>
            <a:xfrm>
              <a:off x="2457900" y="2292609"/>
              <a:ext cx="343082" cy="191749"/>
            </a:xfrm>
            <a:custGeom>
              <a:avLst/>
              <a:pathLst>
                <a:path w="343082" h="191749">
                  <a:moveTo>
                    <a:pt x="27431" y="191749"/>
                  </a:moveTo>
                  <a:lnTo>
                    <a:pt x="315650" y="191749"/>
                  </a:lnTo>
                  <a:lnTo>
                    <a:pt x="314546" y="191727"/>
                  </a:lnTo>
                  <a:lnTo>
                    <a:pt x="318957" y="191549"/>
                  </a:lnTo>
                  <a:lnTo>
                    <a:pt x="323282" y="190666"/>
                  </a:lnTo>
                  <a:lnTo>
                    <a:pt x="327410" y="189101"/>
                  </a:lnTo>
                  <a:lnTo>
                    <a:pt x="331234" y="186893"/>
                  </a:lnTo>
                  <a:lnTo>
                    <a:pt x="334653" y="184101"/>
                  </a:lnTo>
                  <a:lnTo>
                    <a:pt x="337581" y="180797"/>
                  </a:lnTo>
                  <a:lnTo>
                    <a:pt x="339940" y="177065"/>
                  </a:lnTo>
                  <a:lnTo>
                    <a:pt x="341671" y="173004"/>
                  </a:lnTo>
                  <a:lnTo>
                    <a:pt x="342727" y="168718"/>
                  </a:lnTo>
                  <a:lnTo>
                    <a:pt x="343082" y="164317"/>
                  </a:lnTo>
                  <a:lnTo>
                    <a:pt x="343082" y="27431"/>
                  </a:lnTo>
                  <a:lnTo>
                    <a:pt x="342727" y="23031"/>
                  </a:lnTo>
                  <a:lnTo>
                    <a:pt x="341671" y="18745"/>
                  </a:lnTo>
                  <a:lnTo>
                    <a:pt x="339940" y="14683"/>
                  </a:lnTo>
                  <a:lnTo>
                    <a:pt x="337581" y="10952"/>
                  </a:lnTo>
                  <a:lnTo>
                    <a:pt x="334653" y="7647"/>
                  </a:lnTo>
                  <a:lnTo>
                    <a:pt x="331234" y="4855"/>
                  </a:lnTo>
                  <a:lnTo>
                    <a:pt x="327410" y="2648"/>
                  </a:lnTo>
                  <a:lnTo>
                    <a:pt x="323282" y="1083"/>
                  </a:lnTo>
                  <a:lnTo>
                    <a:pt x="318957" y="200"/>
                  </a:lnTo>
                  <a:lnTo>
                    <a:pt x="315650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5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1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5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tx74"/>
            <p:cNvSpPr/>
            <p:nvPr/>
          </p:nvSpPr>
          <p:spPr>
            <a:xfrm>
              <a:off x="2503620" y="2338329"/>
              <a:ext cx="251642" cy="1003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3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VAT</a:t>
              </a:r>
            </a:p>
          </p:txBody>
        </p:sp>
        <p:sp>
          <p:nvSpPr>
            <p:cNvPr id="75" name="pg75"/>
            <p:cNvSpPr/>
            <p:nvPr/>
          </p:nvSpPr>
          <p:spPr>
            <a:xfrm>
              <a:off x="2892303" y="2565698"/>
              <a:ext cx="317296" cy="191749"/>
            </a:xfrm>
            <a:custGeom>
              <a:avLst/>
              <a:pathLst>
                <a:path w="317296" h="191749">
                  <a:moveTo>
                    <a:pt x="27431" y="191749"/>
                  </a:moveTo>
                  <a:lnTo>
                    <a:pt x="289864" y="191749"/>
                  </a:lnTo>
                  <a:lnTo>
                    <a:pt x="288760" y="191727"/>
                  </a:lnTo>
                  <a:lnTo>
                    <a:pt x="293171" y="191549"/>
                  </a:lnTo>
                  <a:lnTo>
                    <a:pt x="297496" y="190666"/>
                  </a:lnTo>
                  <a:lnTo>
                    <a:pt x="301624" y="189101"/>
                  </a:lnTo>
                  <a:lnTo>
                    <a:pt x="305447" y="186893"/>
                  </a:lnTo>
                  <a:lnTo>
                    <a:pt x="308867" y="184101"/>
                  </a:lnTo>
                  <a:lnTo>
                    <a:pt x="311795" y="180797"/>
                  </a:lnTo>
                  <a:lnTo>
                    <a:pt x="314154" y="177065"/>
                  </a:lnTo>
                  <a:lnTo>
                    <a:pt x="315885" y="173004"/>
                  </a:lnTo>
                  <a:lnTo>
                    <a:pt x="316941" y="168718"/>
                  </a:lnTo>
                  <a:lnTo>
                    <a:pt x="317296" y="164317"/>
                  </a:lnTo>
                  <a:lnTo>
                    <a:pt x="317296" y="27432"/>
                  </a:lnTo>
                  <a:lnTo>
                    <a:pt x="316941" y="23031"/>
                  </a:lnTo>
                  <a:lnTo>
                    <a:pt x="315885" y="18745"/>
                  </a:lnTo>
                  <a:lnTo>
                    <a:pt x="314154" y="14683"/>
                  </a:lnTo>
                  <a:lnTo>
                    <a:pt x="311795" y="10952"/>
                  </a:lnTo>
                  <a:lnTo>
                    <a:pt x="308867" y="7647"/>
                  </a:lnTo>
                  <a:lnTo>
                    <a:pt x="305447" y="4855"/>
                  </a:lnTo>
                  <a:lnTo>
                    <a:pt x="301624" y="2648"/>
                  </a:lnTo>
                  <a:lnTo>
                    <a:pt x="297496" y="1083"/>
                  </a:lnTo>
                  <a:lnTo>
                    <a:pt x="293171" y="200"/>
                  </a:lnTo>
                  <a:lnTo>
                    <a:pt x="289864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6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2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6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tx76"/>
            <p:cNvSpPr/>
            <p:nvPr/>
          </p:nvSpPr>
          <p:spPr>
            <a:xfrm>
              <a:off x="2938023" y="2611418"/>
              <a:ext cx="225856" cy="1003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3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VIK</a:t>
              </a:r>
            </a:p>
          </p:txBody>
        </p:sp>
        <p:sp>
          <p:nvSpPr>
            <p:cNvPr id="77" name="rc77"/>
            <p:cNvSpPr/>
            <p:nvPr/>
          </p:nvSpPr>
          <p:spPr>
            <a:xfrm>
              <a:off x="2412180" y="1316468"/>
              <a:ext cx="2190487" cy="2853791"/>
            </a:xfrm>
            <a:prstGeom prst="rect">
              <a:avLst/>
            </a:prstGeom>
            <a:noFill/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tx78"/>
            <p:cNvSpPr/>
            <p:nvPr/>
          </p:nvSpPr>
          <p:spPr>
            <a:xfrm>
              <a:off x="2099827" y="3999851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54</a:t>
              </a:r>
            </a:p>
          </p:txBody>
        </p:sp>
        <p:sp>
          <p:nvSpPr>
            <p:cNvPr id="79" name="tx79"/>
            <p:cNvSpPr/>
            <p:nvPr/>
          </p:nvSpPr>
          <p:spPr>
            <a:xfrm>
              <a:off x="2224185" y="3981380"/>
              <a:ext cx="44714" cy="984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80" name="tx80"/>
            <p:cNvSpPr/>
            <p:nvPr/>
          </p:nvSpPr>
          <p:spPr>
            <a:xfrm>
              <a:off x="2268900" y="3999851"/>
              <a:ext cx="80650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81" name="tx81"/>
            <p:cNvSpPr/>
            <p:nvPr/>
          </p:nvSpPr>
          <p:spPr>
            <a:xfrm>
              <a:off x="2099827" y="3629228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55</a:t>
              </a:r>
            </a:p>
          </p:txBody>
        </p:sp>
        <p:sp>
          <p:nvSpPr>
            <p:cNvPr id="82" name="tx82"/>
            <p:cNvSpPr/>
            <p:nvPr/>
          </p:nvSpPr>
          <p:spPr>
            <a:xfrm>
              <a:off x="2224185" y="3610758"/>
              <a:ext cx="44714" cy="984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83" name="tx83"/>
            <p:cNvSpPr/>
            <p:nvPr/>
          </p:nvSpPr>
          <p:spPr>
            <a:xfrm>
              <a:off x="2268900" y="3629228"/>
              <a:ext cx="80650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84" name="tx84"/>
            <p:cNvSpPr/>
            <p:nvPr/>
          </p:nvSpPr>
          <p:spPr>
            <a:xfrm>
              <a:off x="2099827" y="3258789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56</a:t>
              </a:r>
            </a:p>
          </p:txBody>
        </p:sp>
        <p:sp>
          <p:nvSpPr>
            <p:cNvPr id="85" name="tx85"/>
            <p:cNvSpPr/>
            <p:nvPr/>
          </p:nvSpPr>
          <p:spPr>
            <a:xfrm>
              <a:off x="2224185" y="3240318"/>
              <a:ext cx="44714" cy="984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86" name="tx86"/>
            <p:cNvSpPr/>
            <p:nvPr/>
          </p:nvSpPr>
          <p:spPr>
            <a:xfrm>
              <a:off x="2268900" y="3258789"/>
              <a:ext cx="80650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87" name="tx87"/>
            <p:cNvSpPr/>
            <p:nvPr/>
          </p:nvSpPr>
          <p:spPr>
            <a:xfrm>
              <a:off x="2099827" y="2887984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57</a:t>
              </a:r>
            </a:p>
          </p:txBody>
        </p:sp>
        <p:sp>
          <p:nvSpPr>
            <p:cNvPr id="88" name="tx88"/>
            <p:cNvSpPr/>
            <p:nvPr/>
          </p:nvSpPr>
          <p:spPr>
            <a:xfrm>
              <a:off x="2224185" y="2869513"/>
              <a:ext cx="44714" cy="984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89" name="tx89"/>
            <p:cNvSpPr/>
            <p:nvPr/>
          </p:nvSpPr>
          <p:spPr>
            <a:xfrm>
              <a:off x="2268900" y="2887984"/>
              <a:ext cx="80650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90" name="tx90"/>
            <p:cNvSpPr/>
            <p:nvPr/>
          </p:nvSpPr>
          <p:spPr>
            <a:xfrm>
              <a:off x="2099827" y="2517544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58</a:t>
              </a:r>
            </a:p>
          </p:txBody>
        </p:sp>
        <p:sp>
          <p:nvSpPr>
            <p:cNvPr id="91" name="tx91"/>
            <p:cNvSpPr/>
            <p:nvPr/>
          </p:nvSpPr>
          <p:spPr>
            <a:xfrm>
              <a:off x="2224185" y="2499073"/>
              <a:ext cx="44714" cy="984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92" name="tx92"/>
            <p:cNvSpPr/>
            <p:nvPr/>
          </p:nvSpPr>
          <p:spPr>
            <a:xfrm>
              <a:off x="2268900" y="2517544"/>
              <a:ext cx="80650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93" name="tx93"/>
            <p:cNvSpPr/>
            <p:nvPr/>
          </p:nvSpPr>
          <p:spPr>
            <a:xfrm>
              <a:off x="2099827" y="2146922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59</a:t>
              </a:r>
            </a:p>
          </p:txBody>
        </p:sp>
        <p:sp>
          <p:nvSpPr>
            <p:cNvPr id="94" name="tx94"/>
            <p:cNvSpPr/>
            <p:nvPr/>
          </p:nvSpPr>
          <p:spPr>
            <a:xfrm>
              <a:off x="2224185" y="2128451"/>
              <a:ext cx="44714" cy="984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95" name="tx95"/>
            <p:cNvSpPr/>
            <p:nvPr/>
          </p:nvSpPr>
          <p:spPr>
            <a:xfrm>
              <a:off x="2268900" y="2146922"/>
              <a:ext cx="80650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96" name="tx96"/>
            <p:cNvSpPr/>
            <p:nvPr/>
          </p:nvSpPr>
          <p:spPr>
            <a:xfrm>
              <a:off x="2099827" y="1776300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60</a:t>
              </a:r>
            </a:p>
          </p:txBody>
        </p:sp>
        <p:sp>
          <p:nvSpPr>
            <p:cNvPr id="97" name="tx97"/>
            <p:cNvSpPr/>
            <p:nvPr/>
          </p:nvSpPr>
          <p:spPr>
            <a:xfrm>
              <a:off x="2224185" y="1757829"/>
              <a:ext cx="44714" cy="984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98" name="tx98"/>
            <p:cNvSpPr/>
            <p:nvPr/>
          </p:nvSpPr>
          <p:spPr>
            <a:xfrm>
              <a:off x="2268900" y="1776300"/>
              <a:ext cx="80650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99" name="tx99"/>
            <p:cNvSpPr/>
            <p:nvPr/>
          </p:nvSpPr>
          <p:spPr>
            <a:xfrm>
              <a:off x="2099827" y="1405677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61</a:t>
              </a:r>
            </a:p>
          </p:txBody>
        </p:sp>
        <p:sp>
          <p:nvSpPr>
            <p:cNvPr id="100" name="tx100"/>
            <p:cNvSpPr/>
            <p:nvPr/>
          </p:nvSpPr>
          <p:spPr>
            <a:xfrm>
              <a:off x="2224185" y="1387207"/>
              <a:ext cx="44714" cy="984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101" name="tx101"/>
            <p:cNvSpPr/>
            <p:nvPr/>
          </p:nvSpPr>
          <p:spPr>
            <a:xfrm>
              <a:off x="2268900" y="1405677"/>
              <a:ext cx="80650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102" name="pl102"/>
            <p:cNvSpPr/>
            <p:nvPr/>
          </p:nvSpPr>
          <p:spPr>
            <a:xfrm>
              <a:off x="2377385" y="4040542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l103"/>
            <p:cNvSpPr/>
            <p:nvPr/>
          </p:nvSpPr>
          <p:spPr>
            <a:xfrm>
              <a:off x="2377385" y="3669919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l104"/>
            <p:cNvSpPr/>
            <p:nvPr/>
          </p:nvSpPr>
          <p:spPr>
            <a:xfrm>
              <a:off x="2377385" y="3299297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l105"/>
            <p:cNvSpPr/>
            <p:nvPr/>
          </p:nvSpPr>
          <p:spPr>
            <a:xfrm>
              <a:off x="2377385" y="2928675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l106"/>
            <p:cNvSpPr/>
            <p:nvPr/>
          </p:nvSpPr>
          <p:spPr>
            <a:xfrm>
              <a:off x="2377385" y="2558052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l107"/>
            <p:cNvSpPr/>
            <p:nvPr/>
          </p:nvSpPr>
          <p:spPr>
            <a:xfrm>
              <a:off x="2377385" y="2187430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l108"/>
            <p:cNvSpPr/>
            <p:nvPr/>
          </p:nvSpPr>
          <p:spPr>
            <a:xfrm>
              <a:off x="2377385" y="1816808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l109"/>
            <p:cNvSpPr/>
            <p:nvPr/>
          </p:nvSpPr>
          <p:spPr>
            <a:xfrm>
              <a:off x="2377385" y="1446185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l110"/>
            <p:cNvSpPr/>
            <p:nvPr/>
          </p:nvSpPr>
          <p:spPr>
            <a:xfrm>
              <a:off x="2511747" y="4170259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l111"/>
            <p:cNvSpPr/>
            <p:nvPr/>
          </p:nvSpPr>
          <p:spPr>
            <a:xfrm>
              <a:off x="2910018" y="4170259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l112"/>
            <p:cNvSpPr/>
            <p:nvPr/>
          </p:nvSpPr>
          <p:spPr>
            <a:xfrm>
              <a:off x="3308288" y="4170259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l113"/>
            <p:cNvSpPr/>
            <p:nvPr/>
          </p:nvSpPr>
          <p:spPr>
            <a:xfrm>
              <a:off x="3706559" y="4170259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l114"/>
            <p:cNvSpPr/>
            <p:nvPr/>
          </p:nvSpPr>
          <p:spPr>
            <a:xfrm>
              <a:off x="4104829" y="4170259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l115"/>
            <p:cNvSpPr/>
            <p:nvPr/>
          </p:nvSpPr>
          <p:spPr>
            <a:xfrm>
              <a:off x="4503100" y="4170259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tx116"/>
            <p:cNvSpPr/>
            <p:nvPr/>
          </p:nvSpPr>
          <p:spPr>
            <a:xfrm>
              <a:off x="2389949" y="4233255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117" name="tx117"/>
            <p:cNvSpPr/>
            <p:nvPr/>
          </p:nvSpPr>
          <p:spPr>
            <a:xfrm>
              <a:off x="2514308" y="4214784"/>
              <a:ext cx="44714" cy="984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118" name="tx118"/>
            <p:cNvSpPr/>
            <p:nvPr/>
          </p:nvSpPr>
          <p:spPr>
            <a:xfrm>
              <a:off x="2559022" y="4233255"/>
              <a:ext cx="74523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E</a:t>
              </a:r>
            </a:p>
          </p:txBody>
        </p:sp>
        <p:sp>
          <p:nvSpPr>
            <p:cNvPr id="119" name="tx119"/>
            <p:cNvSpPr/>
            <p:nvPr/>
          </p:nvSpPr>
          <p:spPr>
            <a:xfrm>
              <a:off x="2788220" y="4233255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12</a:t>
              </a:r>
            </a:p>
          </p:txBody>
        </p:sp>
        <p:sp>
          <p:nvSpPr>
            <p:cNvPr id="120" name="tx120"/>
            <p:cNvSpPr/>
            <p:nvPr/>
          </p:nvSpPr>
          <p:spPr>
            <a:xfrm>
              <a:off x="2912578" y="4214784"/>
              <a:ext cx="44714" cy="984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121" name="tx121"/>
            <p:cNvSpPr/>
            <p:nvPr/>
          </p:nvSpPr>
          <p:spPr>
            <a:xfrm>
              <a:off x="2957292" y="4233255"/>
              <a:ext cx="74523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E</a:t>
              </a:r>
            </a:p>
          </p:txBody>
        </p:sp>
        <p:sp>
          <p:nvSpPr>
            <p:cNvPr id="122" name="tx122"/>
            <p:cNvSpPr/>
            <p:nvPr/>
          </p:nvSpPr>
          <p:spPr>
            <a:xfrm>
              <a:off x="3186490" y="4233255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14</a:t>
              </a:r>
            </a:p>
          </p:txBody>
        </p:sp>
        <p:sp>
          <p:nvSpPr>
            <p:cNvPr id="123" name="tx123"/>
            <p:cNvSpPr/>
            <p:nvPr/>
          </p:nvSpPr>
          <p:spPr>
            <a:xfrm>
              <a:off x="3310849" y="4214784"/>
              <a:ext cx="44714" cy="984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124" name="tx124"/>
            <p:cNvSpPr/>
            <p:nvPr/>
          </p:nvSpPr>
          <p:spPr>
            <a:xfrm>
              <a:off x="3355563" y="4233255"/>
              <a:ext cx="74523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E</a:t>
              </a:r>
            </a:p>
          </p:txBody>
        </p:sp>
        <p:sp>
          <p:nvSpPr>
            <p:cNvPr id="125" name="tx125"/>
            <p:cNvSpPr/>
            <p:nvPr/>
          </p:nvSpPr>
          <p:spPr>
            <a:xfrm>
              <a:off x="3584761" y="4233255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16</a:t>
              </a:r>
            </a:p>
          </p:txBody>
        </p:sp>
        <p:sp>
          <p:nvSpPr>
            <p:cNvPr id="126" name="tx126"/>
            <p:cNvSpPr/>
            <p:nvPr/>
          </p:nvSpPr>
          <p:spPr>
            <a:xfrm>
              <a:off x="3709119" y="4214784"/>
              <a:ext cx="44714" cy="984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127" name="tx127"/>
            <p:cNvSpPr/>
            <p:nvPr/>
          </p:nvSpPr>
          <p:spPr>
            <a:xfrm>
              <a:off x="3753833" y="4233255"/>
              <a:ext cx="74523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E</a:t>
              </a:r>
            </a:p>
          </p:txBody>
        </p:sp>
        <p:sp>
          <p:nvSpPr>
            <p:cNvPr id="128" name="tx128"/>
            <p:cNvSpPr/>
            <p:nvPr/>
          </p:nvSpPr>
          <p:spPr>
            <a:xfrm>
              <a:off x="3983031" y="4233255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18</a:t>
              </a:r>
            </a:p>
          </p:txBody>
        </p:sp>
        <p:sp>
          <p:nvSpPr>
            <p:cNvPr id="129" name="tx129"/>
            <p:cNvSpPr/>
            <p:nvPr/>
          </p:nvSpPr>
          <p:spPr>
            <a:xfrm>
              <a:off x="4107389" y="4214784"/>
              <a:ext cx="44714" cy="984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130" name="tx130"/>
            <p:cNvSpPr/>
            <p:nvPr/>
          </p:nvSpPr>
          <p:spPr>
            <a:xfrm>
              <a:off x="4152104" y="4233255"/>
              <a:ext cx="74523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E</a:t>
              </a:r>
            </a:p>
          </p:txBody>
        </p:sp>
        <p:sp>
          <p:nvSpPr>
            <p:cNvPr id="131" name="tx131"/>
            <p:cNvSpPr/>
            <p:nvPr/>
          </p:nvSpPr>
          <p:spPr>
            <a:xfrm>
              <a:off x="4381301" y="4233255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20</a:t>
              </a:r>
            </a:p>
          </p:txBody>
        </p:sp>
        <p:sp>
          <p:nvSpPr>
            <p:cNvPr id="132" name="tx132"/>
            <p:cNvSpPr/>
            <p:nvPr/>
          </p:nvSpPr>
          <p:spPr>
            <a:xfrm>
              <a:off x="4505660" y="4214784"/>
              <a:ext cx="44714" cy="984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133" name="tx133"/>
            <p:cNvSpPr/>
            <p:nvPr/>
          </p:nvSpPr>
          <p:spPr>
            <a:xfrm>
              <a:off x="4550374" y="4233255"/>
              <a:ext cx="74523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E</a:t>
              </a:r>
            </a:p>
          </p:txBody>
        </p:sp>
        <p:sp>
          <p:nvSpPr>
            <p:cNvPr id="134" name="tx134"/>
            <p:cNvSpPr/>
            <p:nvPr/>
          </p:nvSpPr>
          <p:spPr>
            <a:xfrm>
              <a:off x="3200459" y="4372931"/>
              <a:ext cx="613928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Longitude</a:t>
              </a:r>
            </a:p>
          </p:txBody>
        </p:sp>
        <p:sp>
          <p:nvSpPr>
            <p:cNvPr id="135" name="tx135"/>
            <p:cNvSpPr/>
            <p:nvPr/>
          </p:nvSpPr>
          <p:spPr>
            <a:xfrm rot="-5400000">
              <a:off x="1736900" y="2693346"/>
              <a:ext cx="497342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Latitude</a:t>
              </a:r>
            </a:p>
          </p:txBody>
        </p:sp>
        <p:sp>
          <p:nvSpPr>
            <p:cNvPr id="136" name="rc136"/>
            <p:cNvSpPr/>
            <p:nvPr/>
          </p:nvSpPr>
          <p:spPr>
            <a:xfrm>
              <a:off x="4741845" y="2025600"/>
              <a:ext cx="1095000" cy="143552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7" name="tx137"/>
            <p:cNvSpPr/>
            <p:nvPr/>
          </p:nvSpPr>
          <p:spPr>
            <a:xfrm>
              <a:off x="4811434" y="2109911"/>
              <a:ext cx="955822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Length Change</a:t>
              </a:r>
            </a:p>
          </p:txBody>
        </p:sp>
        <p:pic>
          <p:nvPicPr>
            <p:cNvPr id="138" name="pic13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811434" y="2294257"/>
              <a:ext cx="219455" cy="1097280"/>
            </a:xfrm>
            <a:prstGeom prst="rect">
              <a:avLst/>
            </a:prstGeom>
          </p:spPr>
        </p:pic>
        <p:sp>
          <p:nvSpPr>
            <p:cNvPr id="139" name="pl139"/>
            <p:cNvSpPr/>
            <p:nvPr/>
          </p:nvSpPr>
          <p:spPr>
            <a:xfrm>
              <a:off x="4986999" y="3389709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l140"/>
            <p:cNvSpPr/>
            <p:nvPr/>
          </p:nvSpPr>
          <p:spPr>
            <a:xfrm>
              <a:off x="4986999" y="3116303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l141"/>
            <p:cNvSpPr/>
            <p:nvPr/>
          </p:nvSpPr>
          <p:spPr>
            <a:xfrm>
              <a:off x="4986999" y="2842897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l142"/>
            <p:cNvSpPr/>
            <p:nvPr/>
          </p:nvSpPr>
          <p:spPr>
            <a:xfrm>
              <a:off x="4986999" y="2569492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l143"/>
            <p:cNvSpPr/>
            <p:nvPr/>
          </p:nvSpPr>
          <p:spPr>
            <a:xfrm>
              <a:off x="4986999" y="2296086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l144"/>
            <p:cNvSpPr/>
            <p:nvPr/>
          </p:nvSpPr>
          <p:spPr>
            <a:xfrm>
              <a:off x="4811434" y="3389709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l145"/>
            <p:cNvSpPr/>
            <p:nvPr/>
          </p:nvSpPr>
          <p:spPr>
            <a:xfrm>
              <a:off x="4811434" y="3116303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l146"/>
            <p:cNvSpPr/>
            <p:nvPr/>
          </p:nvSpPr>
          <p:spPr>
            <a:xfrm>
              <a:off x="4811434" y="2842897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l147"/>
            <p:cNvSpPr/>
            <p:nvPr/>
          </p:nvSpPr>
          <p:spPr>
            <a:xfrm>
              <a:off x="4811434" y="2569492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l148"/>
            <p:cNvSpPr/>
            <p:nvPr/>
          </p:nvSpPr>
          <p:spPr>
            <a:xfrm>
              <a:off x="4811434" y="2296086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tx149"/>
            <p:cNvSpPr/>
            <p:nvPr/>
          </p:nvSpPr>
          <p:spPr>
            <a:xfrm>
              <a:off x="5100479" y="3349704"/>
              <a:ext cx="15544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0.0</a:t>
              </a:r>
            </a:p>
          </p:txBody>
        </p:sp>
        <p:sp>
          <p:nvSpPr>
            <p:cNvPr id="150" name="tx150"/>
            <p:cNvSpPr/>
            <p:nvPr/>
          </p:nvSpPr>
          <p:spPr>
            <a:xfrm>
              <a:off x="5100479" y="3076298"/>
              <a:ext cx="15544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0.5</a:t>
              </a:r>
            </a:p>
          </p:txBody>
        </p:sp>
        <p:sp>
          <p:nvSpPr>
            <p:cNvPr id="151" name="tx151"/>
            <p:cNvSpPr/>
            <p:nvPr/>
          </p:nvSpPr>
          <p:spPr>
            <a:xfrm>
              <a:off x="5100479" y="2802892"/>
              <a:ext cx="15544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1.0</a:t>
              </a:r>
            </a:p>
          </p:txBody>
        </p:sp>
        <p:sp>
          <p:nvSpPr>
            <p:cNvPr id="152" name="tx152"/>
            <p:cNvSpPr/>
            <p:nvPr/>
          </p:nvSpPr>
          <p:spPr>
            <a:xfrm>
              <a:off x="5100479" y="2529487"/>
              <a:ext cx="15544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1.5</a:t>
              </a:r>
            </a:p>
          </p:txBody>
        </p:sp>
        <p:sp>
          <p:nvSpPr>
            <p:cNvPr id="153" name="tx153"/>
            <p:cNvSpPr/>
            <p:nvPr/>
          </p:nvSpPr>
          <p:spPr>
            <a:xfrm>
              <a:off x="5100479" y="2256081"/>
              <a:ext cx="15544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2.0</a:t>
              </a:r>
            </a:p>
          </p:txBody>
        </p:sp>
        <p:sp>
          <p:nvSpPr>
            <p:cNvPr id="154" name="tx154"/>
            <p:cNvSpPr/>
            <p:nvPr/>
          </p:nvSpPr>
          <p:spPr>
            <a:xfrm>
              <a:off x="2412180" y="986823"/>
              <a:ext cx="4104101" cy="16367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8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(A) Length Change in Future Treatments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914400" y="914400"/>
            <a:ext cx="5943600" cy="3657600"/>
            <a:chOff x="914400" y="914400"/>
            <a:chExt cx="5943600" cy="3657600"/>
          </a:xfrm>
        </p:grpSpPr>
        <p:sp>
          <p:nvSpPr>
            <p:cNvPr id="3" name="rc3"/>
            <p:cNvSpPr/>
            <p:nvPr/>
          </p:nvSpPr>
          <p:spPr>
            <a:xfrm>
              <a:off x="914400" y="914400"/>
              <a:ext cx="5943600" cy="36576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1865964" y="914400"/>
              <a:ext cx="4040470" cy="36576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2412180" y="1316468"/>
              <a:ext cx="2190487" cy="2853791"/>
            </a:xfrm>
            <a:prstGeom prst="rect">
              <a:avLst/>
            </a:prstGeom>
            <a:solidFill>
              <a:srgbClr val="F0F8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2511747" y="1316468"/>
              <a:ext cx="0" cy="2853791"/>
            </a:xfrm>
            <a:custGeom>
              <a:avLst/>
              <a:pathLst>
                <a:path w="0" h="2853791">
                  <a:moveTo>
                    <a:pt x="0" y="2853791"/>
                  </a:moveTo>
                  <a:lnTo>
                    <a:pt x="0" y="2825152"/>
                  </a:lnTo>
                  <a:lnTo>
                    <a:pt x="0" y="2791459"/>
                  </a:lnTo>
                  <a:lnTo>
                    <a:pt x="0" y="2757766"/>
                  </a:lnTo>
                  <a:lnTo>
                    <a:pt x="0" y="2724073"/>
                  </a:lnTo>
                  <a:lnTo>
                    <a:pt x="0" y="2690380"/>
                  </a:lnTo>
                  <a:lnTo>
                    <a:pt x="0" y="2656688"/>
                  </a:lnTo>
                  <a:lnTo>
                    <a:pt x="0" y="2622995"/>
                  </a:lnTo>
                  <a:lnTo>
                    <a:pt x="0" y="2589302"/>
                  </a:lnTo>
                  <a:lnTo>
                    <a:pt x="0" y="2555609"/>
                  </a:lnTo>
                  <a:lnTo>
                    <a:pt x="0" y="2521916"/>
                  </a:lnTo>
                  <a:lnTo>
                    <a:pt x="0" y="2488223"/>
                  </a:lnTo>
                  <a:lnTo>
                    <a:pt x="0" y="2454530"/>
                  </a:lnTo>
                  <a:lnTo>
                    <a:pt x="0" y="2420837"/>
                  </a:lnTo>
                  <a:lnTo>
                    <a:pt x="0" y="2387144"/>
                  </a:lnTo>
                  <a:lnTo>
                    <a:pt x="0" y="2353451"/>
                  </a:lnTo>
                  <a:lnTo>
                    <a:pt x="0" y="2319758"/>
                  </a:lnTo>
                  <a:lnTo>
                    <a:pt x="0" y="2286065"/>
                  </a:lnTo>
                  <a:lnTo>
                    <a:pt x="0" y="2252372"/>
                  </a:lnTo>
                  <a:lnTo>
                    <a:pt x="0" y="2218679"/>
                  </a:lnTo>
                  <a:lnTo>
                    <a:pt x="0" y="2184986"/>
                  </a:lnTo>
                  <a:lnTo>
                    <a:pt x="0" y="2151294"/>
                  </a:lnTo>
                  <a:lnTo>
                    <a:pt x="0" y="2117601"/>
                  </a:lnTo>
                  <a:lnTo>
                    <a:pt x="0" y="2083908"/>
                  </a:lnTo>
                  <a:lnTo>
                    <a:pt x="0" y="2050215"/>
                  </a:lnTo>
                  <a:lnTo>
                    <a:pt x="0" y="2016522"/>
                  </a:lnTo>
                  <a:lnTo>
                    <a:pt x="0" y="1982829"/>
                  </a:lnTo>
                  <a:lnTo>
                    <a:pt x="0" y="1949136"/>
                  </a:lnTo>
                  <a:lnTo>
                    <a:pt x="0" y="1915443"/>
                  </a:lnTo>
                  <a:lnTo>
                    <a:pt x="0" y="1881750"/>
                  </a:lnTo>
                  <a:lnTo>
                    <a:pt x="0" y="1848057"/>
                  </a:lnTo>
                  <a:lnTo>
                    <a:pt x="0" y="1814364"/>
                  </a:lnTo>
                  <a:lnTo>
                    <a:pt x="0" y="1780671"/>
                  </a:lnTo>
                  <a:lnTo>
                    <a:pt x="0" y="1746978"/>
                  </a:lnTo>
                  <a:lnTo>
                    <a:pt x="0" y="1713285"/>
                  </a:lnTo>
                  <a:lnTo>
                    <a:pt x="0" y="1679592"/>
                  </a:lnTo>
                  <a:lnTo>
                    <a:pt x="0" y="1645899"/>
                  </a:lnTo>
                  <a:lnTo>
                    <a:pt x="0" y="1612207"/>
                  </a:lnTo>
                  <a:lnTo>
                    <a:pt x="0" y="1578514"/>
                  </a:lnTo>
                  <a:lnTo>
                    <a:pt x="0" y="1544821"/>
                  </a:lnTo>
                  <a:lnTo>
                    <a:pt x="0" y="1511128"/>
                  </a:lnTo>
                  <a:lnTo>
                    <a:pt x="0" y="1477435"/>
                  </a:lnTo>
                  <a:lnTo>
                    <a:pt x="0" y="1443742"/>
                  </a:lnTo>
                  <a:lnTo>
                    <a:pt x="0" y="1410049"/>
                  </a:lnTo>
                  <a:lnTo>
                    <a:pt x="0" y="1376356"/>
                  </a:lnTo>
                  <a:lnTo>
                    <a:pt x="0" y="1342663"/>
                  </a:lnTo>
                  <a:lnTo>
                    <a:pt x="0" y="1308970"/>
                  </a:lnTo>
                  <a:lnTo>
                    <a:pt x="0" y="1275277"/>
                  </a:lnTo>
                  <a:lnTo>
                    <a:pt x="0" y="1241584"/>
                  </a:lnTo>
                  <a:lnTo>
                    <a:pt x="0" y="1207891"/>
                  </a:lnTo>
                  <a:lnTo>
                    <a:pt x="0" y="1174198"/>
                  </a:lnTo>
                  <a:lnTo>
                    <a:pt x="0" y="1140505"/>
                  </a:lnTo>
                  <a:lnTo>
                    <a:pt x="0" y="1106812"/>
                  </a:lnTo>
                  <a:lnTo>
                    <a:pt x="0" y="1073120"/>
                  </a:lnTo>
                  <a:lnTo>
                    <a:pt x="0" y="1039427"/>
                  </a:lnTo>
                  <a:lnTo>
                    <a:pt x="0" y="1005734"/>
                  </a:lnTo>
                  <a:lnTo>
                    <a:pt x="0" y="972041"/>
                  </a:lnTo>
                  <a:lnTo>
                    <a:pt x="0" y="938348"/>
                  </a:lnTo>
                  <a:lnTo>
                    <a:pt x="0" y="904655"/>
                  </a:lnTo>
                  <a:lnTo>
                    <a:pt x="0" y="870962"/>
                  </a:lnTo>
                  <a:lnTo>
                    <a:pt x="0" y="837269"/>
                  </a:lnTo>
                  <a:lnTo>
                    <a:pt x="0" y="803576"/>
                  </a:lnTo>
                  <a:lnTo>
                    <a:pt x="0" y="769883"/>
                  </a:lnTo>
                  <a:lnTo>
                    <a:pt x="0" y="736190"/>
                  </a:lnTo>
                  <a:lnTo>
                    <a:pt x="0" y="702497"/>
                  </a:lnTo>
                  <a:lnTo>
                    <a:pt x="0" y="668804"/>
                  </a:lnTo>
                  <a:lnTo>
                    <a:pt x="0" y="635111"/>
                  </a:lnTo>
                  <a:lnTo>
                    <a:pt x="0" y="601418"/>
                  </a:lnTo>
                  <a:lnTo>
                    <a:pt x="0" y="567725"/>
                  </a:lnTo>
                  <a:lnTo>
                    <a:pt x="0" y="534033"/>
                  </a:lnTo>
                  <a:lnTo>
                    <a:pt x="0" y="500340"/>
                  </a:lnTo>
                  <a:lnTo>
                    <a:pt x="0" y="466647"/>
                  </a:lnTo>
                  <a:lnTo>
                    <a:pt x="0" y="432954"/>
                  </a:lnTo>
                  <a:lnTo>
                    <a:pt x="0" y="399261"/>
                  </a:lnTo>
                  <a:lnTo>
                    <a:pt x="0" y="365568"/>
                  </a:lnTo>
                  <a:lnTo>
                    <a:pt x="0" y="331875"/>
                  </a:lnTo>
                  <a:lnTo>
                    <a:pt x="0" y="298182"/>
                  </a:lnTo>
                  <a:lnTo>
                    <a:pt x="0" y="264489"/>
                  </a:lnTo>
                  <a:lnTo>
                    <a:pt x="0" y="230796"/>
                  </a:lnTo>
                  <a:lnTo>
                    <a:pt x="0" y="197103"/>
                  </a:lnTo>
                  <a:lnTo>
                    <a:pt x="0" y="163410"/>
                  </a:lnTo>
                  <a:lnTo>
                    <a:pt x="0" y="129717"/>
                  </a:lnTo>
                  <a:lnTo>
                    <a:pt x="0" y="96024"/>
                  </a:lnTo>
                  <a:lnTo>
                    <a:pt x="0" y="62331"/>
                  </a:lnTo>
                  <a:lnTo>
                    <a:pt x="0" y="28638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2910018" y="1316468"/>
              <a:ext cx="0" cy="2853791"/>
            </a:xfrm>
            <a:custGeom>
              <a:avLst/>
              <a:pathLst>
                <a:path w="0" h="2853791">
                  <a:moveTo>
                    <a:pt x="0" y="2853791"/>
                  </a:moveTo>
                  <a:lnTo>
                    <a:pt x="0" y="2825152"/>
                  </a:lnTo>
                  <a:lnTo>
                    <a:pt x="0" y="2791459"/>
                  </a:lnTo>
                  <a:lnTo>
                    <a:pt x="0" y="2757766"/>
                  </a:lnTo>
                  <a:lnTo>
                    <a:pt x="0" y="2724073"/>
                  </a:lnTo>
                  <a:lnTo>
                    <a:pt x="0" y="2690380"/>
                  </a:lnTo>
                  <a:lnTo>
                    <a:pt x="0" y="2656688"/>
                  </a:lnTo>
                  <a:lnTo>
                    <a:pt x="0" y="2622995"/>
                  </a:lnTo>
                  <a:lnTo>
                    <a:pt x="0" y="2589302"/>
                  </a:lnTo>
                  <a:lnTo>
                    <a:pt x="0" y="2555609"/>
                  </a:lnTo>
                  <a:lnTo>
                    <a:pt x="0" y="2521916"/>
                  </a:lnTo>
                  <a:lnTo>
                    <a:pt x="0" y="2488223"/>
                  </a:lnTo>
                  <a:lnTo>
                    <a:pt x="0" y="2454530"/>
                  </a:lnTo>
                  <a:lnTo>
                    <a:pt x="0" y="2420837"/>
                  </a:lnTo>
                  <a:lnTo>
                    <a:pt x="0" y="2387144"/>
                  </a:lnTo>
                  <a:lnTo>
                    <a:pt x="0" y="2353451"/>
                  </a:lnTo>
                  <a:lnTo>
                    <a:pt x="0" y="2319758"/>
                  </a:lnTo>
                  <a:lnTo>
                    <a:pt x="0" y="2286065"/>
                  </a:lnTo>
                  <a:lnTo>
                    <a:pt x="0" y="2252372"/>
                  </a:lnTo>
                  <a:lnTo>
                    <a:pt x="0" y="2218679"/>
                  </a:lnTo>
                  <a:lnTo>
                    <a:pt x="0" y="2184986"/>
                  </a:lnTo>
                  <a:lnTo>
                    <a:pt x="0" y="2151294"/>
                  </a:lnTo>
                  <a:lnTo>
                    <a:pt x="0" y="2117601"/>
                  </a:lnTo>
                  <a:lnTo>
                    <a:pt x="0" y="2083908"/>
                  </a:lnTo>
                  <a:lnTo>
                    <a:pt x="0" y="2050215"/>
                  </a:lnTo>
                  <a:lnTo>
                    <a:pt x="0" y="2016522"/>
                  </a:lnTo>
                  <a:lnTo>
                    <a:pt x="0" y="1982829"/>
                  </a:lnTo>
                  <a:lnTo>
                    <a:pt x="0" y="1949136"/>
                  </a:lnTo>
                  <a:lnTo>
                    <a:pt x="0" y="1915443"/>
                  </a:lnTo>
                  <a:lnTo>
                    <a:pt x="0" y="1881750"/>
                  </a:lnTo>
                  <a:lnTo>
                    <a:pt x="0" y="1848057"/>
                  </a:lnTo>
                  <a:lnTo>
                    <a:pt x="0" y="1814364"/>
                  </a:lnTo>
                  <a:lnTo>
                    <a:pt x="0" y="1780671"/>
                  </a:lnTo>
                  <a:lnTo>
                    <a:pt x="0" y="1746978"/>
                  </a:lnTo>
                  <a:lnTo>
                    <a:pt x="0" y="1713285"/>
                  </a:lnTo>
                  <a:lnTo>
                    <a:pt x="0" y="1679592"/>
                  </a:lnTo>
                  <a:lnTo>
                    <a:pt x="0" y="1645899"/>
                  </a:lnTo>
                  <a:lnTo>
                    <a:pt x="0" y="1612207"/>
                  </a:lnTo>
                  <a:lnTo>
                    <a:pt x="0" y="1578514"/>
                  </a:lnTo>
                  <a:lnTo>
                    <a:pt x="0" y="1544821"/>
                  </a:lnTo>
                  <a:lnTo>
                    <a:pt x="0" y="1511128"/>
                  </a:lnTo>
                  <a:lnTo>
                    <a:pt x="0" y="1477435"/>
                  </a:lnTo>
                  <a:lnTo>
                    <a:pt x="0" y="1443742"/>
                  </a:lnTo>
                  <a:lnTo>
                    <a:pt x="0" y="1410049"/>
                  </a:lnTo>
                  <a:lnTo>
                    <a:pt x="0" y="1376356"/>
                  </a:lnTo>
                  <a:lnTo>
                    <a:pt x="0" y="1342663"/>
                  </a:lnTo>
                  <a:lnTo>
                    <a:pt x="0" y="1308970"/>
                  </a:lnTo>
                  <a:lnTo>
                    <a:pt x="0" y="1275277"/>
                  </a:lnTo>
                  <a:lnTo>
                    <a:pt x="0" y="1241584"/>
                  </a:lnTo>
                  <a:lnTo>
                    <a:pt x="0" y="1207891"/>
                  </a:lnTo>
                  <a:lnTo>
                    <a:pt x="0" y="1174198"/>
                  </a:lnTo>
                  <a:lnTo>
                    <a:pt x="0" y="1140505"/>
                  </a:lnTo>
                  <a:lnTo>
                    <a:pt x="0" y="1106812"/>
                  </a:lnTo>
                  <a:lnTo>
                    <a:pt x="0" y="1073120"/>
                  </a:lnTo>
                  <a:lnTo>
                    <a:pt x="0" y="1039427"/>
                  </a:lnTo>
                  <a:lnTo>
                    <a:pt x="0" y="1005734"/>
                  </a:lnTo>
                  <a:lnTo>
                    <a:pt x="0" y="972041"/>
                  </a:lnTo>
                  <a:lnTo>
                    <a:pt x="0" y="938348"/>
                  </a:lnTo>
                  <a:lnTo>
                    <a:pt x="0" y="904655"/>
                  </a:lnTo>
                  <a:lnTo>
                    <a:pt x="0" y="870962"/>
                  </a:lnTo>
                  <a:lnTo>
                    <a:pt x="0" y="837269"/>
                  </a:lnTo>
                  <a:lnTo>
                    <a:pt x="0" y="803576"/>
                  </a:lnTo>
                  <a:lnTo>
                    <a:pt x="0" y="769883"/>
                  </a:lnTo>
                  <a:lnTo>
                    <a:pt x="0" y="736190"/>
                  </a:lnTo>
                  <a:lnTo>
                    <a:pt x="0" y="702497"/>
                  </a:lnTo>
                  <a:lnTo>
                    <a:pt x="0" y="668804"/>
                  </a:lnTo>
                  <a:lnTo>
                    <a:pt x="0" y="635111"/>
                  </a:lnTo>
                  <a:lnTo>
                    <a:pt x="0" y="601418"/>
                  </a:lnTo>
                  <a:lnTo>
                    <a:pt x="0" y="567725"/>
                  </a:lnTo>
                  <a:lnTo>
                    <a:pt x="0" y="534033"/>
                  </a:lnTo>
                  <a:lnTo>
                    <a:pt x="0" y="500340"/>
                  </a:lnTo>
                  <a:lnTo>
                    <a:pt x="0" y="466647"/>
                  </a:lnTo>
                  <a:lnTo>
                    <a:pt x="0" y="432954"/>
                  </a:lnTo>
                  <a:lnTo>
                    <a:pt x="0" y="399261"/>
                  </a:lnTo>
                  <a:lnTo>
                    <a:pt x="0" y="365568"/>
                  </a:lnTo>
                  <a:lnTo>
                    <a:pt x="0" y="331875"/>
                  </a:lnTo>
                  <a:lnTo>
                    <a:pt x="0" y="298182"/>
                  </a:lnTo>
                  <a:lnTo>
                    <a:pt x="0" y="264489"/>
                  </a:lnTo>
                  <a:lnTo>
                    <a:pt x="0" y="230796"/>
                  </a:lnTo>
                  <a:lnTo>
                    <a:pt x="0" y="197103"/>
                  </a:lnTo>
                  <a:lnTo>
                    <a:pt x="0" y="163410"/>
                  </a:lnTo>
                  <a:lnTo>
                    <a:pt x="0" y="129717"/>
                  </a:lnTo>
                  <a:lnTo>
                    <a:pt x="0" y="96024"/>
                  </a:lnTo>
                  <a:lnTo>
                    <a:pt x="0" y="62331"/>
                  </a:lnTo>
                  <a:lnTo>
                    <a:pt x="0" y="28638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3308288" y="1316468"/>
              <a:ext cx="0" cy="2853791"/>
            </a:xfrm>
            <a:custGeom>
              <a:avLst/>
              <a:pathLst>
                <a:path w="0" h="2853791">
                  <a:moveTo>
                    <a:pt x="0" y="2853791"/>
                  </a:moveTo>
                  <a:lnTo>
                    <a:pt x="0" y="2825152"/>
                  </a:lnTo>
                  <a:lnTo>
                    <a:pt x="0" y="2791459"/>
                  </a:lnTo>
                  <a:lnTo>
                    <a:pt x="0" y="2757766"/>
                  </a:lnTo>
                  <a:lnTo>
                    <a:pt x="0" y="2724073"/>
                  </a:lnTo>
                  <a:lnTo>
                    <a:pt x="0" y="2690380"/>
                  </a:lnTo>
                  <a:lnTo>
                    <a:pt x="0" y="2656688"/>
                  </a:lnTo>
                  <a:lnTo>
                    <a:pt x="0" y="2622995"/>
                  </a:lnTo>
                  <a:lnTo>
                    <a:pt x="0" y="2589302"/>
                  </a:lnTo>
                  <a:lnTo>
                    <a:pt x="0" y="2555609"/>
                  </a:lnTo>
                  <a:lnTo>
                    <a:pt x="0" y="2521916"/>
                  </a:lnTo>
                  <a:lnTo>
                    <a:pt x="0" y="2488223"/>
                  </a:lnTo>
                  <a:lnTo>
                    <a:pt x="0" y="2454530"/>
                  </a:lnTo>
                  <a:lnTo>
                    <a:pt x="0" y="2420837"/>
                  </a:lnTo>
                  <a:lnTo>
                    <a:pt x="0" y="2387144"/>
                  </a:lnTo>
                  <a:lnTo>
                    <a:pt x="0" y="2353451"/>
                  </a:lnTo>
                  <a:lnTo>
                    <a:pt x="0" y="2319758"/>
                  </a:lnTo>
                  <a:lnTo>
                    <a:pt x="0" y="2286065"/>
                  </a:lnTo>
                  <a:lnTo>
                    <a:pt x="0" y="2252372"/>
                  </a:lnTo>
                  <a:lnTo>
                    <a:pt x="0" y="2218679"/>
                  </a:lnTo>
                  <a:lnTo>
                    <a:pt x="0" y="2184986"/>
                  </a:lnTo>
                  <a:lnTo>
                    <a:pt x="0" y="2151294"/>
                  </a:lnTo>
                  <a:lnTo>
                    <a:pt x="0" y="2117601"/>
                  </a:lnTo>
                  <a:lnTo>
                    <a:pt x="0" y="2083908"/>
                  </a:lnTo>
                  <a:lnTo>
                    <a:pt x="0" y="2050215"/>
                  </a:lnTo>
                  <a:lnTo>
                    <a:pt x="0" y="2016522"/>
                  </a:lnTo>
                  <a:lnTo>
                    <a:pt x="0" y="1982829"/>
                  </a:lnTo>
                  <a:lnTo>
                    <a:pt x="0" y="1949136"/>
                  </a:lnTo>
                  <a:lnTo>
                    <a:pt x="0" y="1915443"/>
                  </a:lnTo>
                  <a:lnTo>
                    <a:pt x="0" y="1881750"/>
                  </a:lnTo>
                  <a:lnTo>
                    <a:pt x="0" y="1848057"/>
                  </a:lnTo>
                  <a:lnTo>
                    <a:pt x="0" y="1814364"/>
                  </a:lnTo>
                  <a:lnTo>
                    <a:pt x="0" y="1780671"/>
                  </a:lnTo>
                  <a:lnTo>
                    <a:pt x="0" y="1746978"/>
                  </a:lnTo>
                  <a:lnTo>
                    <a:pt x="0" y="1713285"/>
                  </a:lnTo>
                  <a:lnTo>
                    <a:pt x="0" y="1679592"/>
                  </a:lnTo>
                  <a:lnTo>
                    <a:pt x="0" y="1645899"/>
                  </a:lnTo>
                  <a:lnTo>
                    <a:pt x="0" y="1612207"/>
                  </a:lnTo>
                  <a:lnTo>
                    <a:pt x="0" y="1578514"/>
                  </a:lnTo>
                  <a:lnTo>
                    <a:pt x="0" y="1544821"/>
                  </a:lnTo>
                  <a:lnTo>
                    <a:pt x="0" y="1511128"/>
                  </a:lnTo>
                  <a:lnTo>
                    <a:pt x="0" y="1477435"/>
                  </a:lnTo>
                  <a:lnTo>
                    <a:pt x="0" y="1443742"/>
                  </a:lnTo>
                  <a:lnTo>
                    <a:pt x="0" y="1410049"/>
                  </a:lnTo>
                  <a:lnTo>
                    <a:pt x="0" y="1376356"/>
                  </a:lnTo>
                  <a:lnTo>
                    <a:pt x="0" y="1342663"/>
                  </a:lnTo>
                  <a:lnTo>
                    <a:pt x="0" y="1308970"/>
                  </a:lnTo>
                  <a:lnTo>
                    <a:pt x="0" y="1275277"/>
                  </a:lnTo>
                  <a:lnTo>
                    <a:pt x="0" y="1241584"/>
                  </a:lnTo>
                  <a:lnTo>
                    <a:pt x="0" y="1207891"/>
                  </a:lnTo>
                  <a:lnTo>
                    <a:pt x="0" y="1174198"/>
                  </a:lnTo>
                  <a:lnTo>
                    <a:pt x="0" y="1140505"/>
                  </a:lnTo>
                  <a:lnTo>
                    <a:pt x="0" y="1106812"/>
                  </a:lnTo>
                  <a:lnTo>
                    <a:pt x="0" y="1073120"/>
                  </a:lnTo>
                  <a:lnTo>
                    <a:pt x="0" y="1039427"/>
                  </a:lnTo>
                  <a:lnTo>
                    <a:pt x="0" y="1005734"/>
                  </a:lnTo>
                  <a:lnTo>
                    <a:pt x="0" y="972041"/>
                  </a:lnTo>
                  <a:lnTo>
                    <a:pt x="0" y="938348"/>
                  </a:lnTo>
                  <a:lnTo>
                    <a:pt x="0" y="904655"/>
                  </a:lnTo>
                  <a:lnTo>
                    <a:pt x="0" y="870962"/>
                  </a:lnTo>
                  <a:lnTo>
                    <a:pt x="0" y="837269"/>
                  </a:lnTo>
                  <a:lnTo>
                    <a:pt x="0" y="803576"/>
                  </a:lnTo>
                  <a:lnTo>
                    <a:pt x="0" y="769883"/>
                  </a:lnTo>
                  <a:lnTo>
                    <a:pt x="0" y="736190"/>
                  </a:lnTo>
                  <a:lnTo>
                    <a:pt x="0" y="702497"/>
                  </a:lnTo>
                  <a:lnTo>
                    <a:pt x="0" y="668804"/>
                  </a:lnTo>
                  <a:lnTo>
                    <a:pt x="0" y="635111"/>
                  </a:lnTo>
                  <a:lnTo>
                    <a:pt x="0" y="601418"/>
                  </a:lnTo>
                  <a:lnTo>
                    <a:pt x="0" y="567725"/>
                  </a:lnTo>
                  <a:lnTo>
                    <a:pt x="0" y="534033"/>
                  </a:lnTo>
                  <a:lnTo>
                    <a:pt x="0" y="500340"/>
                  </a:lnTo>
                  <a:lnTo>
                    <a:pt x="0" y="466647"/>
                  </a:lnTo>
                  <a:lnTo>
                    <a:pt x="0" y="432954"/>
                  </a:lnTo>
                  <a:lnTo>
                    <a:pt x="0" y="399261"/>
                  </a:lnTo>
                  <a:lnTo>
                    <a:pt x="0" y="365568"/>
                  </a:lnTo>
                  <a:lnTo>
                    <a:pt x="0" y="331875"/>
                  </a:lnTo>
                  <a:lnTo>
                    <a:pt x="0" y="298182"/>
                  </a:lnTo>
                  <a:lnTo>
                    <a:pt x="0" y="264489"/>
                  </a:lnTo>
                  <a:lnTo>
                    <a:pt x="0" y="230796"/>
                  </a:lnTo>
                  <a:lnTo>
                    <a:pt x="0" y="197103"/>
                  </a:lnTo>
                  <a:lnTo>
                    <a:pt x="0" y="163410"/>
                  </a:lnTo>
                  <a:lnTo>
                    <a:pt x="0" y="129717"/>
                  </a:lnTo>
                  <a:lnTo>
                    <a:pt x="0" y="96024"/>
                  </a:lnTo>
                  <a:lnTo>
                    <a:pt x="0" y="62331"/>
                  </a:lnTo>
                  <a:lnTo>
                    <a:pt x="0" y="28638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706559" y="1316468"/>
              <a:ext cx="0" cy="2853791"/>
            </a:xfrm>
            <a:custGeom>
              <a:avLst/>
              <a:pathLst>
                <a:path w="0" h="2853791">
                  <a:moveTo>
                    <a:pt x="0" y="2853791"/>
                  </a:moveTo>
                  <a:lnTo>
                    <a:pt x="0" y="2825152"/>
                  </a:lnTo>
                  <a:lnTo>
                    <a:pt x="0" y="2791459"/>
                  </a:lnTo>
                  <a:lnTo>
                    <a:pt x="0" y="2757766"/>
                  </a:lnTo>
                  <a:lnTo>
                    <a:pt x="0" y="2724073"/>
                  </a:lnTo>
                  <a:lnTo>
                    <a:pt x="0" y="2690380"/>
                  </a:lnTo>
                  <a:lnTo>
                    <a:pt x="0" y="2656688"/>
                  </a:lnTo>
                  <a:lnTo>
                    <a:pt x="0" y="2622995"/>
                  </a:lnTo>
                  <a:lnTo>
                    <a:pt x="0" y="2589302"/>
                  </a:lnTo>
                  <a:lnTo>
                    <a:pt x="0" y="2555609"/>
                  </a:lnTo>
                  <a:lnTo>
                    <a:pt x="0" y="2521916"/>
                  </a:lnTo>
                  <a:lnTo>
                    <a:pt x="0" y="2488223"/>
                  </a:lnTo>
                  <a:lnTo>
                    <a:pt x="0" y="2454530"/>
                  </a:lnTo>
                  <a:lnTo>
                    <a:pt x="0" y="2420837"/>
                  </a:lnTo>
                  <a:lnTo>
                    <a:pt x="0" y="2387144"/>
                  </a:lnTo>
                  <a:lnTo>
                    <a:pt x="0" y="2353451"/>
                  </a:lnTo>
                  <a:lnTo>
                    <a:pt x="0" y="2319758"/>
                  </a:lnTo>
                  <a:lnTo>
                    <a:pt x="0" y="2286065"/>
                  </a:lnTo>
                  <a:lnTo>
                    <a:pt x="0" y="2252372"/>
                  </a:lnTo>
                  <a:lnTo>
                    <a:pt x="0" y="2218679"/>
                  </a:lnTo>
                  <a:lnTo>
                    <a:pt x="0" y="2184986"/>
                  </a:lnTo>
                  <a:lnTo>
                    <a:pt x="0" y="2151294"/>
                  </a:lnTo>
                  <a:lnTo>
                    <a:pt x="0" y="2117601"/>
                  </a:lnTo>
                  <a:lnTo>
                    <a:pt x="0" y="2083908"/>
                  </a:lnTo>
                  <a:lnTo>
                    <a:pt x="0" y="2050215"/>
                  </a:lnTo>
                  <a:lnTo>
                    <a:pt x="0" y="2016522"/>
                  </a:lnTo>
                  <a:lnTo>
                    <a:pt x="0" y="1982829"/>
                  </a:lnTo>
                  <a:lnTo>
                    <a:pt x="0" y="1949136"/>
                  </a:lnTo>
                  <a:lnTo>
                    <a:pt x="0" y="1915443"/>
                  </a:lnTo>
                  <a:lnTo>
                    <a:pt x="0" y="1881750"/>
                  </a:lnTo>
                  <a:lnTo>
                    <a:pt x="0" y="1848057"/>
                  </a:lnTo>
                  <a:lnTo>
                    <a:pt x="0" y="1814364"/>
                  </a:lnTo>
                  <a:lnTo>
                    <a:pt x="0" y="1780671"/>
                  </a:lnTo>
                  <a:lnTo>
                    <a:pt x="0" y="1746978"/>
                  </a:lnTo>
                  <a:lnTo>
                    <a:pt x="0" y="1713285"/>
                  </a:lnTo>
                  <a:lnTo>
                    <a:pt x="0" y="1679592"/>
                  </a:lnTo>
                  <a:lnTo>
                    <a:pt x="0" y="1645899"/>
                  </a:lnTo>
                  <a:lnTo>
                    <a:pt x="0" y="1612207"/>
                  </a:lnTo>
                  <a:lnTo>
                    <a:pt x="0" y="1578514"/>
                  </a:lnTo>
                  <a:lnTo>
                    <a:pt x="0" y="1544821"/>
                  </a:lnTo>
                  <a:lnTo>
                    <a:pt x="0" y="1511128"/>
                  </a:lnTo>
                  <a:lnTo>
                    <a:pt x="0" y="1477435"/>
                  </a:lnTo>
                  <a:lnTo>
                    <a:pt x="0" y="1443742"/>
                  </a:lnTo>
                  <a:lnTo>
                    <a:pt x="0" y="1410049"/>
                  </a:lnTo>
                  <a:lnTo>
                    <a:pt x="0" y="1376356"/>
                  </a:lnTo>
                  <a:lnTo>
                    <a:pt x="0" y="1342663"/>
                  </a:lnTo>
                  <a:lnTo>
                    <a:pt x="0" y="1308970"/>
                  </a:lnTo>
                  <a:lnTo>
                    <a:pt x="0" y="1275277"/>
                  </a:lnTo>
                  <a:lnTo>
                    <a:pt x="0" y="1241584"/>
                  </a:lnTo>
                  <a:lnTo>
                    <a:pt x="0" y="1207891"/>
                  </a:lnTo>
                  <a:lnTo>
                    <a:pt x="0" y="1174198"/>
                  </a:lnTo>
                  <a:lnTo>
                    <a:pt x="0" y="1140505"/>
                  </a:lnTo>
                  <a:lnTo>
                    <a:pt x="0" y="1106812"/>
                  </a:lnTo>
                  <a:lnTo>
                    <a:pt x="0" y="1073120"/>
                  </a:lnTo>
                  <a:lnTo>
                    <a:pt x="0" y="1039427"/>
                  </a:lnTo>
                  <a:lnTo>
                    <a:pt x="0" y="1005734"/>
                  </a:lnTo>
                  <a:lnTo>
                    <a:pt x="0" y="972041"/>
                  </a:lnTo>
                  <a:lnTo>
                    <a:pt x="0" y="938348"/>
                  </a:lnTo>
                  <a:lnTo>
                    <a:pt x="0" y="904655"/>
                  </a:lnTo>
                  <a:lnTo>
                    <a:pt x="0" y="870962"/>
                  </a:lnTo>
                  <a:lnTo>
                    <a:pt x="0" y="837269"/>
                  </a:lnTo>
                  <a:lnTo>
                    <a:pt x="0" y="803576"/>
                  </a:lnTo>
                  <a:lnTo>
                    <a:pt x="0" y="769883"/>
                  </a:lnTo>
                  <a:lnTo>
                    <a:pt x="0" y="736190"/>
                  </a:lnTo>
                  <a:lnTo>
                    <a:pt x="0" y="702497"/>
                  </a:lnTo>
                  <a:lnTo>
                    <a:pt x="0" y="668804"/>
                  </a:lnTo>
                  <a:lnTo>
                    <a:pt x="0" y="635111"/>
                  </a:lnTo>
                  <a:lnTo>
                    <a:pt x="0" y="601418"/>
                  </a:lnTo>
                  <a:lnTo>
                    <a:pt x="0" y="567725"/>
                  </a:lnTo>
                  <a:lnTo>
                    <a:pt x="0" y="534033"/>
                  </a:lnTo>
                  <a:lnTo>
                    <a:pt x="0" y="500340"/>
                  </a:lnTo>
                  <a:lnTo>
                    <a:pt x="0" y="466647"/>
                  </a:lnTo>
                  <a:lnTo>
                    <a:pt x="0" y="432954"/>
                  </a:lnTo>
                  <a:lnTo>
                    <a:pt x="0" y="399261"/>
                  </a:lnTo>
                  <a:lnTo>
                    <a:pt x="0" y="365568"/>
                  </a:lnTo>
                  <a:lnTo>
                    <a:pt x="0" y="331875"/>
                  </a:lnTo>
                  <a:lnTo>
                    <a:pt x="0" y="298182"/>
                  </a:lnTo>
                  <a:lnTo>
                    <a:pt x="0" y="264489"/>
                  </a:lnTo>
                  <a:lnTo>
                    <a:pt x="0" y="230796"/>
                  </a:lnTo>
                  <a:lnTo>
                    <a:pt x="0" y="197103"/>
                  </a:lnTo>
                  <a:lnTo>
                    <a:pt x="0" y="163410"/>
                  </a:lnTo>
                  <a:lnTo>
                    <a:pt x="0" y="129717"/>
                  </a:lnTo>
                  <a:lnTo>
                    <a:pt x="0" y="96024"/>
                  </a:lnTo>
                  <a:lnTo>
                    <a:pt x="0" y="62331"/>
                  </a:lnTo>
                  <a:lnTo>
                    <a:pt x="0" y="28638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4104829" y="1316468"/>
              <a:ext cx="0" cy="2853791"/>
            </a:xfrm>
            <a:custGeom>
              <a:avLst/>
              <a:pathLst>
                <a:path w="0" h="2853791">
                  <a:moveTo>
                    <a:pt x="0" y="2853791"/>
                  </a:moveTo>
                  <a:lnTo>
                    <a:pt x="0" y="2825152"/>
                  </a:lnTo>
                  <a:lnTo>
                    <a:pt x="0" y="2791459"/>
                  </a:lnTo>
                  <a:lnTo>
                    <a:pt x="0" y="2757766"/>
                  </a:lnTo>
                  <a:lnTo>
                    <a:pt x="0" y="2724073"/>
                  </a:lnTo>
                  <a:lnTo>
                    <a:pt x="0" y="2690380"/>
                  </a:lnTo>
                  <a:lnTo>
                    <a:pt x="0" y="2656688"/>
                  </a:lnTo>
                  <a:lnTo>
                    <a:pt x="0" y="2622995"/>
                  </a:lnTo>
                  <a:lnTo>
                    <a:pt x="0" y="2589302"/>
                  </a:lnTo>
                  <a:lnTo>
                    <a:pt x="0" y="2555609"/>
                  </a:lnTo>
                  <a:lnTo>
                    <a:pt x="0" y="2521916"/>
                  </a:lnTo>
                  <a:lnTo>
                    <a:pt x="0" y="2488223"/>
                  </a:lnTo>
                  <a:lnTo>
                    <a:pt x="0" y="2454530"/>
                  </a:lnTo>
                  <a:lnTo>
                    <a:pt x="0" y="2420837"/>
                  </a:lnTo>
                  <a:lnTo>
                    <a:pt x="0" y="2387144"/>
                  </a:lnTo>
                  <a:lnTo>
                    <a:pt x="0" y="2353451"/>
                  </a:lnTo>
                  <a:lnTo>
                    <a:pt x="0" y="2319758"/>
                  </a:lnTo>
                  <a:lnTo>
                    <a:pt x="0" y="2286065"/>
                  </a:lnTo>
                  <a:lnTo>
                    <a:pt x="0" y="2252372"/>
                  </a:lnTo>
                  <a:lnTo>
                    <a:pt x="0" y="2218679"/>
                  </a:lnTo>
                  <a:lnTo>
                    <a:pt x="0" y="2184986"/>
                  </a:lnTo>
                  <a:lnTo>
                    <a:pt x="0" y="2151294"/>
                  </a:lnTo>
                  <a:lnTo>
                    <a:pt x="0" y="2117601"/>
                  </a:lnTo>
                  <a:lnTo>
                    <a:pt x="0" y="2083908"/>
                  </a:lnTo>
                  <a:lnTo>
                    <a:pt x="0" y="2050215"/>
                  </a:lnTo>
                  <a:lnTo>
                    <a:pt x="0" y="2016522"/>
                  </a:lnTo>
                  <a:lnTo>
                    <a:pt x="0" y="1982829"/>
                  </a:lnTo>
                  <a:lnTo>
                    <a:pt x="0" y="1949136"/>
                  </a:lnTo>
                  <a:lnTo>
                    <a:pt x="0" y="1915443"/>
                  </a:lnTo>
                  <a:lnTo>
                    <a:pt x="0" y="1881750"/>
                  </a:lnTo>
                  <a:lnTo>
                    <a:pt x="0" y="1848057"/>
                  </a:lnTo>
                  <a:lnTo>
                    <a:pt x="0" y="1814364"/>
                  </a:lnTo>
                  <a:lnTo>
                    <a:pt x="0" y="1780671"/>
                  </a:lnTo>
                  <a:lnTo>
                    <a:pt x="0" y="1746978"/>
                  </a:lnTo>
                  <a:lnTo>
                    <a:pt x="0" y="1713285"/>
                  </a:lnTo>
                  <a:lnTo>
                    <a:pt x="0" y="1679592"/>
                  </a:lnTo>
                  <a:lnTo>
                    <a:pt x="0" y="1645899"/>
                  </a:lnTo>
                  <a:lnTo>
                    <a:pt x="0" y="1612207"/>
                  </a:lnTo>
                  <a:lnTo>
                    <a:pt x="0" y="1578514"/>
                  </a:lnTo>
                  <a:lnTo>
                    <a:pt x="0" y="1544821"/>
                  </a:lnTo>
                  <a:lnTo>
                    <a:pt x="0" y="1511128"/>
                  </a:lnTo>
                  <a:lnTo>
                    <a:pt x="0" y="1477435"/>
                  </a:lnTo>
                  <a:lnTo>
                    <a:pt x="0" y="1443742"/>
                  </a:lnTo>
                  <a:lnTo>
                    <a:pt x="0" y="1410049"/>
                  </a:lnTo>
                  <a:lnTo>
                    <a:pt x="0" y="1376356"/>
                  </a:lnTo>
                  <a:lnTo>
                    <a:pt x="0" y="1342663"/>
                  </a:lnTo>
                  <a:lnTo>
                    <a:pt x="0" y="1308970"/>
                  </a:lnTo>
                  <a:lnTo>
                    <a:pt x="0" y="1275277"/>
                  </a:lnTo>
                  <a:lnTo>
                    <a:pt x="0" y="1241584"/>
                  </a:lnTo>
                  <a:lnTo>
                    <a:pt x="0" y="1207891"/>
                  </a:lnTo>
                  <a:lnTo>
                    <a:pt x="0" y="1174198"/>
                  </a:lnTo>
                  <a:lnTo>
                    <a:pt x="0" y="1140505"/>
                  </a:lnTo>
                  <a:lnTo>
                    <a:pt x="0" y="1106812"/>
                  </a:lnTo>
                  <a:lnTo>
                    <a:pt x="0" y="1073120"/>
                  </a:lnTo>
                  <a:lnTo>
                    <a:pt x="0" y="1039427"/>
                  </a:lnTo>
                  <a:lnTo>
                    <a:pt x="0" y="1005734"/>
                  </a:lnTo>
                  <a:lnTo>
                    <a:pt x="0" y="972041"/>
                  </a:lnTo>
                  <a:lnTo>
                    <a:pt x="0" y="938348"/>
                  </a:lnTo>
                  <a:lnTo>
                    <a:pt x="0" y="904655"/>
                  </a:lnTo>
                  <a:lnTo>
                    <a:pt x="0" y="870962"/>
                  </a:lnTo>
                  <a:lnTo>
                    <a:pt x="0" y="837269"/>
                  </a:lnTo>
                  <a:lnTo>
                    <a:pt x="0" y="803576"/>
                  </a:lnTo>
                  <a:lnTo>
                    <a:pt x="0" y="769883"/>
                  </a:lnTo>
                  <a:lnTo>
                    <a:pt x="0" y="736190"/>
                  </a:lnTo>
                  <a:lnTo>
                    <a:pt x="0" y="702497"/>
                  </a:lnTo>
                  <a:lnTo>
                    <a:pt x="0" y="668804"/>
                  </a:lnTo>
                  <a:lnTo>
                    <a:pt x="0" y="635111"/>
                  </a:lnTo>
                  <a:lnTo>
                    <a:pt x="0" y="601418"/>
                  </a:lnTo>
                  <a:lnTo>
                    <a:pt x="0" y="567725"/>
                  </a:lnTo>
                  <a:lnTo>
                    <a:pt x="0" y="534033"/>
                  </a:lnTo>
                  <a:lnTo>
                    <a:pt x="0" y="500340"/>
                  </a:lnTo>
                  <a:lnTo>
                    <a:pt x="0" y="466647"/>
                  </a:lnTo>
                  <a:lnTo>
                    <a:pt x="0" y="432954"/>
                  </a:lnTo>
                  <a:lnTo>
                    <a:pt x="0" y="399261"/>
                  </a:lnTo>
                  <a:lnTo>
                    <a:pt x="0" y="365568"/>
                  </a:lnTo>
                  <a:lnTo>
                    <a:pt x="0" y="331875"/>
                  </a:lnTo>
                  <a:lnTo>
                    <a:pt x="0" y="298182"/>
                  </a:lnTo>
                  <a:lnTo>
                    <a:pt x="0" y="264489"/>
                  </a:lnTo>
                  <a:lnTo>
                    <a:pt x="0" y="230796"/>
                  </a:lnTo>
                  <a:lnTo>
                    <a:pt x="0" y="197103"/>
                  </a:lnTo>
                  <a:lnTo>
                    <a:pt x="0" y="163410"/>
                  </a:lnTo>
                  <a:lnTo>
                    <a:pt x="0" y="129717"/>
                  </a:lnTo>
                  <a:lnTo>
                    <a:pt x="0" y="96024"/>
                  </a:lnTo>
                  <a:lnTo>
                    <a:pt x="0" y="62331"/>
                  </a:lnTo>
                  <a:lnTo>
                    <a:pt x="0" y="28638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4503100" y="1316468"/>
              <a:ext cx="0" cy="2853791"/>
            </a:xfrm>
            <a:custGeom>
              <a:avLst/>
              <a:pathLst>
                <a:path w="0" h="2853791">
                  <a:moveTo>
                    <a:pt x="0" y="2853791"/>
                  </a:moveTo>
                  <a:lnTo>
                    <a:pt x="0" y="2825152"/>
                  </a:lnTo>
                  <a:lnTo>
                    <a:pt x="0" y="2791459"/>
                  </a:lnTo>
                  <a:lnTo>
                    <a:pt x="0" y="2757766"/>
                  </a:lnTo>
                  <a:lnTo>
                    <a:pt x="0" y="2724073"/>
                  </a:lnTo>
                  <a:lnTo>
                    <a:pt x="0" y="2690380"/>
                  </a:lnTo>
                  <a:lnTo>
                    <a:pt x="0" y="2656688"/>
                  </a:lnTo>
                  <a:lnTo>
                    <a:pt x="0" y="2622995"/>
                  </a:lnTo>
                  <a:lnTo>
                    <a:pt x="0" y="2589302"/>
                  </a:lnTo>
                  <a:lnTo>
                    <a:pt x="0" y="2555609"/>
                  </a:lnTo>
                  <a:lnTo>
                    <a:pt x="0" y="2521916"/>
                  </a:lnTo>
                  <a:lnTo>
                    <a:pt x="0" y="2488223"/>
                  </a:lnTo>
                  <a:lnTo>
                    <a:pt x="0" y="2454530"/>
                  </a:lnTo>
                  <a:lnTo>
                    <a:pt x="0" y="2420837"/>
                  </a:lnTo>
                  <a:lnTo>
                    <a:pt x="0" y="2387144"/>
                  </a:lnTo>
                  <a:lnTo>
                    <a:pt x="0" y="2353451"/>
                  </a:lnTo>
                  <a:lnTo>
                    <a:pt x="0" y="2319758"/>
                  </a:lnTo>
                  <a:lnTo>
                    <a:pt x="0" y="2286065"/>
                  </a:lnTo>
                  <a:lnTo>
                    <a:pt x="0" y="2252372"/>
                  </a:lnTo>
                  <a:lnTo>
                    <a:pt x="0" y="2218679"/>
                  </a:lnTo>
                  <a:lnTo>
                    <a:pt x="0" y="2184986"/>
                  </a:lnTo>
                  <a:lnTo>
                    <a:pt x="0" y="2151294"/>
                  </a:lnTo>
                  <a:lnTo>
                    <a:pt x="0" y="2117601"/>
                  </a:lnTo>
                  <a:lnTo>
                    <a:pt x="0" y="2083908"/>
                  </a:lnTo>
                  <a:lnTo>
                    <a:pt x="0" y="2050215"/>
                  </a:lnTo>
                  <a:lnTo>
                    <a:pt x="0" y="2016522"/>
                  </a:lnTo>
                  <a:lnTo>
                    <a:pt x="0" y="1982829"/>
                  </a:lnTo>
                  <a:lnTo>
                    <a:pt x="0" y="1949136"/>
                  </a:lnTo>
                  <a:lnTo>
                    <a:pt x="0" y="1915443"/>
                  </a:lnTo>
                  <a:lnTo>
                    <a:pt x="0" y="1881750"/>
                  </a:lnTo>
                  <a:lnTo>
                    <a:pt x="0" y="1848057"/>
                  </a:lnTo>
                  <a:lnTo>
                    <a:pt x="0" y="1814364"/>
                  </a:lnTo>
                  <a:lnTo>
                    <a:pt x="0" y="1780671"/>
                  </a:lnTo>
                  <a:lnTo>
                    <a:pt x="0" y="1746978"/>
                  </a:lnTo>
                  <a:lnTo>
                    <a:pt x="0" y="1713285"/>
                  </a:lnTo>
                  <a:lnTo>
                    <a:pt x="0" y="1679592"/>
                  </a:lnTo>
                  <a:lnTo>
                    <a:pt x="0" y="1645899"/>
                  </a:lnTo>
                  <a:lnTo>
                    <a:pt x="0" y="1612207"/>
                  </a:lnTo>
                  <a:lnTo>
                    <a:pt x="0" y="1578514"/>
                  </a:lnTo>
                  <a:lnTo>
                    <a:pt x="0" y="1544821"/>
                  </a:lnTo>
                  <a:lnTo>
                    <a:pt x="0" y="1511128"/>
                  </a:lnTo>
                  <a:lnTo>
                    <a:pt x="0" y="1477435"/>
                  </a:lnTo>
                  <a:lnTo>
                    <a:pt x="0" y="1443742"/>
                  </a:lnTo>
                  <a:lnTo>
                    <a:pt x="0" y="1410049"/>
                  </a:lnTo>
                  <a:lnTo>
                    <a:pt x="0" y="1376356"/>
                  </a:lnTo>
                  <a:lnTo>
                    <a:pt x="0" y="1342663"/>
                  </a:lnTo>
                  <a:lnTo>
                    <a:pt x="0" y="1308970"/>
                  </a:lnTo>
                  <a:lnTo>
                    <a:pt x="0" y="1275277"/>
                  </a:lnTo>
                  <a:lnTo>
                    <a:pt x="0" y="1241584"/>
                  </a:lnTo>
                  <a:lnTo>
                    <a:pt x="0" y="1207891"/>
                  </a:lnTo>
                  <a:lnTo>
                    <a:pt x="0" y="1174198"/>
                  </a:lnTo>
                  <a:lnTo>
                    <a:pt x="0" y="1140505"/>
                  </a:lnTo>
                  <a:lnTo>
                    <a:pt x="0" y="1106812"/>
                  </a:lnTo>
                  <a:lnTo>
                    <a:pt x="0" y="1073120"/>
                  </a:lnTo>
                  <a:lnTo>
                    <a:pt x="0" y="1039427"/>
                  </a:lnTo>
                  <a:lnTo>
                    <a:pt x="0" y="1005734"/>
                  </a:lnTo>
                  <a:lnTo>
                    <a:pt x="0" y="972041"/>
                  </a:lnTo>
                  <a:lnTo>
                    <a:pt x="0" y="938348"/>
                  </a:lnTo>
                  <a:lnTo>
                    <a:pt x="0" y="904655"/>
                  </a:lnTo>
                  <a:lnTo>
                    <a:pt x="0" y="870962"/>
                  </a:lnTo>
                  <a:lnTo>
                    <a:pt x="0" y="837269"/>
                  </a:lnTo>
                  <a:lnTo>
                    <a:pt x="0" y="803576"/>
                  </a:lnTo>
                  <a:lnTo>
                    <a:pt x="0" y="769883"/>
                  </a:lnTo>
                  <a:lnTo>
                    <a:pt x="0" y="736190"/>
                  </a:lnTo>
                  <a:lnTo>
                    <a:pt x="0" y="702497"/>
                  </a:lnTo>
                  <a:lnTo>
                    <a:pt x="0" y="668804"/>
                  </a:lnTo>
                  <a:lnTo>
                    <a:pt x="0" y="635111"/>
                  </a:lnTo>
                  <a:lnTo>
                    <a:pt x="0" y="601418"/>
                  </a:lnTo>
                  <a:lnTo>
                    <a:pt x="0" y="567725"/>
                  </a:lnTo>
                  <a:lnTo>
                    <a:pt x="0" y="534033"/>
                  </a:lnTo>
                  <a:lnTo>
                    <a:pt x="0" y="500340"/>
                  </a:lnTo>
                  <a:lnTo>
                    <a:pt x="0" y="466647"/>
                  </a:lnTo>
                  <a:lnTo>
                    <a:pt x="0" y="432954"/>
                  </a:lnTo>
                  <a:lnTo>
                    <a:pt x="0" y="399261"/>
                  </a:lnTo>
                  <a:lnTo>
                    <a:pt x="0" y="365568"/>
                  </a:lnTo>
                  <a:lnTo>
                    <a:pt x="0" y="331875"/>
                  </a:lnTo>
                  <a:lnTo>
                    <a:pt x="0" y="298182"/>
                  </a:lnTo>
                  <a:lnTo>
                    <a:pt x="0" y="264489"/>
                  </a:lnTo>
                  <a:lnTo>
                    <a:pt x="0" y="230796"/>
                  </a:lnTo>
                  <a:lnTo>
                    <a:pt x="0" y="197103"/>
                  </a:lnTo>
                  <a:lnTo>
                    <a:pt x="0" y="163410"/>
                  </a:lnTo>
                  <a:lnTo>
                    <a:pt x="0" y="129717"/>
                  </a:lnTo>
                  <a:lnTo>
                    <a:pt x="0" y="96024"/>
                  </a:lnTo>
                  <a:lnTo>
                    <a:pt x="0" y="62331"/>
                  </a:lnTo>
                  <a:lnTo>
                    <a:pt x="0" y="28638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2412180" y="4040542"/>
              <a:ext cx="2190487" cy="0"/>
            </a:xfrm>
            <a:custGeom>
              <a:avLst/>
              <a:pathLst>
                <a:path w="2190487" h="0">
                  <a:moveTo>
                    <a:pt x="0" y="0"/>
                  </a:moveTo>
                  <a:lnTo>
                    <a:pt x="11063" y="0"/>
                  </a:lnTo>
                  <a:lnTo>
                    <a:pt x="39223" y="0"/>
                  </a:lnTo>
                  <a:lnTo>
                    <a:pt x="67384" y="0"/>
                  </a:lnTo>
                  <a:lnTo>
                    <a:pt x="95544" y="0"/>
                  </a:lnTo>
                  <a:lnTo>
                    <a:pt x="123705" y="0"/>
                  </a:lnTo>
                  <a:lnTo>
                    <a:pt x="151865" y="0"/>
                  </a:lnTo>
                  <a:lnTo>
                    <a:pt x="180026" y="0"/>
                  </a:lnTo>
                  <a:lnTo>
                    <a:pt x="208186" y="0"/>
                  </a:lnTo>
                  <a:lnTo>
                    <a:pt x="236347" y="0"/>
                  </a:lnTo>
                  <a:lnTo>
                    <a:pt x="264507" y="0"/>
                  </a:lnTo>
                  <a:lnTo>
                    <a:pt x="292668" y="0"/>
                  </a:lnTo>
                  <a:lnTo>
                    <a:pt x="320828" y="0"/>
                  </a:lnTo>
                  <a:lnTo>
                    <a:pt x="348989" y="0"/>
                  </a:lnTo>
                  <a:lnTo>
                    <a:pt x="377150" y="0"/>
                  </a:lnTo>
                  <a:lnTo>
                    <a:pt x="405310" y="0"/>
                  </a:lnTo>
                  <a:lnTo>
                    <a:pt x="433471" y="0"/>
                  </a:lnTo>
                  <a:lnTo>
                    <a:pt x="461631" y="0"/>
                  </a:lnTo>
                  <a:lnTo>
                    <a:pt x="489792" y="0"/>
                  </a:lnTo>
                  <a:lnTo>
                    <a:pt x="517952" y="0"/>
                  </a:lnTo>
                  <a:lnTo>
                    <a:pt x="546113" y="0"/>
                  </a:lnTo>
                  <a:lnTo>
                    <a:pt x="574273" y="0"/>
                  </a:lnTo>
                  <a:lnTo>
                    <a:pt x="602434" y="0"/>
                  </a:lnTo>
                  <a:lnTo>
                    <a:pt x="630594" y="0"/>
                  </a:lnTo>
                  <a:lnTo>
                    <a:pt x="658755" y="0"/>
                  </a:lnTo>
                  <a:lnTo>
                    <a:pt x="686915" y="0"/>
                  </a:lnTo>
                  <a:lnTo>
                    <a:pt x="715076" y="0"/>
                  </a:lnTo>
                  <a:lnTo>
                    <a:pt x="743237" y="0"/>
                  </a:lnTo>
                  <a:lnTo>
                    <a:pt x="771397" y="0"/>
                  </a:lnTo>
                  <a:lnTo>
                    <a:pt x="799558" y="0"/>
                  </a:lnTo>
                  <a:lnTo>
                    <a:pt x="827718" y="0"/>
                  </a:lnTo>
                  <a:lnTo>
                    <a:pt x="855879" y="0"/>
                  </a:lnTo>
                  <a:lnTo>
                    <a:pt x="884039" y="0"/>
                  </a:lnTo>
                  <a:lnTo>
                    <a:pt x="912200" y="0"/>
                  </a:lnTo>
                  <a:lnTo>
                    <a:pt x="940360" y="0"/>
                  </a:lnTo>
                  <a:lnTo>
                    <a:pt x="968521" y="0"/>
                  </a:lnTo>
                  <a:lnTo>
                    <a:pt x="996681" y="0"/>
                  </a:lnTo>
                  <a:lnTo>
                    <a:pt x="1024842" y="0"/>
                  </a:lnTo>
                  <a:lnTo>
                    <a:pt x="1053002" y="0"/>
                  </a:lnTo>
                  <a:lnTo>
                    <a:pt x="1081163" y="0"/>
                  </a:lnTo>
                  <a:lnTo>
                    <a:pt x="1109323" y="0"/>
                  </a:lnTo>
                  <a:lnTo>
                    <a:pt x="1137484" y="0"/>
                  </a:lnTo>
                  <a:lnTo>
                    <a:pt x="1165645" y="0"/>
                  </a:lnTo>
                  <a:lnTo>
                    <a:pt x="1193805" y="0"/>
                  </a:lnTo>
                  <a:lnTo>
                    <a:pt x="1221966" y="0"/>
                  </a:lnTo>
                  <a:lnTo>
                    <a:pt x="1250126" y="0"/>
                  </a:lnTo>
                  <a:lnTo>
                    <a:pt x="1278287" y="0"/>
                  </a:lnTo>
                  <a:lnTo>
                    <a:pt x="1306447" y="0"/>
                  </a:lnTo>
                  <a:lnTo>
                    <a:pt x="1334608" y="0"/>
                  </a:lnTo>
                  <a:lnTo>
                    <a:pt x="1362768" y="0"/>
                  </a:lnTo>
                  <a:lnTo>
                    <a:pt x="1390929" y="0"/>
                  </a:lnTo>
                  <a:lnTo>
                    <a:pt x="1419089" y="0"/>
                  </a:lnTo>
                  <a:lnTo>
                    <a:pt x="1447250" y="0"/>
                  </a:lnTo>
                  <a:lnTo>
                    <a:pt x="1475410" y="0"/>
                  </a:lnTo>
                  <a:lnTo>
                    <a:pt x="1503571" y="0"/>
                  </a:lnTo>
                  <a:lnTo>
                    <a:pt x="1531732" y="0"/>
                  </a:lnTo>
                  <a:lnTo>
                    <a:pt x="1559892" y="0"/>
                  </a:lnTo>
                  <a:lnTo>
                    <a:pt x="1588053" y="0"/>
                  </a:lnTo>
                  <a:lnTo>
                    <a:pt x="1616213" y="0"/>
                  </a:lnTo>
                  <a:lnTo>
                    <a:pt x="1644374" y="0"/>
                  </a:lnTo>
                  <a:lnTo>
                    <a:pt x="1672534" y="0"/>
                  </a:lnTo>
                  <a:lnTo>
                    <a:pt x="1700695" y="0"/>
                  </a:lnTo>
                  <a:lnTo>
                    <a:pt x="1728855" y="0"/>
                  </a:lnTo>
                  <a:lnTo>
                    <a:pt x="1757016" y="0"/>
                  </a:lnTo>
                  <a:lnTo>
                    <a:pt x="1785176" y="0"/>
                  </a:lnTo>
                  <a:lnTo>
                    <a:pt x="1813337" y="0"/>
                  </a:lnTo>
                  <a:lnTo>
                    <a:pt x="1841497" y="0"/>
                  </a:lnTo>
                  <a:lnTo>
                    <a:pt x="1869658" y="0"/>
                  </a:lnTo>
                  <a:lnTo>
                    <a:pt x="1897818" y="0"/>
                  </a:lnTo>
                  <a:lnTo>
                    <a:pt x="1925979" y="0"/>
                  </a:lnTo>
                  <a:lnTo>
                    <a:pt x="1954140" y="0"/>
                  </a:lnTo>
                  <a:lnTo>
                    <a:pt x="1982300" y="0"/>
                  </a:lnTo>
                  <a:lnTo>
                    <a:pt x="2010461" y="0"/>
                  </a:lnTo>
                  <a:lnTo>
                    <a:pt x="2038621" y="0"/>
                  </a:lnTo>
                  <a:lnTo>
                    <a:pt x="2066782" y="0"/>
                  </a:lnTo>
                  <a:lnTo>
                    <a:pt x="2094942" y="0"/>
                  </a:lnTo>
                  <a:lnTo>
                    <a:pt x="2123103" y="0"/>
                  </a:lnTo>
                  <a:lnTo>
                    <a:pt x="2151263" y="0"/>
                  </a:lnTo>
                  <a:lnTo>
                    <a:pt x="2179424" y="0"/>
                  </a:lnTo>
                  <a:lnTo>
                    <a:pt x="2190487" y="0"/>
                  </a:lnTo>
                  <a:lnTo>
                    <a:pt x="2190487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2412180" y="3669919"/>
              <a:ext cx="2190487" cy="0"/>
            </a:xfrm>
            <a:custGeom>
              <a:avLst/>
              <a:pathLst>
                <a:path w="2190487" h="0">
                  <a:moveTo>
                    <a:pt x="0" y="0"/>
                  </a:moveTo>
                  <a:lnTo>
                    <a:pt x="11063" y="0"/>
                  </a:lnTo>
                  <a:lnTo>
                    <a:pt x="39223" y="0"/>
                  </a:lnTo>
                  <a:lnTo>
                    <a:pt x="67384" y="0"/>
                  </a:lnTo>
                  <a:lnTo>
                    <a:pt x="95544" y="0"/>
                  </a:lnTo>
                  <a:lnTo>
                    <a:pt x="123705" y="0"/>
                  </a:lnTo>
                  <a:lnTo>
                    <a:pt x="151865" y="0"/>
                  </a:lnTo>
                  <a:lnTo>
                    <a:pt x="180026" y="0"/>
                  </a:lnTo>
                  <a:lnTo>
                    <a:pt x="208186" y="0"/>
                  </a:lnTo>
                  <a:lnTo>
                    <a:pt x="236347" y="0"/>
                  </a:lnTo>
                  <a:lnTo>
                    <a:pt x="264507" y="0"/>
                  </a:lnTo>
                  <a:lnTo>
                    <a:pt x="292668" y="0"/>
                  </a:lnTo>
                  <a:lnTo>
                    <a:pt x="320828" y="0"/>
                  </a:lnTo>
                  <a:lnTo>
                    <a:pt x="348989" y="0"/>
                  </a:lnTo>
                  <a:lnTo>
                    <a:pt x="377150" y="0"/>
                  </a:lnTo>
                  <a:lnTo>
                    <a:pt x="405310" y="0"/>
                  </a:lnTo>
                  <a:lnTo>
                    <a:pt x="433471" y="0"/>
                  </a:lnTo>
                  <a:lnTo>
                    <a:pt x="461631" y="0"/>
                  </a:lnTo>
                  <a:lnTo>
                    <a:pt x="489792" y="0"/>
                  </a:lnTo>
                  <a:lnTo>
                    <a:pt x="517952" y="0"/>
                  </a:lnTo>
                  <a:lnTo>
                    <a:pt x="546113" y="0"/>
                  </a:lnTo>
                  <a:lnTo>
                    <a:pt x="574273" y="0"/>
                  </a:lnTo>
                  <a:lnTo>
                    <a:pt x="602434" y="0"/>
                  </a:lnTo>
                  <a:lnTo>
                    <a:pt x="630594" y="0"/>
                  </a:lnTo>
                  <a:lnTo>
                    <a:pt x="658755" y="0"/>
                  </a:lnTo>
                  <a:lnTo>
                    <a:pt x="686915" y="0"/>
                  </a:lnTo>
                  <a:lnTo>
                    <a:pt x="715076" y="0"/>
                  </a:lnTo>
                  <a:lnTo>
                    <a:pt x="743237" y="0"/>
                  </a:lnTo>
                  <a:lnTo>
                    <a:pt x="771397" y="0"/>
                  </a:lnTo>
                  <a:lnTo>
                    <a:pt x="799558" y="0"/>
                  </a:lnTo>
                  <a:lnTo>
                    <a:pt x="827718" y="0"/>
                  </a:lnTo>
                  <a:lnTo>
                    <a:pt x="855879" y="0"/>
                  </a:lnTo>
                  <a:lnTo>
                    <a:pt x="884039" y="0"/>
                  </a:lnTo>
                  <a:lnTo>
                    <a:pt x="912200" y="0"/>
                  </a:lnTo>
                  <a:lnTo>
                    <a:pt x="940360" y="0"/>
                  </a:lnTo>
                  <a:lnTo>
                    <a:pt x="968521" y="0"/>
                  </a:lnTo>
                  <a:lnTo>
                    <a:pt x="996681" y="0"/>
                  </a:lnTo>
                  <a:lnTo>
                    <a:pt x="1024842" y="0"/>
                  </a:lnTo>
                  <a:lnTo>
                    <a:pt x="1053002" y="0"/>
                  </a:lnTo>
                  <a:lnTo>
                    <a:pt x="1081163" y="0"/>
                  </a:lnTo>
                  <a:lnTo>
                    <a:pt x="1109323" y="0"/>
                  </a:lnTo>
                  <a:lnTo>
                    <a:pt x="1137484" y="0"/>
                  </a:lnTo>
                  <a:lnTo>
                    <a:pt x="1165645" y="0"/>
                  </a:lnTo>
                  <a:lnTo>
                    <a:pt x="1193805" y="0"/>
                  </a:lnTo>
                  <a:lnTo>
                    <a:pt x="1221966" y="0"/>
                  </a:lnTo>
                  <a:lnTo>
                    <a:pt x="1250126" y="0"/>
                  </a:lnTo>
                  <a:lnTo>
                    <a:pt x="1278287" y="0"/>
                  </a:lnTo>
                  <a:lnTo>
                    <a:pt x="1306447" y="0"/>
                  </a:lnTo>
                  <a:lnTo>
                    <a:pt x="1334608" y="0"/>
                  </a:lnTo>
                  <a:lnTo>
                    <a:pt x="1362768" y="0"/>
                  </a:lnTo>
                  <a:lnTo>
                    <a:pt x="1390929" y="0"/>
                  </a:lnTo>
                  <a:lnTo>
                    <a:pt x="1419089" y="0"/>
                  </a:lnTo>
                  <a:lnTo>
                    <a:pt x="1447250" y="0"/>
                  </a:lnTo>
                  <a:lnTo>
                    <a:pt x="1475410" y="0"/>
                  </a:lnTo>
                  <a:lnTo>
                    <a:pt x="1503571" y="0"/>
                  </a:lnTo>
                  <a:lnTo>
                    <a:pt x="1531732" y="0"/>
                  </a:lnTo>
                  <a:lnTo>
                    <a:pt x="1559892" y="0"/>
                  </a:lnTo>
                  <a:lnTo>
                    <a:pt x="1588053" y="0"/>
                  </a:lnTo>
                  <a:lnTo>
                    <a:pt x="1616213" y="0"/>
                  </a:lnTo>
                  <a:lnTo>
                    <a:pt x="1644374" y="0"/>
                  </a:lnTo>
                  <a:lnTo>
                    <a:pt x="1672534" y="0"/>
                  </a:lnTo>
                  <a:lnTo>
                    <a:pt x="1700695" y="0"/>
                  </a:lnTo>
                  <a:lnTo>
                    <a:pt x="1728855" y="0"/>
                  </a:lnTo>
                  <a:lnTo>
                    <a:pt x="1757016" y="0"/>
                  </a:lnTo>
                  <a:lnTo>
                    <a:pt x="1785176" y="0"/>
                  </a:lnTo>
                  <a:lnTo>
                    <a:pt x="1813337" y="0"/>
                  </a:lnTo>
                  <a:lnTo>
                    <a:pt x="1841497" y="0"/>
                  </a:lnTo>
                  <a:lnTo>
                    <a:pt x="1869658" y="0"/>
                  </a:lnTo>
                  <a:lnTo>
                    <a:pt x="1897818" y="0"/>
                  </a:lnTo>
                  <a:lnTo>
                    <a:pt x="1925979" y="0"/>
                  </a:lnTo>
                  <a:lnTo>
                    <a:pt x="1954140" y="0"/>
                  </a:lnTo>
                  <a:lnTo>
                    <a:pt x="1982300" y="0"/>
                  </a:lnTo>
                  <a:lnTo>
                    <a:pt x="2010461" y="0"/>
                  </a:lnTo>
                  <a:lnTo>
                    <a:pt x="2038621" y="0"/>
                  </a:lnTo>
                  <a:lnTo>
                    <a:pt x="2066782" y="0"/>
                  </a:lnTo>
                  <a:lnTo>
                    <a:pt x="2094942" y="0"/>
                  </a:lnTo>
                  <a:lnTo>
                    <a:pt x="2123103" y="0"/>
                  </a:lnTo>
                  <a:lnTo>
                    <a:pt x="2151263" y="0"/>
                  </a:lnTo>
                  <a:lnTo>
                    <a:pt x="2179424" y="0"/>
                  </a:lnTo>
                  <a:lnTo>
                    <a:pt x="2190487" y="0"/>
                  </a:lnTo>
                  <a:lnTo>
                    <a:pt x="2190487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2412180" y="3299297"/>
              <a:ext cx="2190487" cy="0"/>
            </a:xfrm>
            <a:custGeom>
              <a:avLst/>
              <a:pathLst>
                <a:path w="2190487" h="0">
                  <a:moveTo>
                    <a:pt x="0" y="0"/>
                  </a:moveTo>
                  <a:lnTo>
                    <a:pt x="11063" y="0"/>
                  </a:lnTo>
                  <a:lnTo>
                    <a:pt x="39223" y="0"/>
                  </a:lnTo>
                  <a:lnTo>
                    <a:pt x="67384" y="0"/>
                  </a:lnTo>
                  <a:lnTo>
                    <a:pt x="95544" y="0"/>
                  </a:lnTo>
                  <a:lnTo>
                    <a:pt x="123705" y="0"/>
                  </a:lnTo>
                  <a:lnTo>
                    <a:pt x="151865" y="0"/>
                  </a:lnTo>
                  <a:lnTo>
                    <a:pt x="180026" y="0"/>
                  </a:lnTo>
                  <a:lnTo>
                    <a:pt x="208186" y="0"/>
                  </a:lnTo>
                  <a:lnTo>
                    <a:pt x="236347" y="0"/>
                  </a:lnTo>
                  <a:lnTo>
                    <a:pt x="264507" y="0"/>
                  </a:lnTo>
                  <a:lnTo>
                    <a:pt x="292668" y="0"/>
                  </a:lnTo>
                  <a:lnTo>
                    <a:pt x="320828" y="0"/>
                  </a:lnTo>
                  <a:lnTo>
                    <a:pt x="348989" y="0"/>
                  </a:lnTo>
                  <a:lnTo>
                    <a:pt x="377150" y="0"/>
                  </a:lnTo>
                  <a:lnTo>
                    <a:pt x="405310" y="0"/>
                  </a:lnTo>
                  <a:lnTo>
                    <a:pt x="433471" y="0"/>
                  </a:lnTo>
                  <a:lnTo>
                    <a:pt x="461631" y="0"/>
                  </a:lnTo>
                  <a:lnTo>
                    <a:pt x="489792" y="0"/>
                  </a:lnTo>
                  <a:lnTo>
                    <a:pt x="517952" y="0"/>
                  </a:lnTo>
                  <a:lnTo>
                    <a:pt x="546113" y="0"/>
                  </a:lnTo>
                  <a:lnTo>
                    <a:pt x="574273" y="0"/>
                  </a:lnTo>
                  <a:lnTo>
                    <a:pt x="602434" y="0"/>
                  </a:lnTo>
                  <a:lnTo>
                    <a:pt x="630594" y="0"/>
                  </a:lnTo>
                  <a:lnTo>
                    <a:pt x="658755" y="0"/>
                  </a:lnTo>
                  <a:lnTo>
                    <a:pt x="686915" y="0"/>
                  </a:lnTo>
                  <a:lnTo>
                    <a:pt x="715076" y="0"/>
                  </a:lnTo>
                  <a:lnTo>
                    <a:pt x="743237" y="0"/>
                  </a:lnTo>
                  <a:lnTo>
                    <a:pt x="771397" y="0"/>
                  </a:lnTo>
                  <a:lnTo>
                    <a:pt x="799558" y="0"/>
                  </a:lnTo>
                  <a:lnTo>
                    <a:pt x="827718" y="0"/>
                  </a:lnTo>
                  <a:lnTo>
                    <a:pt x="855879" y="0"/>
                  </a:lnTo>
                  <a:lnTo>
                    <a:pt x="884039" y="0"/>
                  </a:lnTo>
                  <a:lnTo>
                    <a:pt x="912200" y="0"/>
                  </a:lnTo>
                  <a:lnTo>
                    <a:pt x="940360" y="0"/>
                  </a:lnTo>
                  <a:lnTo>
                    <a:pt x="968521" y="0"/>
                  </a:lnTo>
                  <a:lnTo>
                    <a:pt x="996681" y="0"/>
                  </a:lnTo>
                  <a:lnTo>
                    <a:pt x="1024842" y="0"/>
                  </a:lnTo>
                  <a:lnTo>
                    <a:pt x="1053002" y="0"/>
                  </a:lnTo>
                  <a:lnTo>
                    <a:pt x="1081163" y="0"/>
                  </a:lnTo>
                  <a:lnTo>
                    <a:pt x="1109323" y="0"/>
                  </a:lnTo>
                  <a:lnTo>
                    <a:pt x="1137484" y="0"/>
                  </a:lnTo>
                  <a:lnTo>
                    <a:pt x="1165645" y="0"/>
                  </a:lnTo>
                  <a:lnTo>
                    <a:pt x="1193805" y="0"/>
                  </a:lnTo>
                  <a:lnTo>
                    <a:pt x="1221966" y="0"/>
                  </a:lnTo>
                  <a:lnTo>
                    <a:pt x="1250126" y="0"/>
                  </a:lnTo>
                  <a:lnTo>
                    <a:pt x="1278287" y="0"/>
                  </a:lnTo>
                  <a:lnTo>
                    <a:pt x="1306447" y="0"/>
                  </a:lnTo>
                  <a:lnTo>
                    <a:pt x="1334608" y="0"/>
                  </a:lnTo>
                  <a:lnTo>
                    <a:pt x="1362768" y="0"/>
                  </a:lnTo>
                  <a:lnTo>
                    <a:pt x="1390929" y="0"/>
                  </a:lnTo>
                  <a:lnTo>
                    <a:pt x="1419089" y="0"/>
                  </a:lnTo>
                  <a:lnTo>
                    <a:pt x="1447250" y="0"/>
                  </a:lnTo>
                  <a:lnTo>
                    <a:pt x="1475410" y="0"/>
                  </a:lnTo>
                  <a:lnTo>
                    <a:pt x="1503571" y="0"/>
                  </a:lnTo>
                  <a:lnTo>
                    <a:pt x="1531732" y="0"/>
                  </a:lnTo>
                  <a:lnTo>
                    <a:pt x="1559892" y="0"/>
                  </a:lnTo>
                  <a:lnTo>
                    <a:pt x="1588053" y="0"/>
                  </a:lnTo>
                  <a:lnTo>
                    <a:pt x="1616213" y="0"/>
                  </a:lnTo>
                  <a:lnTo>
                    <a:pt x="1644374" y="0"/>
                  </a:lnTo>
                  <a:lnTo>
                    <a:pt x="1672534" y="0"/>
                  </a:lnTo>
                  <a:lnTo>
                    <a:pt x="1700695" y="0"/>
                  </a:lnTo>
                  <a:lnTo>
                    <a:pt x="1728855" y="0"/>
                  </a:lnTo>
                  <a:lnTo>
                    <a:pt x="1757016" y="0"/>
                  </a:lnTo>
                  <a:lnTo>
                    <a:pt x="1785176" y="0"/>
                  </a:lnTo>
                  <a:lnTo>
                    <a:pt x="1813337" y="0"/>
                  </a:lnTo>
                  <a:lnTo>
                    <a:pt x="1841497" y="0"/>
                  </a:lnTo>
                  <a:lnTo>
                    <a:pt x="1869658" y="0"/>
                  </a:lnTo>
                  <a:lnTo>
                    <a:pt x="1897818" y="0"/>
                  </a:lnTo>
                  <a:lnTo>
                    <a:pt x="1925979" y="0"/>
                  </a:lnTo>
                  <a:lnTo>
                    <a:pt x="1954140" y="0"/>
                  </a:lnTo>
                  <a:lnTo>
                    <a:pt x="1982300" y="0"/>
                  </a:lnTo>
                  <a:lnTo>
                    <a:pt x="2010461" y="0"/>
                  </a:lnTo>
                  <a:lnTo>
                    <a:pt x="2038621" y="0"/>
                  </a:lnTo>
                  <a:lnTo>
                    <a:pt x="2066782" y="0"/>
                  </a:lnTo>
                  <a:lnTo>
                    <a:pt x="2094942" y="0"/>
                  </a:lnTo>
                  <a:lnTo>
                    <a:pt x="2123103" y="0"/>
                  </a:lnTo>
                  <a:lnTo>
                    <a:pt x="2151263" y="0"/>
                  </a:lnTo>
                  <a:lnTo>
                    <a:pt x="2179424" y="0"/>
                  </a:lnTo>
                  <a:lnTo>
                    <a:pt x="2190487" y="0"/>
                  </a:lnTo>
                  <a:lnTo>
                    <a:pt x="2190487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2412180" y="2928675"/>
              <a:ext cx="2190487" cy="0"/>
            </a:xfrm>
            <a:custGeom>
              <a:avLst/>
              <a:pathLst>
                <a:path w="2190487" h="0">
                  <a:moveTo>
                    <a:pt x="0" y="0"/>
                  </a:moveTo>
                  <a:lnTo>
                    <a:pt x="11063" y="0"/>
                  </a:lnTo>
                  <a:lnTo>
                    <a:pt x="39223" y="0"/>
                  </a:lnTo>
                  <a:lnTo>
                    <a:pt x="67384" y="0"/>
                  </a:lnTo>
                  <a:lnTo>
                    <a:pt x="95544" y="0"/>
                  </a:lnTo>
                  <a:lnTo>
                    <a:pt x="123705" y="0"/>
                  </a:lnTo>
                  <a:lnTo>
                    <a:pt x="151865" y="0"/>
                  </a:lnTo>
                  <a:lnTo>
                    <a:pt x="180026" y="0"/>
                  </a:lnTo>
                  <a:lnTo>
                    <a:pt x="208186" y="0"/>
                  </a:lnTo>
                  <a:lnTo>
                    <a:pt x="236347" y="0"/>
                  </a:lnTo>
                  <a:lnTo>
                    <a:pt x="264507" y="0"/>
                  </a:lnTo>
                  <a:lnTo>
                    <a:pt x="292668" y="0"/>
                  </a:lnTo>
                  <a:lnTo>
                    <a:pt x="320828" y="0"/>
                  </a:lnTo>
                  <a:lnTo>
                    <a:pt x="348989" y="0"/>
                  </a:lnTo>
                  <a:lnTo>
                    <a:pt x="377150" y="0"/>
                  </a:lnTo>
                  <a:lnTo>
                    <a:pt x="405310" y="0"/>
                  </a:lnTo>
                  <a:lnTo>
                    <a:pt x="433471" y="0"/>
                  </a:lnTo>
                  <a:lnTo>
                    <a:pt x="461631" y="0"/>
                  </a:lnTo>
                  <a:lnTo>
                    <a:pt x="489792" y="0"/>
                  </a:lnTo>
                  <a:lnTo>
                    <a:pt x="517952" y="0"/>
                  </a:lnTo>
                  <a:lnTo>
                    <a:pt x="546113" y="0"/>
                  </a:lnTo>
                  <a:lnTo>
                    <a:pt x="574273" y="0"/>
                  </a:lnTo>
                  <a:lnTo>
                    <a:pt x="602434" y="0"/>
                  </a:lnTo>
                  <a:lnTo>
                    <a:pt x="630594" y="0"/>
                  </a:lnTo>
                  <a:lnTo>
                    <a:pt x="658755" y="0"/>
                  </a:lnTo>
                  <a:lnTo>
                    <a:pt x="686915" y="0"/>
                  </a:lnTo>
                  <a:lnTo>
                    <a:pt x="715076" y="0"/>
                  </a:lnTo>
                  <a:lnTo>
                    <a:pt x="743237" y="0"/>
                  </a:lnTo>
                  <a:lnTo>
                    <a:pt x="771397" y="0"/>
                  </a:lnTo>
                  <a:lnTo>
                    <a:pt x="799558" y="0"/>
                  </a:lnTo>
                  <a:lnTo>
                    <a:pt x="827718" y="0"/>
                  </a:lnTo>
                  <a:lnTo>
                    <a:pt x="855879" y="0"/>
                  </a:lnTo>
                  <a:lnTo>
                    <a:pt x="884039" y="0"/>
                  </a:lnTo>
                  <a:lnTo>
                    <a:pt x="912200" y="0"/>
                  </a:lnTo>
                  <a:lnTo>
                    <a:pt x="940360" y="0"/>
                  </a:lnTo>
                  <a:lnTo>
                    <a:pt x="968521" y="0"/>
                  </a:lnTo>
                  <a:lnTo>
                    <a:pt x="996681" y="0"/>
                  </a:lnTo>
                  <a:lnTo>
                    <a:pt x="1024842" y="0"/>
                  </a:lnTo>
                  <a:lnTo>
                    <a:pt x="1053002" y="0"/>
                  </a:lnTo>
                  <a:lnTo>
                    <a:pt x="1081163" y="0"/>
                  </a:lnTo>
                  <a:lnTo>
                    <a:pt x="1109323" y="0"/>
                  </a:lnTo>
                  <a:lnTo>
                    <a:pt x="1137484" y="0"/>
                  </a:lnTo>
                  <a:lnTo>
                    <a:pt x="1165645" y="0"/>
                  </a:lnTo>
                  <a:lnTo>
                    <a:pt x="1193805" y="0"/>
                  </a:lnTo>
                  <a:lnTo>
                    <a:pt x="1221966" y="0"/>
                  </a:lnTo>
                  <a:lnTo>
                    <a:pt x="1250126" y="0"/>
                  </a:lnTo>
                  <a:lnTo>
                    <a:pt x="1278287" y="0"/>
                  </a:lnTo>
                  <a:lnTo>
                    <a:pt x="1306447" y="0"/>
                  </a:lnTo>
                  <a:lnTo>
                    <a:pt x="1334608" y="0"/>
                  </a:lnTo>
                  <a:lnTo>
                    <a:pt x="1362768" y="0"/>
                  </a:lnTo>
                  <a:lnTo>
                    <a:pt x="1390929" y="0"/>
                  </a:lnTo>
                  <a:lnTo>
                    <a:pt x="1419089" y="0"/>
                  </a:lnTo>
                  <a:lnTo>
                    <a:pt x="1447250" y="0"/>
                  </a:lnTo>
                  <a:lnTo>
                    <a:pt x="1475410" y="0"/>
                  </a:lnTo>
                  <a:lnTo>
                    <a:pt x="1503571" y="0"/>
                  </a:lnTo>
                  <a:lnTo>
                    <a:pt x="1531732" y="0"/>
                  </a:lnTo>
                  <a:lnTo>
                    <a:pt x="1559892" y="0"/>
                  </a:lnTo>
                  <a:lnTo>
                    <a:pt x="1588053" y="0"/>
                  </a:lnTo>
                  <a:lnTo>
                    <a:pt x="1616213" y="0"/>
                  </a:lnTo>
                  <a:lnTo>
                    <a:pt x="1644374" y="0"/>
                  </a:lnTo>
                  <a:lnTo>
                    <a:pt x="1672534" y="0"/>
                  </a:lnTo>
                  <a:lnTo>
                    <a:pt x="1700695" y="0"/>
                  </a:lnTo>
                  <a:lnTo>
                    <a:pt x="1728855" y="0"/>
                  </a:lnTo>
                  <a:lnTo>
                    <a:pt x="1757016" y="0"/>
                  </a:lnTo>
                  <a:lnTo>
                    <a:pt x="1785176" y="0"/>
                  </a:lnTo>
                  <a:lnTo>
                    <a:pt x="1813337" y="0"/>
                  </a:lnTo>
                  <a:lnTo>
                    <a:pt x="1841497" y="0"/>
                  </a:lnTo>
                  <a:lnTo>
                    <a:pt x="1869658" y="0"/>
                  </a:lnTo>
                  <a:lnTo>
                    <a:pt x="1897818" y="0"/>
                  </a:lnTo>
                  <a:lnTo>
                    <a:pt x="1925979" y="0"/>
                  </a:lnTo>
                  <a:lnTo>
                    <a:pt x="1954140" y="0"/>
                  </a:lnTo>
                  <a:lnTo>
                    <a:pt x="1982300" y="0"/>
                  </a:lnTo>
                  <a:lnTo>
                    <a:pt x="2010461" y="0"/>
                  </a:lnTo>
                  <a:lnTo>
                    <a:pt x="2038621" y="0"/>
                  </a:lnTo>
                  <a:lnTo>
                    <a:pt x="2066782" y="0"/>
                  </a:lnTo>
                  <a:lnTo>
                    <a:pt x="2094942" y="0"/>
                  </a:lnTo>
                  <a:lnTo>
                    <a:pt x="2123103" y="0"/>
                  </a:lnTo>
                  <a:lnTo>
                    <a:pt x="2151263" y="0"/>
                  </a:lnTo>
                  <a:lnTo>
                    <a:pt x="2179424" y="0"/>
                  </a:lnTo>
                  <a:lnTo>
                    <a:pt x="2190487" y="0"/>
                  </a:lnTo>
                  <a:lnTo>
                    <a:pt x="2190487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2412180" y="2558052"/>
              <a:ext cx="2190487" cy="0"/>
            </a:xfrm>
            <a:custGeom>
              <a:avLst/>
              <a:pathLst>
                <a:path w="2190487" h="0">
                  <a:moveTo>
                    <a:pt x="0" y="0"/>
                  </a:moveTo>
                  <a:lnTo>
                    <a:pt x="11063" y="0"/>
                  </a:lnTo>
                  <a:lnTo>
                    <a:pt x="39223" y="0"/>
                  </a:lnTo>
                  <a:lnTo>
                    <a:pt x="67384" y="0"/>
                  </a:lnTo>
                  <a:lnTo>
                    <a:pt x="95544" y="0"/>
                  </a:lnTo>
                  <a:lnTo>
                    <a:pt x="123705" y="0"/>
                  </a:lnTo>
                  <a:lnTo>
                    <a:pt x="151865" y="0"/>
                  </a:lnTo>
                  <a:lnTo>
                    <a:pt x="180026" y="0"/>
                  </a:lnTo>
                  <a:lnTo>
                    <a:pt x="208186" y="0"/>
                  </a:lnTo>
                  <a:lnTo>
                    <a:pt x="236347" y="0"/>
                  </a:lnTo>
                  <a:lnTo>
                    <a:pt x="264507" y="0"/>
                  </a:lnTo>
                  <a:lnTo>
                    <a:pt x="292668" y="0"/>
                  </a:lnTo>
                  <a:lnTo>
                    <a:pt x="320828" y="0"/>
                  </a:lnTo>
                  <a:lnTo>
                    <a:pt x="348989" y="0"/>
                  </a:lnTo>
                  <a:lnTo>
                    <a:pt x="377150" y="0"/>
                  </a:lnTo>
                  <a:lnTo>
                    <a:pt x="405310" y="0"/>
                  </a:lnTo>
                  <a:lnTo>
                    <a:pt x="433471" y="0"/>
                  </a:lnTo>
                  <a:lnTo>
                    <a:pt x="461631" y="0"/>
                  </a:lnTo>
                  <a:lnTo>
                    <a:pt x="489792" y="0"/>
                  </a:lnTo>
                  <a:lnTo>
                    <a:pt x="517952" y="0"/>
                  </a:lnTo>
                  <a:lnTo>
                    <a:pt x="546113" y="0"/>
                  </a:lnTo>
                  <a:lnTo>
                    <a:pt x="574273" y="0"/>
                  </a:lnTo>
                  <a:lnTo>
                    <a:pt x="602434" y="0"/>
                  </a:lnTo>
                  <a:lnTo>
                    <a:pt x="630594" y="0"/>
                  </a:lnTo>
                  <a:lnTo>
                    <a:pt x="658755" y="0"/>
                  </a:lnTo>
                  <a:lnTo>
                    <a:pt x="686915" y="0"/>
                  </a:lnTo>
                  <a:lnTo>
                    <a:pt x="715076" y="0"/>
                  </a:lnTo>
                  <a:lnTo>
                    <a:pt x="743237" y="0"/>
                  </a:lnTo>
                  <a:lnTo>
                    <a:pt x="771397" y="0"/>
                  </a:lnTo>
                  <a:lnTo>
                    <a:pt x="799558" y="0"/>
                  </a:lnTo>
                  <a:lnTo>
                    <a:pt x="827718" y="0"/>
                  </a:lnTo>
                  <a:lnTo>
                    <a:pt x="855879" y="0"/>
                  </a:lnTo>
                  <a:lnTo>
                    <a:pt x="884039" y="0"/>
                  </a:lnTo>
                  <a:lnTo>
                    <a:pt x="912200" y="0"/>
                  </a:lnTo>
                  <a:lnTo>
                    <a:pt x="940360" y="0"/>
                  </a:lnTo>
                  <a:lnTo>
                    <a:pt x="968521" y="0"/>
                  </a:lnTo>
                  <a:lnTo>
                    <a:pt x="996681" y="0"/>
                  </a:lnTo>
                  <a:lnTo>
                    <a:pt x="1024842" y="0"/>
                  </a:lnTo>
                  <a:lnTo>
                    <a:pt x="1053002" y="0"/>
                  </a:lnTo>
                  <a:lnTo>
                    <a:pt x="1081163" y="0"/>
                  </a:lnTo>
                  <a:lnTo>
                    <a:pt x="1109323" y="0"/>
                  </a:lnTo>
                  <a:lnTo>
                    <a:pt x="1137484" y="0"/>
                  </a:lnTo>
                  <a:lnTo>
                    <a:pt x="1165645" y="0"/>
                  </a:lnTo>
                  <a:lnTo>
                    <a:pt x="1193805" y="0"/>
                  </a:lnTo>
                  <a:lnTo>
                    <a:pt x="1221966" y="0"/>
                  </a:lnTo>
                  <a:lnTo>
                    <a:pt x="1250126" y="0"/>
                  </a:lnTo>
                  <a:lnTo>
                    <a:pt x="1278287" y="0"/>
                  </a:lnTo>
                  <a:lnTo>
                    <a:pt x="1306447" y="0"/>
                  </a:lnTo>
                  <a:lnTo>
                    <a:pt x="1334608" y="0"/>
                  </a:lnTo>
                  <a:lnTo>
                    <a:pt x="1362768" y="0"/>
                  </a:lnTo>
                  <a:lnTo>
                    <a:pt x="1390929" y="0"/>
                  </a:lnTo>
                  <a:lnTo>
                    <a:pt x="1419089" y="0"/>
                  </a:lnTo>
                  <a:lnTo>
                    <a:pt x="1447250" y="0"/>
                  </a:lnTo>
                  <a:lnTo>
                    <a:pt x="1475410" y="0"/>
                  </a:lnTo>
                  <a:lnTo>
                    <a:pt x="1503571" y="0"/>
                  </a:lnTo>
                  <a:lnTo>
                    <a:pt x="1531732" y="0"/>
                  </a:lnTo>
                  <a:lnTo>
                    <a:pt x="1559892" y="0"/>
                  </a:lnTo>
                  <a:lnTo>
                    <a:pt x="1588053" y="0"/>
                  </a:lnTo>
                  <a:lnTo>
                    <a:pt x="1616213" y="0"/>
                  </a:lnTo>
                  <a:lnTo>
                    <a:pt x="1644374" y="0"/>
                  </a:lnTo>
                  <a:lnTo>
                    <a:pt x="1672534" y="0"/>
                  </a:lnTo>
                  <a:lnTo>
                    <a:pt x="1700695" y="0"/>
                  </a:lnTo>
                  <a:lnTo>
                    <a:pt x="1728855" y="0"/>
                  </a:lnTo>
                  <a:lnTo>
                    <a:pt x="1757016" y="0"/>
                  </a:lnTo>
                  <a:lnTo>
                    <a:pt x="1785176" y="0"/>
                  </a:lnTo>
                  <a:lnTo>
                    <a:pt x="1813337" y="0"/>
                  </a:lnTo>
                  <a:lnTo>
                    <a:pt x="1841497" y="0"/>
                  </a:lnTo>
                  <a:lnTo>
                    <a:pt x="1869658" y="0"/>
                  </a:lnTo>
                  <a:lnTo>
                    <a:pt x="1897818" y="0"/>
                  </a:lnTo>
                  <a:lnTo>
                    <a:pt x="1925979" y="0"/>
                  </a:lnTo>
                  <a:lnTo>
                    <a:pt x="1954140" y="0"/>
                  </a:lnTo>
                  <a:lnTo>
                    <a:pt x="1982300" y="0"/>
                  </a:lnTo>
                  <a:lnTo>
                    <a:pt x="2010461" y="0"/>
                  </a:lnTo>
                  <a:lnTo>
                    <a:pt x="2038621" y="0"/>
                  </a:lnTo>
                  <a:lnTo>
                    <a:pt x="2066782" y="0"/>
                  </a:lnTo>
                  <a:lnTo>
                    <a:pt x="2094942" y="0"/>
                  </a:lnTo>
                  <a:lnTo>
                    <a:pt x="2123103" y="0"/>
                  </a:lnTo>
                  <a:lnTo>
                    <a:pt x="2151263" y="0"/>
                  </a:lnTo>
                  <a:lnTo>
                    <a:pt x="2179424" y="0"/>
                  </a:lnTo>
                  <a:lnTo>
                    <a:pt x="2190487" y="0"/>
                  </a:lnTo>
                  <a:lnTo>
                    <a:pt x="2190487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412180" y="2187430"/>
              <a:ext cx="2190487" cy="0"/>
            </a:xfrm>
            <a:custGeom>
              <a:avLst/>
              <a:pathLst>
                <a:path w="2190487" h="0">
                  <a:moveTo>
                    <a:pt x="0" y="0"/>
                  </a:moveTo>
                  <a:lnTo>
                    <a:pt x="11063" y="0"/>
                  </a:lnTo>
                  <a:lnTo>
                    <a:pt x="39223" y="0"/>
                  </a:lnTo>
                  <a:lnTo>
                    <a:pt x="67384" y="0"/>
                  </a:lnTo>
                  <a:lnTo>
                    <a:pt x="95544" y="0"/>
                  </a:lnTo>
                  <a:lnTo>
                    <a:pt x="123705" y="0"/>
                  </a:lnTo>
                  <a:lnTo>
                    <a:pt x="151865" y="0"/>
                  </a:lnTo>
                  <a:lnTo>
                    <a:pt x="180026" y="0"/>
                  </a:lnTo>
                  <a:lnTo>
                    <a:pt x="208186" y="0"/>
                  </a:lnTo>
                  <a:lnTo>
                    <a:pt x="236347" y="0"/>
                  </a:lnTo>
                  <a:lnTo>
                    <a:pt x="264507" y="0"/>
                  </a:lnTo>
                  <a:lnTo>
                    <a:pt x="292668" y="0"/>
                  </a:lnTo>
                  <a:lnTo>
                    <a:pt x="320828" y="0"/>
                  </a:lnTo>
                  <a:lnTo>
                    <a:pt x="348989" y="0"/>
                  </a:lnTo>
                  <a:lnTo>
                    <a:pt x="377150" y="0"/>
                  </a:lnTo>
                  <a:lnTo>
                    <a:pt x="405310" y="0"/>
                  </a:lnTo>
                  <a:lnTo>
                    <a:pt x="433471" y="0"/>
                  </a:lnTo>
                  <a:lnTo>
                    <a:pt x="461631" y="0"/>
                  </a:lnTo>
                  <a:lnTo>
                    <a:pt x="489792" y="0"/>
                  </a:lnTo>
                  <a:lnTo>
                    <a:pt x="517952" y="0"/>
                  </a:lnTo>
                  <a:lnTo>
                    <a:pt x="546113" y="0"/>
                  </a:lnTo>
                  <a:lnTo>
                    <a:pt x="574273" y="0"/>
                  </a:lnTo>
                  <a:lnTo>
                    <a:pt x="602434" y="0"/>
                  </a:lnTo>
                  <a:lnTo>
                    <a:pt x="630594" y="0"/>
                  </a:lnTo>
                  <a:lnTo>
                    <a:pt x="658755" y="0"/>
                  </a:lnTo>
                  <a:lnTo>
                    <a:pt x="686915" y="0"/>
                  </a:lnTo>
                  <a:lnTo>
                    <a:pt x="715076" y="0"/>
                  </a:lnTo>
                  <a:lnTo>
                    <a:pt x="743237" y="0"/>
                  </a:lnTo>
                  <a:lnTo>
                    <a:pt x="771397" y="0"/>
                  </a:lnTo>
                  <a:lnTo>
                    <a:pt x="799558" y="0"/>
                  </a:lnTo>
                  <a:lnTo>
                    <a:pt x="827718" y="0"/>
                  </a:lnTo>
                  <a:lnTo>
                    <a:pt x="855879" y="0"/>
                  </a:lnTo>
                  <a:lnTo>
                    <a:pt x="884039" y="0"/>
                  </a:lnTo>
                  <a:lnTo>
                    <a:pt x="912200" y="0"/>
                  </a:lnTo>
                  <a:lnTo>
                    <a:pt x="940360" y="0"/>
                  </a:lnTo>
                  <a:lnTo>
                    <a:pt x="968521" y="0"/>
                  </a:lnTo>
                  <a:lnTo>
                    <a:pt x="996681" y="0"/>
                  </a:lnTo>
                  <a:lnTo>
                    <a:pt x="1024842" y="0"/>
                  </a:lnTo>
                  <a:lnTo>
                    <a:pt x="1053002" y="0"/>
                  </a:lnTo>
                  <a:lnTo>
                    <a:pt x="1081163" y="0"/>
                  </a:lnTo>
                  <a:lnTo>
                    <a:pt x="1109323" y="0"/>
                  </a:lnTo>
                  <a:lnTo>
                    <a:pt x="1137484" y="0"/>
                  </a:lnTo>
                  <a:lnTo>
                    <a:pt x="1165645" y="0"/>
                  </a:lnTo>
                  <a:lnTo>
                    <a:pt x="1193805" y="0"/>
                  </a:lnTo>
                  <a:lnTo>
                    <a:pt x="1221966" y="0"/>
                  </a:lnTo>
                  <a:lnTo>
                    <a:pt x="1250126" y="0"/>
                  </a:lnTo>
                  <a:lnTo>
                    <a:pt x="1278287" y="0"/>
                  </a:lnTo>
                  <a:lnTo>
                    <a:pt x="1306447" y="0"/>
                  </a:lnTo>
                  <a:lnTo>
                    <a:pt x="1334608" y="0"/>
                  </a:lnTo>
                  <a:lnTo>
                    <a:pt x="1362768" y="0"/>
                  </a:lnTo>
                  <a:lnTo>
                    <a:pt x="1390929" y="0"/>
                  </a:lnTo>
                  <a:lnTo>
                    <a:pt x="1419089" y="0"/>
                  </a:lnTo>
                  <a:lnTo>
                    <a:pt x="1447250" y="0"/>
                  </a:lnTo>
                  <a:lnTo>
                    <a:pt x="1475410" y="0"/>
                  </a:lnTo>
                  <a:lnTo>
                    <a:pt x="1503571" y="0"/>
                  </a:lnTo>
                  <a:lnTo>
                    <a:pt x="1531732" y="0"/>
                  </a:lnTo>
                  <a:lnTo>
                    <a:pt x="1559892" y="0"/>
                  </a:lnTo>
                  <a:lnTo>
                    <a:pt x="1588053" y="0"/>
                  </a:lnTo>
                  <a:lnTo>
                    <a:pt x="1616213" y="0"/>
                  </a:lnTo>
                  <a:lnTo>
                    <a:pt x="1644374" y="0"/>
                  </a:lnTo>
                  <a:lnTo>
                    <a:pt x="1672534" y="0"/>
                  </a:lnTo>
                  <a:lnTo>
                    <a:pt x="1700695" y="0"/>
                  </a:lnTo>
                  <a:lnTo>
                    <a:pt x="1728855" y="0"/>
                  </a:lnTo>
                  <a:lnTo>
                    <a:pt x="1757016" y="0"/>
                  </a:lnTo>
                  <a:lnTo>
                    <a:pt x="1785176" y="0"/>
                  </a:lnTo>
                  <a:lnTo>
                    <a:pt x="1813337" y="0"/>
                  </a:lnTo>
                  <a:lnTo>
                    <a:pt x="1841497" y="0"/>
                  </a:lnTo>
                  <a:lnTo>
                    <a:pt x="1869658" y="0"/>
                  </a:lnTo>
                  <a:lnTo>
                    <a:pt x="1897818" y="0"/>
                  </a:lnTo>
                  <a:lnTo>
                    <a:pt x="1925979" y="0"/>
                  </a:lnTo>
                  <a:lnTo>
                    <a:pt x="1954140" y="0"/>
                  </a:lnTo>
                  <a:lnTo>
                    <a:pt x="1982300" y="0"/>
                  </a:lnTo>
                  <a:lnTo>
                    <a:pt x="2010461" y="0"/>
                  </a:lnTo>
                  <a:lnTo>
                    <a:pt x="2038621" y="0"/>
                  </a:lnTo>
                  <a:lnTo>
                    <a:pt x="2066782" y="0"/>
                  </a:lnTo>
                  <a:lnTo>
                    <a:pt x="2094942" y="0"/>
                  </a:lnTo>
                  <a:lnTo>
                    <a:pt x="2123103" y="0"/>
                  </a:lnTo>
                  <a:lnTo>
                    <a:pt x="2151263" y="0"/>
                  </a:lnTo>
                  <a:lnTo>
                    <a:pt x="2179424" y="0"/>
                  </a:lnTo>
                  <a:lnTo>
                    <a:pt x="2190487" y="0"/>
                  </a:lnTo>
                  <a:lnTo>
                    <a:pt x="2190487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2412180" y="1816808"/>
              <a:ext cx="2190487" cy="0"/>
            </a:xfrm>
            <a:custGeom>
              <a:avLst/>
              <a:pathLst>
                <a:path w="2190487" h="0">
                  <a:moveTo>
                    <a:pt x="0" y="0"/>
                  </a:moveTo>
                  <a:lnTo>
                    <a:pt x="11063" y="0"/>
                  </a:lnTo>
                  <a:lnTo>
                    <a:pt x="39223" y="0"/>
                  </a:lnTo>
                  <a:lnTo>
                    <a:pt x="67384" y="0"/>
                  </a:lnTo>
                  <a:lnTo>
                    <a:pt x="95544" y="0"/>
                  </a:lnTo>
                  <a:lnTo>
                    <a:pt x="123705" y="0"/>
                  </a:lnTo>
                  <a:lnTo>
                    <a:pt x="151865" y="0"/>
                  </a:lnTo>
                  <a:lnTo>
                    <a:pt x="180026" y="0"/>
                  </a:lnTo>
                  <a:lnTo>
                    <a:pt x="208186" y="0"/>
                  </a:lnTo>
                  <a:lnTo>
                    <a:pt x="236347" y="0"/>
                  </a:lnTo>
                  <a:lnTo>
                    <a:pt x="264507" y="0"/>
                  </a:lnTo>
                  <a:lnTo>
                    <a:pt x="292668" y="0"/>
                  </a:lnTo>
                  <a:lnTo>
                    <a:pt x="320828" y="0"/>
                  </a:lnTo>
                  <a:lnTo>
                    <a:pt x="348989" y="0"/>
                  </a:lnTo>
                  <a:lnTo>
                    <a:pt x="377150" y="0"/>
                  </a:lnTo>
                  <a:lnTo>
                    <a:pt x="405310" y="0"/>
                  </a:lnTo>
                  <a:lnTo>
                    <a:pt x="433471" y="0"/>
                  </a:lnTo>
                  <a:lnTo>
                    <a:pt x="461631" y="0"/>
                  </a:lnTo>
                  <a:lnTo>
                    <a:pt x="489792" y="0"/>
                  </a:lnTo>
                  <a:lnTo>
                    <a:pt x="517952" y="0"/>
                  </a:lnTo>
                  <a:lnTo>
                    <a:pt x="546113" y="0"/>
                  </a:lnTo>
                  <a:lnTo>
                    <a:pt x="574273" y="0"/>
                  </a:lnTo>
                  <a:lnTo>
                    <a:pt x="602434" y="0"/>
                  </a:lnTo>
                  <a:lnTo>
                    <a:pt x="630594" y="0"/>
                  </a:lnTo>
                  <a:lnTo>
                    <a:pt x="658755" y="0"/>
                  </a:lnTo>
                  <a:lnTo>
                    <a:pt x="686915" y="0"/>
                  </a:lnTo>
                  <a:lnTo>
                    <a:pt x="715076" y="0"/>
                  </a:lnTo>
                  <a:lnTo>
                    <a:pt x="743237" y="0"/>
                  </a:lnTo>
                  <a:lnTo>
                    <a:pt x="771397" y="0"/>
                  </a:lnTo>
                  <a:lnTo>
                    <a:pt x="799558" y="0"/>
                  </a:lnTo>
                  <a:lnTo>
                    <a:pt x="827718" y="0"/>
                  </a:lnTo>
                  <a:lnTo>
                    <a:pt x="855879" y="0"/>
                  </a:lnTo>
                  <a:lnTo>
                    <a:pt x="884039" y="0"/>
                  </a:lnTo>
                  <a:lnTo>
                    <a:pt x="912200" y="0"/>
                  </a:lnTo>
                  <a:lnTo>
                    <a:pt x="940360" y="0"/>
                  </a:lnTo>
                  <a:lnTo>
                    <a:pt x="968521" y="0"/>
                  </a:lnTo>
                  <a:lnTo>
                    <a:pt x="996681" y="0"/>
                  </a:lnTo>
                  <a:lnTo>
                    <a:pt x="1024842" y="0"/>
                  </a:lnTo>
                  <a:lnTo>
                    <a:pt x="1053002" y="0"/>
                  </a:lnTo>
                  <a:lnTo>
                    <a:pt x="1081163" y="0"/>
                  </a:lnTo>
                  <a:lnTo>
                    <a:pt x="1109323" y="0"/>
                  </a:lnTo>
                  <a:lnTo>
                    <a:pt x="1137484" y="0"/>
                  </a:lnTo>
                  <a:lnTo>
                    <a:pt x="1165645" y="0"/>
                  </a:lnTo>
                  <a:lnTo>
                    <a:pt x="1193805" y="0"/>
                  </a:lnTo>
                  <a:lnTo>
                    <a:pt x="1221966" y="0"/>
                  </a:lnTo>
                  <a:lnTo>
                    <a:pt x="1250126" y="0"/>
                  </a:lnTo>
                  <a:lnTo>
                    <a:pt x="1278287" y="0"/>
                  </a:lnTo>
                  <a:lnTo>
                    <a:pt x="1306447" y="0"/>
                  </a:lnTo>
                  <a:lnTo>
                    <a:pt x="1334608" y="0"/>
                  </a:lnTo>
                  <a:lnTo>
                    <a:pt x="1362768" y="0"/>
                  </a:lnTo>
                  <a:lnTo>
                    <a:pt x="1390929" y="0"/>
                  </a:lnTo>
                  <a:lnTo>
                    <a:pt x="1419089" y="0"/>
                  </a:lnTo>
                  <a:lnTo>
                    <a:pt x="1447250" y="0"/>
                  </a:lnTo>
                  <a:lnTo>
                    <a:pt x="1475410" y="0"/>
                  </a:lnTo>
                  <a:lnTo>
                    <a:pt x="1503571" y="0"/>
                  </a:lnTo>
                  <a:lnTo>
                    <a:pt x="1531732" y="0"/>
                  </a:lnTo>
                  <a:lnTo>
                    <a:pt x="1559892" y="0"/>
                  </a:lnTo>
                  <a:lnTo>
                    <a:pt x="1588053" y="0"/>
                  </a:lnTo>
                  <a:lnTo>
                    <a:pt x="1616213" y="0"/>
                  </a:lnTo>
                  <a:lnTo>
                    <a:pt x="1644374" y="0"/>
                  </a:lnTo>
                  <a:lnTo>
                    <a:pt x="1672534" y="0"/>
                  </a:lnTo>
                  <a:lnTo>
                    <a:pt x="1700695" y="0"/>
                  </a:lnTo>
                  <a:lnTo>
                    <a:pt x="1728855" y="0"/>
                  </a:lnTo>
                  <a:lnTo>
                    <a:pt x="1757016" y="0"/>
                  </a:lnTo>
                  <a:lnTo>
                    <a:pt x="1785176" y="0"/>
                  </a:lnTo>
                  <a:lnTo>
                    <a:pt x="1813337" y="0"/>
                  </a:lnTo>
                  <a:lnTo>
                    <a:pt x="1841497" y="0"/>
                  </a:lnTo>
                  <a:lnTo>
                    <a:pt x="1869658" y="0"/>
                  </a:lnTo>
                  <a:lnTo>
                    <a:pt x="1897818" y="0"/>
                  </a:lnTo>
                  <a:lnTo>
                    <a:pt x="1925979" y="0"/>
                  </a:lnTo>
                  <a:lnTo>
                    <a:pt x="1954140" y="0"/>
                  </a:lnTo>
                  <a:lnTo>
                    <a:pt x="1982300" y="0"/>
                  </a:lnTo>
                  <a:lnTo>
                    <a:pt x="2010461" y="0"/>
                  </a:lnTo>
                  <a:lnTo>
                    <a:pt x="2038621" y="0"/>
                  </a:lnTo>
                  <a:lnTo>
                    <a:pt x="2066782" y="0"/>
                  </a:lnTo>
                  <a:lnTo>
                    <a:pt x="2094942" y="0"/>
                  </a:lnTo>
                  <a:lnTo>
                    <a:pt x="2123103" y="0"/>
                  </a:lnTo>
                  <a:lnTo>
                    <a:pt x="2151263" y="0"/>
                  </a:lnTo>
                  <a:lnTo>
                    <a:pt x="2179424" y="0"/>
                  </a:lnTo>
                  <a:lnTo>
                    <a:pt x="2190487" y="0"/>
                  </a:lnTo>
                  <a:lnTo>
                    <a:pt x="2190487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2412180" y="1446185"/>
              <a:ext cx="2190487" cy="0"/>
            </a:xfrm>
            <a:custGeom>
              <a:avLst/>
              <a:pathLst>
                <a:path w="2190487" h="0">
                  <a:moveTo>
                    <a:pt x="0" y="0"/>
                  </a:moveTo>
                  <a:lnTo>
                    <a:pt x="11063" y="0"/>
                  </a:lnTo>
                  <a:lnTo>
                    <a:pt x="39223" y="0"/>
                  </a:lnTo>
                  <a:lnTo>
                    <a:pt x="67384" y="0"/>
                  </a:lnTo>
                  <a:lnTo>
                    <a:pt x="95544" y="0"/>
                  </a:lnTo>
                  <a:lnTo>
                    <a:pt x="123705" y="0"/>
                  </a:lnTo>
                  <a:lnTo>
                    <a:pt x="151865" y="0"/>
                  </a:lnTo>
                  <a:lnTo>
                    <a:pt x="180026" y="0"/>
                  </a:lnTo>
                  <a:lnTo>
                    <a:pt x="208186" y="0"/>
                  </a:lnTo>
                  <a:lnTo>
                    <a:pt x="236347" y="0"/>
                  </a:lnTo>
                  <a:lnTo>
                    <a:pt x="264507" y="0"/>
                  </a:lnTo>
                  <a:lnTo>
                    <a:pt x="292668" y="0"/>
                  </a:lnTo>
                  <a:lnTo>
                    <a:pt x="320828" y="0"/>
                  </a:lnTo>
                  <a:lnTo>
                    <a:pt x="348989" y="0"/>
                  </a:lnTo>
                  <a:lnTo>
                    <a:pt x="377150" y="0"/>
                  </a:lnTo>
                  <a:lnTo>
                    <a:pt x="405310" y="0"/>
                  </a:lnTo>
                  <a:lnTo>
                    <a:pt x="433471" y="0"/>
                  </a:lnTo>
                  <a:lnTo>
                    <a:pt x="461631" y="0"/>
                  </a:lnTo>
                  <a:lnTo>
                    <a:pt x="489792" y="0"/>
                  </a:lnTo>
                  <a:lnTo>
                    <a:pt x="517952" y="0"/>
                  </a:lnTo>
                  <a:lnTo>
                    <a:pt x="546113" y="0"/>
                  </a:lnTo>
                  <a:lnTo>
                    <a:pt x="574273" y="0"/>
                  </a:lnTo>
                  <a:lnTo>
                    <a:pt x="602434" y="0"/>
                  </a:lnTo>
                  <a:lnTo>
                    <a:pt x="630594" y="0"/>
                  </a:lnTo>
                  <a:lnTo>
                    <a:pt x="658755" y="0"/>
                  </a:lnTo>
                  <a:lnTo>
                    <a:pt x="686915" y="0"/>
                  </a:lnTo>
                  <a:lnTo>
                    <a:pt x="715076" y="0"/>
                  </a:lnTo>
                  <a:lnTo>
                    <a:pt x="743237" y="0"/>
                  </a:lnTo>
                  <a:lnTo>
                    <a:pt x="771397" y="0"/>
                  </a:lnTo>
                  <a:lnTo>
                    <a:pt x="799558" y="0"/>
                  </a:lnTo>
                  <a:lnTo>
                    <a:pt x="827718" y="0"/>
                  </a:lnTo>
                  <a:lnTo>
                    <a:pt x="855879" y="0"/>
                  </a:lnTo>
                  <a:lnTo>
                    <a:pt x="884039" y="0"/>
                  </a:lnTo>
                  <a:lnTo>
                    <a:pt x="912200" y="0"/>
                  </a:lnTo>
                  <a:lnTo>
                    <a:pt x="940360" y="0"/>
                  </a:lnTo>
                  <a:lnTo>
                    <a:pt x="968521" y="0"/>
                  </a:lnTo>
                  <a:lnTo>
                    <a:pt x="996681" y="0"/>
                  </a:lnTo>
                  <a:lnTo>
                    <a:pt x="1024842" y="0"/>
                  </a:lnTo>
                  <a:lnTo>
                    <a:pt x="1053002" y="0"/>
                  </a:lnTo>
                  <a:lnTo>
                    <a:pt x="1081163" y="0"/>
                  </a:lnTo>
                  <a:lnTo>
                    <a:pt x="1109323" y="0"/>
                  </a:lnTo>
                  <a:lnTo>
                    <a:pt x="1137484" y="0"/>
                  </a:lnTo>
                  <a:lnTo>
                    <a:pt x="1165645" y="0"/>
                  </a:lnTo>
                  <a:lnTo>
                    <a:pt x="1193805" y="0"/>
                  </a:lnTo>
                  <a:lnTo>
                    <a:pt x="1221966" y="0"/>
                  </a:lnTo>
                  <a:lnTo>
                    <a:pt x="1250126" y="0"/>
                  </a:lnTo>
                  <a:lnTo>
                    <a:pt x="1278287" y="0"/>
                  </a:lnTo>
                  <a:lnTo>
                    <a:pt x="1306447" y="0"/>
                  </a:lnTo>
                  <a:lnTo>
                    <a:pt x="1334608" y="0"/>
                  </a:lnTo>
                  <a:lnTo>
                    <a:pt x="1362768" y="0"/>
                  </a:lnTo>
                  <a:lnTo>
                    <a:pt x="1390929" y="0"/>
                  </a:lnTo>
                  <a:lnTo>
                    <a:pt x="1419089" y="0"/>
                  </a:lnTo>
                  <a:lnTo>
                    <a:pt x="1447250" y="0"/>
                  </a:lnTo>
                  <a:lnTo>
                    <a:pt x="1475410" y="0"/>
                  </a:lnTo>
                  <a:lnTo>
                    <a:pt x="1503571" y="0"/>
                  </a:lnTo>
                  <a:lnTo>
                    <a:pt x="1531732" y="0"/>
                  </a:lnTo>
                  <a:lnTo>
                    <a:pt x="1559892" y="0"/>
                  </a:lnTo>
                  <a:lnTo>
                    <a:pt x="1588053" y="0"/>
                  </a:lnTo>
                  <a:lnTo>
                    <a:pt x="1616213" y="0"/>
                  </a:lnTo>
                  <a:lnTo>
                    <a:pt x="1644374" y="0"/>
                  </a:lnTo>
                  <a:lnTo>
                    <a:pt x="1672534" y="0"/>
                  </a:lnTo>
                  <a:lnTo>
                    <a:pt x="1700695" y="0"/>
                  </a:lnTo>
                  <a:lnTo>
                    <a:pt x="1728855" y="0"/>
                  </a:lnTo>
                  <a:lnTo>
                    <a:pt x="1757016" y="0"/>
                  </a:lnTo>
                  <a:lnTo>
                    <a:pt x="1785176" y="0"/>
                  </a:lnTo>
                  <a:lnTo>
                    <a:pt x="1813337" y="0"/>
                  </a:lnTo>
                  <a:lnTo>
                    <a:pt x="1841497" y="0"/>
                  </a:lnTo>
                  <a:lnTo>
                    <a:pt x="1869658" y="0"/>
                  </a:lnTo>
                  <a:lnTo>
                    <a:pt x="1897818" y="0"/>
                  </a:lnTo>
                  <a:lnTo>
                    <a:pt x="1925979" y="0"/>
                  </a:lnTo>
                  <a:lnTo>
                    <a:pt x="1954140" y="0"/>
                  </a:lnTo>
                  <a:lnTo>
                    <a:pt x="1982300" y="0"/>
                  </a:lnTo>
                  <a:lnTo>
                    <a:pt x="2010461" y="0"/>
                  </a:lnTo>
                  <a:lnTo>
                    <a:pt x="2038621" y="0"/>
                  </a:lnTo>
                  <a:lnTo>
                    <a:pt x="2066782" y="0"/>
                  </a:lnTo>
                  <a:lnTo>
                    <a:pt x="2094942" y="0"/>
                  </a:lnTo>
                  <a:lnTo>
                    <a:pt x="2123103" y="0"/>
                  </a:lnTo>
                  <a:lnTo>
                    <a:pt x="2151263" y="0"/>
                  </a:lnTo>
                  <a:lnTo>
                    <a:pt x="2179424" y="0"/>
                  </a:lnTo>
                  <a:lnTo>
                    <a:pt x="2190487" y="0"/>
                  </a:lnTo>
                  <a:lnTo>
                    <a:pt x="2190487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h20"/>
            <p:cNvSpPr/>
            <p:nvPr/>
          </p:nvSpPr>
          <p:spPr>
            <a:xfrm>
              <a:off x="3388320" y="1713289"/>
              <a:ext cx="930871" cy="1244847"/>
            </a:xfrm>
            <a:custGeom>
              <a:avLst/>
              <a:pathLst>
                <a:path w="930871" h="1244847">
                  <a:moveTo>
                    <a:pt x="914400" y="914400"/>
                  </a:moveTo>
                  <a:lnTo>
                    <a:pt x="904715" y="940531"/>
                  </a:lnTo>
                  <a:lnTo>
                    <a:pt x="891374" y="944947"/>
                  </a:lnTo>
                  <a:lnTo>
                    <a:pt x="878578" y="953651"/>
                  </a:lnTo>
                  <a:lnTo>
                    <a:pt x="874008" y="1036336"/>
                  </a:lnTo>
                  <a:lnTo>
                    <a:pt x="897306" y="1067752"/>
                  </a:lnTo>
                  <a:lnTo>
                    <a:pt x="884510" y="1072149"/>
                  </a:lnTo>
                  <a:lnTo>
                    <a:pt x="872803" y="1081560"/>
                  </a:lnTo>
                  <a:lnTo>
                    <a:pt x="864441" y="1095476"/>
                  </a:lnTo>
                  <a:lnTo>
                    <a:pt x="855884" y="1125426"/>
                  </a:lnTo>
                  <a:lnTo>
                    <a:pt x="823739" y="1142401"/>
                  </a:lnTo>
                  <a:lnTo>
                    <a:pt x="811565" y="1154960"/>
                  </a:lnTo>
                  <a:lnTo>
                    <a:pt x="793615" y="1182902"/>
                  </a:lnTo>
                  <a:lnTo>
                    <a:pt x="784262" y="1223457"/>
                  </a:lnTo>
                  <a:lnTo>
                    <a:pt x="766079" y="1240757"/>
                  </a:lnTo>
                  <a:lnTo>
                    <a:pt x="745660" y="1244847"/>
                  </a:lnTo>
                  <a:lnTo>
                    <a:pt x="757639" y="1211621"/>
                  </a:lnTo>
                  <a:lnTo>
                    <a:pt x="773332" y="1184548"/>
                  </a:lnTo>
                  <a:lnTo>
                    <a:pt x="758242" y="1165981"/>
                  </a:lnTo>
                  <a:lnTo>
                    <a:pt x="749160" y="1136918"/>
                  </a:lnTo>
                  <a:lnTo>
                    <a:pt x="737434" y="1114622"/>
                  </a:lnTo>
                  <a:lnTo>
                    <a:pt x="746768" y="1089721"/>
                  </a:lnTo>
                  <a:lnTo>
                    <a:pt x="742179" y="1048913"/>
                  </a:lnTo>
                  <a:lnTo>
                    <a:pt x="743696" y="1009082"/>
                  </a:lnTo>
                  <a:lnTo>
                    <a:pt x="757308" y="988976"/>
                  </a:lnTo>
                  <a:lnTo>
                    <a:pt x="772905" y="972581"/>
                  </a:lnTo>
                  <a:lnTo>
                    <a:pt x="797194" y="934885"/>
                  </a:lnTo>
                  <a:lnTo>
                    <a:pt x="823525" y="907559"/>
                  </a:lnTo>
                  <a:lnTo>
                    <a:pt x="860260" y="895271"/>
                  </a:lnTo>
                  <a:lnTo>
                    <a:pt x="876848" y="906600"/>
                  </a:lnTo>
                  <a:lnTo>
                    <a:pt x="884004" y="881753"/>
                  </a:lnTo>
                  <a:lnTo>
                    <a:pt x="895847" y="876089"/>
                  </a:lnTo>
                  <a:lnTo>
                    <a:pt x="906971" y="881825"/>
                  </a:lnTo>
                  <a:lnTo>
                    <a:pt x="930871" y="905568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h21"/>
            <p:cNvSpPr/>
            <p:nvPr/>
          </p:nvSpPr>
          <p:spPr>
            <a:xfrm>
              <a:off x="2887176" y="2295879"/>
              <a:ext cx="1041951" cy="914400"/>
            </a:xfrm>
            <a:custGeom>
              <a:avLst/>
              <a:pathLst>
                <a:path w="1041951" h="914400">
                  <a:moveTo>
                    <a:pt x="914400" y="914400"/>
                  </a:moveTo>
                  <a:lnTo>
                    <a:pt x="905337" y="913078"/>
                  </a:lnTo>
                  <a:lnTo>
                    <a:pt x="899289" y="888195"/>
                  </a:lnTo>
                  <a:lnTo>
                    <a:pt x="897870" y="824169"/>
                  </a:lnTo>
                  <a:lnTo>
                    <a:pt x="901487" y="792536"/>
                  </a:lnTo>
                  <a:lnTo>
                    <a:pt x="944912" y="678435"/>
                  </a:lnTo>
                  <a:lnTo>
                    <a:pt x="964300" y="669116"/>
                  </a:lnTo>
                  <a:lnTo>
                    <a:pt x="991564" y="599190"/>
                  </a:lnTo>
                  <a:lnTo>
                    <a:pt x="998915" y="568081"/>
                  </a:lnTo>
                  <a:lnTo>
                    <a:pt x="1010739" y="540067"/>
                  </a:lnTo>
                  <a:lnTo>
                    <a:pt x="1017720" y="515021"/>
                  </a:lnTo>
                  <a:lnTo>
                    <a:pt x="1023574" y="504905"/>
                  </a:lnTo>
                  <a:lnTo>
                    <a:pt x="1036292" y="509647"/>
                  </a:lnTo>
                  <a:lnTo>
                    <a:pt x="1041951" y="514261"/>
                  </a:lnTo>
                  <a:lnTo>
                    <a:pt x="1028552" y="528847"/>
                  </a:lnTo>
                  <a:lnTo>
                    <a:pt x="1030108" y="547831"/>
                  </a:lnTo>
                  <a:lnTo>
                    <a:pt x="1029175" y="555703"/>
                  </a:lnTo>
                  <a:lnTo>
                    <a:pt x="995357" y="638279"/>
                  </a:lnTo>
                  <a:lnTo>
                    <a:pt x="986314" y="691899"/>
                  </a:lnTo>
                  <a:lnTo>
                    <a:pt x="974315" y="704983"/>
                  </a:lnTo>
                  <a:lnTo>
                    <a:pt x="924629" y="895742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h22"/>
            <p:cNvSpPr/>
            <p:nvPr/>
          </p:nvSpPr>
          <p:spPr>
            <a:xfrm>
              <a:off x="1890216" y="1306563"/>
              <a:ext cx="2411842" cy="2234977"/>
            </a:xfrm>
            <a:custGeom>
              <a:avLst/>
              <a:pathLst>
                <a:path w="2411842" h="2234977">
                  <a:moveTo>
                    <a:pt x="914400" y="914400"/>
                  </a:moveTo>
                  <a:lnTo>
                    <a:pt x="928907" y="920516"/>
                  </a:lnTo>
                  <a:lnTo>
                    <a:pt x="948665" y="908265"/>
                  </a:lnTo>
                  <a:lnTo>
                    <a:pt x="962491" y="873953"/>
                  </a:lnTo>
                  <a:lnTo>
                    <a:pt x="970387" y="822468"/>
                  </a:lnTo>
                  <a:lnTo>
                    <a:pt x="979605" y="773425"/>
                  </a:lnTo>
                  <a:lnTo>
                    <a:pt x="968695" y="720963"/>
                  </a:lnTo>
                  <a:lnTo>
                    <a:pt x="957046" y="674888"/>
                  </a:lnTo>
                  <a:lnTo>
                    <a:pt x="956230" y="661352"/>
                  </a:lnTo>
                  <a:lnTo>
                    <a:pt x="986800" y="622480"/>
                  </a:lnTo>
                  <a:lnTo>
                    <a:pt x="996154" y="590865"/>
                  </a:lnTo>
                  <a:lnTo>
                    <a:pt x="1006286" y="560770"/>
                  </a:lnTo>
                  <a:lnTo>
                    <a:pt x="1017468" y="550527"/>
                  </a:lnTo>
                  <a:lnTo>
                    <a:pt x="1034114" y="548193"/>
                  </a:lnTo>
                  <a:lnTo>
                    <a:pt x="1053502" y="542529"/>
                  </a:lnTo>
                  <a:lnTo>
                    <a:pt x="1077947" y="522387"/>
                  </a:lnTo>
                  <a:lnTo>
                    <a:pt x="1099864" y="495404"/>
                  </a:lnTo>
                  <a:lnTo>
                    <a:pt x="1116607" y="470666"/>
                  </a:lnTo>
                  <a:lnTo>
                    <a:pt x="1122286" y="421714"/>
                  </a:lnTo>
                  <a:lnTo>
                    <a:pt x="1122519" y="397121"/>
                  </a:lnTo>
                  <a:lnTo>
                    <a:pt x="1129889" y="378861"/>
                  </a:lnTo>
                  <a:lnTo>
                    <a:pt x="1137026" y="343192"/>
                  </a:lnTo>
                  <a:lnTo>
                    <a:pt x="1130084" y="308012"/>
                  </a:lnTo>
                  <a:lnTo>
                    <a:pt x="1108479" y="254645"/>
                  </a:lnTo>
                  <a:lnTo>
                    <a:pt x="1082459" y="179597"/>
                  </a:lnTo>
                  <a:lnTo>
                    <a:pt x="1078474" y="139622"/>
                  </a:lnTo>
                  <a:lnTo>
                    <a:pt x="2057395" y="139622"/>
                  </a:lnTo>
                  <a:lnTo>
                    <a:pt x="2057871" y="144870"/>
                  </a:lnTo>
                  <a:lnTo>
                    <a:pt x="2055888" y="157465"/>
                  </a:lnTo>
                  <a:lnTo>
                    <a:pt x="2071017" y="209240"/>
                  </a:lnTo>
                  <a:lnTo>
                    <a:pt x="2067497" y="227391"/>
                  </a:lnTo>
                  <a:lnTo>
                    <a:pt x="2065456" y="250519"/>
                  </a:lnTo>
                  <a:lnTo>
                    <a:pt x="2087139" y="272742"/>
                  </a:lnTo>
                  <a:lnTo>
                    <a:pt x="2106488" y="272380"/>
                  </a:lnTo>
                  <a:lnTo>
                    <a:pt x="2126091" y="272036"/>
                  </a:lnTo>
                  <a:lnTo>
                    <a:pt x="2133578" y="277610"/>
                  </a:lnTo>
                  <a:lnTo>
                    <a:pt x="2141084" y="293336"/>
                  </a:lnTo>
                  <a:lnTo>
                    <a:pt x="2147132" y="311903"/>
                  </a:lnTo>
                  <a:lnTo>
                    <a:pt x="2163273" y="310365"/>
                  </a:lnTo>
                  <a:lnTo>
                    <a:pt x="2189040" y="295254"/>
                  </a:lnTo>
                  <a:lnTo>
                    <a:pt x="2205803" y="291653"/>
                  </a:lnTo>
                  <a:lnTo>
                    <a:pt x="2216868" y="320698"/>
                  </a:lnTo>
                  <a:lnTo>
                    <a:pt x="2246972" y="359063"/>
                  </a:lnTo>
                  <a:lnTo>
                    <a:pt x="2264493" y="376255"/>
                  </a:lnTo>
                  <a:lnTo>
                    <a:pt x="2294267" y="385304"/>
                  </a:lnTo>
                  <a:lnTo>
                    <a:pt x="2325634" y="416267"/>
                  </a:lnTo>
                  <a:lnTo>
                    <a:pt x="2321239" y="453583"/>
                  </a:lnTo>
                  <a:lnTo>
                    <a:pt x="2334327" y="466051"/>
                  </a:lnTo>
                  <a:lnTo>
                    <a:pt x="2371334" y="480782"/>
                  </a:lnTo>
                  <a:lnTo>
                    <a:pt x="2384422" y="500653"/>
                  </a:lnTo>
                  <a:lnTo>
                    <a:pt x="2390703" y="517591"/>
                  </a:lnTo>
                  <a:lnTo>
                    <a:pt x="2400446" y="531634"/>
                  </a:lnTo>
                  <a:lnTo>
                    <a:pt x="2411842" y="574071"/>
                  </a:lnTo>
                  <a:lnTo>
                    <a:pt x="2407875" y="600221"/>
                  </a:lnTo>
                  <a:lnTo>
                    <a:pt x="2392959" y="609215"/>
                  </a:lnTo>
                  <a:lnTo>
                    <a:pt x="2357741" y="637229"/>
                  </a:lnTo>
                  <a:lnTo>
                    <a:pt x="2342047" y="658149"/>
                  </a:lnTo>
                  <a:lnTo>
                    <a:pt x="2329738" y="671179"/>
                  </a:lnTo>
                  <a:lnTo>
                    <a:pt x="2294753" y="699120"/>
                  </a:lnTo>
                  <a:lnTo>
                    <a:pt x="2281937" y="704133"/>
                  </a:lnTo>
                  <a:lnTo>
                    <a:pt x="2269666" y="718665"/>
                  </a:lnTo>
                  <a:lnTo>
                    <a:pt x="2257804" y="725017"/>
                  </a:lnTo>
                  <a:lnTo>
                    <a:pt x="2247186" y="721361"/>
                  </a:lnTo>
                  <a:lnTo>
                    <a:pt x="2207495" y="747674"/>
                  </a:lnTo>
                  <a:lnTo>
                    <a:pt x="2210587" y="758912"/>
                  </a:lnTo>
                  <a:lnTo>
                    <a:pt x="2241021" y="763671"/>
                  </a:lnTo>
                  <a:lnTo>
                    <a:pt x="2256540" y="758025"/>
                  </a:lnTo>
                  <a:lnTo>
                    <a:pt x="2268480" y="744796"/>
                  </a:lnTo>
                  <a:lnTo>
                    <a:pt x="2281529" y="741756"/>
                  </a:lnTo>
                  <a:lnTo>
                    <a:pt x="2293430" y="744253"/>
                  </a:lnTo>
                  <a:lnTo>
                    <a:pt x="2306051" y="733830"/>
                  </a:lnTo>
                  <a:lnTo>
                    <a:pt x="2315950" y="729667"/>
                  </a:lnTo>
                  <a:lnTo>
                    <a:pt x="2326179" y="734662"/>
                  </a:lnTo>
                  <a:lnTo>
                    <a:pt x="2337594" y="759654"/>
                  </a:lnTo>
                  <a:lnTo>
                    <a:pt x="2313908" y="772665"/>
                  </a:lnTo>
                  <a:lnTo>
                    <a:pt x="2297106" y="773263"/>
                  </a:lnTo>
                  <a:lnTo>
                    <a:pt x="2288899" y="814252"/>
                  </a:lnTo>
                  <a:lnTo>
                    <a:pt x="2278729" y="831860"/>
                  </a:lnTo>
                  <a:lnTo>
                    <a:pt x="2271436" y="840329"/>
                  </a:lnTo>
                  <a:lnTo>
                    <a:pt x="2234156" y="857775"/>
                  </a:lnTo>
                  <a:lnTo>
                    <a:pt x="2209556" y="879889"/>
                  </a:lnTo>
                  <a:lnTo>
                    <a:pt x="2180561" y="897696"/>
                  </a:lnTo>
                  <a:lnTo>
                    <a:pt x="2167901" y="893823"/>
                  </a:lnTo>
                  <a:lnTo>
                    <a:pt x="2148824" y="911920"/>
                  </a:lnTo>
                  <a:lnTo>
                    <a:pt x="2106430" y="933347"/>
                  </a:lnTo>
                  <a:lnTo>
                    <a:pt x="2084708" y="962211"/>
                  </a:lnTo>
                  <a:lnTo>
                    <a:pt x="2035955" y="988035"/>
                  </a:lnTo>
                  <a:lnTo>
                    <a:pt x="2011121" y="1009046"/>
                  </a:lnTo>
                  <a:lnTo>
                    <a:pt x="1943660" y="1010150"/>
                  </a:lnTo>
                  <a:lnTo>
                    <a:pt x="1879233" y="1005535"/>
                  </a:lnTo>
                  <a:lnTo>
                    <a:pt x="1859008" y="1015524"/>
                  </a:lnTo>
                  <a:lnTo>
                    <a:pt x="1879680" y="1018619"/>
                  </a:lnTo>
                  <a:lnTo>
                    <a:pt x="1894168" y="1028427"/>
                  </a:lnTo>
                  <a:lnTo>
                    <a:pt x="1911534" y="1024338"/>
                  </a:lnTo>
                  <a:lnTo>
                    <a:pt x="1952353" y="1029242"/>
                  </a:lnTo>
                  <a:lnTo>
                    <a:pt x="1973355" y="1034580"/>
                  </a:lnTo>
                  <a:lnTo>
                    <a:pt x="2000309" y="1068928"/>
                  </a:lnTo>
                  <a:lnTo>
                    <a:pt x="1980492" y="1081143"/>
                  </a:lnTo>
                  <a:lnTo>
                    <a:pt x="1946169" y="1090517"/>
                  </a:lnTo>
                  <a:lnTo>
                    <a:pt x="1959043" y="1139234"/>
                  </a:lnTo>
                  <a:lnTo>
                    <a:pt x="1969661" y="1172080"/>
                  </a:lnTo>
                  <a:lnTo>
                    <a:pt x="1955756" y="1191896"/>
                  </a:lnTo>
                  <a:lnTo>
                    <a:pt x="1954725" y="1282054"/>
                  </a:lnTo>
                  <a:lnTo>
                    <a:pt x="1935220" y="1283773"/>
                  </a:lnTo>
                  <a:lnTo>
                    <a:pt x="1926936" y="1321071"/>
                  </a:lnTo>
                  <a:lnTo>
                    <a:pt x="1933081" y="1340090"/>
                  </a:lnTo>
                  <a:lnTo>
                    <a:pt x="1932595" y="1384265"/>
                  </a:lnTo>
                  <a:lnTo>
                    <a:pt x="1936659" y="1411482"/>
                  </a:lnTo>
                  <a:lnTo>
                    <a:pt x="1946227" y="1436546"/>
                  </a:lnTo>
                  <a:lnTo>
                    <a:pt x="1941968" y="1462678"/>
                  </a:lnTo>
                  <a:lnTo>
                    <a:pt x="1911126" y="1523845"/>
                  </a:lnTo>
                  <a:lnTo>
                    <a:pt x="1911826" y="1552547"/>
                  </a:lnTo>
                  <a:lnTo>
                    <a:pt x="1917368" y="1569594"/>
                  </a:lnTo>
                  <a:lnTo>
                    <a:pt x="1921471" y="1596848"/>
                  </a:lnTo>
                  <a:lnTo>
                    <a:pt x="1907450" y="1649238"/>
                  </a:lnTo>
                  <a:lnTo>
                    <a:pt x="1897552" y="1693014"/>
                  </a:lnTo>
                  <a:lnTo>
                    <a:pt x="1885787" y="1729859"/>
                  </a:lnTo>
                  <a:lnTo>
                    <a:pt x="1859456" y="1774070"/>
                  </a:lnTo>
                  <a:lnTo>
                    <a:pt x="1846348" y="1807114"/>
                  </a:lnTo>
                  <a:lnTo>
                    <a:pt x="1815681" y="1910230"/>
                  </a:lnTo>
                  <a:lnTo>
                    <a:pt x="1800473" y="1930697"/>
                  </a:lnTo>
                  <a:lnTo>
                    <a:pt x="1781824" y="1946423"/>
                  </a:lnTo>
                  <a:lnTo>
                    <a:pt x="1761035" y="1931874"/>
                  </a:lnTo>
                  <a:lnTo>
                    <a:pt x="1741977" y="1923947"/>
                  </a:lnTo>
                  <a:lnTo>
                    <a:pt x="1718700" y="1924906"/>
                  </a:lnTo>
                  <a:lnTo>
                    <a:pt x="1682237" y="1936832"/>
                  </a:lnTo>
                  <a:lnTo>
                    <a:pt x="1627397" y="1928906"/>
                  </a:lnTo>
                  <a:lnTo>
                    <a:pt x="1573802" y="1932724"/>
                  </a:lnTo>
                  <a:lnTo>
                    <a:pt x="1560247" y="1943021"/>
                  </a:lnTo>
                  <a:lnTo>
                    <a:pt x="1568376" y="1980445"/>
                  </a:lnTo>
                  <a:lnTo>
                    <a:pt x="1548618" y="1985350"/>
                  </a:lnTo>
                  <a:lnTo>
                    <a:pt x="1529307" y="1974709"/>
                  </a:lnTo>
                  <a:lnTo>
                    <a:pt x="1512311" y="1987413"/>
                  </a:lnTo>
                  <a:lnTo>
                    <a:pt x="1498115" y="2001347"/>
                  </a:lnTo>
                  <a:lnTo>
                    <a:pt x="1470228" y="2034410"/>
                  </a:lnTo>
                  <a:lnTo>
                    <a:pt x="1460893" y="2054769"/>
                  </a:lnTo>
                  <a:lnTo>
                    <a:pt x="1458482" y="2093116"/>
                  </a:lnTo>
                  <a:lnTo>
                    <a:pt x="1473125" y="2127500"/>
                  </a:lnTo>
                  <a:lnTo>
                    <a:pt x="1486116" y="2167765"/>
                  </a:lnTo>
                  <a:lnTo>
                    <a:pt x="1452667" y="2216355"/>
                  </a:lnTo>
                  <a:lnTo>
                    <a:pt x="1433999" y="2218002"/>
                  </a:lnTo>
                  <a:lnTo>
                    <a:pt x="1379509" y="2204520"/>
                  </a:lnTo>
                  <a:lnTo>
                    <a:pt x="1282936" y="2234977"/>
                  </a:lnTo>
                  <a:lnTo>
                    <a:pt x="1196203" y="2210890"/>
                  </a:lnTo>
                  <a:lnTo>
                    <a:pt x="1207113" y="2184867"/>
                  </a:lnTo>
                  <a:lnTo>
                    <a:pt x="1206743" y="2165738"/>
                  </a:lnTo>
                  <a:lnTo>
                    <a:pt x="1211644" y="2136313"/>
                  </a:lnTo>
                  <a:lnTo>
                    <a:pt x="1214561" y="2106218"/>
                  </a:lnTo>
                  <a:lnTo>
                    <a:pt x="1213744" y="2086076"/>
                  </a:lnTo>
                  <a:lnTo>
                    <a:pt x="1207385" y="2064614"/>
                  </a:lnTo>
                  <a:lnTo>
                    <a:pt x="1185993" y="2036527"/>
                  </a:lnTo>
                  <a:lnTo>
                    <a:pt x="1137804" y="1941736"/>
                  </a:lnTo>
                  <a:lnTo>
                    <a:pt x="1123550" y="1901724"/>
                  </a:lnTo>
                  <a:lnTo>
                    <a:pt x="1113632" y="1885057"/>
                  </a:lnTo>
                  <a:lnTo>
                    <a:pt x="1120769" y="1884152"/>
                  </a:lnTo>
                  <a:lnTo>
                    <a:pt x="1160460" y="1905633"/>
                  </a:lnTo>
                  <a:lnTo>
                    <a:pt x="1169717" y="1902991"/>
                  </a:lnTo>
                  <a:lnTo>
                    <a:pt x="1179440" y="1894920"/>
                  </a:lnTo>
                  <a:lnTo>
                    <a:pt x="1167597" y="1864173"/>
                  </a:lnTo>
                  <a:lnTo>
                    <a:pt x="1157426" y="1850257"/>
                  </a:lnTo>
                  <a:lnTo>
                    <a:pt x="1150523" y="1829446"/>
                  </a:lnTo>
                  <a:lnTo>
                    <a:pt x="1173761" y="1823818"/>
                  </a:lnTo>
                  <a:lnTo>
                    <a:pt x="1190544" y="1825066"/>
                  </a:lnTo>
                  <a:lnTo>
                    <a:pt x="1202912" y="1801649"/>
                  </a:lnTo>
                  <a:lnTo>
                    <a:pt x="1195775" y="1763791"/>
                  </a:lnTo>
                  <a:lnTo>
                    <a:pt x="1177748" y="1752136"/>
                  </a:lnTo>
                  <a:lnTo>
                    <a:pt x="1162696" y="1747069"/>
                  </a:lnTo>
                  <a:lnTo>
                    <a:pt x="1133837" y="1687603"/>
                  </a:lnTo>
                  <a:lnTo>
                    <a:pt x="1103734" y="1656802"/>
                  </a:lnTo>
                  <a:lnTo>
                    <a:pt x="1050041" y="1537997"/>
                  </a:lnTo>
                  <a:lnTo>
                    <a:pt x="1030400" y="1456453"/>
                  </a:lnTo>
                  <a:lnTo>
                    <a:pt x="1012139" y="1464198"/>
                  </a:lnTo>
                  <a:lnTo>
                    <a:pt x="1003271" y="1428674"/>
                  </a:lnTo>
                  <a:lnTo>
                    <a:pt x="996912" y="1395032"/>
                  </a:lnTo>
                  <a:lnTo>
                    <a:pt x="995648" y="1370294"/>
                  </a:lnTo>
                  <a:lnTo>
                    <a:pt x="967023" y="1356124"/>
                  </a:lnTo>
                  <a:lnTo>
                    <a:pt x="965856" y="1338787"/>
                  </a:lnTo>
                  <a:lnTo>
                    <a:pt x="960702" y="1261424"/>
                  </a:lnTo>
                  <a:lnTo>
                    <a:pt x="929996" y="1251036"/>
                  </a:lnTo>
                  <a:lnTo>
                    <a:pt x="910141" y="1207622"/>
                  </a:lnTo>
                  <a:lnTo>
                    <a:pt x="906601" y="1125480"/>
                  </a:lnTo>
                  <a:lnTo>
                    <a:pt x="886377" y="1110533"/>
                  </a:lnTo>
                  <a:lnTo>
                    <a:pt x="870100" y="1114677"/>
                  </a:lnTo>
                  <a:lnTo>
                    <a:pt x="870858" y="1094318"/>
                  </a:lnTo>
                  <a:lnTo>
                    <a:pt x="874747" y="1075208"/>
                  </a:lnTo>
                  <a:lnTo>
                    <a:pt x="865238" y="999491"/>
                  </a:lnTo>
                  <a:lnTo>
                    <a:pt x="862068" y="930379"/>
                  </a:lnTo>
                  <a:lnTo>
                    <a:pt x="854348" y="909513"/>
                  </a:lnTo>
                  <a:lnTo>
                    <a:pt x="849972" y="885083"/>
                  </a:lnTo>
                  <a:lnTo>
                    <a:pt x="853901" y="863982"/>
                  </a:lnTo>
                  <a:lnTo>
                    <a:pt x="859657" y="851857"/>
                  </a:lnTo>
                  <a:lnTo>
                    <a:pt x="879473" y="848672"/>
                  </a:lnTo>
                  <a:lnTo>
                    <a:pt x="897986" y="867330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h23"/>
            <p:cNvSpPr/>
            <p:nvPr/>
          </p:nvSpPr>
          <p:spPr>
            <a:xfrm>
              <a:off x="3417120" y="1695445"/>
              <a:ext cx="952846" cy="914400"/>
            </a:xfrm>
            <a:custGeom>
              <a:avLst/>
              <a:pathLst>
                <a:path w="952846" h="914400">
                  <a:moveTo>
                    <a:pt x="914400" y="914400"/>
                  </a:moveTo>
                  <a:lnTo>
                    <a:pt x="904073" y="912644"/>
                  </a:lnTo>
                  <a:lnTo>
                    <a:pt x="894661" y="895579"/>
                  </a:lnTo>
                  <a:lnTo>
                    <a:pt x="913699" y="869519"/>
                  </a:lnTo>
                  <a:lnTo>
                    <a:pt x="942831" y="870931"/>
                  </a:lnTo>
                  <a:lnTo>
                    <a:pt x="952846" y="876360"/>
                  </a:lnTo>
                  <a:lnTo>
                    <a:pt x="917978" y="891290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h24"/>
            <p:cNvSpPr/>
            <p:nvPr/>
          </p:nvSpPr>
          <p:spPr>
            <a:xfrm>
              <a:off x="3264482" y="1265773"/>
              <a:ext cx="937036" cy="914400"/>
            </a:xfrm>
            <a:custGeom>
              <a:avLst/>
              <a:pathLst>
                <a:path w="937036" h="914400">
                  <a:moveTo>
                    <a:pt x="914400" y="914400"/>
                  </a:moveTo>
                  <a:lnTo>
                    <a:pt x="910024" y="913277"/>
                  </a:lnTo>
                  <a:lnTo>
                    <a:pt x="915469" y="896067"/>
                  </a:lnTo>
                  <a:lnTo>
                    <a:pt x="919514" y="888630"/>
                  </a:lnTo>
                  <a:lnTo>
                    <a:pt x="932932" y="881680"/>
                  </a:lnTo>
                  <a:lnTo>
                    <a:pt x="937036" y="882893"/>
                  </a:lnTo>
                  <a:lnTo>
                    <a:pt x="923228" y="910871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h25"/>
            <p:cNvSpPr/>
            <p:nvPr/>
          </p:nvSpPr>
          <p:spPr>
            <a:xfrm>
              <a:off x="3303998" y="1110973"/>
              <a:ext cx="939914" cy="914399"/>
            </a:xfrm>
            <a:custGeom>
              <a:avLst/>
              <a:pathLst>
                <a:path w="939914" h="914399">
                  <a:moveTo>
                    <a:pt x="914400" y="914399"/>
                  </a:moveTo>
                  <a:lnTo>
                    <a:pt x="909382" y="899361"/>
                  </a:lnTo>
                  <a:lnTo>
                    <a:pt x="911385" y="896411"/>
                  </a:lnTo>
                  <a:lnTo>
                    <a:pt x="914808" y="881572"/>
                  </a:lnTo>
                  <a:lnTo>
                    <a:pt x="924473" y="873428"/>
                  </a:lnTo>
                  <a:lnTo>
                    <a:pt x="939914" y="878314"/>
                  </a:lnTo>
                  <a:lnTo>
                    <a:pt x="939816" y="882024"/>
                  </a:lnTo>
                  <a:lnTo>
                    <a:pt x="925056" y="894041"/>
                  </a:lnTo>
                  <a:lnTo>
                    <a:pt x="919397" y="902130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h26"/>
            <p:cNvSpPr/>
            <p:nvPr/>
          </p:nvSpPr>
          <p:spPr>
            <a:xfrm>
              <a:off x="3573628" y="2965297"/>
              <a:ext cx="929471" cy="915707"/>
            </a:xfrm>
            <a:custGeom>
              <a:avLst/>
              <a:pathLst>
                <a:path w="929471" h="915707">
                  <a:moveTo>
                    <a:pt x="914400" y="914400"/>
                  </a:moveTo>
                  <a:lnTo>
                    <a:pt x="858626" y="909550"/>
                  </a:lnTo>
                  <a:lnTo>
                    <a:pt x="850692" y="905062"/>
                  </a:lnTo>
                  <a:lnTo>
                    <a:pt x="881379" y="873320"/>
                  </a:lnTo>
                  <a:lnTo>
                    <a:pt x="901370" y="840329"/>
                  </a:lnTo>
                  <a:lnTo>
                    <a:pt x="918347" y="797277"/>
                  </a:lnTo>
                  <a:lnTo>
                    <a:pt x="920156" y="767454"/>
                  </a:lnTo>
                  <a:lnTo>
                    <a:pt x="924395" y="733830"/>
                  </a:lnTo>
                  <a:lnTo>
                    <a:pt x="929471" y="731324"/>
                  </a:lnTo>
                  <a:lnTo>
                    <a:pt x="929471" y="915707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h27"/>
            <p:cNvSpPr/>
            <p:nvPr/>
          </p:nvSpPr>
          <p:spPr>
            <a:xfrm>
              <a:off x="2536414" y="3119355"/>
              <a:ext cx="1966685" cy="921186"/>
            </a:xfrm>
            <a:custGeom>
              <a:avLst/>
              <a:pathLst>
                <a:path w="1966685" h="921186">
                  <a:moveTo>
                    <a:pt x="914399" y="914400"/>
                  </a:moveTo>
                  <a:lnTo>
                    <a:pt x="1028436" y="869338"/>
                  </a:lnTo>
                  <a:lnTo>
                    <a:pt x="1150231" y="827064"/>
                  </a:lnTo>
                  <a:lnTo>
                    <a:pt x="1178662" y="822468"/>
                  </a:lnTo>
                  <a:lnTo>
                    <a:pt x="1207249" y="813564"/>
                  </a:lnTo>
                  <a:lnTo>
                    <a:pt x="1217808" y="797748"/>
                  </a:lnTo>
                  <a:lnTo>
                    <a:pt x="1228349" y="787161"/>
                  </a:lnTo>
                  <a:lnTo>
                    <a:pt x="1244937" y="759274"/>
                  </a:lnTo>
                  <a:lnTo>
                    <a:pt x="1281613" y="715932"/>
                  </a:lnTo>
                  <a:lnTo>
                    <a:pt x="1346468" y="700152"/>
                  </a:lnTo>
                  <a:lnTo>
                    <a:pt x="1370680" y="679594"/>
                  </a:lnTo>
                  <a:lnTo>
                    <a:pt x="1421436" y="650802"/>
                  </a:lnTo>
                  <a:lnTo>
                    <a:pt x="1537144" y="618499"/>
                  </a:lnTo>
                  <a:lnTo>
                    <a:pt x="1585470" y="611405"/>
                  </a:lnTo>
                  <a:lnTo>
                    <a:pt x="1632823" y="610536"/>
                  </a:lnTo>
                  <a:lnTo>
                    <a:pt x="1674983" y="636017"/>
                  </a:lnTo>
                  <a:lnTo>
                    <a:pt x="1719614" y="667469"/>
                  </a:lnTo>
                  <a:lnTo>
                    <a:pt x="1727645" y="686452"/>
                  </a:lnTo>
                  <a:lnTo>
                    <a:pt x="1703492" y="674617"/>
                  </a:lnTo>
                  <a:lnTo>
                    <a:pt x="1668294" y="646368"/>
                  </a:lnTo>
                  <a:lnTo>
                    <a:pt x="1655284" y="645174"/>
                  </a:lnTo>
                  <a:lnTo>
                    <a:pt x="1685329" y="731097"/>
                  </a:lnTo>
                  <a:lnTo>
                    <a:pt x="1701761" y="761482"/>
                  </a:lnTo>
                  <a:lnTo>
                    <a:pt x="1734977" y="784211"/>
                  </a:lnTo>
                  <a:lnTo>
                    <a:pt x="1762824" y="791866"/>
                  </a:lnTo>
                  <a:lnTo>
                    <a:pt x="1848624" y="778094"/>
                  </a:lnTo>
                  <a:lnTo>
                    <a:pt x="1879097" y="760106"/>
                  </a:lnTo>
                  <a:lnTo>
                    <a:pt x="1887906" y="751004"/>
                  </a:lnTo>
                  <a:lnTo>
                    <a:pt x="1895841" y="755492"/>
                  </a:lnTo>
                  <a:lnTo>
                    <a:pt x="1951614" y="760342"/>
                  </a:lnTo>
                  <a:lnTo>
                    <a:pt x="1966685" y="761649"/>
                  </a:lnTo>
                  <a:lnTo>
                    <a:pt x="1966685" y="921186"/>
                  </a:lnTo>
                  <a:lnTo>
                    <a:pt x="901484" y="921186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h28"/>
            <p:cNvSpPr/>
            <p:nvPr/>
          </p:nvSpPr>
          <p:spPr>
            <a:xfrm>
              <a:off x="2058275" y="571761"/>
              <a:ext cx="968967" cy="1655318"/>
            </a:xfrm>
            <a:custGeom>
              <a:avLst/>
              <a:pathLst>
                <a:path w="968967" h="1655318">
                  <a:moveTo>
                    <a:pt x="914400" y="914400"/>
                  </a:moveTo>
                  <a:lnTo>
                    <a:pt x="940419" y="989447"/>
                  </a:lnTo>
                  <a:lnTo>
                    <a:pt x="962025" y="1042814"/>
                  </a:lnTo>
                  <a:lnTo>
                    <a:pt x="968967" y="1077995"/>
                  </a:lnTo>
                  <a:lnTo>
                    <a:pt x="961830" y="1113663"/>
                  </a:lnTo>
                  <a:lnTo>
                    <a:pt x="954460" y="1131923"/>
                  </a:lnTo>
                  <a:lnTo>
                    <a:pt x="954227" y="1156516"/>
                  </a:lnTo>
                  <a:lnTo>
                    <a:pt x="948548" y="1205468"/>
                  </a:lnTo>
                  <a:lnTo>
                    <a:pt x="931804" y="1230207"/>
                  </a:lnTo>
                  <a:lnTo>
                    <a:pt x="909888" y="1257189"/>
                  </a:lnTo>
                  <a:lnTo>
                    <a:pt x="885443" y="1277331"/>
                  </a:lnTo>
                  <a:lnTo>
                    <a:pt x="866055" y="1282995"/>
                  </a:lnTo>
                  <a:lnTo>
                    <a:pt x="849408" y="1285329"/>
                  </a:lnTo>
                  <a:lnTo>
                    <a:pt x="838226" y="1295572"/>
                  </a:lnTo>
                  <a:lnTo>
                    <a:pt x="828095" y="1325667"/>
                  </a:lnTo>
                  <a:lnTo>
                    <a:pt x="818741" y="1357282"/>
                  </a:lnTo>
                  <a:lnTo>
                    <a:pt x="788170" y="1396154"/>
                  </a:lnTo>
                  <a:lnTo>
                    <a:pt x="788987" y="1409691"/>
                  </a:lnTo>
                  <a:lnTo>
                    <a:pt x="800636" y="1455765"/>
                  </a:lnTo>
                  <a:lnTo>
                    <a:pt x="811545" y="1508228"/>
                  </a:lnTo>
                  <a:lnTo>
                    <a:pt x="802328" y="1557270"/>
                  </a:lnTo>
                  <a:lnTo>
                    <a:pt x="794432" y="1608755"/>
                  </a:lnTo>
                  <a:lnTo>
                    <a:pt x="780606" y="1643067"/>
                  </a:lnTo>
                  <a:lnTo>
                    <a:pt x="760848" y="1655318"/>
                  </a:lnTo>
                  <a:lnTo>
                    <a:pt x="746340" y="1649202"/>
                  </a:lnTo>
                  <a:lnTo>
                    <a:pt x="729927" y="1602132"/>
                  </a:lnTo>
                  <a:lnTo>
                    <a:pt x="729558" y="1591310"/>
                  </a:lnTo>
                  <a:lnTo>
                    <a:pt x="725474" y="1576923"/>
                  </a:lnTo>
                  <a:lnTo>
                    <a:pt x="678918" y="1562590"/>
                  </a:lnTo>
                  <a:lnTo>
                    <a:pt x="670692" y="1563115"/>
                  </a:lnTo>
                  <a:lnTo>
                    <a:pt x="652393" y="1554718"/>
                  </a:lnTo>
                  <a:lnTo>
                    <a:pt x="641658" y="1552348"/>
                  </a:lnTo>
                  <a:lnTo>
                    <a:pt x="619644" y="1547498"/>
                  </a:lnTo>
                  <a:lnTo>
                    <a:pt x="601345" y="1505966"/>
                  </a:lnTo>
                  <a:lnTo>
                    <a:pt x="581898" y="1471419"/>
                  </a:lnTo>
                  <a:lnTo>
                    <a:pt x="579137" y="1456978"/>
                  </a:lnTo>
                  <a:lnTo>
                    <a:pt x="579798" y="1392372"/>
                  </a:lnTo>
                  <a:lnTo>
                    <a:pt x="573847" y="1363634"/>
                  </a:lnTo>
                  <a:lnTo>
                    <a:pt x="572019" y="1332309"/>
                  </a:lnTo>
                  <a:lnTo>
                    <a:pt x="559787" y="1357789"/>
                  </a:lnTo>
                  <a:lnTo>
                    <a:pt x="566885" y="1398072"/>
                  </a:lnTo>
                  <a:lnTo>
                    <a:pt x="551794" y="1414975"/>
                  </a:lnTo>
                  <a:lnTo>
                    <a:pt x="532756" y="1423191"/>
                  </a:lnTo>
                  <a:lnTo>
                    <a:pt x="534545" y="1446789"/>
                  </a:lnTo>
                  <a:lnTo>
                    <a:pt x="542363" y="1451259"/>
                  </a:lnTo>
                  <a:lnTo>
                    <a:pt x="543996" y="1475762"/>
                  </a:lnTo>
                  <a:lnTo>
                    <a:pt x="539368" y="1512028"/>
                  </a:lnTo>
                  <a:lnTo>
                    <a:pt x="501894" y="1592667"/>
                  </a:lnTo>
                  <a:lnTo>
                    <a:pt x="494329" y="1601336"/>
                  </a:lnTo>
                  <a:lnTo>
                    <a:pt x="489195" y="1612230"/>
                  </a:lnTo>
                  <a:lnTo>
                    <a:pt x="470021" y="1604991"/>
                  </a:lnTo>
                  <a:lnTo>
                    <a:pt x="453471" y="1620099"/>
                  </a:lnTo>
                  <a:lnTo>
                    <a:pt x="453471" y="874424"/>
                  </a:lnTo>
                  <a:lnTo>
                    <a:pt x="910415" y="874424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h29"/>
            <p:cNvSpPr/>
            <p:nvPr/>
          </p:nvSpPr>
          <p:spPr>
            <a:xfrm>
              <a:off x="1601762" y="2876370"/>
              <a:ext cx="915722" cy="956862"/>
            </a:xfrm>
            <a:custGeom>
              <a:avLst/>
              <a:pathLst>
                <a:path w="915722" h="956862">
                  <a:moveTo>
                    <a:pt x="914400" y="914400"/>
                  </a:moveTo>
                  <a:lnTo>
                    <a:pt x="915722" y="948729"/>
                  </a:lnTo>
                  <a:lnTo>
                    <a:pt x="909985" y="956862"/>
                  </a:lnTo>
                  <a:lnTo>
                    <a:pt x="909985" y="906665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h30"/>
            <p:cNvSpPr/>
            <p:nvPr/>
          </p:nvSpPr>
          <p:spPr>
            <a:xfrm>
              <a:off x="1625915" y="2945119"/>
              <a:ext cx="1097783" cy="1095422"/>
            </a:xfrm>
            <a:custGeom>
              <a:avLst/>
              <a:pathLst>
                <a:path w="1097783" h="1095422">
                  <a:moveTo>
                    <a:pt x="914400" y="914400"/>
                  </a:moveTo>
                  <a:lnTo>
                    <a:pt x="919845" y="928569"/>
                  </a:lnTo>
                  <a:lnTo>
                    <a:pt x="928129" y="943861"/>
                  </a:lnTo>
                  <a:lnTo>
                    <a:pt x="957610" y="932967"/>
                  </a:lnTo>
                  <a:lnTo>
                    <a:pt x="1031508" y="978209"/>
                  </a:lnTo>
                  <a:lnTo>
                    <a:pt x="1076197" y="956185"/>
                  </a:lnTo>
                  <a:lnTo>
                    <a:pt x="1087632" y="954900"/>
                  </a:lnTo>
                  <a:lnTo>
                    <a:pt x="1097783" y="991456"/>
                  </a:lnTo>
                  <a:lnTo>
                    <a:pt x="1086679" y="1028283"/>
                  </a:lnTo>
                  <a:lnTo>
                    <a:pt x="1047279" y="1067571"/>
                  </a:lnTo>
                  <a:lnTo>
                    <a:pt x="1056011" y="1091784"/>
                  </a:lnTo>
                  <a:lnTo>
                    <a:pt x="1064526" y="1095422"/>
                  </a:lnTo>
                  <a:lnTo>
                    <a:pt x="885832" y="1095422"/>
                  </a:lnTo>
                  <a:lnTo>
                    <a:pt x="885832" y="917489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h31"/>
            <p:cNvSpPr/>
            <p:nvPr/>
          </p:nvSpPr>
          <p:spPr>
            <a:xfrm>
              <a:off x="1817252" y="3122739"/>
              <a:ext cx="922762" cy="917802"/>
            </a:xfrm>
            <a:custGeom>
              <a:avLst/>
              <a:pathLst>
                <a:path w="922762" h="917802">
                  <a:moveTo>
                    <a:pt x="914400" y="914400"/>
                  </a:moveTo>
                  <a:lnTo>
                    <a:pt x="922762" y="917802"/>
                  </a:lnTo>
                  <a:lnTo>
                    <a:pt x="889812" y="917802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h32"/>
            <p:cNvSpPr/>
            <p:nvPr/>
          </p:nvSpPr>
          <p:spPr>
            <a:xfrm>
              <a:off x="1935994" y="3084066"/>
              <a:ext cx="1337891" cy="956475"/>
            </a:xfrm>
            <a:custGeom>
              <a:avLst/>
              <a:pathLst>
                <a:path w="1337891" h="956475">
                  <a:moveTo>
                    <a:pt x="914400" y="914400"/>
                  </a:moveTo>
                  <a:lnTo>
                    <a:pt x="933457" y="902564"/>
                  </a:lnTo>
                  <a:lnTo>
                    <a:pt x="996193" y="894095"/>
                  </a:lnTo>
                  <a:lnTo>
                    <a:pt x="1007608" y="872759"/>
                  </a:lnTo>
                  <a:lnTo>
                    <a:pt x="1033025" y="851296"/>
                  </a:lnTo>
                  <a:lnTo>
                    <a:pt x="1049399" y="827861"/>
                  </a:lnTo>
                  <a:lnTo>
                    <a:pt x="1088604" y="783252"/>
                  </a:lnTo>
                  <a:lnTo>
                    <a:pt x="1129170" y="791287"/>
                  </a:lnTo>
                  <a:lnTo>
                    <a:pt x="1152856" y="799829"/>
                  </a:lnTo>
                  <a:lnTo>
                    <a:pt x="1178857" y="804136"/>
                  </a:lnTo>
                  <a:lnTo>
                    <a:pt x="1202523" y="851694"/>
                  </a:lnTo>
                  <a:lnTo>
                    <a:pt x="1262381" y="904265"/>
                  </a:lnTo>
                  <a:lnTo>
                    <a:pt x="1317376" y="899687"/>
                  </a:lnTo>
                  <a:lnTo>
                    <a:pt x="1336901" y="949417"/>
                  </a:lnTo>
                  <a:lnTo>
                    <a:pt x="1337891" y="956475"/>
                  </a:lnTo>
                  <a:lnTo>
                    <a:pt x="878015" y="956475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h33"/>
            <p:cNvSpPr/>
            <p:nvPr/>
          </p:nvSpPr>
          <p:spPr>
            <a:xfrm>
              <a:off x="2340954" y="3009236"/>
              <a:ext cx="914400" cy="940187"/>
            </a:xfrm>
            <a:custGeom>
              <a:avLst/>
              <a:pathLst>
                <a:path w="914400" h="940187">
                  <a:moveTo>
                    <a:pt x="914400" y="914400"/>
                  </a:moveTo>
                  <a:lnTo>
                    <a:pt x="909052" y="927103"/>
                  </a:lnTo>
                  <a:lnTo>
                    <a:pt x="886668" y="905966"/>
                  </a:lnTo>
                  <a:lnTo>
                    <a:pt x="864188" y="906256"/>
                  </a:lnTo>
                  <a:lnTo>
                    <a:pt x="850750" y="938812"/>
                  </a:lnTo>
                  <a:lnTo>
                    <a:pt x="840754" y="940187"/>
                  </a:lnTo>
                  <a:lnTo>
                    <a:pt x="806042" y="910617"/>
                  </a:lnTo>
                  <a:lnTo>
                    <a:pt x="800480" y="896194"/>
                  </a:lnTo>
                  <a:lnTo>
                    <a:pt x="799333" y="884196"/>
                  </a:lnTo>
                  <a:lnTo>
                    <a:pt x="804292" y="842664"/>
                  </a:lnTo>
                  <a:lnTo>
                    <a:pt x="803378" y="829598"/>
                  </a:lnTo>
                  <a:lnTo>
                    <a:pt x="814287" y="815320"/>
                  </a:lnTo>
                  <a:lnTo>
                    <a:pt x="815979" y="794689"/>
                  </a:lnTo>
                  <a:lnTo>
                    <a:pt x="835270" y="772937"/>
                  </a:lnTo>
                  <a:lnTo>
                    <a:pt x="852384" y="772123"/>
                  </a:lnTo>
                  <a:lnTo>
                    <a:pt x="857829" y="790545"/>
                  </a:lnTo>
                  <a:lnTo>
                    <a:pt x="866016" y="803231"/>
                  </a:lnTo>
                  <a:lnTo>
                    <a:pt x="894855" y="817455"/>
                  </a:lnTo>
                  <a:lnTo>
                    <a:pt x="899153" y="823916"/>
                  </a:lnTo>
                  <a:lnTo>
                    <a:pt x="901759" y="832855"/>
                  </a:lnTo>
                  <a:lnTo>
                    <a:pt x="888341" y="850373"/>
                  </a:lnTo>
                  <a:lnTo>
                    <a:pt x="883790" y="859349"/>
                  </a:lnTo>
                  <a:lnTo>
                    <a:pt x="888049" y="873736"/>
                  </a:lnTo>
                  <a:lnTo>
                    <a:pt x="909421" y="889462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h34"/>
            <p:cNvSpPr/>
            <p:nvPr/>
          </p:nvSpPr>
          <p:spPr>
            <a:xfrm>
              <a:off x="2368491" y="3112696"/>
              <a:ext cx="961640" cy="927845"/>
            </a:xfrm>
            <a:custGeom>
              <a:avLst/>
              <a:pathLst>
                <a:path w="961640" h="927845">
                  <a:moveTo>
                    <a:pt x="914399" y="914400"/>
                  </a:moveTo>
                  <a:lnTo>
                    <a:pt x="905376" y="905767"/>
                  </a:lnTo>
                  <a:lnTo>
                    <a:pt x="904034" y="893443"/>
                  </a:lnTo>
                  <a:lnTo>
                    <a:pt x="905493" y="880685"/>
                  </a:lnTo>
                  <a:lnTo>
                    <a:pt x="947537" y="915033"/>
                  </a:lnTo>
                  <a:lnTo>
                    <a:pt x="961640" y="927845"/>
                  </a:lnTo>
                  <a:lnTo>
                    <a:pt x="923368" y="927845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h35"/>
            <p:cNvSpPr/>
            <p:nvPr/>
          </p:nvSpPr>
          <p:spPr>
            <a:xfrm>
              <a:off x="1822230" y="2971957"/>
              <a:ext cx="944970" cy="914400"/>
            </a:xfrm>
            <a:custGeom>
              <a:avLst/>
              <a:pathLst>
                <a:path w="944970" h="914400">
                  <a:moveTo>
                    <a:pt x="914400" y="914400"/>
                  </a:moveTo>
                  <a:lnTo>
                    <a:pt x="902731" y="899578"/>
                  </a:lnTo>
                  <a:lnTo>
                    <a:pt x="890986" y="895814"/>
                  </a:lnTo>
                  <a:lnTo>
                    <a:pt x="897306" y="877536"/>
                  </a:lnTo>
                  <a:lnTo>
                    <a:pt x="905571" y="870895"/>
                  </a:lnTo>
                  <a:lnTo>
                    <a:pt x="935169" y="882803"/>
                  </a:lnTo>
                  <a:lnTo>
                    <a:pt x="944464" y="906111"/>
                  </a:lnTo>
                  <a:lnTo>
                    <a:pt x="944970" y="913676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h36"/>
            <p:cNvSpPr/>
            <p:nvPr/>
          </p:nvSpPr>
          <p:spPr>
            <a:xfrm>
              <a:off x="3588700" y="772293"/>
              <a:ext cx="914400" cy="1014221"/>
            </a:xfrm>
            <a:custGeom>
              <a:avLst/>
              <a:pathLst>
                <a:path w="914400" h="1014221">
                  <a:moveTo>
                    <a:pt x="914400" y="914399"/>
                  </a:moveTo>
                  <a:lnTo>
                    <a:pt x="914400" y="1010477"/>
                  </a:lnTo>
                  <a:lnTo>
                    <a:pt x="874534" y="1014221"/>
                  </a:lnTo>
                  <a:lnTo>
                    <a:pt x="863818" y="1007832"/>
                  </a:lnTo>
                  <a:lnTo>
                    <a:pt x="849136" y="958157"/>
                  </a:lnTo>
                  <a:lnTo>
                    <a:pt x="852053" y="945326"/>
                  </a:lnTo>
                  <a:lnTo>
                    <a:pt x="861932" y="939861"/>
                  </a:lnTo>
                  <a:lnTo>
                    <a:pt x="870391" y="938685"/>
                  </a:lnTo>
                  <a:lnTo>
                    <a:pt x="871636" y="965432"/>
                  </a:lnTo>
                  <a:lnTo>
                    <a:pt x="884062" y="962771"/>
                  </a:lnTo>
                  <a:lnTo>
                    <a:pt x="887952" y="945145"/>
                  </a:lnTo>
                  <a:lnTo>
                    <a:pt x="888827" y="932731"/>
                  </a:lnTo>
                  <a:lnTo>
                    <a:pt x="885463" y="926469"/>
                  </a:lnTo>
                  <a:lnTo>
                    <a:pt x="877023" y="921619"/>
                  </a:lnTo>
                  <a:lnTo>
                    <a:pt x="872142" y="913295"/>
                  </a:lnTo>
                  <a:lnTo>
                    <a:pt x="879162" y="899903"/>
                  </a:lnTo>
                  <a:lnTo>
                    <a:pt x="892152" y="894112"/>
                  </a:lnTo>
                  <a:lnTo>
                    <a:pt x="903354" y="912010"/>
                  </a:lnTo>
                  <a:lnTo>
                    <a:pt x="912319" y="914362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h37"/>
            <p:cNvSpPr/>
            <p:nvPr/>
          </p:nvSpPr>
          <p:spPr>
            <a:xfrm>
              <a:off x="3522483" y="841349"/>
              <a:ext cx="914400" cy="925402"/>
            </a:xfrm>
            <a:custGeom>
              <a:avLst/>
              <a:pathLst>
                <a:path w="914400" h="925402">
                  <a:moveTo>
                    <a:pt x="914400" y="914400"/>
                  </a:moveTo>
                  <a:lnTo>
                    <a:pt x="906776" y="912318"/>
                  </a:lnTo>
                  <a:lnTo>
                    <a:pt x="900923" y="915160"/>
                  </a:lnTo>
                  <a:lnTo>
                    <a:pt x="896956" y="925402"/>
                  </a:lnTo>
                  <a:lnTo>
                    <a:pt x="888321" y="921729"/>
                  </a:lnTo>
                  <a:lnTo>
                    <a:pt x="884840" y="907052"/>
                  </a:lnTo>
                  <a:lnTo>
                    <a:pt x="891277" y="885083"/>
                  </a:lnTo>
                  <a:lnTo>
                    <a:pt x="906699" y="884250"/>
                  </a:lnTo>
                  <a:lnTo>
                    <a:pt x="913369" y="906093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h38"/>
            <p:cNvSpPr/>
            <p:nvPr/>
          </p:nvSpPr>
          <p:spPr>
            <a:xfrm>
              <a:off x="2109362" y="2501657"/>
              <a:ext cx="921809" cy="1252538"/>
            </a:xfrm>
            <a:custGeom>
              <a:avLst/>
              <a:pathLst>
                <a:path w="921809" h="1252538">
                  <a:moveTo>
                    <a:pt x="914400" y="914400"/>
                  </a:moveTo>
                  <a:lnTo>
                    <a:pt x="909227" y="925203"/>
                  </a:lnTo>
                  <a:lnTo>
                    <a:pt x="901623" y="932315"/>
                  </a:lnTo>
                  <a:lnTo>
                    <a:pt x="881729" y="939862"/>
                  </a:lnTo>
                  <a:lnTo>
                    <a:pt x="864499" y="950394"/>
                  </a:lnTo>
                  <a:lnTo>
                    <a:pt x="849136" y="968907"/>
                  </a:lnTo>
                  <a:lnTo>
                    <a:pt x="843477" y="995365"/>
                  </a:lnTo>
                  <a:lnTo>
                    <a:pt x="855495" y="1014728"/>
                  </a:lnTo>
                  <a:lnTo>
                    <a:pt x="877353" y="1025333"/>
                  </a:lnTo>
                  <a:lnTo>
                    <a:pt x="882915" y="1062196"/>
                  </a:lnTo>
                  <a:lnTo>
                    <a:pt x="864869" y="1080383"/>
                  </a:lnTo>
                  <a:lnTo>
                    <a:pt x="818566" y="1098534"/>
                  </a:lnTo>
                  <a:lnTo>
                    <a:pt x="813704" y="1142347"/>
                  </a:lnTo>
                  <a:lnTo>
                    <a:pt x="815201" y="1176875"/>
                  </a:lnTo>
                  <a:lnTo>
                    <a:pt x="814365" y="1201976"/>
                  </a:lnTo>
                  <a:lnTo>
                    <a:pt x="810690" y="1236703"/>
                  </a:lnTo>
                  <a:lnTo>
                    <a:pt x="773235" y="1252538"/>
                  </a:lnTo>
                  <a:lnTo>
                    <a:pt x="749063" y="1199641"/>
                  </a:lnTo>
                  <a:lnTo>
                    <a:pt x="748849" y="1178468"/>
                  </a:lnTo>
                  <a:lnTo>
                    <a:pt x="741634" y="1153748"/>
                  </a:lnTo>
                  <a:lnTo>
                    <a:pt x="740273" y="1132683"/>
                  </a:lnTo>
                  <a:lnTo>
                    <a:pt x="731716" y="1098987"/>
                  </a:lnTo>
                  <a:lnTo>
                    <a:pt x="696284" y="1089866"/>
                  </a:lnTo>
                  <a:lnTo>
                    <a:pt x="682535" y="1088672"/>
                  </a:lnTo>
                  <a:lnTo>
                    <a:pt x="663302" y="1094933"/>
                  </a:lnTo>
                  <a:lnTo>
                    <a:pt x="658538" y="1092490"/>
                  </a:lnTo>
                  <a:lnTo>
                    <a:pt x="635513" y="1046470"/>
                  </a:lnTo>
                  <a:lnTo>
                    <a:pt x="639305" y="995690"/>
                  </a:lnTo>
                  <a:lnTo>
                    <a:pt x="627015" y="970065"/>
                  </a:lnTo>
                  <a:lnTo>
                    <a:pt x="625323" y="958465"/>
                  </a:lnTo>
                  <a:lnTo>
                    <a:pt x="625615" y="945616"/>
                  </a:lnTo>
                  <a:lnTo>
                    <a:pt x="615522" y="935030"/>
                  </a:lnTo>
                  <a:lnTo>
                    <a:pt x="603270" y="929420"/>
                  </a:lnTo>
                  <a:lnTo>
                    <a:pt x="597319" y="900845"/>
                  </a:lnTo>
                  <a:lnTo>
                    <a:pt x="611399" y="893914"/>
                  </a:lnTo>
                  <a:lnTo>
                    <a:pt x="646209" y="897262"/>
                  </a:lnTo>
                  <a:lnTo>
                    <a:pt x="656379" y="895307"/>
                  </a:lnTo>
                  <a:lnTo>
                    <a:pt x="665694" y="889354"/>
                  </a:lnTo>
                  <a:lnTo>
                    <a:pt x="693853" y="842374"/>
                  </a:lnTo>
                  <a:lnTo>
                    <a:pt x="693037" y="832023"/>
                  </a:lnTo>
                  <a:lnTo>
                    <a:pt x="696051" y="818595"/>
                  </a:lnTo>
                  <a:lnTo>
                    <a:pt x="726524" y="813618"/>
                  </a:lnTo>
                  <a:lnTo>
                    <a:pt x="740098" y="831770"/>
                  </a:lnTo>
                  <a:lnTo>
                    <a:pt x="737375" y="860833"/>
                  </a:lnTo>
                  <a:lnTo>
                    <a:pt x="739106" y="898076"/>
                  </a:lnTo>
                  <a:lnTo>
                    <a:pt x="757561" y="908210"/>
                  </a:lnTo>
                  <a:lnTo>
                    <a:pt x="764756" y="909694"/>
                  </a:lnTo>
                  <a:lnTo>
                    <a:pt x="772438" y="882187"/>
                  </a:lnTo>
                  <a:lnTo>
                    <a:pt x="777825" y="868814"/>
                  </a:lnTo>
                  <a:lnTo>
                    <a:pt x="785137" y="861358"/>
                  </a:lnTo>
                  <a:lnTo>
                    <a:pt x="787626" y="836221"/>
                  </a:lnTo>
                  <a:lnTo>
                    <a:pt x="783289" y="820875"/>
                  </a:lnTo>
                  <a:lnTo>
                    <a:pt x="774052" y="809438"/>
                  </a:lnTo>
                  <a:lnTo>
                    <a:pt x="808551" y="778312"/>
                  </a:lnTo>
                  <a:lnTo>
                    <a:pt x="844255" y="753664"/>
                  </a:lnTo>
                  <a:lnTo>
                    <a:pt x="865024" y="752379"/>
                  </a:lnTo>
                  <a:lnTo>
                    <a:pt x="885929" y="758405"/>
                  </a:lnTo>
                  <a:lnTo>
                    <a:pt x="905357" y="766730"/>
                  </a:lnTo>
                  <a:lnTo>
                    <a:pt x="915897" y="773896"/>
                  </a:lnTo>
                  <a:lnTo>
                    <a:pt x="921809" y="785406"/>
                  </a:lnTo>
                  <a:lnTo>
                    <a:pt x="908779" y="812840"/>
                  </a:lnTo>
                  <a:lnTo>
                    <a:pt x="905162" y="827861"/>
                  </a:lnTo>
                  <a:lnTo>
                    <a:pt x="913913" y="877301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h39"/>
            <p:cNvSpPr/>
            <p:nvPr/>
          </p:nvSpPr>
          <p:spPr>
            <a:xfrm>
              <a:off x="1648940" y="1785585"/>
              <a:ext cx="1047241" cy="1567893"/>
            </a:xfrm>
            <a:custGeom>
              <a:avLst/>
              <a:pathLst>
                <a:path w="1047241" h="1567893">
                  <a:moveTo>
                    <a:pt x="914400" y="914400"/>
                  </a:moveTo>
                  <a:lnTo>
                    <a:pt x="969006" y="870533"/>
                  </a:lnTo>
                  <a:lnTo>
                    <a:pt x="984272" y="869972"/>
                  </a:lnTo>
                  <a:lnTo>
                    <a:pt x="958583" y="902673"/>
                  </a:lnTo>
                  <a:lnTo>
                    <a:pt x="954460" y="915322"/>
                  </a:lnTo>
                  <a:lnTo>
                    <a:pt x="951348" y="934722"/>
                  </a:lnTo>
                  <a:lnTo>
                    <a:pt x="969765" y="976852"/>
                  </a:lnTo>
                  <a:lnTo>
                    <a:pt x="965875" y="1002495"/>
                  </a:lnTo>
                  <a:lnTo>
                    <a:pt x="967178" y="1052949"/>
                  </a:lnTo>
                  <a:lnTo>
                    <a:pt x="949812" y="1079243"/>
                  </a:lnTo>
                  <a:lnTo>
                    <a:pt x="930210" y="1135180"/>
                  </a:lnTo>
                  <a:lnTo>
                    <a:pt x="921770" y="1143414"/>
                  </a:lnTo>
                  <a:lnTo>
                    <a:pt x="919961" y="1208708"/>
                  </a:lnTo>
                  <a:lnTo>
                    <a:pt x="921887" y="1224289"/>
                  </a:lnTo>
                  <a:lnTo>
                    <a:pt x="919106" y="1283737"/>
                  </a:lnTo>
                  <a:lnTo>
                    <a:pt x="939194" y="1308077"/>
                  </a:lnTo>
                  <a:lnTo>
                    <a:pt x="960430" y="1320799"/>
                  </a:lnTo>
                  <a:lnTo>
                    <a:pt x="1031255" y="1320347"/>
                  </a:lnTo>
                  <a:lnTo>
                    <a:pt x="1038606" y="1331042"/>
                  </a:lnTo>
                  <a:lnTo>
                    <a:pt x="1047241" y="1349428"/>
                  </a:lnTo>
                  <a:lnTo>
                    <a:pt x="1040920" y="1380645"/>
                  </a:lnTo>
                  <a:lnTo>
                    <a:pt x="1033356" y="1404189"/>
                  </a:lnTo>
                  <a:lnTo>
                    <a:pt x="1012839" y="1424023"/>
                  </a:lnTo>
                  <a:lnTo>
                    <a:pt x="986508" y="1438808"/>
                  </a:lnTo>
                  <a:lnTo>
                    <a:pt x="970134" y="1439460"/>
                  </a:lnTo>
                  <a:lnTo>
                    <a:pt x="947829" y="1411356"/>
                  </a:lnTo>
                  <a:lnTo>
                    <a:pt x="937230" y="1420476"/>
                  </a:lnTo>
                  <a:lnTo>
                    <a:pt x="926281" y="1434809"/>
                  </a:lnTo>
                  <a:lnTo>
                    <a:pt x="907943" y="1511720"/>
                  </a:lnTo>
                  <a:lnTo>
                    <a:pt x="899250" y="1563676"/>
                  </a:lnTo>
                  <a:lnTo>
                    <a:pt x="894544" y="1567893"/>
                  </a:lnTo>
                  <a:lnTo>
                    <a:pt x="884179" y="1560238"/>
                  </a:lnTo>
                  <a:lnTo>
                    <a:pt x="866269" y="1559641"/>
                  </a:lnTo>
                  <a:lnTo>
                    <a:pt x="862807" y="1561525"/>
                  </a:lnTo>
                  <a:lnTo>
                    <a:pt x="862807" y="926074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h40"/>
            <p:cNvSpPr/>
            <p:nvPr/>
          </p:nvSpPr>
          <p:spPr>
            <a:xfrm>
              <a:off x="1602053" y="2473318"/>
              <a:ext cx="914400" cy="923610"/>
            </a:xfrm>
            <a:custGeom>
              <a:avLst/>
              <a:pathLst>
                <a:path w="914400" h="923610">
                  <a:moveTo>
                    <a:pt x="914400" y="914399"/>
                  </a:moveTo>
                  <a:lnTo>
                    <a:pt x="909693" y="923610"/>
                  </a:lnTo>
                  <a:lnTo>
                    <a:pt x="909693" y="907057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h41"/>
            <p:cNvSpPr/>
            <p:nvPr/>
          </p:nvSpPr>
          <p:spPr>
            <a:xfrm>
              <a:off x="1734117" y="2548854"/>
              <a:ext cx="940769" cy="1102986"/>
            </a:xfrm>
            <a:custGeom>
              <a:avLst/>
              <a:pathLst>
                <a:path w="940769" h="1102986">
                  <a:moveTo>
                    <a:pt x="914400" y="914400"/>
                  </a:moveTo>
                  <a:lnTo>
                    <a:pt x="924609" y="955642"/>
                  </a:lnTo>
                  <a:lnTo>
                    <a:pt x="940769" y="1001771"/>
                  </a:lnTo>
                  <a:lnTo>
                    <a:pt x="934021" y="1021080"/>
                  </a:lnTo>
                  <a:lnTo>
                    <a:pt x="938611" y="1045818"/>
                  </a:lnTo>
                  <a:lnTo>
                    <a:pt x="934002" y="1071624"/>
                  </a:lnTo>
                  <a:lnTo>
                    <a:pt x="901856" y="1101629"/>
                  </a:lnTo>
                  <a:lnTo>
                    <a:pt x="865802" y="1102986"/>
                  </a:lnTo>
                  <a:lnTo>
                    <a:pt x="828328" y="1088491"/>
                  </a:lnTo>
                  <a:lnTo>
                    <a:pt x="777630" y="1061764"/>
                  </a:lnTo>
                  <a:lnTo>
                    <a:pt x="777630" y="922117"/>
                  </a:lnTo>
                  <a:lnTo>
                    <a:pt x="834609" y="894674"/>
                  </a:lnTo>
                  <a:lnTo>
                    <a:pt x="848047" y="899072"/>
                  </a:lnTo>
                  <a:lnTo>
                    <a:pt x="862068" y="913386"/>
                  </a:lnTo>
                  <a:lnTo>
                    <a:pt x="878209" y="914237"/>
                  </a:lnTo>
                  <a:lnTo>
                    <a:pt x="901642" y="893932"/>
                  </a:lnTo>
                  <a:lnTo>
                    <a:pt x="906096" y="895054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h42"/>
            <p:cNvSpPr/>
            <p:nvPr/>
          </p:nvSpPr>
          <p:spPr>
            <a:xfrm>
              <a:off x="1903693" y="2818677"/>
              <a:ext cx="959711" cy="988795"/>
            </a:xfrm>
            <a:custGeom>
              <a:avLst/>
              <a:pathLst>
                <a:path w="959711" h="988795">
                  <a:moveTo>
                    <a:pt x="914400" y="914400"/>
                  </a:moveTo>
                  <a:lnTo>
                    <a:pt x="938241" y="913078"/>
                  </a:lnTo>
                  <a:lnTo>
                    <a:pt x="954460" y="922615"/>
                  </a:lnTo>
                  <a:lnTo>
                    <a:pt x="958330" y="937346"/>
                  </a:lnTo>
                  <a:lnTo>
                    <a:pt x="959711" y="970047"/>
                  </a:lnTo>
                  <a:lnTo>
                    <a:pt x="942675" y="979584"/>
                  </a:lnTo>
                  <a:lnTo>
                    <a:pt x="923870" y="976345"/>
                  </a:lnTo>
                  <a:lnTo>
                    <a:pt x="898278" y="988795"/>
                  </a:lnTo>
                  <a:lnTo>
                    <a:pt x="814268" y="935337"/>
                  </a:lnTo>
                  <a:lnTo>
                    <a:pt x="815493" y="890765"/>
                  </a:lnTo>
                  <a:lnTo>
                    <a:pt x="818857" y="873265"/>
                  </a:lnTo>
                  <a:lnTo>
                    <a:pt x="858665" y="869103"/>
                  </a:lnTo>
                  <a:lnTo>
                    <a:pt x="879162" y="891398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h43"/>
            <p:cNvSpPr/>
            <p:nvPr/>
          </p:nvSpPr>
          <p:spPr>
            <a:xfrm>
              <a:off x="1734700" y="2850003"/>
              <a:ext cx="966439" cy="914400"/>
            </a:xfrm>
            <a:custGeom>
              <a:avLst/>
              <a:pathLst>
                <a:path w="966439" h="914400">
                  <a:moveTo>
                    <a:pt x="914400" y="914400"/>
                  </a:moveTo>
                  <a:lnTo>
                    <a:pt x="902401" y="884377"/>
                  </a:lnTo>
                  <a:lnTo>
                    <a:pt x="900845" y="874985"/>
                  </a:lnTo>
                  <a:lnTo>
                    <a:pt x="914944" y="855766"/>
                  </a:lnTo>
                  <a:lnTo>
                    <a:pt x="924065" y="833995"/>
                  </a:lnTo>
                  <a:lnTo>
                    <a:pt x="947654" y="800571"/>
                  </a:lnTo>
                  <a:lnTo>
                    <a:pt x="961247" y="761409"/>
                  </a:lnTo>
                  <a:lnTo>
                    <a:pt x="966439" y="762025"/>
                  </a:lnTo>
                  <a:lnTo>
                    <a:pt x="960411" y="796897"/>
                  </a:lnTo>
                  <a:lnTo>
                    <a:pt x="929432" y="894167"/>
                  </a:lnTo>
                  <a:lnTo>
                    <a:pt x="923228" y="912300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h44"/>
            <p:cNvSpPr/>
            <p:nvPr/>
          </p:nvSpPr>
          <p:spPr>
            <a:xfrm>
              <a:off x="2097383" y="2773725"/>
              <a:ext cx="922003" cy="936043"/>
            </a:xfrm>
            <a:custGeom>
              <a:avLst/>
              <a:pathLst>
                <a:path w="922003" h="936043">
                  <a:moveTo>
                    <a:pt x="914400" y="914400"/>
                  </a:moveTo>
                  <a:lnTo>
                    <a:pt x="883829" y="910346"/>
                  </a:lnTo>
                  <a:lnTo>
                    <a:pt x="849369" y="936043"/>
                  </a:lnTo>
                  <a:lnTo>
                    <a:pt x="836301" y="927918"/>
                  </a:lnTo>
                  <a:lnTo>
                    <a:pt x="841241" y="911504"/>
                  </a:lnTo>
                  <a:lnTo>
                    <a:pt x="844838" y="905532"/>
                  </a:lnTo>
                  <a:lnTo>
                    <a:pt x="856429" y="898565"/>
                  </a:lnTo>
                  <a:lnTo>
                    <a:pt x="864168" y="888376"/>
                  </a:lnTo>
                  <a:lnTo>
                    <a:pt x="867202" y="872433"/>
                  </a:lnTo>
                  <a:lnTo>
                    <a:pt x="874378" y="881029"/>
                  </a:lnTo>
                  <a:lnTo>
                    <a:pt x="895711" y="884630"/>
                  </a:lnTo>
                  <a:lnTo>
                    <a:pt x="906135" y="889715"/>
                  </a:lnTo>
                  <a:lnTo>
                    <a:pt x="914847" y="897189"/>
                  </a:lnTo>
                  <a:lnTo>
                    <a:pt x="922003" y="908880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h45"/>
            <p:cNvSpPr/>
            <p:nvPr/>
          </p:nvSpPr>
          <p:spPr>
            <a:xfrm>
              <a:off x="2109440" y="2550193"/>
              <a:ext cx="933146" cy="914400"/>
            </a:xfrm>
            <a:custGeom>
              <a:avLst/>
              <a:pathLst>
                <a:path w="933146" h="914400">
                  <a:moveTo>
                    <a:pt x="914400" y="914400"/>
                  </a:moveTo>
                  <a:lnTo>
                    <a:pt x="910277" y="913567"/>
                  </a:lnTo>
                  <a:lnTo>
                    <a:pt x="904190" y="891941"/>
                  </a:lnTo>
                  <a:lnTo>
                    <a:pt x="914069" y="878785"/>
                  </a:lnTo>
                  <a:lnTo>
                    <a:pt x="919903" y="867619"/>
                  </a:lnTo>
                  <a:lnTo>
                    <a:pt x="924045" y="867945"/>
                  </a:lnTo>
                  <a:lnTo>
                    <a:pt x="929704" y="880016"/>
                  </a:lnTo>
                  <a:lnTo>
                    <a:pt x="933146" y="898637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h46"/>
            <p:cNvSpPr/>
            <p:nvPr/>
          </p:nvSpPr>
          <p:spPr>
            <a:xfrm>
              <a:off x="1680444" y="2815872"/>
              <a:ext cx="931843" cy="914400"/>
            </a:xfrm>
            <a:custGeom>
              <a:avLst/>
              <a:pathLst>
                <a:path w="931843" h="914400">
                  <a:moveTo>
                    <a:pt x="914400" y="914400"/>
                  </a:moveTo>
                  <a:lnTo>
                    <a:pt x="899114" y="906328"/>
                  </a:lnTo>
                  <a:lnTo>
                    <a:pt x="874242" y="875926"/>
                  </a:lnTo>
                  <a:lnTo>
                    <a:pt x="871111" y="867855"/>
                  </a:lnTo>
                  <a:lnTo>
                    <a:pt x="884179" y="873012"/>
                  </a:lnTo>
                  <a:lnTo>
                    <a:pt x="900398" y="888901"/>
                  </a:lnTo>
                  <a:lnTo>
                    <a:pt x="913680" y="892285"/>
                  </a:lnTo>
                  <a:lnTo>
                    <a:pt x="931843" y="905731"/>
                  </a:lnTo>
                  <a:lnTo>
                    <a:pt x="927759" y="910545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h47"/>
            <p:cNvSpPr/>
            <p:nvPr/>
          </p:nvSpPr>
          <p:spPr>
            <a:xfrm>
              <a:off x="1597347" y="2800664"/>
              <a:ext cx="926593" cy="914399"/>
            </a:xfrm>
            <a:custGeom>
              <a:avLst/>
              <a:pathLst>
                <a:path w="926593" h="914399">
                  <a:moveTo>
                    <a:pt x="914399" y="914399"/>
                  </a:moveTo>
                  <a:lnTo>
                    <a:pt x="914399" y="874847"/>
                  </a:lnTo>
                  <a:lnTo>
                    <a:pt x="925893" y="903385"/>
                  </a:lnTo>
                  <a:lnTo>
                    <a:pt x="926593" y="911366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h48"/>
            <p:cNvSpPr/>
            <p:nvPr/>
          </p:nvSpPr>
          <p:spPr>
            <a:xfrm>
              <a:off x="1714903" y="2471961"/>
              <a:ext cx="928615" cy="914400"/>
            </a:xfrm>
            <a:custGeom>
              <a:avLst/>
              <a:pathLst>
                <a:path w="928615" h="914400">
                  <a:moveTo>
                    <a:pt x="914400" y="914400"/>
                  </a:moveTo>
                  <a:lnTo>
                    <a:pt x="901779" y="907468"/>
                  </a:lnTo>
                  <a:lnTo>
                    <a:pt x="900456" y="883490"/>
                  </a:lnTo>
                  <a:lnTo>
                    <a:pt x="905240" y="861955"/>
                  </a:lnTo>
                  <a:lnTo>
                    <a:pt x="899620" y="842700"/>
                  </a:lnTo>
                  <a:lnTo>
                    <a:pt x="905804" y="830322"/>
                  </a:lnTo>
                  <a:lnTo>
                    <a:pt x="923559" y="859150"/>
                  </a:lnTo>
                  <a:lnTo>
                    <a:pt x="928615" y="872704"/>
                  </a:lnTo>
                  <a:lnTo>
                    <a:pt x="921770" y="888901"/>
                  </a:lnTo>
                  <a:lnTo>
                    <a:pt x="917783" y="907740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h49"/>
            <p:cNvSpPr/>
            <p:nvPr/>
          </p:nvSpPr>
          <p:spPr>
            <a:xfrm>
              <a:off x="1798758" y="1929364"/>
              <a:ext cx="946876" cy="914400"/>
            </a:xfrm>
            <a:custGeom>
              <a:avLst/>
              <a:pathLst>
                <a:path w="946876" h="914400">
                  <a:moveTo>
                    <a:pt x="914400" y="914400"/>
                  </a:moveTo>
                  <a:lnTo>
                    <a:pt x="886999" y="902112"/>
                  </a:lnTo>
                  <a:lnTo>
                    <a:pt x="899095" y="884938"/>
                  </a:lnTo>
                  <a:lnTo>
                    <a:pt x="929199" y="877030"/>
                  </a:lnTo>
                  <a:lnTo>
                    <a:pt x="946876" y="879636"/>
                  </a:lnTo>
                  <a:lnTo>
                    <a:pt x="927429" y="896683"/>
                  </a:lnTo>
                  <a:lnTo>
                    <a:pt x="922509" y="905713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h50"/>
            <p:cNvSpPr/>
            <p:nvPr/>
          </p:nvSpPr>
          <p:spPr>
            <a:xfrm>
              <a:off x="2603136" y="2753691"/>
              <a:ext cx="931590" cy="914400"/>
            </a:xfrm>
            <a:custGeom>
              <a:avLst/>
              <a:pathLst>
                <a:path w="931590" h="914400">
                  <a:moveTo>
                    <a:pt x="914400" y="914400"/>
                  </a:moveTo>
                  <a:lnTo>
                    <a:pt x="881496" y="904012"/>
                  </a:lnTo>
                  <a:lnTo>
                    <a:pt x="841396" y="878333"/>
                  </a:lnTo>
                  <a:lnTo>
                    <a:pt x="847269" y="828005"/>
                  </a:lnTo>
                  <a:lnTo>
                    <a:pt x="857557" y="806253"/>
                  </a:lnTo>
                  <a:lnTo>
                    <a:pt x="930696" y="862661"/>
                  </a:lnTo>
                  <a:lnTo>
                    <a:pt x="931590" y="883925"/>
                  </a:lnTo>
                  <a:lnTo>
                    <a:pt x="921750" y="908120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t51"/>
            <p:cNvSpPr/>
            <p:nvPr/>
          </p:nvSpPr>
          <p:spPr>
            <a:xfrm>
              <a:off x="3030913" y="3331293"/>
              <a:ext cx="117405" cy="117405"/>
            </a:xfrm>
            <a:prstGeom prst="ellipse">
              <a:avLst/>
            </a:prstGeom>
            <a:solidFill>
              <a:srgbClr val="A7327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t52"/>
            <p:cNvSpPr/>
            <p:nvPr/>
          </p:nvSpPr>
          <p:spPr>
            <a:xfrm>
              <a:off x="4260930" y="1819316"/>
              <a:ext cx="117405" cy="117405"/>
            </a:xfrm>
            <a:prstGeom prst="ellipse">
              <a:avLst/>
            </a:prstGeom>
            <a:solidFill>
              <a:srgbClr val="7F7F7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t53"/>
            <p:cNvSpPr/>
            <p:nvPr/>
          </p:nvSpPr>
          <p:spPr>
            <a:xfrm>
              <a:off x="2961120" y="3167619"/>
              <a:ext cx="117405" cy="117405"/>
            </a:xfrm>
            <a:prstGeom prst="ellipse">
              <a:avLst/>
            </a:prstGeom>
            <a:solidFill>
              <a:srgbClr val="FC9B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t54"/>
            <p:cNvSpPr/>
            <p:nvPr/>
          </p:nvSpPr>
          <p:spPr>
            <a:xfrm>
              <a:off x="3793349" y="2612334"/>
              <a:ext cx="117405" cy="117405"/>
            </a:xfrm>
            <a:prstGeom prst="ellipse">
              <a:avLst/>
            </a:prstGeom>
            <a:solidFill>
              <a:srgbClr val="7F7F7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t55"/>
            <p:cNvSpPr/>
            <p:nvPr/>
          </p:nvSpPr>
          <p:spPr>
            <a:xfrm>
              <a:off x="3717933" y="2998048"/>
              <a:ext cx="117405" cy="117405"/>
            </a:xfrm>
            <a:prstGeom prst="ellipse">
              <a:avLst/>
            </a:prstGeom>
            <a:solidFill>
              <a:srgbClr val="B9397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t56"/>
            <p:cNvSpPr/>
            <p:nvPr/>
          </p:nvSpPr>
          <p:spPr>
            <a:xfrm>
              <a:off x="3047038" y="3464461"/>
              <a:ext cx="117405" cy="117405"/>
            </a:xfrm>
            <a:prstGeom prst="ellipse">
              <a:avLst/>
            </a:prstGeom>
            <a:solidFill>
              <a:srgbClr val="7F7F7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t57"/>
            <p:cNvSpPr/>
            <p:nvPr/>
          </p:nvSpPr>
          <p:spPr>
            <a:xfrm>
              <a:off x="2675209" y="2174205"/>
              <a:ext cx="117405" cy="117405"/>
            </a:xfrm>
            <a:prstGeom prst="ellipse">
              <a:avLst/>
            </a:prstGeom>
            <a:solidFill>
              <a:srgbClr val="AE3578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t58"/>
            <p:cNvSpPr/>
            <p:nvPr/>
          </p:nvSpPr>
          <p:spPr>
            <a:xfrm>
              <a:off x="2765350" y="2479882"/>
              <a:ext cx="117405" cy="117405"/>
            </a:xfrm>
            <a:prstGeom prst="ellipse">
              <a:avLst/>
            </a:prstGeom>
            <a:solidFill>
              <a:srgbClr val="E04E68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g59"/>
            <p:cNvSpPr/>
            <p:nvPr/>
          </p:nvSpPr>
          <p:spPr>
            <a:xfrm>
              <a:off x="3145337" y="3258402"/>
              <a:ext cx="379475" cy="191749"/>
            </a:xfrm>
            <a:custGeom>
              <a:avLst/>
              <a:pathLst>
                <a:path w="379475" h="191749">
                  <a:moveTo>
                    <a:pt x="27431" y="191749"/>
                  </a:moveTo>
                  <a:lnTo>
                    <a:pt x="352043" y="191749"/>
                  </a:lnTo>
                  <a:lnTo>
                    <a:pt x="350939" y="191727"/>
                  </a:lnTo>
                  <a:lnTo>
                    <a:pt x="355350" y="191549"/>
                  </a:lnTo>
                  <a:lnTo>
                    <a:pt x="359676" y="190666"/>
                  </a:lnTo>
                  <a:lnTo>
                    <a:pt x="363803" y="189101"/>
                  </a:lnTo>
                  <a:lnTo>
                    <a:pt x="367627" y="186893"/>
                  </a:lnTo>
                  <a:lnTo>
                    <a:pt x="371046" y="184101"/>
                  </a:lnTo>
                  <a:lnTo>
                    <a:pt x="373974" y="180797"/>
                  </a:lnTo>
                  <a:lnTo>
                    <a:pt x="376333" y="177065"/>
                  </a:lnTo>
                  <a:lnTo>
                    <a:pt x="378064" y="173004"/>
                  </a:lnTo>
                  <a:lnTo>
                    <a:pt x="379120" y="168718"/>
                  </a:lnTo>
                  <a:lnTo>
                    <a:pt x="379475" y="164317"/>
                  </a:lnTo>
                  <a:lnTo>
                    <a:pt x="379475" y="27431"/>
                  </a:lnTo>
                  <a:lnTo>
                    <a:pt x="379120" y="23031"/>
                  </a:lnTo>
                  <a:lnTo>
                    <a:pt x="378064" y="18745"/>
                  </a:lnTo>
                  <a:lnTo>
                    <a:pt x="376333" y="14683"/>
                  </a:lnTo>
                  <a:lnTo>
                    <a:pt x="373974" y="10952"/>
                  </a:lnTo>
                  <a:lnTo>
                    <a:pt x="371046" y="7647"/>
                  </a:lnTo>
                  <a:lnTo>
                    <a:pt x="367627" y="4855"/>
                  </a:lnTo>
                  <a:lnTo>
                    <a:pt x="363803" y="2648"/>
                  </a:lnTo>
                  <a:lnTo>
                    <a:pt x="359676" y="1083"/>
                  </a:lnTo>
                  <a:lnTo>
                    <a:pt x="355350" y="200"/>
                  </a:lnTo>
                  <a:lnTo>
                    <a:pt x="352043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6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1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6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tx60"/>
            <p:cNvSpPr/>
            <p:nvPr/>
          </p:nvSpPr>
          <p:spPr>
            <a:xfrm>
              <a:off x="3191057" y="3304122"/>
              <a:ext cx="288036" cy="1003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3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BAR</a:t>
              </a:r>
            </a:p>
          </p:txBody>
        </p:sp>
        <p:sp>
          <p:nvSpPr>
            <p:cNvPr id="61" name="pg61"/>
            <p:cNvSpPr/>
            <p:nvPr/>
          </p:nvSpPr>
          <p:spPr>
            <a:xfrm>
              <a:off x="4193016" y="1626641"/>
              <a:ext cx="363931" cy="191749"/>
            </a:xfrm>
            <a:custGeom>
              <a:avLst/>
              <a:pathLst>
                <a:path w="363931" h="191749">
                  <a:moveTo>
                    <a:pt x="27431" y="191749"/>
                  </a:moveTo>
                  <a:lnTo>
                    <a:pt x="336499" y="191749"/>
                  </a:lnTo>
                  <a:lnTo>
                    <a:pt x="335394" y="191727"/>
                  </a:lnTo>
                  <a:lnTo>
                    <a:pt x="339805" y="191549"/>
                  </a:lnTo>
                  <a:lnTo>
                    <a:pt x="344131" y="190666"/>
                  </a:lnTo>
                  <a:lnTo>
                    <a:pt x="348259" y="189101"/>
                  </a:lnTo>
                  <a:lnTo>
                    <a:pt x="352082" y="186893"/>
                  </a:lnTo>
                  <a:lnTo>
                    <a:pt x="355502" y="184101"/>
                  </a:lnTo>
                  <a:lnTo>
                    <a:pt x="358429" y="180797"/>
                  </a:lnTo>
                  <a:lnTo>
                    <a:pt x="360789" y="177065"/>
                  </a:lnTo>
                  <a:lnTo>
                    <a:pt x="362519" y="173004"/>
                  </a:lnTo>
                  <a:lnTo>
                    <a:pt x="363575" y="168718"/>
                  </a:lnTo>
                  <a:lnTo>
                    <a:pt x="363931" y="164317"/>
                  </a:lnTo>
                  <a:lnTo>
                    <a:pt x="363931" y="27432"/>
                  </a:lnTo>
                  <a:lnTo>
                    <a:pt x="363575" y="23031"/>
                  </a:lnTo>
                  <a:lnTo>
                    <a:pt x="362519" y="18745"/>
                  </a:lnTo>
                  <a:lnTo>
                    <a:pt x="360789" y="14683"/>
                  </a:lnTo>
                  <a:lnTo>
                    <a:pt x="358429" y="10952"/>
                  </a:lnTo>
                  <a:lnTo>
                    <a:pt x="355502" y="7647"/>
                  </a:lnTo>
                  <a:lnTo>
                    <a:pt x="352082" y="4855"/>
                  </a:lnTo>
                  <a:lnTo>
                    <a:pt x="348259" y="2648"/>
                  </a:lnTo>
                  <a:lnTo>
                    <a:pt x="344131" y="1083"/>
                  </a:lnTo>
                  <a:lnTo>
                    <a:pt x="339805" y="200"/>
                  </a:lnTo>
                  <a:lnTo>
                    <a:pt x="336499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6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2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6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tx62"/>
            <p:cNvSpPr/>
            <p:nvPr/>
          </p:nvSpPr>
          <p:spPr>
            <a:xfrm>
              <a:off x="4238736" y="1672361"/>
              <a:ext cx="272491" cy="1003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3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BJO</a:t>
              </a:r>
            </a:p>
          </p:txBody>
        </p:sp>
        <p:sp>
          <p:nvSpPr>
            <p:cNvPr id="63" name="pg63"/>
            <p:cNvSpPr/>
            <p:nvPr/>
          </p:nvSpPr>
          <p:spPr>
            <a:xfrm>
              <a:off x="2694912" y="2974722"/>
              <a:ext cx="410565" cy="191749"/>
            </a:xfrm>
            <a:custGeom>
              <a:avLst/>
              <a:pathLst>
                <a:path w="410565" h="191749">
                  <a:moveTo>
                    <a:pt x="27431" y="191749"/>
                  </a:moveTo>
                  <a:lnTo>
                    <a:pt x="383133" y="191749"/>
                  </a:lnTo>
                  <a:lnTo>
                    <a:pt x="382029" y="191727"/>
                  </a:lnTo>
                  <a:lnTo>
                    <a:pt x="386440" y="191549"/>
                  </a:lnTo>
                  <a:lnTo>
                    <a:pt x="390765" y="190666"/>
                  </a:lnTo>
                  <a:lnTo>
                    <a:pt x="394893" y="189101"/>
                  </a:lnTo>
                  <a:lnTo>
                    <a:pt x="398716" y="186893"/>
                  </a:lnTo>
                  <a:lnTo>
                    <a:pt x="402136" y="184101"/>
                  </a:lnTo>
                  <a:lnTo>
                    <a:pt x="405063" y="180797"/>
                  </a:lnTo>
                  <a:lnTo>
                    <a:pt x="407423" y="177065"/>
                  </a:lnTo>
                  <a:lnTo>
                    <a:pt x="409153" y="173004"/>
                  </a:lnTo>
                  <a:lnTo>
                    <a:pt x="410210" y="168718"/>
                  </a:lnTo>
                  <a:lnTo>
                    <a:pt x="410565" y="164317"/>
                  </a:lnTo>
                  <a:lnTo>
                    <a:pt x="410565" y="27431"/>
                  </a:lnTo>
                  <a:lnTo>
                    <a:pt x="410210" y="23031"/>
                  </a:lnTo>
                  <a:lnTo>
                    <a:pt x="409153" y="18745"/>
                  </a:lnTo>
                  <a:lnTo>
                    <a:pt x="407423" y="14683"/>
                  </a:lnTo>
                  <a:lnTo>
                    <a:pt x="405063" y="10952"/>
                  </a:lnTo>
                  <a:lnTo>
                    <a:pt x="402136" y="7647"/>
                  </a:lnTo>
                  <a:lnTo>
                    <a:pt x="398716" y="4855"/>
                  </a:lnTo>
                  <a:lnTo>
                    <a:pt x="394893" y="2648"/>
                  </a:lnTo>
                  <a:lnTo>
                    <a:pt x="390765" y="1083"/>
                  </a:lnTo>
                  <a:lnTo>
                    <a:pt x="386440" y="200"/>
                  </a:lnTo>
                  <a:lnTo>
                    <a:pt x="383133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5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1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5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tx64"/>
            <p:cNvSpPr/>
            <p:nvPr/>
          </p:nvSpPr>
          <p:spPr>
            <a:xfrm>
              <a:off x="2740632" y="3020442"/>
              <a:ext cx="319125" cy="1003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3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HOG</a:t>
              </a:r>
            </a:p>
          </p:txBody>
        </p:sp>
        <p:sp>
          <p:nvSpPr>
            <p:cNvPr id="65" name="pg65"/>
            <p:cNvSpPr/>
            <p:nvPr/>
          </p:nvSpPr>
          <p:spPr>
            <a:xfrm>
              <a:off x="3770033" y="2419614"/>
              <a:ext cx="402701" cy="191749"/>
            </a:xfrm>
            <a:custGeom>
              <a:avLst/>
              <a:pathLst>
                <a:path w="402701" h="191749">
                  <a:moveTo>
                    <a:pt x="27432" y="191749"/>
                  </a:moveTo>
                  <a:lnTo>
                    <a:pt x="375269" y="191749"/>
                  </a:lnTo>
                  <a:lnTo>
                    <a:pt x="374165" y="191727"/>
                  </a:lnTo>
                  <a:lnTo>
                    <a:pt x="378576" y="191549"/>
                  </a:lnTo>
                  <a:lnTo>
                    <a:pt x="382901" y="190666"/>
                  </a:lnTo>
                  <a:lnTo>
                    <a:pt x="387029" y="189101"/>
                  </a:lnTo>
                  <a:lnTo>
                    <a:pt x="390852" y="186893"/>
                  </a:lnTo>
                  <a:lnTo>
                    <a:pt x="394272" y="184101"/>
                  </a:lnTo>
                  <a:lnTo>
                    <a:pt x="397200" y="180797"/>
                  </a:lnTo>
                  <a:lnTo>
                    <a:pt x="399559" y="177065"/>
                  </a:lnTo>
                  <a:lnTo>
                    <a:pt x="401290" y="173004"/>
                  </a:lnTo>
                  <a:lnTo>
                    <a:pt x="402346" y="168718"/>
                  </a:lnTo>
                  <a:lnTo>
                    <a:pt x="402701" y="164317"/>
                  </a:lnTo>
                  <a:lnTo>
                    <a:pt x="402701" y="27432"/>
                  </a:lnTo>
                  <a:lnTo>
                    <a:pt x="402346" y="23031"/>
                  </a:lnTo>
                  <a:lnTo>
                    <a:pt x="401290" y="18745"/>
                  </a:lnTo>
                  <a:lnTo>
                    <a:pt x="399559" y="14683"/>
                  </a:lnTo>
                  <a:lnTo>
                    <a:pt x="397200" y="10952"/>
                  </a:lnTo>
                  <a:lnTo>
                    <a:pt x="394272" y="7647"/>
                  </a:lnTo>
                  <a:lnTo>
                    <a:pt x="390852" y="4855"/>
                  </a:lnTo>
                  <a:lnTo>
                    <a:pt x="387029" y="2648"/>
                  </a:lnTo>
                  <a:lnTo>
                    <a:pt x="382901" y="1083"/>
                  </a:lnTo>
                  <a:lnTo>
                    <a:pt x="378576" y="200"/>
                  </a:lnTo>
                  <a:lnTo>
                    <a:pt x="375269" y="0"/>
                  </a:lnTo>
                  <a:lnTo>
                    <a:pt x="27432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6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2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6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tx66"/>
            <p:cNvSpPr/>
            <p:nvPr/>
          </p:nvSpPr>
          <p:spPr>
            <a:xfrm>
              <a:off x="3815753" y="2465334"/>
              <a:ext cx="311261" cy="1003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3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HOR</a:t>
              </a:r>
            </a:p>
          </p:txBody>
        </p:sp>
        <p:sp>
          <p:nvSpPr>
            <p:cNvPr id="67" name="pg67"/>
            <p:cNvSpPr/>
            <p:nvPr/>
          </p:nvSpPr>
          <p:spPr>
            <a:xfrm>
              <a:off x="3717995" y="2805060"/>
              <a:ext cx="356250" cy="191749"/>
            </a:xfrm>
            <a:custGeom>
              <a:avLst/>
              <a:pathLst>
                <a:path w="356250" h="191749">
                  <a:moveTo>
                    <a:pt x="27432" y="191749"/>
                  </a:moveTo>
                  <a:lnTo>
                    <a:pt x="328818" y="191749"/>
                  </a:lnTo>
                  <a:lnTo>
                    <a:pt x="327713" y="191727"/>
                  </a:lnTo>
                  <a:lnTo>
                    <a:pt x="332124" y="191549"/>
                  </a:lnTo>
                  <a:lnTo>
                    <a:pt x="336450" y="190666"/>
                  </a:lnTo>
                  <a:lnTo>
                    <a:pt x="340578" y="189101"/>
                  </a:lnTo>
                  <a:lnTo>
                    <a:pt x="344401" y="186893"/>
                  </a:lnTo>
                  <a:lnTo>
                    <a:pt x="347821" y="184101"/>
                  </a:lnTo>
                  <a:lnTo>
                    <a:pt x="350748" y="180797"/>
                  </a:lnTo>
                  <a:lnTo>
                    <a:pt x="353108" y="177065"/>
                  </a:lnTo>
                  <a:lnTo>
                    <a:pt x="354838" y="173004"/>
                  </a:lnTo>
                  <a:lnTo>
                    <a:pt x="355895" y="168718"/>
                  </a:lnTo>
                  <a:lnTo>
                    <a:pt x="356250" y="164317"/>
                  </a:lnTo>
                  <a:lnTo>
                    <a:pt x="356250" y="27432"/>
                  </a:lnTo>
                  <a:lnTo>
                    <a:pt x="355895" y="23031"/>
                  </a:lnTo>
                  <a:lnTo>
                    <a:pt x="354838" y="18745"/>
                  </a:lnTo>
                  <a:lnTo>
                    <a:pt x="353108" y="14683"/>
                  </a:lnTo>
                  <a:lnTo>
                    <a:pt x="350748" y="10952"/>
                  </a:lnTo>
                  <a:lnTo>
                    <a:pt x="347821" y="7647"/>
                  </a:lnTo>
                  <a:lnTo>
                    <a:pt x="344401" y="4855"/>
                  </a:lnTo>
                  <a:lnTo>
                    <a:pt x="340578" y="2648"/>
                  </a:lnTo>
                  <a:lnTo>
                    <a:pt x="336450" y="1083"/>
                  </a:lnTo>
                  <a:lnTo>
                    <a:pt x="332124" y="200"/>
                  </a:lnTo>
                  <a:lnTo>
                    <a:pt x="328818" y="0"/>
                  </a:lnTo>
                  <a:lnTo>
                    <a:pt x="27432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5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2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5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tx68"/>
            <p:cNvSpPr/>
            <p:nvPr/>
          </p:nvSpPr>
          <p:spPr>
            <a:xfrm>
              <a:off x="3763715" y="2850780"/>
              <a:ext cx="264810" cy="1003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3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KAL</a:t>
              </a:r>
            </a:p>
          </p:txBody>
        </p:sp>
        <p:sp>
          <p:nvSpPr>
            <p:cNvPr id="69" name="pg69"/>
            <p:cNvSpPr/>
            <p:nvPr/>
          </p:nvSpPr>
          <p:spPr>
            <a:xfrm>
              <a:off x="3031723" y="3582959"/>
              <a:ext cx="387156" cy="191749"/>
            </a:xfrm>
            <a:custGeom>
              <a:avLst/>
              <a:pathLst>
                <a:path w="387156" h="191749">
                  <a:moveTo>
                    <a:pt x="27431" y="191749"/>
                  </a:moveTo>
                  <a:lnTo>
                    <a:pt x="359724" y="191749"/>
                  </a:lnTo>
                  <a:lnTo>
                    <a:pt x="358620" y="191727"/>
                  </a:lnTo>
                  <a:lnTo>
                    <a:pt x="363031" y="191549"/>
                  </a:lnTo>
                  <a:lnTo>
                    <a:pt x="367357" y="190666"/>
                  </a:lnTo>
                  <a:lnTo>
                    <a:pt x="371484" y="189101"/>
                  </a:lnTo>
                  <a:lnTo>
                    <a:pt x="375308" y="186893"/>
                  </a:lnTo>
                  <a:lnTo>
                    <a:pt x="378727" y="184101"/>
                  </a:lnTo>
                  <a:lnTo>
                    <a:pt x="381655" y="180797"/>
                  </a:lnTo>
                  <a:lnTo>
                    <a:pt x="384014" y="177065"/>
                  </a:lnTo>
                  <a:lnTo>
                    <a:pt x="385745" y="173004"/>
                  </a:lnTo>
                  <a:lnTo>
                    <a:pt x="386801" y="168718"/>
                  </a:lnTo>
                  <a:lnTo>
                    <a:pt x="387156" y="164317"/>
                  </a:lnTo>
                  <a:lnTo>
                    <a:pt x="387156" y="27431"/>
                  </a:lnTo>
                  <a:lnTo>
                    <a:pt x="386801" y="23031"/>
                  </a:lnTo>
                  <a:lnTo>
                    <a:pt x="385745" y="18745"/>
                  </a:lnTo>
                  <a:lnTo>
                    <a:pt x="384014" y="14683"/>
                  </a:lnTo>
                  <a:lnTo>
                    <a:pt x="381655" y="10952"/>
                  </a:lnTo>
                  <a:lnTo>
                    <a:pt x="378727" y="7647"/>
                  </a:lnTo>
                  <a:lnTo>
                    <a:pt x="375308" y="4855"/>
                  </a:lnTo>
                  <a:lnTo>
                    <a:pt x="371484" y="2648"/>
                  </a:lnTo>
                  <a:lnTo>
                    <a:pt x="367357" y="1083"/>
                  </a:lnTo>
                  <a:lnTo>
                    <a:pt x="363031" y="200"/>
                  </a:lnTo>
                  <a:lnTo>
                    <a:pt x="359724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6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1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6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tx70"/>
            <p:cNvSpPr/>
            <p:nvPr/>
          </p:nvSpPr>
          <p:spPr>
            <a:xfrm>
              <a:off x="3077443" y="3628679"/>
              <a:ext cx="295716" cy="1003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3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KUR</a:t>
              </a:r>
            </a:p>
          </p:txBody>
        </p:sp>
        <p:sp>
          <p:nvSpPr>
            <p:cNvPr id="71" name="pg71"/>
            <p:cNvSpPr/>
            <p:nvPr/>
          </p:nvSpPr>
          <p:spPr>
            <a:xfrm>
              <a:off x="2681738" y="1981465"/>
              <a:ext cx="343082" cy="191749"/>
            </a:xfrm>
            <a:custGeom>
              <a:avLst/>
              <a:pathLst>
                <a:path w="343082" h="191749">
                  <a:moveTo>
                    <a:pt x="27431" y="191749"/>
                  </a:moveTo>
                  <a:lnTo>
                    <a:pt x="315650" y="191749"/>
                  </a:lnTo>
                  <a:lnTo>
                    <a:pt x="314546" y="191727"/>
                  </a:lnTo>
                  <a:lnTo>
                    <a:pt x="318957" y="191549"/>
                  </a:lnTo>
                  <a:lnTo>
                    <a:pt x="323282" y="190666"/>
                  </a:lnTo>
                  <a:lnTo>
                    <a:pt x="327410" y="189101"/>
                  </a:lnTo>
                  <a:lnTo>
                    <a:pt x="331234" y="186893"/>
                  </a:lnTo>
                  <a:lnTo>
                    <a:pt x="334653" y="184101"/>
                  </a:lnTo>
                  <a:lnTo>
                    <a:pt x="337581" y="180797"/>
                  </a:lnTo>
                  <a:lnTo>
                    <a:pt x="339940" y="177065"/>
                  </a:lnTo>
                  <a:lnTo>
                    <a:pt x="341671" y="173004"/>
                  </a:lnTo>
                  <a:lnTo>
                    <a:pt x="342727" y="168718"/>
                  </a:lnTo>
                  <a:lnTo>
                    <a:pt x="343082" y="164317"/>
                  </a:lnTo>
                  <a:lnTo>
                    <a:pt x="343082" y="27432"/>
                  </a:lnTo>
                  <a:lnTo>
                    <a:pt x="342727" y="23031"/>
                  </a:lnTo>
                  <a:lnTo>
                    <a:pt x="341671" y="18745"/>
                  </a:lnTo>
                  <a:lnTo>
                    <a:pt x="339940" y="14683"/>
                  </a:lnTo>
                  <a:lnTo>
                    <a:pt x="337581" y="10952"/>
                  </a:lnTo>
                  <a:lnTo>
                    <a:pt x="334653" y="7647"/>
                  </a:lnTo>
                  <a:lnTo>
                    <a:pt x="331234" y="4855"/>
                  </a:lnTo>
                  <a:lnTo>
                    <a:pt x="327410" y="2648"/>
                  </a:lnTo>
                  <a:lnTo>
                    <a:pt x="323282" y="1083"/>
                  </a:lnTo>
                  <a:lnTo>
                    <a:pt x="318957" y="200"/>
                  </a:lnTo>
                  <a:lnTo>
                    <a:pt x="315650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5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2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5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tx72"/>
            <p:cNvSpPr/>
            <p:nvPr/>
          </p:nvSpPr>
          <p:spPr>
            <a:xfrm>
              <a:off x="2727458" y="2027185"/>
              <a:ext cx="251642" cy="1003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3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VAT</a:t>
              </a:r>
            </a:p>
          </p:txBody>
        </p:sp>
        <p:sp>
          <p:nvSpPr>
            <p:cNvPr id="73" name="pg73"/>
            <p:cNvSpPr/>
            <p:nvPr/>
          </p:nvSpPr>
          <p:spPr>
            <a:xfrm>
              <a:off x="2787991" y="2287520"/>
              <a:ext cx="317296" cy="191749"/>
            </a:xfrm>
            <a:custGeom>
              <a:avLst/>
              <a:pathLst>
                <a:path w="317296" h="191749">
                  <a:moveTo>
                    <a:pt x="27431" y="191749"/>
                  </a:moveTo>
                  <a:lnTo>
                    <a:pt x="289864" y="191749"/>
                  </a:lnTo>
                  <a:lnTo>
                    <a:pt x="288760" y="191727"/>
                  </a:lnTo>
                  <a:lnTo>
                    <a:pt x="293171" y="191549"/>
                  </a:lnTo>
                  <a:lnTo>
                    <a:pt x="297496" y="190666"/>
                  </a:lnTo>
                  <a:lnTo>
                    <a:pt x="301624" y="189101"/>
                  </a:lnTo>
                  <a:lnTo>
                    <a:pt x="305447" y="186893"/>
                  </a:lnTo>
                  <a:lnTo>
                    <a:pt x="308867" y="184101"/>
                  </a:lnTo>
                  <a:lnTo>
                    <a:pt x="311795" y="180797"/>
                  </a:lnTo>
                  <a:lnTo>
                    <a:pt x="314154" y="177065"/>
                  </a:lnTo>
                  <a:lnTo>
                    <a:pt x="315885" y="173004"/>
                  </a:lnTo>
                  <a:lnTo>
                    <a:pt x="316941" y="168718"/>
                  </a:lnTo>
                  <a:lnTo>
                    <a:pt x="317296" y="164317"/>
                  </a:lnTo>
                  <a:lnTo>
                    <a:pt x="317296" y="27431"/>
                  </a:lnTo>
                  <a:lnTo>
                    <a:pt x="316941" y="23031"/>
                  </a:lnTo>
                  <a:lnTo>
                    <a:pt x="315885" y="18745"/>
                  </a:lnTo>
                  <a:lnTo>
                    <a:pt x="314154" y="14683"/>
                  </a:lnTo>
                  <a:lnTo>
                    <a:pt x="311795" y="10952"/>
                  </a:lnTo>
                  <a:lnTo>
                    <a:pt x="308867" y="7647"/>
                  </a:lnTo>
                  <a:lnTo>
                    <a:pt x="305447" y="4855"/>
                  </a:lnTo>
                  <a:lnTo>
                    <a:pt x="301624" y="2648"/>
                  </a:lnTo>
                  <a:lnTo>
                    <a:pt x="297496" y="1083"/>
                  </a:lnTo>
                  <a:lnTo>
                    <a:pt x="293171" y="200"/>
                  </a:lnTo>
                  <a:lnTo>
                    <a:pt x="289864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6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1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6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tx74"/>
            <p:cNvSpPr/>
            <p:nvPr/>
          </p:nvSpPr>
          <p:spPr>
            <a:xfrm>
              <a:off x="2833711" y="2333240"/>
              <a:ext cx="225856" cy="1003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3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VIK</a:t>
              </a:r>
            </a:p>
          </p:txBody>
        </p:sp>
        <p:sp>
          <p:nvSpPr>
            <p:cNvPr id="75" name="rc75"/>
            <p:cNvSpPr/>
            <p:nvPr/>
          </p:nvSpPr>
          <p:spPr>
            <a:xfrm>
              <a:off x="2412180" y="1316468"/>
              <a:ext cx="2190487" cy="2853791"/>
            </a:xfrm>
            <a:prstGeom prst="rect">
              <a:avLst/>
            </a:prstGeom>
            <a:noFill/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tx76"/>
            <p:cNvSpPr/>
            <p:nvPr/>
          </p:nvSpPr>
          <p:spPr>
            <a:xfrm>
              <a:off x="2099827" y="3999851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54</a:t>
              </a:r>
            </a:p>
          </p:txBody>
        </p:sp>
        <p:sp>
          <p:nvSpPr>
            <p:cNvPr id="77" name="tx77"/>
            <p:cNvSpPr/>
            <p:nvPr/>
          </p:nvSpPr>
          <p:spPr>
            <a:xfrm>
              <a:off x="2224185" y="3981380"/>
              <a:ext cx="44714" cy="984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78" name="tx78"/>
            <p:cNvSpPr/>
            <p:nvPr/>
          </p:nvSpPr>
          <p:spPr>
            <a:xfrm>
              <a:off x="2268900" y="3999851"/>
              <a:ext cx="80650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79" name="tx79"/>
            <p:cNvSpPr/>
            <p:nvPr/>
          </p:nvSpPr>
          <p:spPr>
            <a:xfrm>
              <a:off x="2099827" y="3629228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55</a:t>
              </a:r>
            </a:p>
          </p:txBody>
        </p:sp>
        <p:sp>
          <p:nvSpPr>
            <p:cNvPr id="80" name="tx80"/>
            <p:cNvSpPr/>
            <p:nvPr/>
          </p:nvSpPr>
          <p:spPr>
            <a:xfrm>
              <a:off x="2224185" y="3610758"/>
              <a:ext cx="44714" cy="984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81" name="tx81"/>
            <p:cNvSpPr/>
            <p:nvPr/>
          </p:nvSpPr>
          <p:spPr>
            <a:xfrm>
              <a:off x="2268900" y="3629228"/>
              <a:ext cx="80650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82" name="tx82"/>
            <p:cNvSpPr/>
            <p:nvPr/>
          </p:nvSpPr>
          <p:spPr>
            <a:xfrm>
              <a:off x="2099827" y="3258789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56</a:t>
              </a:r>
            </a:p>
          </p:txBody>
        </p:sp>
        <p:sp>
          <p:nvSpPr>
            <p:cNvPr id="83" name="tx83"/>
            <p:cNvSpPr/>
            <p:nvPr/>
          </p:nvSpPr>
          <p:spPr>
            <a:xfrm>
              <a:off x="2224185" y="3240318"/>
              <a:ext cx="44714" cy="984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84" name="tx84"/>
            <p:cNvSpPr/>
            <p:nvPr/>
          </p:nvSpPr>
          <p:spPr>
            <a:xfrm>
              <a:off x="2268900" y="3258789"/>
              <a:ext cx="80650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85" name="tx85"/>
            <p:cNvSpPr/>
            <p:nvPr/>
          </p:nvSpPr>
          <p:spPr>
            <a:xfrm>
              <a:off x="2099827" y="2887984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57</a:t>
              </a:r>
            </a:p>
          </p:txBody>
        </p:sp>
        <p:sp>
          <p:nvSpPr>
            <p:cNvPr id="86" name="tx86"/>
            <p:cNvSpPr/>
            <p:nvPr/>
          </p:nvSpPr>
          <p:spPr>
            <a:xfrm>
              <a:off x="2224185" y="2869513"/>
              <a:ext cx="44714" cy="984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87" name="tx87"/>
            <p:cNvSpPr/>
            <p:nvPr/>
          </p:nvSpPr>
          <p:spPr>
            <a:xfrm>
              <a:off x="2268900" y="2887984"/>
              <a:ext cx="80650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88" name="tx88"/>
            <p:cNvSpPr/>
            <p:nvPr/>
          </p:nvSpPr>
          <p:spPr>
            <a:xfrm>
              <a:off x="2099827" y="2517544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58</a:t>
              </a:r>
            </a:p>
          </p:txBody>
        </p:sp>
        <p:sp>
          <p:nvSpPr>
            <p:cNvPr id="89" name="tx89"/>
            <p:cNvSpPr/>
            <p:nvPr/>
          </p:nvSpPr>
          <p:spPr>
            <a:xfrm>
              <a:off x="2224185" y="2499073"/>
              <a:ext cx="44714" cy="984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90" name="tx90"/>
            <p:cNvSpPr/>
            <p:nvPr/>
          </p:nvSpPr>
          <p:spPr>
            <a:xfrm>
              <a:off x="2268900" y="2517544"/>
              <a:ext cx="80650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91" name="tx91"/>
            <p:cNvSpPr/>
            <p:nvPr/>
          </p:nvSpPr>
          <p:spPr>
            <a:xfrm>
              <a:off x="2099827" y="2146922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59</a:t>
              </a:r>
            </a:p>
          </p:txBody>
        </p:sp>
        <p:sp>
          <p:nvSpPr>
            <p:cNvPr id="92" name="tx92"/>
            <p:cNvSpPr/>
            <p:nvPr/>
          </p:nvSpPr>
          <p:spPr>
            <a:xfrm>
              <a:off x="2224185" y="2128451"/>
              <a:ext cx="44714" cy="984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93" name="tx93"/>
            <p:cNvSpPr/>
            <p:nvPr/>
          </p:nvSpPr>
          <p:spPr>
            <a:xfrm>
              <a:off x="2268900" y="2146922"/>
              <a:ext cx="80650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94" name="tx94"/>
            <p:cNvSpPr/>
            <p:nvPr/>
          </p:nvSpPr>
          <p:spPr>
            <a:xfrm>
              <a:off x="2099827" y="1776300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60</a:t>
              </a:r>
            </a:p>
          </p:txBody>
        </p:sp>
        <p:sp>
          <p:nvSpPr>
            <p:cNvPr id="95" name="tx95"/>
            <p:cNvSpPr/>
            <p:nvPr/>
          </p:nvSpPr>
          <p:spPr>
            <a:xfrm>
              <a:off x="2224185" y="1757829"/>
              <a:ext cx="44714" cy="984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96" name="tx96"/>
            <p:cNvSpPr/>
            <p:nvPr/>
          </p:nvSpPr>
          <p:spPr>
            <a:xfrm>
              <a:off x="2268900" y="1776300"/>
              <a:ext cx="80650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97" name="tx97"/>
            <p:cNvSpPr/>
            <p:nvPr/>
          </p:nvSpPr>
          <p:spPr>
            <a:xfrm>
              <a:off x="2099827" y="1405677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61</a:t>
              </a:r>
            </a:p>
          </p:txBody>
        </p:sp>
        <p:sp>
          <p:nvSpPr>
            <p:cNvPr id="98" name="tx98"/>
            <p:cNvSpPr/>
            <p:nvPr/>
          </p:nvSpPr>
          <p:spPr>
            <a:xfrm>
              <a:off x="2224185" y="1387207"/>
              <a:ext cx="44714" cy="984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99" name="tx99"/>
            <p:cNvSpPr/>
            <p:nvPr/>
          </p:nvSpPr>
          <p:spPr>
            <a:xfrm>
              <a:off x="2268900" y="1405677"/>
              <a:ext cx="80650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100" name="pl100"/>
            <p:cNvSpPr/>
            <p:nvPr/>
          </p:nvSpPr>
          <p:spPr>
            <a:xfrm>
              <a:off x="2377385" y="4040542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l101"/>
            <p:cNvSpPr/>
            <p:nvPr/>
          </p:nvSpPr>
          <p:spPr>
            <a:xfrm>
              <a:off x="2377385" y="3669919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l102"/>
            <p:cNvSpPr/>
            <p:nvPr/>
          </p:nvSpPr>
          <p:spPr>
            <a:xfrm>
              <a:off x="2377385" y="3299297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l103"/>
            <p:cNvSpPr/>
            <p:nvPr/>
          </p:nvSpPr>
          <p:spPr>
            <a:xfrm>
              <a:off x="2377385" y="2928675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l104"/>
            <p:cNvSpPr/>
            <p:nvPr/>
          </p:nvSpPr>
          <p:spPr>
            <a:xfrm>
              <a:off x="2377385" y="2558052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l105"/>
            <p:cNvSpPr/>
            <p:nvPr/>
          </p:nvSpPr>
          <p:spPr>
            <a:xfrm>
              <a:off x="2377385" y="2187430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l106"/>
            <p:cNvSpPr/>
            <p:nvPr/>
          </p:nvSpPr>
          <p:spPr>
            <a:xfrm>
              <a:off x="2377385" y="1816808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l107"/>
            <p:cNvSpPr/>
            <p:nvPr/>
          </p:nvSpPr>
          <p:spPr>
            <a:xfrm>
              <a:off x="2377385" y="1446185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l108"/>
            <p:cNvSpPr/>
            <p:nvPr/>
          </p:nvSpPr>
          <p:spPr>
            <a:xfrm>
              <a:off x="2511747" y="4170259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l109"/>
            <p:cNvSpPr/>
            <p:nvPr/>
          </p:nvSpPr>
          <p:spPr>
            <a:xfrm>
              <a:off x="2910018" y="4170259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l110"/>
            <p:cNvSpPr/>
            <p:nvPr/>
          </p:nvSpPr>
          <p:spPr>
            <a:xfrm>
              <a:off x="3308288" y="4170259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l111"/>
            <p:cNvSpPr/>
            <p:nvPr/>
          </p:nvSpPr>
          <p:spPr>
            <a:xfrm>
              <a:off x="3706559" y="4170259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l112"/>
            <p:cNvSpPr/>
            <p:nvPr/>
          </p:nvSpPr>
          <p:spPr>
            <a:xfrm>
              <a:off x="4104829" y="4170259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l113"/>
            <p:cNvSpPr/>
            <p:nvPr/>
          </p:nvSpPr>
          <p:spPr>
            <a:xfrm>
              <a:off x="4503100" y="4170259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tx114"/>
            <p:cNvSpPr/>
            <p:nvPr/>
          </p:nvSpPr>
          <p:spPr>
            <a:xfrm>
              <a:off x="2389949" y="4233255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115" name="tx115"/>
            <p:cNvSpPr/>
            <p:nvPr/>
          </p:nvSpPr>
          <p:spPr>
            <a:xfrm>
              <a:off x="2514308" y="4214784"/>
              <a:ext cx="44714" cy="984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116" name="tx116"/>
            <p:cNvSpPr/>
            <p:nvPr/>
          </p:nvSpPr>
          <p:spPr>
            <a:xfrm>
              <a:off x="2559022" y="4233255"/>
              <a:ext cx="74523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E</a:t>
              </a:r>
            </a:p>
          </p:txBody>
        </p:sp>
        <p:sp>
          <p:nvSpPr>
            <p:cNvPr id="117" name="tx117"/>
            <p:cNvSpPr/>
            <p:nvPr/>
          </p:nvSpPr>
          <p:spPr>
            <a:xfrm>
              <a:off x="2788220" y="4233255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12</a:t>
              </a:r>
            </a:p>
          </p:txBody>
        </p:sp>
        <p:sp>
          <p:nvSpPr>
            <p:cNvPr id="118" name="tx118"/>
            <p:cNvSpPr/>
            <p:nvPr/>
          </p:nvSpPr>
          <p:spPr>
            <a:xfrm>
              <a:off x="2912578" y="4214784"/>
              <a:ext cx="44714" cy="984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119" name="tx119"/>
            <p:cNvSpPr/>
            <p:nvPr/>
          </p:nvSpPr>
          <p:spPr>
            <a:xfrm>
              <a:off x="2957292" y="4233255"/>
              <a:ext cx="74523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E</a:t>
              </a:r>
            </a:p>
          </p:txBody>
        </p:sp>
        <p:sp>
          <p:nvSpPr>
            <p:cNvPr id="120" name="tx120"/>
            <p:cNvSpPr/>
            <p:nvPr/>
          </p:nvSpPr>
          <p:spPr>
            <a:xfrm>
              <a:off x="3186490" y="4233255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14</a:t>
              </a:r>
            </a:p>
          </p:txBody>
        </p:sp>
        <p:sp>
          <p:nvSpPr>
            <p:cNvPr id="121" name="tx121"/>
            <p:cNvSpPr/>
            <p:nvPr/>
          </p:nvSpPr>
          <p:spPr>
            <a:xfrm>
              <a:off x="3310849" y="4214784"/>
              <a:ext cx="44714" cy="984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122" name="tx122"/>
            <p:cNvSpPr/>
            <p:nvPr/>
          </p:nvSpPr>
          <p:spPr>
            <a:xfrm>
              <a:off x="3355563" y="4233255"/>
              <a:ext cx="74523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E</a:t>
              </a:r>
            </a:p>
          </p:txBody>
        </p:sp>
        <p:sp>
          <p:nvSpPr>
            <p:cNvPr id="123" name="tx123"/>
            <p:cNvSpPr/>
            <p:nvPr/>
          </p:nvSpPr>
          <p:spPr>
            <a:xfrm>
              <a:off x="3584761" y="4233255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16</a:t>
              </a:r>
            </a:p>
          </p:txBody>
        </p:sp>
        <p:sp>
          <p:nvSpPr>
            <p:cNvPr id="124" name="tx124"/>
            <p:cNvSpPr/>
            <p:nvPr/>
          </p:nvSpPr>
          <p:spPr>
            <a:xfrm>
              <a:off x="3709119" y="4214784"/>
              <a:ext cx="44714" cy="984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125" name="tx125"/>
            <p:cNvSpPr/>
            <p:nvPr/>
          </p:nvSpPr>
          <p:spPr>
            <a:xfrm>
              <a:off x="3753833" y="4233255"/>
              <a:ext cx="74523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E</a:t>
              </a:r>
            </a:p>
          </p:txBody>
        </p:sp>
        <p:sp>
          <p:nvSpPr>
            <p:cNvPr id="126" name="tx126"/>
            <p:cNvSpPr/>
            <p:nvPr/>
          </p:nvSpPr>
          <p:spPr>
            <a:xfrm>
              <a:off x="3983031" y="4233255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18</a:t>
              </a:r>
            </a:p>
          </p:txBody>
        </p:sp>
        <p:sp>
          <p:nvSpPr>
            <p:cNvPr id="127" name="tx127"/>
            <p:cNvSpPr/>
            <p:nvPr/>
          </p:nvSpPr>
          <p:spPr>
            <a:xfrm>
              <a:off x="4107389" y="4214784"/>
              <a:ext cx="44714" cy="984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128" name="tx128"/>
            <p:cNvSpPr/>
            <p:nvPr/>
          </p:nvSpPr>
          <p:spPr>
            <a:xfrm>
              <a:off x="4152104" y="4233255"/>
              <a:ext cx="74523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E</a:t>
              </a:r>
            </a:p>
          </p:txBody>
        </p:sp>
        <p:sp>
          <p:nvSpPr>
            <p:cNvPr id="129" name="tx129"/>
            <p:cNvSpPr/>
            <p:nvPr/>
          </p:nvSpPr>
          <p:spPr>
            <a:xfrm>
              <a:off x="4381301" y="4233255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20</a:t>
              </a:r>
            </a:p>
          </p:txBody>
        </p:sp>
        <p:sp>
          <p:nvSpPr>
            <p:cNvPr id="130" name="tx130"/>
            <p:cNvSpPr/>
            <p:nvPr/>
          </p:nvSpPr>
          <p:spPr>
            <a:xfrm>
              <a:off x="4505660" y="4214784"/>
              <a:ext cx="44714" cy="984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131" name="tx131"/>
            <p:cNvSpPr/>
            <p:nvPr/>
          </p:nvSpPr>
          <p:spPr>
            <a:xfrm>
              <a:off x="4550374" y="4233255"/>
              <a:ext cx="74523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E</a:t>
              </a:r>
            </a:p>
          </p:txBody>
        </p:sp>
        <p:sp>
          <p:nvSpPr>
            <p:cNvPr id="132" name="tx132"/>
            <p:cNvSpPr/>
            <p:nvPr/>
          </p:nvSpPr>
          <p:spPr>
            <a:xfrm>
              <a:off x="3200459" y="4372931"/>
              <a:ext cx="613928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Longitude</a:t>
              </a:r>
            </a:p>
          </p:txBody>
        </p:sp>
        <p:sp>
          <p:nvSpPr>
            <p:cNvPr id="133" name="tx133"/>
            <p:cNvSpPr/>
            <p:nvPr/>
          </p:nvSpPr>
          <p:spPr>
            <a:xfrm rot="-5400000">
              <a:off x="1736900" y="2693346"/>
              <a:ext cx="497342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Latitude</a:t>
              </a:r>
            </a:p>
          </p:txBody>
        </p:sp>
        <p:sp>
          <p:nvSpPr>
            <p:cNvPr id="134" name="rc134"/>
            <p:cNvSpPr/>
            <p:nvPr/>
          </p:nvSpPr>
          <p:spPr>
            <a:xfrm>
              <a:off x="4741845" y="1950162"/>
              <a:ext cx="1095000" cy="158640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5" name="tx135"/>
            <p:cNvSpPr/>
            <p:nvPr/>
          </p:nvSpPr>
          <p:spPr>
            <a:xfrm>
              <a:off x="4811434" y="2034473"/>
              <a:ext cx="543610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Relative </a:t>
              </a:r>
            </a:p>
          </p:txBody>
        </p:sp>
        <p:sp>
          <p:nvSpPr>
            <p:cNvPr id="136" name="tx136"/>
            <p:cNvSpPr/>
            <p:nvPr/>
          </p:nvSpPr>
          <p:spPr>
            <a:xfrm>
              <a:off x="4811434" y="2185349"/>
              <a:ext cx="955822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Length Change</a:t>
              </a:r>
            </a:p>
          </p:txBody>
        </p:sp>
        <p:pic>
          <p:nvPicPr>
            <p:cNvPr id="137" name="pic13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811434" y="2369695"/>
              <a:ext cx="219455" cy="1097280"/>
            </a:xfrm>
            <a:prstGeom prst="rect">
              <a:avLst/>
            </a:prstGeom>
          </p:spPr>
        </p:pic>
        <p:sp>
          <p:nvSpPr>
            <p:cNvPr id="138" name="pl138"/>
            <p:cNvSpPr/>
            <p:nvPr/>
          </p:nvSpPr>
          <p:spPr>
            <a:xfrm>
              <a:off x="4986999" y="3465147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l139"/>
            <p:cNvSpPr/>
            <p:nvPr/>
          </p:nvSpPr>
          <p:spPr>
            <a:xfrm>
              <a:off x="4986999" y="3191741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l140"/>
            <p:cNvSpPr/>
            <p:nvPr/>
          </p:nvSpPr>
          <p:spPr>
            <a:xfrm>
              <a:off x="4986999" y="2918335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l141"/>
            <p:cNvSpPr/>
            <p:nvPr/>
          </p:nvSpPr>
          <p:spPr>
            <a:xfrm>
              <a:off x="4986999" y="2644930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l142"/>
            <p:cNvSpPr/>
            <p:nvPr/>
          </p:nvSpPr>
          <p:spPr>
            <a:xfrm>
              <a:off x="4986999" y="2371524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l143"/>
            <p:cNvSpPr/>
            <p:nvPr/>
          </p:nvSpPr>
          <p:spPr>
            <a:xfrm>
              <a:off x="4811434" y="3465147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l144"/>
            <p:cNvSpPr/>
            <p:nvPr/>
          </p:nvSpPr>
          <p:spPr>
            <a:xfrm>
              <a:off x="4811434" y="3191741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l145"/>
            <p:cNvSpPr/>
            <p:nvPr/>
          </p:nvSpPr>
          <p:spPr>
            <a:xfrm>
              <a:off x="4811434" y="2918335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l146"/>
            <p:cNvSpPr/>
            <p:nvPr/>
          </p:nvSpPr>
          <p:spPr>
            <a:xfrm>
              <a:off x="4811434" y="2644930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l147"/>
            <p:cNvSpPr/>
            <p:nvPr/>
          </p:nvSpPr>
          <p:spPr>
            <a:xfrm>
              <a:off x="4811434" y="2371524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tx148"/>
            <p:cNvSpPr/>
            <p:nvPr/>
          </p:nvSpPr>
          <p:spPr>
            <a:xfrm>
              <a:off x="5100479" y="3425142"/>
              <a:ext cx="217627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149" name="tx149"/>
            <p:cNvSpPr/>
            <p:nvPr/>
          </p:nvSpPr>
          <p:spPr>
            <a:xfrm>
              <a:off x="5100479" y="3151736"/>
              <a:ext cx="217627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0.25</a:t>
              </a:r>
            </a:p>
          </p:txBody>
        </p:sp>
        <p:sp>
          <p:nvSpPr>
            <p:cNvPr id="150" name="tx150"/>
            <p:cNvSpPr/>
            <p:nvPr/>
          </p:nvSpPr>
          <p:spPr>
            <a:xfrm>
              <a:off x="5100479" y="2878330"/>
              <a:ext cx="217627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0.50</a:t>
              </a:r>
            </a:p>
          </p:txBody>
        </p:sp>
        <p:sp>
          <p:nvSpPr>
            <p:cNvPr id="151" name="tx151"/>
            <p:cNvSpPr/>
            <p:nvPr/>
          </p:nvSpPr>
          <p:spPr>
            <a:xfrm>
              <a:off x="5100479" y="2604925"/>
              <a:ext cx="217627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0.75</a:t>
              </a:r>
            </a:p>
          </p:txBody>
        </p:sp>
        <p:sp>
          <p:nvSpPr>
            <p:cNvPr id="152" name="tx152"/>
            <p:cNvSpPr/>
            <p:nvPr/>
          </p:nvSpPr>
          <p:spPr>
            <a:xfrm>
              <a:off x="5100479" y="2331519"/>
              <a:ext cx="217627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1.00</a:t>
              </a:r>
            </a:p>
          </p:txBody>
        </p:sp>
        <p:sp>
          <p:nvSpPr>
            <p:cNvPr id="153" name="tx153"/>
            <p:cNvSpPr/>
            <p:nvPr/>
          </p:nvSpPr>
          <p:spPr>
            <a:xfrm>
              <a:off x="2412180" y="739935"/>
              <a:ext cx="4599340" cy="16367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8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(B) Common Future Relative Length Change </a:t>
              </a:r>
            </a:p>
          </p:txBody>
        </p:sp>
        <p:sp>
          <p:nvSpPr>
            <p:cNvPr id="154" name="tx154"/>
            <p:cNvSpPr/>
            <p:nvPr/>
          </p:nvSpPr>
          <p:spPr>
            <a:xfrm>
              <a:off x="2412180" y="986823"/>
              <a:ext cx="2109063" cy="16367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8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in Future Treatments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914400" y="914400"/>
            <a:ext cx="5943600" cy="3657600"/>
            <a:chOff x="914400" y="914400"/>
            <a:chExt cx="5943600" cy="3657600"/>
          </a:xfrm>
        </p:grpSpPr>
        <p:sp>
          <p:nvSpPr>
            <p:cNvPr id="3" name="rc3"/>
            <p:cNvSpPr/>
            <p:nvPr/>
          </p:nvSpPr>
          <p:spPr>
            <a:xfrm>
              <a:off x="914400" y="914400"/>
              <a:ext cx="5943600" cy="36576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1914143" y="914400"/>
              <a:ext cx="3944113" cy="36576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2460358" y="1316559"/>
              <a:ext cx="2190417" cy="2853700"/>
            </a:xfrm>
            <a:prstGeom prst="rect">
              <a:avLst/>
            </a:prstGeom>
            <a:solidFill>
              <a:srgbClr val="F0F8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2559922" y="1316559"/>
              <a:ext cx="0" cy="2853700"/>
            </a:xfrm>
            <a:custGeom>
              <a:avLst/>
              <a:pathLst>
                <a:path w="0" h="2853700">
                  <a:moveTo>
                    <a:pt x="0" y="2853700"/>
                  </a:moveTo>
                  <a:lnTo>
                    <a:pt x="0" y="2825062"/>
                  </a:lnTo>
                  <a:lnTo>
                    <a:pt x="0" y="2791370"/>
                  </a:lnTo>
                  <a:lnTo>
                    <a:pt x="0" y="2757678"/>
                  </a:lnTo>
                  <a:lnTo>
                    <a:pt x="0" y="2723986"/>
                  </a:lnTo>
                  <a:lnTo>
                    <a:pt x="0" y="2690294"/>
                  </a:lnTo>
                  <a:lnTo>
                    <a:pt x="0" y="2656602"/>
                  </a:lnTo>
                  <a:lnTo>
                    <a:pt x="0" y="2622911"/>
                  </a:lnTo>
                  <a:lnTo>
                    <a:pt x="0" y="2589219"/>
                  </a:lnTo>
                  <a:lnTo>
                    <a:pt x="0" y="2555527"/>
                  </a:lnTo>
                  <a:lnTo>
                    <a:pt x="0" y="2521835"/>
                  </a:lnTo>
                  <a:lnTo>
                    <a:pt x="0" y="2488143"/>
                  </a:lnTo>
                  <a:lnTo>
                    <a:pt x="0" y="2454451"/>
                  </a:lnTo>
                  <a:lnTo>
                    <a:pt x="0" y="2420759"/>
                  </a:lnTo>
                  <a:lnTo>
                    <a:pt x="0" y="2387068"/>
                  </a:lnTo>
                  <a:lnTo>
                    <a:pt x="0" y="2353376"/>
                  </a:lnTo>
                  <a:lnTo>
                    <a:pt x="0" y="2319684"/>
                  </a:lnTo>
                  <a:lnTo>
                    <a:pt x="0" y="2285992"/>
                  </a:lnTo>
                  <a:lnTo>
                    <a:pt x="0" y="2252300"/>
                  </a:lnTo>
                  <a:lnTo>
                    <a:pt x="0" y="2218608"/>
                  </a:lnTo>
                  <a:lnTo>
                    <a:pt x="0" y="2184916"/>
                  </a:lnTo>
                  <a:lnTo>
                    <a:pt x="0" y="2151225"/>
                  </a:lnTo>
                  <a:lnTo>
                    <a:pt x="0" y="2117533"/>
                  </a:lnTo>
                  <a:lnTo>
                    <a:pt x="0" y="2083841"/>
                  </a:lnTo>
                  <a:lnTo>
                    <a:pt x="0" y="2050149"/>
                  </a:lnTo>
                  <a:lnTo>
                    <a:pt x="0" y="2016457"/>
                  </a:lnTo>
                  <a:lnTo>
                    <a:pt x="0" y="1982765"/>
                  </a:lnTo>
                  <a:lnTo>
                    <a:pt x="0" y="1949073"/>
                  </a:lnTo>
                  <a:lnTo>
                    <a:pt x="0" y="1915382"/>
                  </a:lnTo>
                  <a:lnTo>
                    <a:pt x="0" y="1881690"/>
                  </a:lnTo>
                  <a:lnTo>
                    <a:pt x="0" y="1847998"/>
                  </a:lnTo>
                  <a:lnTo>
                    <a:pt x="0" y="1814306"/>
                  </a:lnTo>
                  <a:lnTo>
                    <a:pt x="0" y="1780614"/>
                  </a:lnTo>
                  <a:lnTo>
                    <a:pt x="0" y="1746922"/>
                  </a:lnTo>
                  <a:lnTo>
                    <a:pt x="0" y="1713230"/>
                  </a:lnTo>
                  <a:lnTo>
                    <a:pt x="0" y="1679539"/>
                  </a:lnTo>
                  <a:lnTo>
                    <a:pt x="0" y="1645847"/>
                  </a:lnTo>
                  <a:lnTo>
                    <a:pt x="0" y="1612155"/>
                  </a:lnTo>
                  <a:lnTo>
                    <a:pt x="0" y="1578463"/>
                  </a:lnTo>
                  <a:lnTo>
                    <a:pt x="0" y="1544771"/>
                  </a:lnTo>
                  <a:lnTo>
                    <a:pt x="0" y="1511079"/>
                  </a:lnTo>
                  <a:lnTo>
                    <a:pt x="0" y="1477387"/>
                  </a:lnTo>
                  <a:lnTo>
                    <a:pt x="0" y="1443696"/>
                  </a:lnTo>
                  <a:lnTo>
                    <a:pt x="0" y="1410004"/>
                  </a:lnTo>
                  <a:lnTo>
                    <a:pt x="0" y="1376312"/>
                  </a:lnTo>
                  <a:lnTo>
                    <a:pt x="0" y="1342620"/>
                  </a:lnTo>
                  <a:lnTo>
                    <a:pt x="0" y="1308928"/>
                  </a:lnTo>
                  <a:lnTo>
                    <a:pt x="0" y="1275236"/>
                  </a:lnTo>
                  <a:lnTo>
                    <a:pt x="0" y="1241544"/>
                  </a:lnTo>
                  <a:lnTo>
                    <a:pt x="0" y="1207853"/>
                  </a:lnTo>
                  <a:lnTo>
                    <a:pt x="0" y="1174161"/>
                  </a:lnTo>
                  <a:lnTo>
                    <a:pt x="0" y="1140469"/>
                  </a:lnTo>
                  <a:lnTo>
                    <a:pt x="0" y="1106777"/>
                  </a:lnTo>
                  <a:lnTo>
                    <a:pt x="0" y="1073085"/>
                  </a:lnTo>
                  <a:lnTo>
                    <a:pt x="0" y="1039393"/>
                  </a:lnTo>
                  <a:lnTo>
                    <a:pt x="0" y="1005701"/>
                  </a:lnTo>
                  <a:lnTo>
                    <a:pt x="0" y="972010"/>
                  </a:lnTo>
                  <a:lnTo>
                    <a:pt x="0" y="938318"/>
                  </a:lnTo>
                  <a:lnTo>
                    <a:pt x="0" y="904626"/>
                  </a:lnTo>
                  <a:lnTo>
                    <a:pt x="0" y="870934"/>
                  </a:lnTo>
                  <a:lnTo>
                    <a:pt x="0" y="837242"/>
                  </a:lnTo>
                  <a:lnTo>
                    <a:pt x="0" y="803550"/>
                  </a:lnTo>
                  <a:lnTo>
                    <a:pt x="0" y="769858"/>
                  </a:lnTo>
                  <a:lnTo>
                    <a:pt x="0" y="736167"/>
                  </a:lnTo>
                  <a:lnTo>
                    <a:pt x="0" y="702475"/>
                  </a:lnTo>
                  <a:lnTo>
                    <a:pt x="0" y="668783"/>
                  </a:lnTo>
                  <a:lnTo>
                    <a:pt x="0" y="635091"/>
                  </a:lnTo>
                  <a:lnTo>
                    <a:pt x="0" y="601399"/>
                  </a:lnTo>
                  <a:lnTo>
                    <a:pt x="0" y="567707"/>
                  </a:lnTo>
                  <a:lnTo>
                    <a:pt x="0" y="534015"/>
                  </a:lnTo>
                  <a:lnTo>
                    <a:pt x="0" y="500324"/>
                  </a:lnTo>
                  <a:lnTo>
                    <a:pt x="0" y="466632"/>
                  </a:lnTo>
                  <a:lnTo>
                    <a:pt x="0" y="432940"/>
                  </a:lnTo>
                  <a:lnTo>
                    <a:pt x="0" y="399248"/>
                  </a:lnTo>
                  <a:lnTo>
                    <a:pt x="0" y="365556"/>
                  </a:lnTo>
                  <a:lnTo>
                    <a:pt x="0" y="331864"/>
                  </a:lnTo>
                  <a:lnTo>
                    <a:pt x="0" y="298172"/>
                  </a:lnTo>
                  <a:lnTo>
                    <a:pt x="0" y="264481"/>
                  </a:lnTo>
                  <a:lnTo>
                    <a:pt x="0" y="230789"/>
                  </a:lnTo>
                  <a:lnTo>
                    <a:pt x="0" y="197097"/>
                  </a:lnTo>
                  <a:lnTo>
                    <a:pt x="0" y="163405"/>
                  </a:lnTo>
                  <a:lnTo>
                    <a:pt x="0" y="129713"/>
                  </a:lnTo>
                  <a:lnTo>
                    <a:pt x="0" y="96021"/>
                  </a:lnTo>
                  <a:lnTo>
                    <a:pt x="0" y="62329"/>
                  </a:lnTo>
                  <a:lnTo>
                    <a:pt x="0" y="28638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2958180" y="1316559"/>
              <a:ext cx="0" cy="2853700"/>
            </a:xfrm>
            <a:custGeom>
              <a:avLst/>
              <a:pathLst>
                <a:path w="0" h="2853700">
                  <a:moveTo>
                    <a:pt x="0" y="2853700"/>
                  </a:moveTo>
                  <a:lnTo>
                    <a:pt x="0" y="2825062"/>
                  </a:lnTo>
                  <a:lnTo>
                    <a:pt x="0" y="2791370"/>
                  </a:lnTo>
                  <a:lnTo>
                    <a:pt x="0" y="2757678"/>
                  </a:lnTo>
                  <a:lnTo>
                    <a:pt x="0" y="2723986"/>
                  </a:lnTo>
                  <a:lnTo>
                    <a:pt x="0" y="2690294"/>
                  </a:lnTo>
                  <a:lnTo>
                    <a:pt x="0" y="2656602"/>
                  </a:lnTo>
                  <a:lnTo>
                    <a:pt x="0" y="2622911"/>
                  </a:lnTo>
                  <a:lnTo>
                    <a:pt x="0" y="2589219"/>
                  </a:lnTo>
                  <a:lnTo>
                    <a:pt x="0" y="2555527"/>
                  </a:lnTo>
                  <a:lnTo>
                    <a:pt x="0" y="2521835"/>
                  </a:lnTo>
                  <a:lnTo>
                    <a:pt x="0" y="2488143"/>
                  </a:lnTo>
                  <a:lnTo>
                    <a:pt x="0" y="2454451"/>
                  </a:lnTo>
                  <a:lnTo>
                    <a:pt x="0" y="2420759"/>
                  </a:lnTo>
                  <a:lnTo>
                    <a:pt x="0" y="2387068"/>
                  </a:lnTo>
                  <a:lnTo>
                    <a:pt x="0" y="2353376"/>
                  </a:lnTo>
                  <a:lnTo>
                    <a:pt x="0" y="2319684"/>
                  </a:lnTo>
                  <a:lnTo>
                    <a:pt x="0" y="2285992"/>
                  </a:lnTo>
                  <a:lnTo>
                    <a:pt x="0" y="2252300"/>
                  </a:lnTo>
                  <a:lnTo>
                    <a:pt x="0" y="2218608"/>
                  </a:lnTo>
                  <a:lnTo>
                    <a:pt x="0" y="2184916"/>
                  </a:lnTo>
                  <a:lnTo>
                    <a:pt x="0" y="2151225"/>
                  </a:lnTo>
                  <a:lnTo>
                    <a:pt x="0" y="2117533"/>
                  </a:lnTo>
                  <a:lnTo>
                    <a:pt x="0" y="2083841"/>
                  </a:lnTo>
                  <a:lnTo>
                    <a:pt x="0" y="2050149"/>
                  </a:lnTo>
                  <a:lnTo>
                    <a:pt x="0" y="2016457"/>
                  </a:lnTo>
                  <a:lnTo>
                    <a:pt x="0" y="1982765"/>
                  </a:lnTo>
                  <a:lnTo>
                    <a:pt x="0" y="1949073"/>
                  </a:lnTo>
                  <a:lnTo>
                    <a:pt x="0" y="1915382"/>
                  </a:lnTo>
                  <a:lnTo>
                    <a:pt x="0" y="1881690"/>
                  </a:lnTo>
                  <a:lnTo>
                    <a:pt x="0" y="1847998"/>
                  </a:lnTo>
                  <a:lnTo>
                    <a:pt x="0" y="1814306"/>
                  </a:lnTo>
                  <a:lnTo>
                    <a:pt x="0" y="1780614"/>
                  </a:lnTo>
                  <a:lnTo>
                    <a:pt x="0" y="1746922"/>
                  </a:lnTo>
                  <a:lnTo>
                    <a:pt x="0" y="1713230"/>
                  </a:lnTo>
                  <a:lnTo>
                    <a:pt x="0" y="1679539"/>
                  </a:lnTo>
                  <a:lnTo>
                    <a:pt x="0" y="1645847"/>
                  </a:lnTo>
                  <a:lnTo>
                    <a:pt x="0" y="1612155"/>
                  </a:lnTo>
                  <a:lnTo>
                    <a:pt x="0" y="1578463"/>
                  </a:lnTo>
                  <a:lnTo>
                    <a:pt x="0" y="1544771"/>
                  </a:lnTo>
                  <a:lnTo>
                    <a:pt x="0" y="1511079"/>
                  </a:lnTo>
                  <a:lnTo>
                    <a:pt x="0" y="1477387"/>
                  </a:lnTo>
                  <a:lnTo>
                    <a:pt x="0" y="1443696"/>
                  </a:lnTo>
                  <a:lnTo>
                    <a:pt x="0" y="1410004"/>
                  </a:lnTo>
                  <a:lnTo>
                    <a:pt x="0" y="1376312"/>
                  </a:lnTo>
                  <a:lnTo>
                    <a:pt x="0" y="1342620"/>
                  </a:lnTo>
                  <a:lnTo>
                    <a:pt x="0" y="1308928"/>
                  </a:lnTo>
                  <a:lnTo>
                    <a:pt x="0" y="1275236"/>
                  </a:lnTo>
                  <a:lnTo>
                    <a:pt x="0" y="1241544"/>
                  </a:lnTo>
                  <a:lnTo>
                    <a:pt x="0" y="1207853"/>
                  </a:lnTo>
                  <a:lnTo>
                    <a:pt x="0" y="1174161"/>
                  </a:lnTo>
                  <a:lnTo>
                    <a:pt x="0" y="1140469"/>
                  </a:lnTo>
                  <a:lnTo>
                    <a:pt x="0" y="1106777"/>
                  </a:lnTo>
                  <a:lnTo>
                    <a:pt x="0" y="1073085"/>
                  </a:lnTo>
                  <a:lnTo>
                    <a:pt x="0" y="1039393"/>
                  </a:lnTo>
                  <a:lnTo>
                    <a:pt x="0" y="1005701"/>
                  </a:lnTo>
                  <a:lnTo>
                    <a:pt x="0" y="972010"/>
                  </a:lnTo>
                  <a:lnTo>
                    <a:pt x="0" y="938318"/>
                  </a:lnTo>
                  <a:lnTo>
                    <a:pt x="0" y="904626"/>
                  </a:lnTo>
                  <a:lnTo>
                    <a:pt x="0" y="870934"/>
                  </a:lnTo>
                  <a:lnTo>
                    <a:pt x="0" y="837242"/>
                  </a:lnTo>
                  <a:lnTo>
                    <a:pt x="0" y="803550"/>
                  </a:lnTo>
                  <a:lnTo>
                    <a:pt x="0" y="769858"/>
                  </a:lnTo>
                  <a:lnTo>
                    <a:pt x="0" y="736167"/>
                  </a:lnTo>
                  <a:lnTo>
                    <a:pt x="0" y="702475"/>
                  </a:lnTo>
                  <a:lnTo>
                    <a:pt x="0" y="668783"/>
                  </a:lnTo>
                  <a:lnTo>
                    <a:pt x="0" y="635091"/>
                  </a:lnTo>
                  <a:lnTo>
                    <a:pt x="0" y="601399"/>
                  </a:lnTo>
                  <a:lnTo>
                    <a:pt x="0" y="567707"/>
                  </a:lnTo>
                  <a:lnTo>
                    <a:pt x="0" y="534015"/>
                  </a:lnTo>
                  <a:lnTo>
                    <a:pt x="0" y="500324"/>
                  </a:lnTo>
                  <a:lnTo>
                    <a:pt x="0" y="466632"/>
                  </a:lnTo>
                  <a:lnTo>
                    <a:pt x="0" y="432940"/>
                  </a:lnTo>
                  <a:lnTo>
                    <a:pt x="0" y="399248"/>
                  </a:lnTo>
                  <a:lnTo>
                    <a:pt x="0" y="365556"/>
                  </a:lnTo>
                  <a:lnTo>
                    <a:pt x="0" y="331864"/>
                  </a:lnTo>
                  <a:lnTo>
                    <a:pt x="0" y="298172"/>
                  </a:lnTo>
                  <a:lnTo>
                    <a:pt x="0" y="264481"/>
                  </a:lnTo>
                  <a:lnTo>
                    <a:pt x="0" y="230789"/>
                  </a:lnTo>
                  <a:lnTo>
                    <a:pt x="0" y="197097"/>
                  </a:lnTo>
                  <a:lnTo>
                    <a:pt x="0" y="163405"/>
                  </a:lnTo>
                  <a:lnTo>
                    <a:pt x="0" y="129713"/>
                  </a:lnTo>
                  <a:lnTo>
                    <a:pt x="0" y="96021"/>
                  </a:lnTo>
                  <a:lnTo>
                    <a:pt x="0" y="62329"/>
                  </a:lnTo>
                  <a:lnTo>
                    <a:pt x="0" y="28638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3356438" y="1316559"/>
              <a:ext cx="0" cy="2853700"/>
            </a:xfrm>
            <a:custGeom>
              <a:avLst/>
              <a:pathLst>
                <a:path w="0" h="2853700">
                  <a:moveTo>
                    <a:pt x="0" y="2853700"/>
                  </a:moveTo>
                  <a:lnTo>
                    <a:pt x="0" y="2825062"/>
                  </a:lnTo>
                  <a:lnTo>
                    <a:pt x="0" y="2791370"/>
                  </a:lnTo>
                  <a:lnTo>
                    <a:pt x="0" y="2757678"/>
                  </a:lnTo>
                  <a:lnTo>
                    <a:pt x="0" y="2723986"/>
                  </a:lnTo>
                  <a:lnTo>
                    <a:pt x="0" y="2690294"/>
                  </a:lnTo>
                  <a:lnTo>
                    <a:pt x="0" y="2656602"/>
                  </a:lnTo>
                  <a:lnTo>
                    <a:pt x="0" y="2622911"/>
                  </a:lnTo>
                  <a:lnTo>
                    <a:pt x="0" y="2589219"/>
                  </a:lnTo>
                  <a:lnTo>
                    <a:pt x="0" y="2555527"/>
                  </a:lnTo>
                  <a:lnTo>
                    <a:pt x="0" y="2521835"/>
                  </a:lnTo>
                  <a:lnTo>
                    <a:pt x="0" y="2488143"/>
                  </a:lnTo>
                  <a:lnTo>
                    <a:pt x="0" y="2454451"/>
                  </a:lnTo>
                  <a:lnTo>
                    <a:pt x="0" y="2420759"/>
                  </a:lnTo>
                  <a:lnTo>
                    <a:pt x="0" y="2387068"/>
                  </a:lnTo>
                  <a:lnTo>
                    <a:pt x="0" y="2353376"/>
                  </a:lnTo>
                  <a:lnTo>
                    <a:pt x="0" y="2319684"/>
                  </a:lnTo>
                  <a:lnTo>
                    <a:pt x="0" y="2285992"/>
                  </a:lnTo>
                  <a:lnTo>
                    <a:pt x="0" y="2252300"/>
                  </a:lnTo>
                  <a:lnTo>
                    <a:pt x="0" y="2218608"/>
                  </a:lnTo>
                  <a:lnTo>
                    <a:pt x="0" y="2184916"/>
                  </a:lnTo>
                  <a:lnTo>
                    <a:pt x="0" y="2151225"/>
                  </a:lnTo>
                  <a:lnTo>
                    <a:pt x="0" y="2117533"/>
                  </a:lnTo>
                  <a:lnTo>
                    <a:pt x="0" y="2083841"/>
                  </a:lnTo>
                  <a:lnTo>
                    <a:pt x="0" y="2050149"/>
                  </a:lnTo>
                  <a:lnTo>
                    <a:pt x="0" y="2016457"/>
                  </a:lnTo>
                  <a:lnTo>
                    <a:pt x="0" y="1982765"/>
                  </a:lnTo>
                  <a:lnTo>
                    <a:pt x="0" y="1949073"/>
                  </a:lnTo>
                  <a:lnTo>
                    <a:pt x="0" y="1915382"/>
                  </a:lnTo>
                  <a:lnTo>
                    <a:pt x="0" y="1881690"/>
                  </a:lnTo>
                  <a:lnTo>
                    <a:pt x="0" y="1847998"/>
                  </a:lnTo>
                  <a:lnTo>
                    <a:pt x="0" y="1814306"/>
                  </a:lnTo>
                  <a:lnTo>
                    <a:pt x="0" y="1780614"/>
                  </a:lnTo>
                  <a:lnTo>
                    <a:pt x="0" y="1746922"/>
                  </a:lnTo>
                  <a:lnTo>
                    <a:pt x="0" y="1713230"/>
                  </a:lnTo>
                  <a:lnTo>
                    <a:pt x="0" y="1679539"/>
                  </a:lnTo>
                  <a:lnTo>
                    <a:pt x="0" y="1645847"/>
                  </a:lnTo>
                  <a:lnTo>
                    <a:pt x="0" y="1612155"/>
                  </a:lnTo>
                  <a:lnTo>
                    <a:pt x="0" y="1578463"/>
                  </a:lnTo>
                  <a:lnTo>
                    <a:pt x="0" y="1544771"/>
                  </a:lnTo>
                  <a:lnTo>
                    <a:pt x="0" y="1511079"/>
                  </a:lnTo>
                  <a:lnTo>
                    <a:pt x="0" y="1477387"/>
                  </a:lnTo>
                  <a:lnTo>
                    <a:pt x="0" y="1443696"/>
                  </a:lnTo>
                  <a:lnTo>
                    <a:pt x="0" y="1410004"/>
                  </a:lnTo>
                  <a:lnTo>
                    <a:pt x="0" y="1376312"/>
                  </a:lnTo>
                  <a:lnTo>
                    <a:pt x="0" y="1342620"/>
                  </a:lnTo>
                  <a:lnTo>
                    <a:pt x="0" y="1308928"/>
                  </a:lnTo>
                  <a:lnTo>
                    <a:pt x="0" y="1275236"/>
                  </a:lnTo>
                  <a:lnTo>
                    <a:pt x="0" y="1241544"/>
                  </a:lnTo>
                  <a:lnTo>
                    <a:pt x="0" y="1207853"/>
                  </a:lnTo>
                  <a:lnTo>
                    <a:pt x="0" y="1174161"/>
                  </a:lnTo>
                  <a:lnTo>
                    <a:pt x="0" y="1140469"/>
                  </a:lnTo>
                  <a:lnTo>
                    <a:pt x="0" y="1106777"/>
                  </a:lnTo>
                  <a:lnTo>
                    <a:pt x="0" y="1073085"/>
                  </a:lnTo>
                  <a:lnTo>
                    <a:pt x="0" y="1039393"/>
                  </a:lnTo>
                  <a:lnTo>
                    <a:pt x="0" y="1005701"/>
                  </a:lnTo>
                  <a:lnTo>
                    <a:pt x="0" y="972010"/>
                  </a:lnTo>
                  <a:lnTo>
                    <a:pt x="0" y="938318"/>
                  </a:lnTo>
                  <a:lnTo>
                    <a:pt x="0" y="904626"/>
                  </a:lnTo>
                  <a:lnTo>
                    <a:pt x="0" y="870934"/>
                  </a:lnTo>
                  <a:lnTo>
                    <a:pt x="0" y="837242"/>
                  </a:lnTo>
                  <a:lnTo>
                    <a:pt x="0" y="803550"/>
                  </a:lnTo>
                  <a:lnTo>
                    <a:pt x="0" y="769858"/>
                  </a:lnTo>
                  <a:lnTo>
                    <a:pt x="0" y="736167"/>
                  </a:lnTo>
                  <a:lnTo>
                    <a:pt x="0" y="702475"/>
                  </a:lnTo>
                  <a:lnTo>
                    <a:pt x="0" y="668783"/>
                  </a:lnTo>
                  <a:lnTo>
                    <a:pt x="0" y="635091"/>
                  </a:lnTo>
                  <a:lnTo>
                    <a:pt x="0" y="601399"/>
                  </a:lnTo>
                  <a:lnTo>
                    <a:pt x="0" y="567707"/>
                  </a:lnTo>
                  <a:lnTo>
                    <a:pt x="0" y="534015"/>
                  </a:lnTo>
                  <a:lnTo>
                    <a:pt x="0" y="500324"/>
                  </a:lnTo>
                  <a:lnTo>
                    <a:pt x="0" y="466632"/>
                  </a:lnTo>
                  <a:lnTo>
                    <a:pt x="0" y="432940"/>
                  </a:lnTo>
                  <a:lnTo>
                    <a:pt x="0" y="399248"/>
                  </a:lnTo>
                  <a:lnTo>
                    <a:pt x="0" y="365556"/>
                  </a:lnTo>
                  <a:lnTo>
                    <a:pt x="0" y="331864"/>
                  </a:lnTo>
                  <a:lnTo>
                    <a:pt x="0" y="298172"/>
                  </a:lnTo>
                  <a:lnTo>
                    <a:pt x="0" y="264481"/>
                  </a:lnTo>
                  <a:lnTo>
                    <a:pt x="0" y="230789"/>
                  </a:lnTo>
                  <a:lnTo>
                    <a:pt x="0" y="197097"/>
                  </a:lnTo>
                  <a:lnTo>
                    <a:pt x="0" y="163405"/>
                  </a:lnTo>
                  <a:lnTo>
                    <a:pt x="0" y="129713"/>
                  </a:lnTo>
                  <a:lnTo>
                    <a:pt x="0" y="96021"/>
                  </a:lnTo>
                  <a:lnTo>
                    <a:pt x="0" y="62329"/>
                  </a:lnTo>
                  <a:lnTo>
                    <a:pt x="0" y="28638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754695" y="1316559"/>
              <a:ext cx="0" cy="2853700"/>
            </a:xfrm>
            <a:custGeom>
              <a:avLst/>
              <a:pathLst>
                <a:path w="0" h="2853700">
                  <a:moveTo>
                    <a:pt x="0" y="2853700"/>
                  </a:moveTo>
                  <a:lnTo>
                    <a:pt x="0" y="2825062"/>
                  </a:lnTo>
                  <a:lnTo>
                    <a:pt x="0" y="2791370"/>
                  </a:lnTo>
                  <a:lnTo>
                    <a:pt x="0" y="2757678"/>
                  </a:lnTo>
                  <a:lnTo>
                    <a:pt x="0" y="2723986"/>
                  </a:lnTo>
                  <a:lnTo>
                    <a:pt x="0" y="2690294"/>
                  </a:lnTo>
                  <a:lnTo>
                    <a:pt x="0" y="2656602"/>
                  </a:lnTo>
                  <a:lnTo>
                    <a:pt x="0" y="2622911"/>
                  </a:lnTo>
                  <a:lnTo>
                    <a:pt x="0" y="2589219"/>
                  </a:lnTo>
                  <a:lnTo>
                    <a:pt x="0" y="2555527"/>
                  </a:lnTo>
                  <a:lnTo>
                    <a:pt x="0" y="2521835"/>
                  </a:lnTo>
                  <a:lnTo>
                    <a:pt x="0" y="2488143"/>
                  </a:lnTo>
                  <a:lnTo>
                    <a:pt x="0" y="2454451"/>
                  </a:lnTo>
                  <a:lnTo>
                    <a:pt x="0" y="2420759"/>
                  </a:lnTo>
                  <a:lnTo>
                    <a:pt x="0" y="2387068"/>
                  </a:lnTo>
                  <a:lnTo>
                    <a:pt x="0" y="2353376"/>
                  </a:lnTo>
                  <a:lnTo>
                    <a:pt x="0" y="2319684"/>
                  </a:lnTo>
                  <a:lnTo>
                    <a:pt x="0" y="2285992"/>
                  </a:lnTo>
                  <a:lnTo>
                    <a:pt x="0" y="2252300"/>
                  </a:lnTo>
                  <a:lnTo>
                    <a:pt x="0" y="2218608"/>
                  </a:lnTo>
                  <a:lnTo>
                    <a:pt x="0" y="2184916"/>
                  </a:lnTo>
                  <a:lnTo>
                    <a:pt x="0" y="2151225"/>
                  </a:lnTo>
                  <a:lnTo>
                    <a:pt x="0" y="2117533"/>
                  </a:lnTo>
                  <a:lnTo>
                    <a:pt x="0" y="2083841"/>
                  </a:lnTo>
                  <a:lnTo>
                    <a:pt x="0" y="2050149"/>
                  </a:lnTo>
                  <a:lnTo>
                    <a:pt x="0" y="2016457"/>
                  </a:lnTo>
                  <a:lnTo>
                    <a:pt x="0" y="1982765"/>
                  </a:lnTo>
                  <a:lnTo>
                    <a:pt x="0" y="1949073"/>
                  </a:lnTo>
                  <a:lnTo>
                    <a:pt x="0" y="1915382"/>
                  </a:lnTo>
                  <a:lnTo>
                    <a:pt x="0" y="1881690"/>
                  </a:lnTo>
                  <a:lnTo>
                    <a:pt x="0" y="1847998"/>
                  </a:lnTo>
                  <a:lnTo>
                    <a:pt x="0" y="1814306"/>
                  </a:lnTo>
                  <a:lnTo>
                    <a:pt x="0" y="1780614"/>
                  </a:lnTo>
                  <a:lnTo>
                    <a:pt x="0" y="1746922"/>
                  </a:lnTo>
                  <a:lnTo>
                    <a:pt x="0" y="1713230"/>
                  </a:lnTo>
                  <a:lnTo>
                    <a:pt x="0" y="1679539"/>
                  </a:lnTo>
                  <a:lnTo>
                    <a:pt x="0" y="1645847"/>
                  </a:lnTo>
                  <a:lnTo>
                    <a:pt x="0" y="1612155"/>
                  </a:lnTo>
                  <a:lnTo>
                    <a:pt x="0" y="1578463"/>
                  </a:lnTo>
                  <a:lnTo>
                    <a:pt x="0" y="1544771"/>
                  </a:lnTo>
                  <a:lnTo>
                    <a:pt x="0" y="1511079"/>
                  </a:lnTo>
                  <a:lnTo>
                    <a:pt x="0" y="1477387"/>
                  </a:lnTo>
                  <a:lnTo>
                    <a:pt x="0" y="1443696"/>
                  </a:lnTo>
                  <a:lnTo>
                    <a:pt x="0" y="1410004"/>
                  </a:lnTo>
                  <a:lnTo>
                    <a:pt x="0" y="1376312"/>
                  </a:lnTo>
                  <a:lnTo>
                    <a:pt x="0" y="1342620"/>
                  </a:lnTo>
                  <a:lnTo>
                    <a:pt x="0" y="1308928"/>
                  </a:lnTo>
                  <a:lnTo>
                    <a:pt x="0" y="1275236"/>
                  </a:lnTo>
                  <a:lnTo>
                    <a:pt x="0" y="1241544"/>
                  </a:lnTo>
                  <a:lnTo>
                    <a:pt x="0" y="1207853"/>
                  </a:lnTo>
                  <a:lnTo>
                    <a:pt x="0" y="1174161"/>
                  </a:lnTo>
                  <a:lnTo>
                    <a:pt x="0" y="1140469"/>
                  </a:lnTo>
                  <a:lnTo>
                    <a:pt x="0" y="1106777"/>
                  </a:lnTo>
                  <a:lnTo>
                    <a:pt x="0" y="1073085"/>
                  </a:lnTo>
                  <a:lnTo>
                    <a:pt x="0" y="1039393"/>
                  </a:lnTo>
                  <a:lnTo>
                    <a:pt x="0" y="1005701"/>
                  </a:lnTo>
                  <a:lnTo>
                    <a:pt x="0" y="972010"/>
                  </a:lnTo>
                  <a:lnTo>
                    <a:pt x="0" y="938318"/>
                  </a:lnTo>
                  <a:lnTo>
                    <a:pt x="0" y="904626"/>
                  </a:lnTo>
                  <a:lnTo>
                    <a:pt x="0" y="870934"/>
                  </a:lnTo>
                  <a:lnTo>
                    <a:pt x="0" y="837242"/>
                  </a:lnTo>
                  <a:lnTo>
                    <a:pt x="0" y="803550"/>
                  </a:lnTo>
                  <a:lnTo>
                    <a:pt x="0" y="769858"/>
                  </a:lnTo>
                  <a:lnTo>
                    <a:pt x="0" y="736167"/>
                  </a:lnTo>
                  <a:lnTo>
                    <a:pt x="0" y="702475"/>
                  </a:lnTo>
                  <a:lnTo>
                    <a:pt x="0" y="668783"/>
                  </a:lnTo>
                  <a:lnTo>
                    <a:pt x="0" y="635091"/>
                  </a:lnTo>
                  <a:lnTo>
                    <a:pt x="0" y="601399"/>
                  </a:lnTo>
                  <a:lnTo>
                    <a:pt x="0" y="567707"/>
                  </a:lnTo>
                  <a:lnTo>
                    <a:pt x="0" y="534015"/>
                  </a:lnTo>
                  <a:lnTo>
                    <a:pt x="0" y="500324"/>
                  </a:lnTo>
                  <a:lnTo>
                    <a:pt x="0" y="466632"/>
                  </a:lnTo>
                  <a:lnTo>
                    <a:pt x="0" y="432940"/>
                  </a:lnTo>
                  <a:lnTo>
                    <a:pt x="0" y="399248"/>
                  </a:lnTo>
                  <a:lnTo>
                    <a:pt x="0" y="365556"/>
                  </a:lnTo>
                  <a:lnTo>
                    <a:pt x="0" y="331864"/>
                  </a:lnTo>
                  <a:lnTo>
                    <a:pt x="0" y="298172"/>
                  </a:lnTo>
                  <a:lnTo>
                    <a:pt x="0" y="264481"/>
                  </a:lnTo>
                  <a:lnTo>
                    <a:pt x="0" y="230789"/>
                  </a:lnTo>
                  <a:lnTo>
                    <a:pt x="0" y="197097"/>
                  </a:lnTo>
                  <a:lnTo>
                    <a:pt x="0" y="163405"/>
                  </a:lnTo>
                  <a:lnTo>
                    <a:pt x="0" y="129713"/>
                  </a:lnTo>
                  <a:lnTo>
                    <a:pt x="0" y="96021"/>
                  </a:lnTo>
                  <a:lnTo>
                    <a:pt x="0" y="62329"/>
                  </a:lnTo>
                  <a:lnTo>
                    <a:pt x="0" y="28638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4152953" y="1316559"/>
              <a:ext cx="0" cy="2853700"/>
            </a:xfrm>
            <a:custGeom>
              <a:avLst/>
              <a:pathLst>
                <a:path w="0" h="2853700">
                  <a:moveTo>
                    <a:pt x="0" y="2853700"/>
                  </a:moveTo>
                  <a:lnTo>
                    <a:pt x="0" y="2825062"/>
                  </a:lnTo>
                  <a:lnTo>
                    <a:pt x="0" y="2791370"/>
                  </a:lnTo>
                  <a:lnTo>
                    <a:pt x="0" y="2757678"/>
                  </a:lnTo>
                  <a:lnTo>
                    <a:pt x="0" y="2723986"/>
                  </a:lnTo>
                  <a:lnTo>
                    <a:pt x="0" y="2690294"/>
                  </a:lnTo>
                  <a:lnTo>
                    <a:pt x="0" y="2656602"/>
                  </a:lnTo>
                  <a:lnTo>
                    <a:pt x="0" y="2622911"/>
                  </a:lnTo>
                  <a:lnTo>
                    <a:pt x="0" y="2589219"/>
                  </a:lnTo>
                  <a:lnTo>
                    <a:pt x="0" y="2555527"/>
                  </a:lnTo>
                  <a:lnTo>
                    <a:pt x="0" y="2521835"/>
                  </a:lnTo>
                  <a:lnTo>
                    <a:pt x="0" y="2488143"/>
                  </a:lnTo>
                  <a:lnTo>
                    <a:pt x="0" y="2454451"/>
                  </a:lnTo>
                  <a:lnTo>
                    <a:pt x="0" y="2420759"/>
                  </a:lnTo>
                  <a:lnTo>
                    <a:pt x="0" y="2387068"/>
                  </a:lnTo>
                  <a:lnTo>
                    <a:pt x="0" y="2353376"/>
                  </a:lnTo>
                  <a:lnTo>
                    <a:pt x="0" y="2319684"/>
                  </a:lnTo>
                  <a:lnTo>
                    <a:pt x="0" y="2285992"/>
                  </a:lnTo>
                  <a:lnTo>
                    <a:pt x="0" y="2252300"/>
                  </a:lnTo>
                  <a:lnTo>
                    <a:pt x="0" y="2218608"/>
                  </a:lnTo>
                  <a:lnTo>
                    <a:pt x="0" y="2184916"/>
                  </a:lnTo>
                  <a:lnTo>
                    <a:pt x="0" y="2151225"/>
                  </a:lnTo>
                  <a:lnTo>
                    <a:pt x="0" y="2117533"/>
                  </a:lnTo>
                  <a:lnTo>
                    <a:pt x="0" y="2083841"/>
                  </a:lnTo>
                  <a:lnTo>
                    <a:pt x="0" y="2050149"/>
                  </a:lnTo>
                  <a:lnTo>
                    <a:pt x="0" y="2016457"/>
                  </a:lnTo>
                  <a:lnTo>
                    <a:pt x="0" y="1982765"/>
                  </a:lnTo>
                  <a:lnTo>
                    <a:pt x="0" y="1949073"/>
                  </a:lnTo>
                  <a:lnTo>
                    <a:pt x="0" y="1915382"/>
                  </a:lnTo>
                  <a:lnTo>
                    <a:pt x="0" y="1881690"/>
                  </a:lnTo>
                  <a:lnTo>
                    <a:pt x="0" y="1847998"/>
                  </a:lnTo>
                  <a:lnTo>
                    <a:pt x="0" y="1814306"/>
                  </a:lnTo>
                  <a:lnTo>
                    <a:pt x="0" y="1780614"/>
                  </a:lnTo>
                  <a:lnTo>
                    <a:pt x="0" y="1746922"/>
                  </a:lnTo>
                  <a:lnTo>
                    <a:pt x="0" y="1713230"/>
                  </a:lnTo>
                  <a:lnTo>
                    <a:pt x="0" y="1679539"/>
                  </a:lnTo>
                  <a:lnTo>
                    <a:pt x="0" y="1645847"/>
                  </a:lnTo>
                  <a:lnTo>
                    <a:pt x="0" y="1612155"/>
                  </a:lnTo>
                  <a:lnTo>
                    <a:pt x="0" y="1578463"/>
                  </a:lnTo>
                  <a:lnTo>
                    <a:pt x="0" y="1544771"/>
                  </a:lnTo>
                  <a:lnTo>
                    <a:pt x="0" y="1511079"/>
                  </a:lnTo>
                  <a:lnTo>
                    <a:pt x="0" y="1477387"/>
                  </a:lnTo>
                  <a:lnTo>
                    <a:pt x="0" y="1443696"/>
                  </a:lnTo>
                  <a:lnTo>
                    <a:pt x="0" y="1410004"/>
                  </a:lnTo>
                  <a:lnTo>
                    <a:pt x="0" y="1376312"/>
                  </a:lnTo>
                  <a:lnTo>
                    <a:pt x="0" y="1342620"/>
                  </a:lnTo>
                  <a:lnTo>
                    <a:pt x="0" y="1308928"/>
                  </a:lnTo>
                  <a:lnTo>
                    <a:pt x="0" y="1275236"/>
                  </a:lnTo>
                  <a:lnTo>
                    <a:pt x="0" y="1241544"/>
                  </a:lnTo>
                  <a:lnTo>
                    <a:pt x="0" y="1207853"/>
                  </a:lnTo>
                  <a:lnTo>
                    <a:pt x="0" y="1174161"/>
                  </a:lnTo>
                  <a:lnTo>
                    <a:pt x="0" y="1140469"/>
                  </a:lnTo>
                  <a:lnTo>
                    <a:pt x="0" y="1106777"/>
                  </a:lnTo>
                  <a:lnTo>
                    <a:pt x="0" y="1073085"/>
                  </a:lnTo>
                  <a:lnTo>
                    <a:pt x="0" y="1039393"/>
                  </a:lnTo>
                  <a:lnTo>
                    <a:pt x="0" y="1005701"/>
                  </a:lnTo>
                  <a:lnTo>
                    <a:pt x="0" y="972010"/>
                  </a:lnTo>
                  <a:lnTo>
                    <a:pt x="0" y="938318"/>
                  </a:lnTo>
                  <a:lnTo>
                    <a:pt x="0" y="904626"/>
                  </a:lnTo>
                  <a:lnTo>
                    <a:pt x="0" y="870934"/>
                  </a:lnTo>
                  <a:lnTo>
                    <a:pt x="0" y="837242"/>
                  </a:lnTo>
                  <a:lnTo>
                    <a:pt x="0" y="803550"/>
                  </a:lnTo>
                  <a:lnTo>
                    <a:pt x="0" y="769858"/>
                  </a:lnTo>
                  <a:lnTo>
                    <a:pt x="0" y="736167"/>
                  </a:lnTo>
                  <a:lnTo>
                    <a:pt x="0" y="702475"/>
                  </a:lnTo>
                  <a:lnTo>
                    <a:pt x="0" y="668783"/>
                  </a:lnTo>
                  <a:lnTo>
                    <a:pt x="0" y="635091"/>
                  </a:lnTo>
                  <a:lnTo>
                    <a:pt x="0" y="601399"/>
                  </a:lnTo>
                  <a:lnTo>
                    <a:pt x="0" y="567707"/>
                  </a:lnTo>
                  <a:lnTo>
                    <a:pt x="0" y="534015"/>
                  </a:lnTo>
                  <a:lnTo>
                    <a:pt x="0" y="500324"/>
                  </a:lnTo>
                  <a:lnTo>
                    <a:pt x="0" y="466632"/>
                  </a:lnTo>
                  <a:lnTo>
                    <a:pt x="0" y="432940"/>
                  </a:lnTo>
                  <a:lnTo>
                    <a:pt x="0" y="399248"/>
                  </a:lnTo>
                  <a:lnTo>
                    <a:pt x="0" y="365556"/>
                  </a:lnTo>
                  <a:lnTo>
                    <a:pt x="0" y="331864"/>
                  </a:lnTo>
                  <a:lnTo>
                    <a:pt x="0" y="298172"/>
                  </a:lnTo>
                  <a:lnTo>
                    <a:pt x="0" y="264481"/>
                  </a:lnTo>
                  <a:lnTo>
                    <a:pt x="0" y="230789"/>
                  </a:lnTo>
                  <a:lnTo>
                    <a:pt x="0" y="197097"/>
                  </a:lnTo>
                  <a:lnTo>
                    <a:pt x="0" y="163405"/>
                  </a:lnTo>
                  <a:lnTo>
                    <a:pt x="0" y="129713"/>
                  </a:lnTo>
                  <a:lnTo>
                    <a:pt x="0" y="96021"/>
                  </a:lnTo>
                  <a:lnTo>
                    <a:pt x="0" y="62329"/>
                  </a:lnTo>
                  <a:lnTo>
                    <a:pt x="0" y="28638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4551211" y="1316559"/>
              <a:ext cx="0" cy="2853700"/>
            </a:xfrm>
            <a:custGeom>
              <a:avLst/>
              <a:pathLst>
                <a:path w="0" h="2853700">
                  <a:moveTo>
                    <a:pt x="0" y="2853700"/>
                  </a:moveTo>
                  <a:lnTo>
                    <a:pt x="0" y="2825062"/>
                  </a:lnTo>
                  <a:lnTo>
                    <a:pt x="0" y="2791370"/>
                  </a:lnTo>
                  <a:lnTo>
                    <a:pt x="0" y="2757678"/>
                  </a:lnTo>
                  <a:lnTo>
                    <a:pt x="0" y="2723986"/>
                  </a:lnTo>
                  <a:lnTo>
                    <a:pt x="0" y="2690294"/>
                  </a:lnTo>
                  <a:lnTo>
                    <a:pt x="0" y="2656602"/>
                  </a:lnTo>
                  <a:lnTo>
                    <a:pt x="0" y="2622911"/>
                  </a:lnTo>
                  <a:lnTo>
                    <a:pt x="0" y="2589219"/>
                  </a:lnTo>
                  <a:lnTo>
                    <a:pt x="0" y="2555527"/>
                  </a:lnTo>
                  <a:lnTo>
                    <a:pt x="0" y="2521835"/>
                  </a:lnTo>
                  <a:lnTo>
                    <a:pt x="0" y="2488143"/>
                  </a:lnTo>
                  <a:lnTo>
                    <a:pt x="0" y="2454451"/>
                  </a:lnTo>
                  <a:lnTo>
                    <a:pt x="0" y="2420759"/>
                  </a:lnTo>
                  <a:lnTo>
                    <a:pt x="0" y="2387068"/>
                  </a:lnTo>
                  <a:lnTo>
                    <a:pt x="0" y="2353376"/>
                  </a:lnTo>
                  <a:lnTo>
                    <a:pt x="0" y="2319684"/>
                  </a:lnTo>
                  <a:lnTo>
                    <a:pt x="0" y="2285992"/>
                  </a:lnTo>
                  <a:lnTo>
                    <a:pt x="0" y="2252300"/>
                  </a:lnTo>
                  <a:lnTo>
                    <a:pt x="0" y="2218608"/>
                  </a:lnTo>
                  <a:lnTo>
                    <a:pt x="0" y="2184916"/>
                  </a:lnTo>
                  <a:lnTo>
                    <a:pt x="0" y="2151225"/>
                  </a:lnTo>
                  <a:lnTo>
                    <a:pt x="0" y="2117533"/>
                  </a:lnTo>
                  <a:lnTo>
                    <a:pt x="0" y="2083841"/>
                  </a:lnTo>
                  <a:lnTo>
                    <a:pt x="0" y="2050149"/>
                  </a:lnTo>
                  <a:lnTo>
                    <a:pt x="0" y="2016457"/>
                  </a:lnTo>
                  <a:lnTo>
                    <a:pt x="0" y="1982765"/>
                  </a:lnTo>
                  <a:lnTo>
                    <a:pt x="0" y="1949073"/>
                  </a:lnTo>
                  <a:lnTo>
                    <a:pt x="0" y="1915382"/>
                  </a:lnTo>
                  <a:lnTo>
                    <a:pt x="0" y="1881690"/>
                  </a:lnTo>
                  <a:lnTo>
                    <a:pt x="0" y="1847998"/>
                  </a:lnTo>
                  <a:lnTo>
                    <a:pt x="0" y="1814306"/>
                  </a:lnTo>
                  <a:lnTo>
                    <a:pt x="0" y="1780614"/>
                  </a:lnTo>
                  <a:lnTo>
                    <a:pt x="0" y="1746922"/>
                  </a:lnTo>
                  <a:lnTo>
                    <a:pt x="0" y="1713230"/>
                  </a:lnTo>
                  <a:lnTo>
                    <a:pt x="0" y="1679539"/>
                  </a:lnTo>
                  <a:lnTo>
                    <a:pt x="0" y="1645847"/>
                  </a:lnTo>
                  <a:lnTo>
                    <a:pt x="0" y="1612155"/>
                  </a:lnTo>
                  <a:lnTo>
                    <a:pt x="0" y="1578463"/>
                  </a:lnTo>
                  <a:lnTo>
                    <a:pt x="0" y="1544771"/>
                  </a:lnTo>
                  <a:lnTo>
                    <a:pt x="0" y="1511079"/>
                  </a:lnTo>
                  <a:lnTo>
                    <a:pt x="0" y="1477387"/>
                  </a:lnTo>
                  <a:lnTo>
                    <a:pt x="0" y="1443696"/>
                  </a:lnTo>
                  <a:lnTo>
                    <a:pt x="0" y="1410004"/>
                  </a:lnTo>
                  <a:lnTo>
                    <a:pt x="0" y="1376312"/>
                  </a:lnTo>
                  <a:lnTo>
                    <a:pt x="0" y="1342620"/>
                  </a:lnTo>
                  <a:lnTo>
                    <a:pt x="0" y="1308928"/>
                  </a:lnTo>
                  <a:lnTo>
                    <a:pt x="0" y="1275236"/>
                  </a:lnTo>
                  <a:lnTo>
                    <a:pt x="0" y="1241544"/>
                  </a:lnTo>
                  <a:lnTo>
                    <a:pt x="0" y="1207853"/>
                  </a:lnTo>
                  <a:lnTo>
                    <a:pt x="0" y="1174161"/>
                  </a:lnTo>
                  <a:lnTo>
                    <a:pt x="0" y="1140469"/>
                  </a:lnTo>
                  <a:lnTo>
                    <a:pt x="0" y="1106777"/>
                  </a:lnTo>
                  <a:lnTo>
                    <a:pt x="0" y="1073085"/>
                  </a:lnTo>
                  <a:lnTo>
                    <a:pt x="0" y="1039393"/>
                  </a:lnTo>
                  <a:lnTo>
                    <a:pt x="0" y="1005701"/>
                  </a:lnTo>
                  <a:lnTo>
                    <a:pt x="0" y="972010"/>
                  </a:lnTo>
                  <a:lnTo>
                    <a:pt x="0" y="938318"/>
                  </a:lnTo>
                  <a:lnTo>
                    <a:pt x="0" y="904626"/>
                  </a:lnTo>
                  <a:lnTo>
                    <a:pt x="0" y="870934"/>
                  </a:lnTo>
                  <a:lnTo>
                    <a:pt x="0" y="837242"/>
                  </a:lnTo>
                  <a:lnTo>
                    <a:pt x="0" y="803550"/>
                  </a:lnTo>
                  <a:lnTo>
                    <a:pt x="0" y="769858"/>
                  </a:lnTo>
                  <a:lnTo>
                    <a:pt x="0" y="736167"/>
                  </a:lnTo>
                  <a:lnTo>
                    <a:pt x="0" y="702475"/>
                  </a:lnTo>
                  <a:lnTo>
                    <a:pt x="0" y="668783"/>
                  </a:lnTo>
                  <a:lnTo>
                    <a:pt x="0" y="635091"/>
                  </a:lnTo>
                  <a:lnTo>
                    <a:pt x="0" y="601399"/>
                  </a:lnTo>
                  <a:lnTo>
                    <a:pt x="0" y="567707"/>
                  </a:lnTo>
                  <a:lnTo>
                    <a:pt x="0" y="534015"/>
                  </a:lnTo>
                  <a:lnTo>
                    <a:pt x="0" y="500324"/>
                  </a:lnTo>
                  <a:lnTo>
                    <a:pt x="0" y="466632"/>
                  </a:lnTo>
                  <a:lnTo>
                    <a:pt x="0" y="432940"/>
                  </a:lnTo>
                  <a:lnTo>
                    <a:pt x="0" y="399248"/>
                  </a:lnTo>
                  <a:lnTo>
                    <a:pt x="0" y="365556"/>
                  </a:lnTo>
                  <a:lnTo>
                    <a:pt x="0" y="331864"/>
                  </a:lnTo>
                  <a:lnTo>
                    <a:pt x="0" y="298172"/>
                  </a:lnTo>
                  <a:lnTo>
                    <a:pt x="0" y="264481"/>
                  </a:lnTo>
                  <a:lnTo>
                    <a:pt x="0" y="230789"/>
                  </a:lnTo>
                  <a:lnTo>
                    <a:pt x="0" y="197097"/>
                  </a:lnTo>
                  <a:lnTo>
                    <a:pt x="0" y="163405"/>
                  </a:lnTo>
                  <a:lnTo>
                    <a:pt x="0" y="129713"/>
                  </a:lnTo>
                  <a:lnTo>
                    <a:pt x="0" y="96021"/>
                  </a:lnTo>
                  <a:lnTo>
                    <a:pt x="0" y="62329"/>
                  </a:lnTo>
                  <a:lnTo>
                    <a:pt x="0" y="28638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2460358" y="4040546"/>
              <a:ext cx="2190417" cy="0"/>
            </a:xfrm>
            <a:custGeom>
              <a:avLst/>
              <a:pathLst>
                <a:path w="2190417" h="0">
                  <a:moveTo>
                    <a:pt x="0" y="0"/>
                  </a:moveTo>
                  <a:lnTo>
                    <a:pt x="11062" y="0"/>
                  </a:lnTo>
                  <a:lnTo>
                    <a:pt x="39222" y="0"/>
                  </a:lnTo>
                  <a:lnTo>
                    <a:pt x="67381" y="0"/>
                  </a:lnTo>
                  <a:lnTo>
                    <a:pt x="95541" y="0"/>
                  </a:lnTo>
                  <a:lnTo>
                    <a:pt x="123701" y="0"/>
                  </a:lnTo>
                  <a:lnTo>
                    <a:pt x="151860" y="0"/>
                  </a:lnTo>
                  <a:lnTo>
                    <a:pt x="180020" y="0"/>
                  </a:lnTo>
                  <a:lnTo>
                    <a:pt x="208180" y="0"/>
                  </a:lnTo>
                  <a:lnTo>
                    <a:pt x="236339" y="0"/>
                  </a:lnTo>
                  <a:lnTo>
                    <a:pt x="264499" y="0"/>
                  </a:lnTo>
                  <a:lnTo>
                    <a:pt x="292659" y="0"/>
                  </a:lnTo>
                  <a:lnTo>
                    <a:pt x="320818" y="0"/>
                  </a:lnTo>
                  <a:lnTo>
                    <a:pt x="348978" y="0"/>
                  </a:lnTo>
                  <a:lnTo>
                    <a:pt x="377137" y="0"/>
                  </a:lnTo>
                  <a:lnTo>
                    <a:pt x="405297" y="0"/>
                  </a:lnTo>
                  <a:lnTo>
                    <a:pt x="433457" y="0"/>
                  </a:lnTo>
                  <a:lnTo>
                    <a:pt x="461616" y="0"/>
                  </a:lnTo>
                  <a:lnTo>
                    <a:pt x="489776" y="0"/>
                  </a:lnTo>
                  <a:lnTo>
                    <a:pt x="517936" y="0"/>
                  </a:lnTo>
                  <a:lnTo>
                    <a:pt x="546095" y="0"/>
                  </a:lnTo>
                  <a:lnTo>
                    <a:pt x="574255" y="0"/>
                  </a:lnTo>
                  <a:lnTo>
                    <a:pt x="602415" y="0"/>
                  </a:lnTo>
                  <a:lnTo>
                    <a:pt x="630574" y="0"/>
                  </a:lnTo>
                  <a:lnTo>
                    <a:pt x="658734" y="0"/>
                  </a:lnTo>
                  <a:lnTo>
                    <a:pt x="686893" y="0"/>
                  </a:lnTo>
                  <a:lnTo>
                    <a:pt x="715053" y="0"/>
                  </a:lnTo>
                  <a:lnTo>
                    <a:pt x="743213" y="0"/>
                  </a:lnTo>
                  <a:lnTo>
                    <a:pt x="771372" y="0"/>
                  </a:lnTo>
                  <a:lnTo>
                    <a:pt x="799532" y="0"/>
                  </a:lnTo>
                  <a:lnTo>
                    <a:pt x="827692" y="0"/>
                  </a:lnTo>
                  <a:lnTo>
                    <a:pt x="855851" y="0"/>
                  </a:lnTo>
                  <a:lnTo>
                    <a:pt x="884011" y="0"/>
                  </a:lnTo>
                  <a:lnTo>
                    <a:pt x="912170" y="0"/>
                  </a:lnTo>
                  <a:lnTo>
                    <a:pt x="940330" y="0"/>
                  </a:lnTo>
                  <a:lnTo>
                    <a:pt x="968490" y="0"/>
                  </a:lnTo>
                  <a:lnTo>
                    <a:pt x="996649" y="0"/>
                  </a:lnTo>
                  <a:lnTo>
                    <a:pt x="1024809" y="0"/>
                  </a:lnTo>
                  <a:lnTo>
                    <a:pt x="1052969" y="0"/>
                  </a:lnTo>
                  <a:lnTo>
                    <a:pt x="1081128" y="0"/>
                  </a:lnTo>
                  <a:lnTo>
                    <a:pt x="1109288" y="0"/>
                  </a:lnTo>
                  <a:lnTo>
                    <a:pt x="1137448" y="0"/>
                  </a:lnTo>
                  <a:lnTo>
                    <a:pt x="1165607" y="0"/>
                  </a:lnTo>
                  <a:lnTo>
                    <a:pt x="1193767" y="0"/>
                  </a:lnTo>
                  <a:lnTo>
                    <a:pt x="1221926" y="0"/>
                  </a:lnTo>
                  <a:lnTo>
                    <a:pt x="1250086" y="0"/>
                  </a:lnTo>
                  <a:lnTo>
                    <a:pt x="1278246" y="0"/>
                  </a:lnTo>
                  <a:lnTo>
                    <a:pt x="1306405" y="0"/>
                  </a:lnTo>
                  <a:lnTo>
                    <a:pt x="1334565" y="0"/>
                  </a:lnTo>
                  <a:lnTo>
                    <a:pt x="1362725" y="0"/>
                  </a:lnTo>
                  <a:lnTo>
                    <a:pt x="1390884" y="0"/>
                  </a:lnTo>
                  <a:lnTo>
                    <a:pt x="1419044" y="0"/>
                  </a:lnTo>
                  <a:lnTo>
                    <a:pt x="1447204" y="0"/>
                  </a:lnTo>
                  <a:lnTo>
                    <a:pt x="1475363" y="0"/>
                  </a:lnTo>
                  <a:lnTo>
                    <a:pt x="1503523" y="0"/>
                  </a:lnTo>
                  <a:lnTo>
                    <a:pt x="1531682" y="0"/>
                  </a:lnTo>
                  <a:lnTo>
                    <a:pt x="1559842" y="0"/>
                  </a:lnTo>
                  <a:lnTo>
                    <a:pt x="1588002" y="0"/>
                  </a:lnTo>
                  <a:lnTo>
                    <a:pt x="1616161" y="0"/>
                  </a:lnTo>
                  <a:lnTo>
                    <a:pt x="1644321" y="0"/>
                  </a:lnTo>
                  <a:lnTo>
                    <a:pt x="1672481" y="0"/>
                  </a:lnTo>
                  <a:lnTo>
                    <a:pt x="1700640" y="0"/>
                  </a:lnTo>
                  <a:lnTo>
                    <a:pt x="1728800" y="0"/>
                  </a:lnTo>
                  <a:lnTo>
                    <a:pt x="1756960" y="0"/>
                  </a:lnTo>
                  <a:lnTo>
                    <a:pt x="1785119" y="0"/>
                  </a:lnTo>
                  <a:lnTo>
                    <a:pt x="1813279" y="0"/>
                  </a:lnTo>
                  <a:lnTo>
                    <a:pt x="1841438" y="0"/>
                  </a:lnTo>
                  <a:lnTo>
                    <a:pt x="1869598" y="0"/>
                  </a:lnTo>
                  <a:lnTo>
                    <a:pt x="1897758" y="0"/>
                  </a:lnTo>
                  <a:lnTo>
                    <a:pt x="1925917" y="0"/>
                  </a:lnTo>
                  <a:lnTo>
                    <a:pt x="1954077" y="0"/>
                  </a:lnTo>
                  <a:lnTo>
                    <a:pt x="1982237" y="0"/>
                  </a:lnTo>
                  <a:lnTo>
                    <a:pt x="2010396" y="0"/>
                  </a:lnTo>
                  <a:lnTo>
                    <a:pt x="2038556" y="0"/>
                  </a:lnTo>
                  <a:lnTo>
                    <a:pt x="2066715" y="0"/>
                  </a:lnTo>
                  <a:lnTo>
                    <a:pt x="2094875" y="0"/>
                  </a:lnTo>
                  <a:lnTo>
                    <a:pt x="2123035" y="0"/>
                  </a:lnTo>
                  <a:lnTo>
                    <a:pt x="2151194" y="0"/>
                  </a:lnTo>
                  <a:lnTo>
                    <a:pt x="2179354" y="0"/>
                  </a:lnTo>
                  <a:lnTo>
                    <a:pt x="2190417" y="0"/>
                  </a:lnTo>
                  <a:lnTo>
                    <a:pt x="2190417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2460358" y="3669935"/>
              <a:ext cx="2190417" cy="0"/>
            </a:xfrm>
            <a:custGeom>
              <a:avLst/>
              <a:pathLst>
                <a:path w="2190417" h="0">
                  <a:moveTo>
                    <a:pt x="0" y="0"/>
                  </a:moveTo>
                  <a:lnTo>
                    <a:pt x="11062" y="0"/>
                  </a:lnTo>
                  <a:lnTo>
                    <a:pt x="39222" y="0"/>
                  </a:lnTo>
                  <a:lnTo>
                    <a:pt x="67381" y="0"/>
                  </a:lnTo>
                  <a:lnTo>
                    <a:pt x="95541" y="0"/>
                  </a:lnTo>
                  <a:lnTo>
                    <a:pt x="123701" y="0"/>
                  </a:lnTo>
                  <a:lnTo>
                    <a:pt x="151860" y="0"/>
                  </a:lnTo>
                  <a:lnTo>
                    <a:pt x="180020" y="0"/>
                  </a:lnTo>
                  <a:lnTo>
                    <a:pt x="208180" y="0"/>
                  </a:lnTo>
                  <a:lnTo>
                    <a:pt x="236339" y="0"/>
                  </a:lnTo>
                  <a:lnTo>
                    <a:pt x="264499" y="0"/>
                  </a:lnTo>
                  <a:lnTo>
                    <a:pt x="292659" y="0"/>
                  </a:lnTo>
                  <a:lnTo>
                    <a:pt x="320818" y="0"/>
                  </a:lnTo>
                  <a:lnTo>
                    <a:pt x="348978" y="0"/>
                  </a:lnTo>
                  <a:lnTo>
                    <a:pt x="377137" y="0"/>
                  </a:lnTo>
                  <a:lnTo>
                    <a:pt x="405297" y="0"/>
                  </a:lnTo>
                  <a:lnTo>
                    <a:pt x="433457" y="0"/>
                  </a:lnTo>
                  <a:lnTo>
                    <a:pt x="461616" y="0"/>
                  </a:lnTo>
                  <a:lnTo>
                    <a:pt x="489776" y="0"/>
                  </a:lnTo>
                  <a:lnTo>
                    <a:pt x="517936" y="0"/>
                  </a:lnTo>
                  <a:lnTo>
                    <a:pt x="546095" y="0"/>
                  </a:lnTo>
                  <a:lnTo>
                    <a:pt x="574255" y="0"/>
                  </a:lnTo>
                  <a:lnTo>
                    <a:pt x="602415" y="0"/>
                  </a:lnTo>
                  <a:lnTo>
                    <a:pt x="630574" y="0"/>
                  </a:lnTo>
                  <a:lnTo>
                    <a:pt x="658734" y="0"/>
                  </a:lnTo>
                  <a:lnTo>
                    <a:pt x="686893" y="0"/>
                  </a:lnTo>
                  <a:lnTo>
                    <a:pt x="715053" y="0"/>
                  </a:lnTo>
                  <a:lnTo>
                    <a:pt x="743213" y="0"/>
                  </a:lnTo>
                  <a:lnTo>
                    <a:pt x="771372" y="0"/>
                  </a:lnTo>
                  <a:lnTo>
                    <a:pt x="799532" y="0"/>
                  </a:lnTo>
                  <a:lnTo>
                    <a:pt x="827692" y="0"/>
                  </a:lnTo>
                  <a:lnTo>
                    <a:pt x="855851" y="0"/>
                  </a:lnTo>
                  <a:lnTo>
                    <a:pt x="884011" y="0"/>
                  </a:lnTo>
                  <a:lnTo>
                    <a:pt x="912170" y="0"/>
                  </a:lnTo>
                  <a:lnTo>
                    <a:pt x="940330" y="0"/>
                  </a:lnTo>
                  <a:lnTo>
                    <a:pt x="968490" y="0"/>
                  </a:lnTo>
                  <a:lnTo>
                    <a:pt x="996649" y="0"/>
                  </a:lnTo>
                  <a:lnTo>
                    <a:pt x="1024809" y="0"/>
                  </a:lnTo>
                  <a:lnTo>
                    <a:pt x="1052969" y="0"/>
                  </a:lnTo>
                  <a:lnTo>
                    <a:pt x="1081128" y="0"/>
                  </a:lnTo>
                  <a:lnTo>
                    <a:pt x="1109288" y="0"/>
                  </a:lnTo>
                  <a:lnTo>
                    <a:pt x="1137448" y="0"/>
                  </a:lnTo>
                  <a:lnTo>
                    <a:pt x="1165607" y="0"/>
                  </a:lnTo>
                  <a:lnTo>
                    <a:pt x="1193767" y="0"/>
                  </a:lnTo>
                  <a:lnTo>
                    <a:pt x="1221926" y="0"/>
                  </a:lnTo>
                  <a:lnTo>
                    <a:pt x="1250086" y="0"/>
                  </a:lnTo>
                  <a:lnTo>
                    <a:pt x="1278246" y="0"/>
                  </a:lnTo>
                  <a:lnTo>
                    <a:pt x="1306405" y="0"/>
                  </a:lnTo>
                  <a:lnTo>
                    <a:pt x="1334565" y="0"/>
                  </a:lnTo>
                  <a:lnTo>
                    <a:pt x="1362725" y="0"/>
                  </a:lnTo>
                  <a:lnTo>
                    <a:pt x="1390884" y="0"/>
                  </a:lnTo>
                  <a:lnTo>
                    <a:pt x="1419044" y="0"/>
                  </a:lnTo>
                  <a:lnTo>
                    <a:pt x="1447204" y="0"/>
                  </a:lnTo>
                  <a:lnTo>
                    <a:pt x="1475363" y="0"/>
                  </a:lnTo>
                  <a:lnTo>
                    <a:pt x="1503523" y="0"/>
                  </a:lnTo>
                  <a:lnTo>
                    <a:pt x="1531682" y="0"/>
                  </a:lnTo>
                  <a:lnTo>
                    <a:pt x="1559842" y="0"/>
                  </a:lnTo>
                  <a:lnTo>
                    <a:pt x="1588002" y="0"/>
                  </a:lnTo>
                  <a:lnTo>
                    <a:pt x="1616161" y="0"/>
                  </a:lnTo>
                  <a:lnTo>
                    <a:pt x="1644321" y="0"/>
                  </a:lnTo>
                  <a:lnTo>
                    <a:pt x="1672481" y="0"/>
                  </a:lnTo>
                  <a:lnTo>
                    <a:pt x="1700640" y="0"/>
                  </a:lnTo>
                  <a:lnTo>
                    <a:pt x="1728800" y="0"/>
                  </a:lnTo>
                  <a:lnTo>
                    <a:pt x="1756960" y="0"/>
                  </a:lnTo>
                  <a:lnTo>
                    <a:pt x="1785119" y="0"/>
                  </a:lnTo>
                  <a:lnTo>
                    <a:pt x="1813279" y="0"/>
                  </a:lnTo>
                  <a:lnTo>
                    <a:pt x="1841438" y="0"/>
                  </a:lnTo>
                  <a:lnTo>
                    <a:pt x="1869598" y="0"/>
                  </a:lnTo>
                  <a:lnTo>
                    <a:pt x="1897758" y="0"/>
                  </a:lnTo>
                  <a:lnTo>
                    <a:pt x="1925917" y="0"/>
                  </a:lnTo>
                  <a:lnTo>
                    <a:pt x="1954077" y="0"/>
                  </a:lnTo>
                  <a:lnTo>
                    <a:pt x="1982237" y="0"/>
                  </a:lnTo>
                  <a:lnTo>
                    <a:pt x="2010396" y="0"/>
                  </a:lnTo>
                  <a:lnTo>
                    <a:pt x="2038556" y="0"/>
                  </a:lnTo>
                  <a:lnTo>
                    <a:pt x="2066715" y="0"/>
                  </a:lnTo>
                  <a:lnTo>
                    <a:pt x="2094875" y="0"/>
                  </a:lnTo>
                  <a:lnTo>
                    <a:pt x="2123035" y="0"/>
                  </a:lnTo>
                  <a:lnTo>
                    <a:pt x="2151194" y="0"/>
                  </a:lnTo>
                  <a:lnTo>
                    <a:pt x="2179354" y="0"/>
                  </a:lnTo>
                  <a:lnTo>
                    <a:pt x="2190417" y="0"/>
                  </a:lnTo>
                  <a:lnTo>
                    <a:pt x="2190417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2460358" y="3299325"/>
              <a:ext cx="2190417" cy="0"/>
            </a:xfrm>
            <a:custGeom>
              <a:avLst/>
              <a:pathLst>
                <a:path w="2190417" h="0">
                  <a:moveTo>
                    <a:pt x="0" y="0"/>
                  </a:moveTo>
                  <a:lnTo>
                    <a:pt x="11062" y="0"/>
                  </a:lnTo>
                  <a:lnTo>
                    <a:pt x="39222" y="0"/>
                  </a:lnTo>
                  <a:lnTo>
                    <a:pt x="67381" y="0"/>
                  </a:lnTo>
                  <a:lnTo>
                    <a:pt x="95541" y="0"/>
                  </a:lnTo>
                  <a:lnTo>
                    <a:pt x="123701" y="0"/>
                  </a:lnTo>
                  <a:lnTo>
                    <a:pt x="151860" y="0"/>
                  </a:lnTo>
                  <a:lnTo>
                    <a:pt x="180020" y="0"/>
                  </a:lnTo>
                  <a:lnTo>
                    <a:pt x="208180" y="0"/>
                  </a:lnTo>
                  <a:lnTo>
                    <a:pt x="236339" y="0"/>
                  </a:lnTo>
                  <a:lnTo>
                    <a:pt x="264499" y="0"/>
                  </a:lnTo>
                  <a:lnTo>
                    <a:pt x="292659" y="0"/>
                  </a:lnTo>
                  <a:lnTo>
                    <a:pt x="320818" y="0"/>
                  </a:lnTo>
                  <a:lnTo>
                    <a:pt x="348978" y="0"/>
                  </a:lnTo>
                  <a:lnTo>
                    <a:pt x="377137" y="0"/>
                  </a:lnTo>
                  <a:lnTo>
                    <a:pt x="405297" y="0"/>
                  </a:lnTo>
                  <a:lnTo>
                    <a:pt x="433457" y="0"/>
                  </a:lnTo>
                  <a:lnTo>
                    <a:pt x="461616" y="0"/>
                  </a:lnTo>
                  <a:lnTo>
                    <a:pt x="489776" y="0"/>
                  </a:lnTo>
                  <a:lnTo>
                    <a:pt x="517936" y="0"/>
                  </a:lnTo>
                  <a:lnTo>
                    <a:pt x="546095" y="0"/>
                  </a:lnTo>
                  <a:lnTo>
                    <a:pt x="574255" y="0"/>
                  </a:lnTo>
                  <a:lnTo>
                    <a:pt x="602415" y="0"/>
                  </a:lnTo>
                  <a:lnTo>
                    <a:pt x="630574" y="0"/>
                  </a:lnTo>
                  <a:lnTo>
                    <a:pt x="658734" y="0"/>
                  </a:lnTo>
                  <a:lnTo>
                    <a:pt x="686893" y="0"/>
                  </a:lnTo>
                  <a:lnTo>
                    <a:pt x="715053" y="0"/>
                  </a:lnTo>
                  <a:lnTo>
                    <a:pt x="743213" y="0"/>
                  </a:lnTo>
                  <a:lnTo>
                    <a:pt x="771372" y="0"/>
                  </a:lnTo>
                  <a:lnTo>
                    <a:pt x="799532" y="0"/>
                  </a:lnTo>
                  <a:lnTo>
                    <a:pt x="827692" y="0"/>
                  </a:lnTo>
                  <a:lnTo>
                    <a:pt x="855851" y="0"/>
                  </a:lnTo>
                  <a:lnTo>
                    <a:pt x="884011" y="0"/>
                  </a:lnTo>
                  <a:lnTo>
                    <a:pt x="912170" y="0"/>
                  </a:lnTo>
                  <a:lnTo>
                    <a:pt x="940330" y="0"/>
                  </a:lnTo>
                  <a:lnTo>
                    <a:pt x="968490" y="0"/>
                  </a:lnTo>
                  <a:lnTo>
                    <a:pt x="996649" y="0"/>
                  </a:lnTo>
                  <a:lnTo>
                    <a:pt x="1024809" y="0"/>
                  </a:lnTo>
                  <a:lnTo>
                    <a:pt x="1052969" y="0"/>
                  </a:lnTo>
                  <a:lnTo>
                    <a:pt x="1081128" y="0"/>
                  </a:lnTo>
                  <a:lnTo>
                    <a:pt x="1109288" y="0"/>
                  </a:lnTo>
                  <a:lnTo>
                    <a:pt x="1137448" y="0"/>
                  </a:lnTo>
                  <a:lnTo>
                    <a:pt x="1165607" y="0"/>
                  </a:lnTo>
                  <a:lnTo>
                    <a:pt x="1193767" y="0"/>
                  </a:lnTo>
                  <a:lnTo>
                    <a:pt x="1221926" y="0"/>
                  </a:lnTo>
                  <a:lnTo>
                    <a:pt x="1250086" y="0"/>
                  </a:lnTo>
                  <a:lnTo>
                    <a:pt x="1278246" y="0"/>
                  </a:lnTo>
                  <a:lnTo>
                    <a:pt x="1306405" y="0"/>
                  </a:lnTo>
                  <a:lnTo>
                    <a:pt x="1334565" y="0"/>
                  </a:lnTo>
                  <a:lnTo>
                    <a:pt x="1362725" y="0"/>
                  </a:lnTo>
                  <a:lnTo>
                    <a:pt x="1390884" y="0"/>
                  </a:lnTo>
                  <a:lnTo>
                    <a:pt x="1419044" y="0"/>
                  </a:lnTo>
                  <a:lnTo>
                    <a:pt x="1447204" y="0"/>
                  </a:lnTo>
                  <a:lnTo>
                    <a:pt x="1475363" y="0"/>
                  </a:lnTo>
                  <a:lnTo>
                    <a:pt x="1503523" y="0"/>
                  </a:lnTo>
                  <a:lnTo>
                    <a:pt x="1531682" y="0"/>
                  </a:lnTo>
                  <a:lnTo>
                    <a:pt x="1559842" y="0"/>
                  </a:lnTo>
                  <a:lnTo>
                    <a:pt x="1588002" y="0"/>
                  </a:lnTo>
                  <a:lnTo>
                    <a:pt x="1616161" y="0"/>
                  </a:lnTo>
                  <a:lnTo>
                    <a:pt x="1644321" y="0"/>
                  </a:lnTo>
                  <a:lnTo>
                    <a:pt x="1672481" y="0"/>
                  </a:lnTo>
                  <a:lnTo>
                    <a:pt x="1700640" y="0"/>
                  </a:lnTo>
                  <a:lnTo>
                    <a:pt x="1728800" y="0"/>
                  </a:lnTo>
                  <a:lnTo>
                    <a:pt x="1756960" y="0"/>
                  </a:lnTo>
                  <a:lnTo>
                    <a:pt x="1785119" y="0"/>
                  </a:lnTo>
                  <a:lnTo>
                    <a:pt x="1813279" y="0"/>
                  </a:lnTo>
                  <a:lnTo>
                    <a:pt x="1841438" y="0"/>
                  </a:lnTo>
                  <a:lnTo>
                    <a:pt x="1869598" y="0"/>
                  </a:lnTo>
                  <a:lnTo>
                    <a:pt x="1897758" y="0"/>
                  </a:lnTo>
                  <a:lnTo>
                    <a:pt x="1925917" y="0"/>
                  </a:lnTo>
                  <a:lnTo>
                    <a:pt x="1954077" y="0"/>
                  </a:lnTo>
                  <a:lnTo>
                    <a:pt x="1982237" y="0"/>
                  </a:lnTo>
                  <a:lnTo>
                    <a:pt x="2010396" y="0"/>
                  </a:lnTo>
                  <a:lnTo>
                    <a:pt x="2038556" y="0"/>
                  </a:lnTo>
                  <a:lnTo>
                    <a:pt x="2066715" y="0"/>
                  </a:lnTo>
                  <a:lnTo>
                    <a:pt x="2094875" y="0"/>
                  </a:lnTo>
                  <a:lnTo>
                    <a:pt x="2123035" y="0"/>
                  </a:lnTo>
                  <a:lnTo>
                    <a:pt x="2151194" y="0"/>
                  </a:lnTo>
                  <a:lnTo>
                    <a:pt x="2179354" y="0"/>
                  </a:lnTo>
                  <a:lnTo>
                    <a:pt x="2190417" y="0"/>
                  </a:lnTo>
                  <a:lnTo>
                    <a:pt x="2190417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2460358" y="2928714"/>
              <a:ext cx="2190417" cy="0"/>
            </a:xfrm>
            <a:custGeom>
              <a:avLst/>
              <a:pathLst>
                <a:path w="2190417" h="0">
                  <a:moveTo>
                    <a:pt x="0" y="0"/>
                  </a:moveTo>
                  <a:lnTo>
                    <a:pt x="11062" y="0"/>
                  </a:lnTo>
                  <a:lnTo>
                    <a:pt x="39222" y="0"/>
                  </a:lnTo>
                  <a:lnTo>
                    <a:pt x="67381" y="0"/>
                  </a:lnTo>
                  <a:lnTo>
                    <a:pt x="95541" y="0"/>
                  </a:lnTo>
                  <a:lnTo>
                    <a:pt x="123701" y="0"/>
                  </a:lnTo>
                  <a:lnTo>
                    <a:pt x="151860" y="0"/>
                  </a:lnTo>
                  <a:lnTo>
                    <a:pt x="180020" y="0"/>
                  </a:lnTo>
                  <a:lnTo>
                    <a:pt x="208180" y="0"/>
                  </a:lnTo>
                  <a:lnTo>
                    <a:pt x="236339" y="0"/>
                  </a:lnTo>
                  <a:lnTo>
                    <a:pt x="264499" y="0"/>
                  </a:lnTo>
                  <a:lnTo>
                    <a:pt x="292659" y="0"/>
                  </a:lnTo>
                  <a:lnTo>
                    <a:pt x="320818" y="0"/>
                  </a:lnTo>
                  <a:lnTo>
                    <a:pt x="348978" y="0"/>
                  </a:lnTo>
                  <a:lnTo>
                    <a:pt x="377137" y="0"/>
                  </a:lnTo>
                  <a:lnTo>
                    <a:pt x="405297" y="0"/>
                  </a:lnTo>
                  <a:lnTo>
                    <a:pt x="433457" y="0"/>
                  </a:lnTo>
                  <a:lnTo>
                    <a:pt x="461616" y="0"/>
                  </a:lnTo>
                  <a:lnTo>
                    <a:pt x="489776" y="0"/>
                  </a:lnTo>
                  <a:lnTo>
                    <a:pt x="517936" y="0"/>
                  </a:lnTo>
                  <a:lnTo>
                    <a:pt x="546095" y="0"/>
                  </a:lnTo>
                  <a:lnTo>
                    <a:pt x="574255" y="0"/>
                  </a:lnTo>
                  <a:lnTo>
                    <a:pt x="602415" y="0"/>
                  </a:lnTo>
                  <a:lnTo>
                    <a:pt x="630574" y="0"/>
                  </a:lnTo>
                  <a:lnTo>
                    <a:pt x="658734" y="0"/>
                  </a:lnTo>
                  <a:lnTo>
                    <a:pt x="686893" y="0"/>
                  </a:lnTo>
                  <a:lnTo>
                    <a:pt x="715053" y="0"/>
                  </a:lnTo>
                  <a:lnTo>
                    <a:pt x="743213" y="0"/>
                  </a:lnTo>
                  <a:lnTo>
                    <a:pt x="771372" y="0"/>
                  </a:lnTo>
                  <a:lnTo>
                    <a:pt x="799532" y="0"/>
                  </a:lnTo>
                  <a:lnTo>
                    <a:pt x="827692" y="0"/>
                  </a:lnTo>
                  <a:lnTo>
                    <a:pt x="855851" y="0"/>
                  </a:lnTo>
                  <a:lnTo>
                    <a:pt x="884011" y="0"/>
                  </a:lnTo>
                  <a:lnTo>
                    <a:pt x="912170" y="0"/>
                  </a:lnTo>
                  <a:lnTo>
                    <a:pt x="940330" y="0"/>
                  </a:lnTo>
                  <a:lnTo>
                    <a:pt x="968490" y="0"/>
                  </a:lnTo>
                  <a:lnTo>
                    <a:pt x="996649" y="0"/>
                  </a:lnTo>
                  <a:lnTo>
                    <a:pt x="1024809" y="0"/>
                  </a:lnTo>
                  <a:lnTo>
                    <a:pt x="1052969" y="0"/>
                  </a:lnTo>
                  <a:lnTo>
                    <a:pt x="1081128" y="0"/>
                  </a:lnTo>
                  <a:lnTo>
                    <a:pt x="1109288" y="0"/>
                  </a:lnTo>
                  <a:lnTo>
                    <a:pt x="1137448" y="0"/>
                  </a:lnTo>
                  <a:lnTo>
                    <a:pt x="1165607" y="0"/>
                  </a:lnTo>
                  <a:lnTo>
                    <a:pt x="1193767" y="0"/>
                  </a:lnTo>
                  <a:lnTo>
                    <a:pt x="1221926" y="0"/>
                  </a:lnTo>
                  <a:lnTo>
                    <a:pt x="1250086" y="0"/>
                  </a:lnTo>
                  <a:lnTo>
                    <a:pt x="1278246" y="0"/>
                  </a:lnTo>
                  <a:lnTo>
                    <a:pt x="1306405" y="0"/>
                  </a:lnTo>
                  <a:lnTo>
                    <a:pt x="1334565" y="0"/>
                  </a:lnTo>
                  <a:lnTo>
                    <a:pt x="1362725" y="0"/>
                  </a:lnTo>
                  <a:lnTo>
                    <a:pt x="1390884" y="0"/>
                  </a:lnTo>
                  <a:lnTo>
                    <a:pt x="1419044" y="0"/>
                  </a:lnTo>
                  <a:lnTo>
                    <a:pt x="1447204" y="0"/>
                  </a:lnTo>
                  <a:lnTo>
                    <a:pt x="1475363" y="0"/>
                  </a:lnTo>
                  <a:lnTo>
                    <a:pt x="1503523" y="0"/>
                  </a:lnTo>
                  <a:lnTo>
                    <a:pt x="1531682" y="0"/>
                  </a:lnTo>
                  <a:lnTo>
                    <a:pt x="1559842" y="0"/>
                  </a:lnTo>
                  <a:lnTo>
                    <a:pt x="1588002" y="0"/>
                  </a:lnTo>
                  <a:lnTo>
                    <a:pt x="1616161" y="0"/>
                  </a:lnTo>
                  <a:lnTo>
                    <a:pt x="1644321" y="0"/>
                  </a:lnTo>
                  <a:lnTo>
                    <a:pt x="1672481" y="0"/>
                  </a:lnTo>
                  <a:lnTo>
                    <a:pt x="1700640" y="0"/>
                  </a:lnTo>
                  <a:lnTo>
                    <a:pt x="1728800" y="0"/>
                  </a:lnTo>
                  <a:lnTo>
                    <a:pt x="1756960" y="0"/>
                  </a:lnTo>
                  <a:lnTo>
                    <a:pt x="1785119" y="0"/>
                  </a:lnTo>
                  <a:lnTo>
                    <a:pt x="1813279" y="0"/>
                  </a:lnTo>
                  <a:lnTo>
                    <a:pt x="1841438" y="0"/>
                  </a:lnTo>
                  <a:lnTo>
                    <a:pt x="1869598" y="0"/>
                  </a:lnTo>
                  <a:lnTo>
                    <a:pt x="1897758" y="0"/>
                  </a:lnTo>
                  <a:lnTo>
                    <a:pt x="1925917" y="0"/>
                  </a:lnTo>
                  <a:lnTo>
                    <a:pt x="1954077" y="0"/>
                  </a:lnTo>
                  <a:lnTo>
                    <a:pt x="1982237" y="0"/>
                  </a:lnTo>
                  <a:lnTo>
                    <a:pt x="2010396" y="0"/>
                  </a:lnTo>
                  <a:lnTo>
                    <a:pt x="2038556" y="0"/>
                  </a:lnTo>
                  <a:lnTo>
                    <a:pt x="2066715" y="0"/>
                  </a:lnTo>
                  <a:lnTo>
                    <a:pt x="2094875" y="0"/>
                  </a:lnTo>
                  <a:lnTo>
                    <a:pt x="2123035" y="0"/>
                  </a:lnTo>
                  <a:lnTo>
                    <a:pt x="2151194" y="0"/>
                  </a:lnTo>
                  <a:lnTo>
                    <a:pt x="2179354" y="0"/>
                  </a:lnTo>
                  <a:lnTo>
                    <a:pt x="2190417" y="0"/>
                  </a:lnTo>
                  <a:lnTo>
                    <a:pt x="2190417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2460358" y="2558104"/>
              <a:ext cx="2190417" cy="0"/>
            </a:xfrm>
            <a:custGeom>
              <a:avLst/>
              <a:pathLst>
                <a:path w="2190417" h="0">
                  <a:moveTo>
                    <a:pt x="0" y="0"/>
                  </a:moveTo>
                  <a:lnTo>
                    <a:pt x="11062" y="0"/>
                  </a:lnTo>
                  <a:lnTo>
                    <a:pt x="39222" y="0"/>
                  </a:lnTo>
                  <a:lnTo>
                    <a:pt x="67381" y="0"/>
                  </a:lnTo>
                  <a:lnTo>
                    <a:pt x="95541" y="0"/>
                  </a:lnTo>
                  <a:lnTo>
                    <a:pt x="123701" y="0"/>
                  </a:lnTo>
                  <a:lnTo>
                    <a:pt x="151860" y="0"/>
                  </a:lnTo>
                  <a:lnTo>
                    <a:pt x="180020" y="0"/>
                  </a:lnTo>
                  <a:lnTo>
                    <a:pt x="208180" y="0"/>
                  </a:lnTo>
                  <a:lnTo>
                    <a:pt x="236339" y="0"/>
                  </a:lnTo>
                  <a:lnTo>
                    <a:pt x="264499" y="0"/>
                  </a:lnTo>
                  <a:lnTo>
                    <a:pt x="292659" y="0"/>
                  </a:lnTo>
                  <a:lnTo>
                    <a:pt x="320818" y="0"/>
                  </a:lnTo>
                  <a:lnTo>
                    <a:pt x="348978" y="0"/>
                  </a:lnTo>
                  <a:lnTo>
                    <a:pt x="377137" y="0"/>
                  </a:lnTo>
                  <a:lnTo>
                    <a:pt x="405297" y="0"/>
                  </a:lnTo>
                  <a:lnTo>
                    <a:pt x="433457" y="0"/>
                  </a:lnTo>
                  <a:lnTo>
                    <a:pt x="461616" y="0"/>
                  </a:lnTo>
                  <a:lnTo>
                    <a:pt x="489776" y="0"/>
                  </a:lnTo>
                  <a:lnTo>
                    <a:pt x="517936" y="0"/>
                  </a:lnTo>
                  <a:lnTo>
                    <a:pt x="546095" y="0"/>
                  </a:lnTo>
                  <a:lnTo>
                    <a:pt x="574255" y="0"/>
                  </a:lnTo>
                  <a:lnTo>
                    <a:pt x="602415" y="0"/>
                  </a:lnTo>
                  <a:lnTo>
                    <a:pt x="630574" y="0"/>
                  </a:lnTo>
                  <a:lnTo>
                    <a:pt x="658734" y="0"/>
                  </a:lnTo>
                  <a:lnTo>
                    <a:pt x="686893" y="0"/>
                  </a:lnTo>
                  <a:lnTo>
                    <a:pt x="715053" y="0"/>
                  </a:lnTo>
                  <a:lnTo>
                    <a:pt x="743213" y="0"/>
                  </a:lnTo>
                  <a:lnTo>
                    <a:pt x="771372" y="0"/>
                  </a:lnTo>
                  <a:lnTo>
                    <a:pt x="799532" y="0"/>
                  </a:lnTo>
                  <a:lnTo>
                    <a:pt x="827692" y="0"/>
                  </a:lnTo>
                  <a:lnTo>
                    <a:pt x="855851" y="0"/>
                  </a:lnTo>
                  <a:lnTo>
                    <a:pt x="884011" y="0"/>
                  </a:lnTo>
                  <a:lnTo>
                    <a:pt x="912170" y="0"/>
                  </a:lnTo>
                  <a:lnTo>
                    <a:pt x="940330" y="0"/>
                  </a:lnTo>
                  <a:lnTo>
                    <a:pt x="968490" y="0"/>
                  </a:lnTo>
                  <a:lnTo>
                    <a:pt x="996649" y="0"/>
                  </a:lnTo>
                  <a:lnTo>
                    <a:pt x="1024809" y="0"/>
                  </a:lnTo>
                  <a:lnTo>
                    <a:pt x="1052969" y="0"/>
                  </a:lnTo>
                  <a:lnTo>
                    <a:pt x="1081128" y="0"/>
                  </a:lnTo>
                  <a:lnTo>
                    <a:pt x="1109288" y="0"/>
                  </a:lnTo>
                  <a:lnTo>
                    <a:pt x="1137448" y="0"/>
                  </a:lnTo>
                  <a:lnTo>
                    <a:pt x="1165607" y="0"/>
                  </a:lnTo>
                  <a:lnTo>
                    <a:pt x="1193767" y="0"/>
                  </a:lnTo>
                  <a:lnTo>
                    <a:pt x="1221926" y="0"/>
                  </a:lnTo>
                  <a:lnTo>
                    <a:pt x="1250086" y="0"/>
                  </a:lnTo>
                  <a:lnTo>
                    <a:pt x="1278246" y="0"/>
                  </a:lnTo>
                  <a:lnTo>
                    <a:pt x="1306405" y="0"/>
                  </a:lnTo>
                  <a:lnTo>
                    <a:pt x="1334565" y="0"/>
                  </a:lnTo>
                  <a:lnTo>
                    <a:pt x="1362725" y="0"/>
                  </a:lnTo>
                  <a:lnTo>
                    <a:pt x="1390884" y="0"/>
                  </a:lnTo>
                  <a:lnTo>
                    <a:pt x="1419044" y="0"/>
                  </a:lnTo>
                  <a:lnTo>
                    <a:pt x="1447204" y="0"/>
                  </a:lnTo>
                  <a:lnTo>
                    <a:pt x="1475363" y="0"/>
                  </a:lnTo>
                  <a:lnTo>
                    <a:pt x="1503523" y="0"/>
                  </a:lnTo>
                  <a:lnTo>
                    <a:pt x="1531682" y="0"/>
                  </a:lnTo>
                  <a:lnTo>
                    <a:pt x="1559842" y="0"/>
                  </a:lnTo>
                  <a:lnTo>
                    <a:pt x="1588002" y="0"/>
                  </a:lnTo>
                  <a:lnTo>
                    <a:pt x="1616161" y="0"/>
                  </a:lnTo>
                  <a:lnTo>
                    <a:pt x="1644321" y="0"/>
                  </a:lnTo>
                  <a:lnTo>
                    <a:pt x="1672481" y="0"/>
                  </a:lnTo>
                  <a:lnTo>
                    <a:pt x="1700640" y="0"/>
                  </a:lnTo>
                  <a:lnTo>
                    <a:pt x="1728800" y="0"/>
                  </a:lnTo>
                  <a:lnTo>
                    <a:pt x="1756960" y="0"/>
                  </a:lnTo>
                  <a:lnTo>
                    <a:pt x="1785119" y="0"/>
                  </a:lnTo>
                  <a:lnTo>
                    <a:pt x="1813279" y="0"/>
                  </a:lnTo>
                  <a:lnTo>
                    <a:pt x="1841438" y="0"/>
                  </a:lnTo>
                  <a:lnTo>
                    <a:pt x="1869598" y="0"/>
                  </a:lnTo>
                  <a:lnTo>
                    <a:pt x="1897758" y="0"/>
                  </a:lnTo>
                  <a:lnTo>
                    <a:pt x="1925917" y="0"/>
                  </a:lnTo>
                  <a:lnTo>
                    <a:pt x="1954077" y="0"/>
                  </a:lnTo>
                  <a:lnTo>
                    <a:pt x="1982237" y="0"/>
                  </a:lnTo>
                  <a:lnTo>
                    <a:pt x="2010396" y="0"/>
                  </a:lnTo>
                  <a:lnTo>
                    <a:pt x="2038556" y="0"/>
                  </a:lnTo>
                  <a:lnTo>
                    <a:pt x="2066715" y="0"/>
                  </a:lnTo>
                  <a:lnTo>
                    <a:pt x="2094875" y="0"/>
                  </a:lnTo>
                  <a:lnTo>
                    <a:pt x="2123035" y="0"/>
                  </a:lnTo>
                  <a:lnTo>
                    <a:pt x="2151194" y="0"/>
                  </a:lnTo>
                  <a:lnTo>
                    <a:pt x="2179354" y="0"/>
                  </a:lnTo>
                  <a:lnTo>
                    <a:pt x="2190417" y="0"/>
                  </a:lnTo>
                  <a:lnTo>
                    <a:pt x="2190417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460358" y="2187494"/>
              <a:ext cx="2190417" cy="0"/>
            </a:xfrm>
            <a:custGeom>
              <a:avLst/>
              <a:pathLst>
                <a:path w="2190417" h="0">
                  <a:moveTo>
                    <a:pt x="0" y="0"/>
                  </a:moveTo>
                  <a:lnTo>
                    <a:pt x="11062" y="0"/>
                  </a:lnTo>
                  <a:lnTo>
                    <a:pt x="39222" y="0"/>
                  </a:lnTo>
                  <a:lnTo>
                    <a:pt x="67381" y="0"/>
                  </a:lnTo>
                  <a:lnTo>
                    <a:pt x="95541" y="0"/>
                  </a:lnTo>
                  <a:lnTo>
                    <a:pt x="123701" y="0"/>
                  </a:lnTo>
                  <a:lnTo>
                    <a:pt x="151860" y="0"/>
                  </a:lnTo>
                  <a:lnTo>
                    <a:pt x="180020" y="0"/>
                  </a:lnTo>
                  <a:lnTo>
                    <a:pt x="208180" y="0"/>
                  </a:lnTo>
                  <a:lnTo>
                    <a:pt x="236339" y="0"/>
                  </a:lnTo>
                  <a:lnTo>
                    <a:pt x="264499" y="0"/>
                  </a:lnTo>
                  <a:lnTo>
                    <a:pt x="292659" y="0"/>
                  </a:lnTo>
                  <a:lnTo>
                    <a:pt x="320818" y="0"/>
                  </a:lnTo>
                  <a:lnTo>
                    <a:pt x="348978" y="0"/>
                  </a:lnTo>
                  <a:lnTo>
                    <a:pt x="377137" y="0"/>
                  </a:lnTo>
                  <a:lnTo>
                    <a:pt x="405297" y="0"/>
                  </a:lnTo>
                  <a:lnTo>
                    <a:pt x="433457" y="0"/>
                  </a:lnTo>
                  <a:lnTo>
                    <a:pt x="461616" y="0"/>
                  </a:lnTo>
                  <a:lnTo>
                    <a:pt x="489776" y="0"/>
                  </a:lnTo>
                  <a:lnTo>
                    <a:pt x="517936" y="0"/>
                  </a:lnTo>
                  <a:lnTo>
                    <a:pt x="546095" y="0"/>
                  </a:lnTo>
                  <a:lnTo>
                    <a:pt x="574255" y="0"/>
                  </a:lnTo>
                  <a:lnTo>
                    <a:pt x="602415" y="0"/>
                  </a:lnTo>
                  <a:lnTo>
                    <a:pt x="630574" y="0"/>
                  </a:lnTo>
                  <a:lnTo>
                    <a:pt x="658734" y="0"/>
                  </a:lnTo>
                  <a:lnTo>
                    <a:pt x="686893" y="0"/>
                  </a:lnTo>
                  <a:lnTo>
                    <a:pt x="715053" y="0"/>
                  </a:lnTo>
                  <a:lnTo>
                    <a:pt x="743213" y="0"/>
                  </a:lnTo>
                  <a:lnTo>
                    <a:pt x="771372" y="0"/>
                  </a:lnTo>
                  <a:lnTo>
                    <a:pt x="799532" y="0"/>
                  </a:lnTo>
                  <a:lnTo>
                    <a:pt x="827692" y="0"/>
                  </a:lnTo>
                  <a:lnTo>
                    <a:pt x="855851" y="0"/>
                  </a:lnTo>
                  <a:lnTo>
                    <a:pt x="884011" y="0"/>
                  </a:lnTo>
                  <a:lnTo>
                    <a:pt x="912170" y="0"/>
                  </a:lnTo>
                  <a:lnTo>
                    <a:pt x="940330" y="0"/>
                  </a:lnTo>
                  <a:lnTo>
                    <a:pt x="968490" y="0"/>
                  </a:lnTo>
                  <a:lnTo>
                    <a:pt x="996649" y="0"/>
                  </a:lnTo>
                  <a:lnTo>
                    <a:pt x="1024809" y="0"/>
                  </a:lnTo>
                  <a:lnTo>
                    <a:pt x="1052969" y="0"/>
                  </a:lnTo>
                  <a:lnTo>
                    <a:pt x="1081128" y="0"/>
                  </a:lnTo>
                  <a:lnTo>
                    <a:pt x="1109288" y="0"/>
                  </a:lnTo>
                  <a:lnTo>
                    <a:pt x="1137448" y="0"/>
                  </a:lnTo>
                  <a:lnTo>
                    <a:pt x="1165607" y="0"/>
                  </a:lnTo>
                  <a:lnTo>
                    <a:pt x="1193767" y="0"/>
                  </a:lnTo>
                  <a:lnTo>
                    <a:pt x="1221926" y="0"/>
                  </a:lnTo>
                  <a:lnTo>
                    <a:pt x="1250086" y="0"/>
                  </a:lnTo>
                  <a:lnTo>
                    <a:pt x="1278246" y="0"/>
                  </a:lnTo>
                  <a:lnTo>
                    <a:pt x="1306405" y="0"/>
                  </a:lnTo>
                  <a:lnTo>
                    <a:pt x="1334565" y="0"/>
                  </a:lnTo>
                  <a:lnTo>
                    <a:pt x="1362725" y="0"/>
                  </a:lnTo>
                  <a:lnTo>
                    <a:pt x="1390884" y="0"/>
                  </a:lnTo>
                  <a:lnTo>
                    <a:pt x="1419044" y="0"/>
                  </a:lnTo>
                  <a:lnTo>
                    <a:pt x="1447204" y="0"/>
                  </a:lnTo>
                  <a:lnTo>
                    <a:pt x="1475363" y="0"/>
                  </a:lnTo>
                  <a:lnTo>
                    <a:pt x="1503523" y="0"/>
                  </a:lnTo>
                  <a:lnTo>
                    <a:pt x="1531682" y="0"/>
                  </a:lnTo>
                  <a:lnTo>
                    <a:pt x="1559842" y="0"/>
                  </a:lnTo>
                  <a:lnTo>
                    <a:pt x="1588002" y="0"/>
                  </a:lnTo>
                  <a:lnTo>
                    <a:pt x="1616161" y="0"/>
                  </a:lnTo>
                  <a:lnTo>
                    <a:pt x="1644321" y="0"/>
                  </a:lnTo>
                  <a:lnTo>
                    <a:pt x="1672481" y="0"/>
                  </a:lnTo>
                  <a:lnTo>
                    <a:pt x="1700640" y="0"/>
                  </a:lnTo>
                  <a:lnTo>
                    <a:pt x="1728800" y="0"/>
                  </a:lnTo>
                  <a:lnTo>
                    <a:pt x="1756960" y="0"/>
                  </a:lnTo>
                  <a:lnTo>
                    <a:pt x="1785119" y="0"/>
                  </a:lnTo>
                  <a:lnTo>
                    <a:pt x="1813279" y="0"/>
                  </a:lnTo>
                  <a:lnTo>
                    <a:pt x="1841438" y="0"/>
                  </a:lnTo>
                  <a:lnTo>
                    <a:pt x="1869598" y="0"/>
                  </a:lnTo>
                  <a:lnTo>
                    <a:pt x="1897758" y="0"/>
                  </a:lnTo>
                  <a:lnTo>
                    <a:pt x="1925917" y="0"/>
                  </a:lnTo>
                  <a:lnTo>
                    <a:pt x="1954077" y="0"/>
                  </a:lnTo>
                  <a:lnTo>
                    <a:pt x="1982237" y="0"/>
                  </a:lnTo>
                  <a:lnTo>
                    <a:pt x="2010396" y="0"/>
                  </a:lnTo>
                  <a:lnTo>
                    <a:pt x="2038556" y="0"/>
                  </a:lnTo>
                  <a:lnTo>
                    <a:pt x="2066715" y="0"/>
                  </a:lnTo>
                  <a:lnTo>
                    <a:pt x="2094875" y="0"/>
                  </a:lnTo>
                  <a:lnTo>
                    <a:pt x="2123035" y="0"/>
                  </a:lnTo>
                  <a:lnTo>
                    <a:pt x="2151194" y="0"/>
                  </a:lnTo>
                  <a:lnTo>
                    <a:pt x="2179354" y="0"/>
                  </a:lnTo>
                  <a:lnTo>
                    <a:pt x="2190417" y="0"/>
                  </a:lnTo>
                  <a:lnTo>
                    <a:pt x="2190417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2460358" y="1816883"/>
              <a:ext cx="2190417" cy="0"/>
            </a:xfrm>
            <a:custGeom>
              <a:avLst/>
              <a:pathLst>
                <a:path w="2190417" h="0">
                  <a:moveTo>
                    <a:pt x="0" y="0"/>
                  </a:moveTo>
                  <a:lnTo>
                    <a:pt x="11062" y="0"/>
                  </a:lnTo>
                  <a:lnTo>
                    <a:pt x="39222" y="0"/>
                  </a:lnTo>
                  <a:lnTo>
                    <a:pt x="67381" y="0"/>
                  </a:lnTo>
                  <a:lnTo>
                    <a:pt x="95541" y="0"/>
                  </a:lnTo>
                  <a:lnTo>
                    <a:pt x="123701" y="0"/>
                  </a:lnTo>
                  <a:lnTo>
                    <a:pt x="151860" y="0"/>
                  </a:lnTo>
                  <a:lnTo>
                    <a:pt x="180020" y="0"/>
                  </a:lnTo>
                  <a:lnTo>
                    <a:pt x="208180" y="0"/>
                  </a:lnTo>
                  <a:lnTo>
                    <a:pt x="236339" y="0"/>
                  </a:lnTo>
                  <a:lnTo>
                    <a:pt x="264499" y="0"/>
                  </a:lnTo>
                  <a:lnTo>
                    <a:pt x="292659" y="0"/>
                  </a:lnTo>
                  <a:lnTo>
                    <a:pt x="320818" y="0"/>
                  </a:lnTo>
                  <a:lnTo>
                    <a:pt x="348978" y="0"/>
                  </a:lnTo>
                  <a:lnTo>
                    <a:pt x="377137" y="0"/>
                  </a:lnTo>
                  <a:lnTo>
                    <a:pt x="405297" y="0"/>
                  </a:lnTo>
                  <a:lnTo>
                    <a:pt x="433457" y="0"/>
                  </a:lnTo>
                  <a:lnTo>
                    <a:pt x="461616" y="0"/>
                  </a:lnTo>
                  <a:lnTo>
                    <a:pt x="489776" y="0"/>
                  </a:lnTo>
                  <a:lnTo>
                    <a:pt x="517936" y="0"/>
                  </a:lnTo>
                  <a:lnTo>
                    <a:pt x="546095" y="0"/>
                  </a:lnTo>
                  <a:lnTo>
                    <a:pt x="574255" y="0"/>
                  </a:lnTo>
                  <a:lnTo>
                    <a:pt x="602415" y="0"/>
                  </a:lnTo>
                  <a:lnTo>
                    <a:pt x="630574" y="0"/>
                  </a:lnTo>
                  <a:lnTo>
                    <a:pt x="658734" y="0"/>
                  </a:lnTo>
                  <a:lnTo>
                    <a:pt x="686893" y="0"/>
                  </a:lnTo>
                  <a:lnTo>
                    <a:pt x="715053" y="0"/>
                  </a:lnTo>
                  <a:lnTo>
                    <a:pt x="743213" y="0"/>
                  </a:lnTo>
                  <a:lnTo>
                    <a:pt x="771372" y="0"/>
                  </a:lnTo>
                  <a:lnTo>
                    <a:pt x="799532" y="0"/>
                  </a:lnTo>
                  <a:lnTo>
                    <a:pt x="827692" y="0"/>
                  </a:lnTo>
                  <a:lnTo>
                    <a:pt x="855851" y="0"/>
                  </a:lnTo>
                  <a:lnTo>
                    <a:pt x="884011" y="0"/>
                  </a:lnTo>
                  <a:lnTo>
                    <a:pt x="912170" y="0"/>
                  </a:lnTo>
                  <a:lnTo>
                    <a:pt x="940330" y="0"/>
                  </a:lnTo>
                  <a:lnTo>
                    <a:pt x="968490" y="0"/>
                  </a:lnTo>
                  <a:lnTo>
                    <a:pt x="996649" y="0"/>
                  </a:lnTo>
                  <a:lnTo>
                    <a:pt x="1024809" y="0"/>
                  </a:lnTo>
                  <a:lnTo>
                    <a:pt x="1052969" y="0"/>
                  </a:lnTo>
                  <a:lnTo>
                    <a:pt x="1081128" y="0"/>
                  </a:lnTo>
                  <a:lnTo>
                    <a:pt x="1109288" y="0"/>
                  </a:lnTo>
                  <a:lnTo>
                    <a:pt x="1137448" y="0"/>
                  </a:lnTo>
                  <a:lnTo>
                    <a:pt x="1165607" y="0"/>
                  </a:lnTo>
                  <a:lnTo>
                    <a:pt x="1193767" y="0"/>
                  </a:lnTo>
                  <a:lnTo>
                    <a:pt x="1221926" y="0"/>
                  </a:lnTo>
                  <a:lnTo>
                    <a:pt x="1250086" y="0"/>
                  </a:lnTo>
                  <a:lnTo>
                    <a:pt x="1278246" y="0"/>
                  </a:lnTo>
                  <a:lnTo>
                    <a:pt x="1306405" y="0"/>
                  </a:lnTo>
                  <a:lnTo>
                    <a:pt x="1334565" y="0"/>
                  </a:lnTo>
                  <a:lnTo>
                    <a:pt x="1362725" y="0"/>
                  </a:lnTo>
                  <a:lnTo>
                    <a:pt x="1390884" y="0"/>
                  </a:lnTo>
                  <a:lnTo>
                    <a:pt x="1419044" y="0"/>
                  </a:lnTo>
                  <a:lnTo>
                    <a:pt x="1447204" y="0"/>
                  </a:lnTo>
                  <a:lnTo>
                    <a:pt x="1475363" y="0"/>
                  </a:lnTo>
                  <a:lnTo>
                    <a:pt x="1503523" y="0"/>
                  </a:lnTo>
                  <a:lnTo>
                    <a:pt x="1531682" y="0"/>
                  </a:lnTo>
                  <a:lnTo>
                    <a:pt x="1559842" y="0"/>
                  </a:lnTo>
                  <a:lnTo>
                    <a:pt x="1588002" y="0"/>
                  </a:lnTo>
                  <a:lnTo>
                    <a:pt x="1616161" y="0"/>
                  </a:lnTo>
                  <a:lnTo>
                    <a:pt x="1644321" y="0"/>
                  </a:lnTo>
                  <a:lnTo>
                    <a:pt x="1672481" y="0"/>
                  </a:lnTo>
                  <a:lnTo>
                    <a:pt x="1700640" y="0"/>
                  </a:lnTo>
                  <a:lnTo>
                    <a:pt x="1728800" y="0"/>
                  </a:lnTo>
                  <a:lnTo>
                    <a:pt x="1756960" y="0"/>
                  </a:lnTo>
                  <a:lnTo>
                    <a:pt x="1785119" y="0"/>
                  </a:lnTo>
                  <a:lnTo>
                    <a:pt x="1813279" y="0"/>
                  </a:lnTo>
                  <a:lnTo>
                    <a:pt x="1841438" y="0"/>
                  </a:lnTo>
                  <a:lnTo>
                    <a:pt x="1869598" y="0"/>
                  </a:lnTo>
                  <a:lnTo>
                    <a:pt x="1897758" y="0"/>
                  </a:lnTo>
                  <a:lnTo>
                    <a:pt x="1925917" y="0"/>
                  </a:lnTo>
                  <a:lnTo>
                    <a:pt x="1954077" y="0"/>
                  </a:lnTo>
                  <a:lnTo>
                    <a:pt x="1982237" y="0"/>
                  </a:lnTo>
                  <a:lnTo>
                    <a:pt x="2010396" y="0"/>
                  </a:lnTo>
                  <a:lnTo>
                    <a:pt x="2038556" y="0"/>
                  </a:lnTo>
                  <a:lnTo>
                    <a:pt x="2066715" y="0"/>
                  </a:lnTo>
                  <a:lnTo>
                    <a:pt x="2094875" y="0"/>
                  </a:lnTo>
                  <a:lnTo>
                    <a:pt x="2123035" y="0"/>
                  </a:lnTo>
                  <a:lnTo>
                    <a:pt x="2151194" y="0"/>
                  </a:lnTo>
                  <a:lnTo>
                    <a:pt x="2179354" y="0"/>
                  </a:lnTo>
                  <a:lnTo>
                    <a:pt x="2190417" y="0"/>
                  </a:lnTo>
                  <a:lnTo>
                    <a:pt x="2190417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2460358" y="1446273"/>
              <a:ext cx="2190417" cy="0"/>
            </a:xfrm>
            <a:custGeom>
              <a:avLst/>
              <a:pathLst>
                <a:path w="2190417" h="0">
                  <a:moveTo>
                    <a:pt x="0" y="0"/>
                  </a:moveTo>
                  <a:lnTo>
                    <a:pt x="11062" y="0"/>
                  </a:lnTo>
                  <a:lnTo>
                    <a:pt x="39222" y="0"/>
                  </a:lnTo>
                  <a:lnTo>
                    <a:pt x="67381" y="0"/>
                  </a:lnTo>
                  <a:lnTo>
                    <a:pt x="95541" y="0"/>
                  </a:lnTo>
                  <a:lnTo>
                    <a:pt x="123701" y="0"/>
                  </a:lnTo>
                  <a:lnTo>
                    <a:pt x="151860" y="0"/>
                  </a:lnTo>
                  <a:lnTo>
                    <a:pt x="180020" y="0"/>
                  </a:lnTo>
                  <a:lnTo>
                    <a:pt x="208180" y="0"/>
                  </a:lnTo>
                  <a:lnTo>
                    <a:pt x="236339" y="0"/>
                  </a:lnTo>
                  <a:lnTo>
                    <a:pt x="264499" y="0"/>
                  </a:lnTo>
                  <a:lnTo>
                    <a:pt x="292659" y="0"/>
                  </a:lnTo>
                  <a:lnTo>
                    <a:pt x="320818" y="0"/>
                  </a:lnTo>
                  <a:lnTo>
                    <a:pt x="348978" y="0"/>
                  </a:lnTo>
                  <a:lnTo>
                    <a:pt x="377137" y="0"/>
                  </a:lnTo>
                  <a:lnTo>
                    <a:pt x="405297" y="0"/>
                  </a:lnTo>
                  <a:lnTo>
                    <a:pt x="433457" y="0"/>
                  </a:lnTo>
                  <a:lnTo>
                    <a:pt x="461616" y="0"/>
                  </a:lnTo>
                  <a:lnTo>
                    <a:pt x="489776" y="0"/>
                  </a:lnTo>
                  <a:lnTo>
                    <a:pt x="517936" y="0"/>
                  </a:lnTo>
                  <a:lnTo>
                    <a:pt x="546095" y="0"/>
                  </a:lnTo>
                  <a:lnTo>
                    <a:pt x="574255" y="0"/>
                  </a:lnTo>
                  <a:lnTo>
                    <a:pt x="602415" y="0"/>
                  </a:lnTo>
                  <a:lnTo>
                    <a:pt x="630574" y="0"/>
                  </a:lnTo>
                  <a:lnTo>
                    <a:pt x="658734" y="0"/>
                  </a:lnTo>
                  <a:lnTo>
                    <a:pt x="686893" y="0"/>
                  </a:lnTo>
                  <a:lnTo>
                    <a:pt x="715053" y="0"/>
                  </a:lnTo>
                  <a:lnTo>
                    <a:pt x="743213" y="0"/>
                  </a:lnTo>
                  <a:lnTo>
                    <a:pt x="771372" y="0"/>
                  </a:lnTo>
                  <a:lnTo>
                    <a:pt x="799532" y="0"/>
                  </a:lnTo>
                  <a:lnTo>
                    <a:pt x="827692" y="0"/>
                  </a:lnTo>
                  <a:lnTo>
                    <a:pt x="855851" y="0"/>
                  </a:lnTo>
                  <a:lnTo>
                    <a:pt x="884011" y="0"/>
                  </a:lnTo>
                  <a:lnTo>
                    <a:pt x="912170" y="0"/>
                  </a:lnTo>
                  <a:lnTo>
                    <a:pt x="940330" y="0"/>
                  </a:lnTo>
                  <a:lnTo>
                    <a:pt x="968490" y="0"/>
                  </a:lnTo>
                  <a:lnTo>
                    <a:pt x="996649" y="0"/>
                  </a:lnTo>
                  <a:lnTo>
                    <a:pt x="1024809" y="0"/>
                  </a:lnTo>
                  <a:lnTo>
                    <a:pt x="1052969" y="0"/>
                  </a:lnTo>
                  <a:lnTo>
                    <a:pt x="1081128" y="0"/>
                  </a:lnTo>
                  <a:lnTo>
                    <a:pt x="1109288" y="0"/>
                  </a:lnTo>
                  <a:lnTo>
                    <a:pt x="1137448" y="0"/>
                  </a:lnTo>
                  <a:lnTo>
                    <a:pt x="1165607" y="0"/>
                  </a:lnTo>
                  <a:lnTo>
                    <a:pt x="1193767" y="0"/>
                  </a:lnTo>
                  <a:lnTo>
                    <a:pt x="1221926" y="0"/>
                  </a:lnTo>
                  <a:lnTo>
                    <a:pt x="1250086" y="0"/>
                  </a:lnTo>
                  <a:lnTo>
                    <a:pt x="1278246" y="0"/>
                  </a:lnTo>
                  <a:lnTo>
                    <a:pt x="1306405" y="0"/>
                  </a:lnTo>
                  <a:lnTo>
                    <a:pt x="1334565" y="0"/>
                  </a:lnTo>
                  <a:lnTo>
                    <a:pt x="1362725" y="0"/>
                  </a:lnTo>
                  <a:lnTo>
                    <a:pt x="1390884" y="0"/>
                  </a:lnTo>
                  <a:lnTo>
                    <a:pt x="1419044" y="0"/>
                  </a:lnTo>
                  <a:lnTo>
                    <a:pt x="1447204" y="0"/>
                  </a:lnTo>
                  <a:lnTo>
                    <a:pt x="1475363" y="0"/>
                  </a:lnTo>
                  <a:lnTo>
                    <a:pt x="1503523" y="0"/>
                  </a:lnTo>
                  <a:lnTo>
                    <a:pt x="1531682" y="0"/>
                  </a:lnTo>
                  <a:lnTo>
                    <a:pt x="1559842" y="0"/>
                  </a:lnTo>
                  <a:lnTo>
                    <a:pt x="1588002" y="0"/>
                  </a:lnTo>
                  <a:lnTo>
                    <a:pt x="1616161" y="0"/>
                  </a:lnTo>
                  <a:lnTo>
                    <a:pt x="1644321" y="0"/>
                  </a:lnTo>
                  <a:lnTo>
                    <a:pt x="1672481" y="0"/>
                  </a:lnTo>
                  <a:lnTo>
                    <a:pt x="1700640" y="0"/>
                  </a:lnTo>
                  <a:lnTo>
                    <a:pt x="1728800" y="0"/>
                  </a:lnTo>
                  <a:lnTo>
                    <a:pt x="1756960" y="0"/>
                  </a:lnTo>
                  <a:lnTo>
                    <a:pt x="1785119" y="0"/>
                  </a:lnTo>
                  <a:lnTo>
                    <a:pt x="1813279" y="0"/>
                  </a:lnTo>
                  <a:lnTo>
                    <a:pt x="1841438" y="0"/>
                  </a:lnTo>
                  <a:lnTo>
                    <a:pt x="1869598" y="0"/>
                  </a:lnTo>
                  <a:lnTo>
                    <a:pt x="1897758" y="0"/>
                  </a:lnTo>
                  <a:lnTo>
                    <a:pt x="1925917" y="0"/>
                  </a:lnTo>
                  <a:lnTo>
                    <a:pt x="1954077" y="0"/>
                  </a:lnTo>
                  <a:lnTo>
                    <a:pt x="1982237" y="0"/>
                  </a:lnTo>
                  <a:lnTo>
                    <a:pt x="2010396" y="0"/>
                  </a:lnTo>
                  <a:lnTo>
                    <a:pt x="2038556" y="0"/>
                  </a:lnTo>
                  <a:lnTo>
                    <a:pt x="2066715" y="0"/>
                  </a:lnTo>
                  <a:lnTo>
                    <a:pt x="2094875" y="0"/>
                  </a:lnTo>
                  <a:lnTo>
                    <a:pt x="2123035" y="0"/>
                  </a:lnTo>
                  <a:lnTo>
                    <a:pt x="2151194" y="0"/>
                  </a:lnTo>
                  <a:lnTo>
                    <a:pt x="2179354" y="0"/>
                  </a:lnTo>
                  <a:lnTo>
                    <a:pt x="2190417" y="0"/>
                  </a:lnTo>
                  <a:lnTo>
                    <a:pt x="2190417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h20"/>
            <p:cNvSpPr/>
            <p:nvPr/>
          </p:nvSpPr>
          <p:spPr>
            <a:xfrm>
              <a:off x="3436437" y="1713338"/>
              <a:ext cx="930870" cy="1244836"/>
            </a:xfrm>
            <a:custGeom>
              <a:avLst/>
              <a:pathLst>
                <a:path w="930870" h="1244836">
                  <a:moveTo>
                    <a:pt x="914400" y="914400"/>
                  </a:moveTo>
                  <a:lnTo>
                    <a:pt x="904715" y="940530"/>
                  </a:lnTo>
                  <a:lnTo>
                    <a:pt x="891375" y="944946"/>
                  </a:lnTo>
                  <a:lnTo>
                    <a:pt x="878580" y="953650"/>
                  </a:lnTo>
                  <a:lnTo>
                    <a:pt x="874010" y="1036332"/>
                  </a:lnTo>
                  <a:lnTo>
                    <a:pt x="897306" y="1067747"/>
                  </a:lnTo>
                  <a:lnTo>
                    <a:pt x="884511" y="1072144"/>
                  </a:lnTo>
                  <a:lnTo>
                    <a:pt x="872804" y="1081554"/>
                  </a:lnTo>
                  <a:lnTo>
                    <a:pt x="864442" y="1095470"/>
                  </a:lnTo>
                  <a:lnTo>
                    <a:pt x="855886" y="1125419"/>
                  </a:lnTo>
                  <a:lnTo>
                    <a:pt x="823741" y="1142394"/>
                  </a:lnTo>
                  <a:lnTo>
                    <a:pt x="811568" y="1154952"/>
                  </a:lnTo>
                  <a:lnTo>
                    <a:pt x="793619" y="1182893"/>
                  </a:lnTo>
                  <a:lnTo>
                    <a:pt x="784266" y="1223447"/>
                  </a:lnTo>
                  <a:lnTo>
                    <a:pt x="766084" y="1240747"/>
                  </a:lnTo>
                  <a:lnTo>
                    <a:pt x="745665" y="1244836"/>
                  </a:lnTo>
                  <a:lnTo>
                    <a:pt x="757644" y="1211612"/>
                  </a:lnTo>
                  <a:lnTo>
                    <a:pt x="773337" y="1184540"/>
                  </a:lnTo>
                  <a:lnTo>
                    <a:pt x="758247" y="1165973"/>
                  </a:lnTo>
                  <a:lnTo>
                    <a:pt x="749165" y="1136911"/>
                  </a:lnTo>
                  <a:lnTo>
                    <a:pt x="737439" y="1114616"/>
                  </a:lnTo>
                  <a:lnTo>
                    <a:pt x="746773" y="1089716"/>
                  </a:lnTo>
                  <a:lnTo>
                    <a:pt x="742184" y="1048909"/>
                  </a:lnTo>
                  <a:lnTo>
                    <a:pt x="743701" y="1009079"/>
                  </a:lnTo>
                  <a:lnTo>
                    <a:pt x="757313" y="988974"/>
                  </a:lnTo>
                  <a:lnTo>
                    <a:pt x="772909" y="972579"/>
                  </a:lnTo>
                  <a:lnTo>
                    <a:pt x="797197" y="934884"/>
                  </a:lnTo>
                  <a:lnTo>
                    <a:pt x="823528" y="907559"/>
                  </a:lnTo>
                  <a:lnTo>
                    <a:pt x="860261" y="895272"/>
                  </a:lnTo>
                  <a:lnTo>
                    <a:pt x="876849" y="906600"/>
                  </a:lnTo>
                  <a:lnTo>
                    <a:pt x="884005" y="881754"/>
                  </a:lnTo>
                  <a:lnTo>
                    <a:pt x="895848" y="876090"/>
                  </a:lnTo>
                  <a:lnTo>
                    <a:pt x="906971" y="881826"/>
                  </a:lnTo>
                  <a:lnTo>
                    <a:pt x="930870" y="905569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h21"/>
            <p:cNvSpPr/>
            <p:nvPr/>
          </p:nvSpPr>
          <p:spPr>
            <a:xfrm>
              <a:off x="2935309" y="2295910"/>
              <a:ext cx="1041947" cy="914400"/>
            </a:xfrm>
            <a:custGeom>
              <a:avLst/>
              <a:pathLst>
                <a:path w="1041947" h="914400">
                  <a:moveTo>
                    <a:pt x="914400" y="914400"/>
                  </a:moveTo>
                  <a:lnTo>
                    <a:pt x="905338" y="913078"/>
                  </a:lnTo>
                  <a:lnTo>
                    <a:pt x="899290" y="888196"/>
                  </a:lnTo>
                  <a:lnTo>
                    <a:pt x="897870" y="824172"/>
                  </a:lnTo>
                  <a:lnTo>
                    <a:pt x="901487" y="792540"/>
                  </a:lnTo>
                  <a:lnTo>
                    <a:pt x="944911" y="678443"/>
                  </a:lnTo>
                  <a:lnTo>
                    <a:pt x="964298" y="669123"/>
                  </a:lnTo>
                  <a:lnTo>
                    <a:pt x="991562" y="599200"/>
                  </a:lnTo>
                  <a:lnTo>
                    <a:pt x="998913" y="568092"/>
                  </a:lnTo>
                  <a:lnTo>
                    <a:pt x="1010736" y="540079"/>
                  </a:lnTo>
                  <a:lnTo>
                    <a:pt x="1017717" y="515034"/>
                  </a:lnTo>
                  <a:lnTo>
                    <a:pt x="1023570" y="504918"/>
                  </a:lnTo>
                  <a:lnTo>
                    <a:pt x="1036288" y="509660"/>
                  </a:lnTo>
                  <a:lnTo>
                    <a:pt x="1041947" y="514274"/>
                  </a:lnTo>
                  <a:lnTo>
                    <a:pt x="1028549" y="528860"/>
                  </a:lnTo>
                  <a:lnTo>
                    <a:pt x="1030104" y="547843"/>
                  </a:lnTo>
                  <a:lnTo>
                    <a:pt x="1029171" y="555714"/>
                  </a:lnTo>
                  <a:lnTo>
                    <a:pt x="995354" y="638287"/>
                  </a:lnTo>
                  <a:lnTo>
                    <a:pt x="986311" y="691907"/>
                  </a:lnTo>
                  <a:lnTo>
                    <a:pt x="974313" y="704990"/>
                  </a:lnTo>
                  <a:lnTo>
                    <a:pt x="924628" y="895742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h22"/>
            <p:cNvSpPr/>
            <p:nvPr/>
          </p:nvSpPr>
          <p:spPr>
            <a:xfrm>
              <a:off x="1938382" y="1306626"/>
              <a:ext cx="2411794" cy="2234934"/>
            </a:xfrm>
            <a:custGeom>
              <a:avLst/>
              <a:pathLst>
                <a:path w="2411794" h="2234934">
                  <a:moveTo>
                    <a:pt x="914400" y="914399"/>
                  </a:moveTo>
                  <a:lnTo>
                    <a:pt x="928906" y="920516"/>
                  </a:lnTo>
                  <a:lnTo>
                    <a:pt x="948664" y="908265"/>
                  </a:lnTo>
                  <a:lnTo>
                    <a:pt x="962490" y="873954"/>
                  </a:lnTo>
                  <a:lnTo>
                    <a:pt x="970385" y="822471"/>
                  </a:lnTo>
                  <a:lnTo>
                    <a:pt x="979603" y="773430"/>
                  </a:lnTo>
                  <a:lnTo>
                    <a:pt x="968693" y="720969"/>
                  </a:lnTo>
                  <a:lnTo>
                    <a:pt x="957045" y="674896"/>
                  </a:lnTo>
                  <a:lnTo>
                    <a:pt x="956228" y="661360"/>
                  </a:lnTo>
                  <a:lnTo>
                    <a:pt x="986798" y="622489"/>
                  </a:lnTo>
                  <a:lnTo>
                    <a:pt x="996151" y="590875"/>
                  </a:lnTo>
                  <a:lnTo>
                    <a:pt x="1006283" y="560781"/>
                  </a:lnTo>
                  <a:lnTo>
                    <a:pt x="1017464" y="550539"/>
                  </a:lnTo>
                  <a:lnTo>
                    <a:pt x="1034110" y="548205"/>
                  </a:lnTo>
                  <a:lnTo>
                    <a:pt x="1053498" y="542540"/>
                  </a:lnTo>
                  <a:lnTo>
                    <a:pt x="1077942" y="522399"/>
                  </a:lnTo>
                  <a:lnTo>
                    <a:pt x="1099858" y="495418"/>
                  </a:lnTo>
                  <a:lnTo>
                    <a:pt x="1116601" y="470680"/>
                  </a:lnTo>
                  <a:lnTo>
                    <a:pt x="1122279" y="421730"/>
                  </a:lnTo>
                  <a:lnTo>
                    <a:pt x="1122512" y="397137"/>
                  </a:lnTo>
                  <a:lnTo>
                    <a:pt x="1129883" y="378878"/>
                  </a:lnTo>
                  <a:lnTo>
                    <a:pt x="1137019" y="343211"/>
                  </a:lnTo>
                  <a:lnTo>
                    <a:pt x="1130077" y="308032"/>
                  </a:lnTo>
                  <a:lnTo>
                    <a:pt x="1108472" y="254666"/>
                  </a:lnTo>
                  <a:lnTo>
                    <a:pt x="1082453" y="179621"/>
                  </a:lnTo>
                  <a:lnTo>
                    <a:pt x="1078469" y="139646"/>
                  </a:lnTo>
                  <a:lnTo>
                    <a:pt x="2057358" y="139646"/>
                  </a:lnTo>
                  <a:lnTo>
                    <a:pt x="2057835" y="144894"/>
                  </a:lnTo>
                  <a:lnTo>
                    <a:pt x="2055851" y="157489"/>
                  </a:lnTo>
                  <a:lnTo>
                    <a:pt x="2070980" y="209262"/>
                  </a:lnTo>
                  <a:lnTo>
                    <a:pt x="2067460" y="227413"/>
                  </a:lnTo>
                  <a:lnTo>
                    <a:pt x="2065419" y="250540"/>
                  </a:lnTo>
                  <a:lnTo>
                    <a:pt x="2087101" y="272762"/>
                  </a:lnTo>
                  <a:lnTo>
                    <a:pt x="2106450" y="272400"/>
                  </a:lnTo>
                  <a:lnTo>
                    <a:pt x="2126052" y="272056"/>
                  </a:lnTo>
                  <a:lnTo>
                    <a:pt x="2133539" y="277630"/>
                  </a:lnTo>
                  <a:lnTo>
                    <a:pt x="2141045" y="293356"/>
                  </a:lnTo>
                  <a:lnTo>
                    <a:pt x="2147093" y="311922"/>
                  </a:lnTo>
                  <a:lnTo>
                    <a:pt x="2163233" y="310384"/>
                  </a:lnTo>
                  <a:lnTo>
                    <a:pt x="2188999" y="295274"/>
                  </a:lnTo>
                  <a:lnTo>
                    <a:pt x="2205762" y="291673"/>
                  </a:lnTo>
                  <a:lnTo>
                    <a:pt x="2216827" y="320717"/>
                  </a:lnTo>
                  <a:lnTo>
                    <a:pt x="2246929" y="359081"/>
                  </a:lnTo>
                  <a:lnTo>
                    <a:pt x="2264450" y="376272"/>
                  </a:lnTo>
                  <a:lnTo>
                    <a:pt x="2294222" y="385321"/>
                  </a:lnTo>
                  <a:lnTo>
                    <a:pt x="2325589" y="416283"/>
                  </a:lnTo>
                  <a:lnTo>
                    <a:pt x="2321194" y="453598"/>
                  </a:lnTo>
                  <a:lnTo>
                    <a:pt x="2334281" y="466066"/>
                  </a:lnTo>
                  <a:lnTo>
                    <a:pt x="2371288" y="480796"/>
                  </a:lnTo>
                  <a:lnTo>
                    <a:pt x="2384375" y="500666"/>
                  </a:lnTo>
                  <a:lnTo>
                    <a:pt x="2390656" y="517604"/>
                  </a:lnTo>
                  <a:lnTo>
                    <a:pt x="2400398" y="531647"/>
                  </a:lnTo>
                  <a:lnTo>
                    <a:pt x="2411794" y="574082"/>
                  </a:lnTo>
                  <a:lnTo>
                    <a:pt x="2407827" y="600231"/>
                  </a:lnTo>
                  <a:lnTo>
                    <a:pt x="2392912" y="609225"/>
                  </a:lnTo>
                  <a:lnTo>
                    <a:pt x="2357695" y="637238"/>
                  </a:lnTo>
                  <a:lnTo>
                    <a:pt x="2342002" y="658157"/>
                  </a:lnTo>
                  <a:lnTo>
                    <a:pt x="2329692" y="671186"/>
                  </a:lnTo>
                  <a:lnTo>
                    <a:pt x="2294708" y="699127"/>
                  </a:lnTo>
                  <a:lnTo>
                    <a:pt x="2281893" y="704140"/>
                  </a:lnTo>
                  <a:lnTo>
                    <a:pt x="2269623" y="718671"/>
                  </a:lnTo>
                  <a:lnTo>
                    <a:pt x="2257761" y="725023"/>
                  </a:lnTo>
                  <a:lnTo>
                    <a:pt x="2247143" y="721367"/>
                  </a:lnTo>
                  <a:lnTo>
                    <a:pt x="2207453" y="747679"/>
                  </a:lnTo>
                  <a:lnTo>
                    <a:pt x="2210545" y="758917"/>
                  </a:lnTo>
                  <a:lnTo>
                    <a:pt x="2240979" y="763676"/>
                  </a:lnTo>
                  <a:lnTo>
                    <a:pt x="2256497" y="758030"/>
                  </a:lnTo>
                  <a:lnTo>
                    <a:pt x="2268437" y="744802"/>
                  </a:lnTo>
                  <a:lnTo>
                    <a:pt x="2281485" y="741762"/>
                  </a:lnTo>
                  <a:lnTo>
                    <a:pt x="2293386" y="744259"/>
                  </a:lnTo>
                  <a:lnTo>
                    <a:pt x="2306007" y="733835"/>
                  </a:lnTo>
                  <a:lnTo>
                    <a:pt x="2315905" y="729673"/>
                  </a:lnTo>
                  <a:lnTo>
                    <a:pt x="2326134" y="734668"/>
                  </a:lnTo>
                  <a:lnTo>
                    <a:pt x="2337548" y="759659"/>
                  </a:lnTo>
                  <a:lnTo>
                    <a:pt x="2313863" y="772670"/>
                  </a:lnTo>
                  <a:lnTo>
                    <a:pt x="2297061" y="773267"/>
                  </a:lnTo>
                  <a:lnTo>
                    <a:pt x="2288855" y="814255"/>
                  </a:lnTo>
                  <a:lnTo>
                    <a:pt x="2278685" y="831863"/>
                  </a:lnTo>
                  <a:lnTo>
                    <a:pt x="2271393" y="840332"/>
                  </a:lnTo>
                  <a:lnTo>
                    <a:pt x="2234114" y="857776"/>
                  </a:lnTo>
                  <a:lnTo>
                    <a:pt x="2209515" y="879890"/>
                  </a:lnTo>
                  <a:lnTo>
                    <a:pt x="2180521" y="897697"/>
                  </a:lnTo>
                  <a:lnTo>
                    <a:pt x="2167861" y="893824"/>
                  </a:lnTo>
                  <a:lnTo>
                    <a:pt x="2148784" y="911920"/>
                  </a:lnTo>
                  <a:lnTo>
                    <a:pt x="2106392" y="933346"/>
                  </a:lnTo>
                  <a:lnTo>
                    <a:pt x="2084670" y="962210"/>
                  </a:lnTo>
                  <a:lnTo>
                    <a:pt x="2035919" y="988033"/>
                  </a:lnTo>
                  <a:lnTo>
                    <a:pt x="2011086" y="1009043"/>
                  </a:lnTo>
                  <a:lnTo>
                    <a:pt x="1943627" y="1010147"/>
                  </a:lnTo>
                  <a:lnTo>
                    <a:pt x="1879202" y="1005532"/>
                  </a:lnTo>
                  <a:lnTo>
                    <a:pt x="1858978" y="1015521"/>
                  </a:lnTo>
                  <a:lnTo>
                    <a:pt x="1879649" y="1018616"/>
                  </a:lnTo>
                  <a:lnTo>
                    <a:pt x="1894137" y="1028424"/>
                  </a:lnTo>
                  <a:lnTo>
                    <a:pt x="1911502" y="1024334"/>
                  </a:lnTo>
                  <a:lnTo>
                    <a:pt x="1952320" y="1029238"/>
                  </a:lnTo>
                  <a:lnTo>
                    <a:pt x="1973322" y="1034576"/>
                  </a:lnTo>
                  <a:lnTo>
                    <a:pt x="2000274" y="1068923"/>
                  </a:lnTo>
                  <a:lnTo>
                    <a:pt x="1980458" y="1081138"/>
                  </a:lnTo>
                  <a:lnTo>
                    <a:pt x="1946136" y="1090512"/>
                  </a:lnTo>
                  <a:lnTo>
                    <a:pt x="1959009" y="1139227"/>
                  </a:lnTo>
                  <a:lnTo>
                    <a:pt x="1969627" y="1172071"/>
                  </a:lnTo>
                  <a:lnTo>
                    <a:pt x="1955723" y="1191887"/>
                  </a:lnTo>
                  <a:lnTo>
                    <a:pt x="1954692" y="1282042"/>
                  </a:lnTo>
                  <a:lnTo>
                    <a:pt x="1935188" y="1283761"/>
                  </a:lnTo>
                  <a:lnTo>
                    <a:pt x="1926904" y="1321058"/>
                  </a:lnTo>
                  <a:lnTo>
                    <a:pt x="1933049" y="1340077"/>
                  </a:lnTo>
                  <a:lnTo>
                    <a:pt x="1932562" y="1384250"/>
                  </a:lnTo>
                  <a:lnTo>
                    <a:pt x="1936627" y="1411466"/>
                  </a:lnTo>
                  <a:lnTo>
                    <a:pt x="1946194" y="1436530"/>
                  </a:lnTo>
                  <a:lnTo>
                    <a:pt x="1941935" y="1462660"/>
                  </a:lnTo>
                  <a:lnTo>
                    <a:pt x="1911094" y="1523826"/>
                  </a:lnTo>
                  <a:lnTo>
                    <a:pt x="1911794" y="1552526"/>
                  </a:lnTo>
                  <a:lnTo>
                    <a:pt x="1917336" y="1569573"/>
                  </a:lnTo>
                  <a:lnTo>
                    <a:pt x="1921439" y="1596826"/>
                  </a:lnTo>
                  <a:lnTo>
                    <a:pt x="1907418" y="1649214"/>
                  </a:lnTo>
                  <a:lnTo>
                    <a:pt x="1897520" y="1692989"/>
                  </a:lnTo>
                  <a:lnTo>
                    <a:pt x="1885755" y="1729833"/>
                  </a:lnTo>
                  <a:lnTo>
                    <a:pt x="1859425" y="1774042"/>
                  </a:lnTo>
                  <a:lnTo>
                    <a:pt x="1846319" y="1807086"/>
                  </a:lnTo>
                  <a:lnTo>
                    <a:pt x="1815652" y="1910198"/>
                  </a:lnTo>
                  <a:lnTo>
                    <a:pt x="1800445" y="1930665"/>
                  </a:lnTo>
                  <a:lnTo>
                    <a:pt x="1781796" y="1946390"/>
                  </a:lnTo>
                  <a:lnTo>
                    <a:pt x="1761008" y="1931841"/>
                  </a:lnTo>
                  <a:lnTo>
                    <a:pt x="1741951" y="1923915"/>
                  </a:lnTo>
                  <a:lnTo>
                    <a:pt x="1718674" y="1924874"/>
                  </a:lnTo>
                  <a:lnTo>
                    <a:pt x="1682212" y="1936799"/>
                  </a:lnTo>
                  <a:lnTo>
                    <a:pt x="1627374" y="1928873"/>
                  </a:lnTo>
                  <a:lnTo>
                    <a:pt x="1573780" y="1932691"/>
                  </a:lnTo>
                  <a:lnTo>
                    <a:pt x="1560226" y="1942988"/>
                  </a:lnTo>
                  <a:lnTo>
                    <a:pt x="1568355" y="1980411"/>
                  </a:lnTo>
                  <a:lnTo>
                    <a:pt x="1548598" y="1985315"/>
                  </a:lnTo>
                  <a:lnTo>
                    <a:pt x="1529288" y="1974675"/>
                  </a:lnTo>
                  <a:lnTo>
                    <a:pt x="1512292" y="1987378"/>
                  </a:lnTo>
                  <a:lnTo>
                    <a:pt x="1498096" y="2001312"/>
                  </a:lnTo>
                  <a:lnTo>
                    <a:pt x="1470210" y="2034374"/>
                  </a:lnTo>
                  <a:lnTo>
                    <a:pt x="1460876" y="2054732"/>
                  </a:lnTo>
                  <a:lnTo>
                    <a:pt x="1458465" y="2093078"/>
                  </a:lnTo>
                  <a:lnTo>
                    <a:pt x="1473108" y="2127461"/>
                  </a:lnTo>
                  <a:lnTo>
                    <a:pt x="1486098" y="2167725"/>
                  </a:lnTo>
                  <a:lnTo>
                    <a:pt x="1452650" y="2216313"/>
                  </a:lnTo>
                  <a:lnTo>
                    <a:pt x="1433982" y="2217960"/>
                  </a:lnTo>
                  <a:lnTo>
                    <a:pt x="1379494" y="2204478"/>
                  </a:lnTo>
                  <a:lnTo>
                    <a:pt x="1282924" y="2234934"/>
                  </a:lnTo>
                  <a:lnTo>
                    <a:pt x="1196194" y="2210848"/>
                  </a:lnTo>
                  <a:lnTo>
                    <a:pt x="1207103" y="2184826"/>
                  </a:lnTo>
                  <a:lnTo>
                    <a:pt x="1206734" y="2165698"/>
                  </a:lnTo>
                  <a:lnTo>
                    <a:pt x="1211634" y="2136274"/>
                  </a:lnTo>
                  <a:lnTo>
                    <a:pt x="1214551" y="2106180"/>
                  </a:lnTo>
                  <a:lnTo>
                    <a:pt x="1213734" y="2086039"/>
                  </a:lnTo>
                  <a:lnTo>
                    <a:pt x="1207376" y="2064577"/>
                  </a:lnTo>
                  <a:lnTo>
                    <a:pt x="1185985" y="2036491"/>
                  </a:lnTo>
                  <a:lnTo>
                    <a:pt x="1137797" y="1941703"/>
                  </a:lnTo>
                  <a:lnTo>
                    <a:pt x="1123543" y="1901693"/>
                  </a:lnTo>
                  <a:lnTo>
                    <a:pt x="1113626" y="1885026"/>
                  </a:lnTo>
                  <a:lnTo>
                    <a:pt x="1120762" y="1884121"/>
                  </a:lnTo>
                  <a:lnTo>
                    <a:pt x="1160452" y="1905601"/>
                  </a:lnTo>
                  <a:lnTo>
                    <a:pt x="1169708" y="1902959"/>
                  </a:lnTo>
                  <a:lnTo>
                    <a:pt x="1179431" y="1894888"/>
                  </a:lnTo>
                  <a:lnTo>
                    <a:pt x="1167589" y="1864143"/>
                  </a:lnTo>
                  <a:lnTo>
                    <a:pt x="1157418" y="1850227"/>
                  </a:lnTo>
                  <a:lnTo>
                    <a:pt x="1150515" y="1829416"/>
                  </a:lnTo>
                  <a:lnTo>
                    <a:pt x="1173753" y="1823788"/>
                  </a:lnTo>
                  <a:lnTo>
                    <a:pt x="1190535" y="1825037"/>
                  </a:lnTo>
                  <a:lnTo>
                    <a:pt x="1202903" y="1801621"/>
                  </a:lnTo>
                  <a:lnTo>
                    <a:pt x="1195766" y="1763763"/>
                  </a:lnTo>
                  <a:lnTo>
                    <a:pt x="1177740" y="1752109"/>
                  </a:lnTo>
                  <a:lnTo>
                    <a:pt x="1162688" y="1747042"/>
                  </a:lnTo>
                  <a:lnTo>
                    <a:pt x="1133830" y="1687578"/>
                  </a:lnTo>
                  <a:lnTo>
                    <a:pt x="1103727" y="1656779"/>
                  </a:lnTo>
                  <a:lnTo>
                    <a:pt x="1050037" y="1537977"/>
                  </a:lnTo>
                  <a:lnTo>
                    <a:pt x="1030396" y="1456435"/>
                  </a:lnTo>
                  <a:lnTo>
                    <a:pt x="1012136" y="1464181"/>
                  </a:lnTo>
                  <a:lnTo>
                    <a:pt x="1003269" y="1428658"/>
                  </a:lnTo>
                  <a:lnTo>
                    <a:pt x="996910" y="1395017"/>
                  </a:lnTo>
                  <a:lnTo>
                    <a:pt x="995646" y="1370279"/>
                  </a:lnTo>
                  <a:lnTo>
                    <a:pt x="967021" y="1356110"/>
                  </a:lnTo>
                  <a:lnTo>
                    <a:pt x="965854" y="1338774"/>
                  </a:lnTo>
                  <a:lnTo>
                    <a:pt x="960701" y="1261412"/>
                  </a:lnTo>
                  <a:lnTo>
                    <a:pt x="929995" y="1251025"/>
                  </a:lnTo>
                  <a:lnTo>
                    <a:pt x="910141" y="1207612"/>
                  </a:lnTo>
                  <a:lnTo>
                    <a:pt x="906602" y="1125474"/>
                  </a:lnTo>
                  <a:lnTo>
                    <a:pt x="886378" y="1110526"/>
                  </a:lnTo>
                  <a:lnTo>
                    <a:pt x="870101" y="1114670"/>
                  </a:lnTo>
                  <a:lnTo>
                    <a:pt x="870860" y="1094312"/>
                  </a:lnTo>
                  <a:lnTo>
                    <a:pt x="874749" y="1075202"/>
                  </a:lnTo>
                  <a:lnTo>
                    <a:pt x="865240" y="999488"/>
                  </a:lnTo>
                  <a:lnTo>
                    <a:pt x="862070" y="930378"/>
                  </a:lnTo>
                  <a:lnTo>
                    <a:pt x="854350" y="909514"/>
                  </a:lnTo>
                  <a:lnTo>
                    <a:pt x="849974" y="885084"/>
                  </a:lnTo>
                  <a:lnTo>
                    <a:pt x="853902" y="863983"/>
                  </a:lnTo>
                  <a:lnTo>
                    <a:pt x="859659" y="851859"/>
                  </a:lnTo>
                  <a:lnTo>
                    <a:pt x="879474" y="848674"/>
                  </a:lnTo>
                  <a:lnTo>
                    <a:pt x="897987" y="867331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h23"/>
            <p:cNvSpPr/>
            <p:nvPr/>
          </p:nvSpPr>
          <p:spPr>
            <a:xfrm>
              <a:off x="3465237" y="1695495"/>
              <a:ext cx="952845" cy="914400"/>
            </a:xfrm>
            <a:custGeom>
              <a:avLst/>
              <a:pathLst>
                <a:path w="952845" h="914400">
                  <a:moveTo>
                    <a:pt x="914400" y="914400"/>
                  </a:moveTo>
                  <a:lnTo>
                    <a:pt x="904074" y="912644"/>
                  </a:lnTo>
                  <a:lnTo>
                    <a:pt x="894662" y="895579"/>
                  </a:lnTo>
                  <a:lnTo>
                    <a:pt x="913699" y="869521"/>
                  </a:lnTo>
                  <a:lnTo>
                    <a:pt x="942830" y="870932"/>
                  </a:lnTo>
                  <a:lnTo>
                    <a:pt x="952845" y="876361"/>
                  </a:lnTo>
                  <a:lnTo>
                    <a:pt x="917978" y="891291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h24"/>
            <p:cNvSpPr/>
            <p:nvPr/>
          </p:nvSpPr>
          <p:spPr>
            <a:xfrm>
              <a:off x="3312604" y="1265837"/>
              <a:ext cx="937035" cy="914400"/>
            </a:xfrm>
            <a:custGeom>
              <a:avLst/>
              <a:pathLst>
                <a:path w="937035" h="914400">
                  <a:moveTo>
                    <a:pt x="914400" y="914400"/>
                  </a:moveTo>
                  <a:lnTo>
                    <a:pt x="910024" y="913278"/>
                  </a:lnTo>
                  <a:lnTo>
                    <a:pt x="915469" y="896068"/>
                  </a:lnTo>
                  <a:lnTo>
                    <a:pt x="919514" y="888630"/>
                  </a:lnTo>
                  <a:lnTo>
                    <a:pt x="932932" y="881682"/>
                  </a:lnTo>
                  <a:lnTo>
                    <a:pt x="937035" y="882894"/>
                  </a:lnTo>
                  <a:lnTo>
                    <a:pt x="923228" y="910871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h25"/>
            <p:cNvSpPr/>
            <p:nvPr/>
          </p:nvSpPr>
          <p:spPr>
            <a:xfrm>
              <a:off x="3352119" y="1111042"/>
              <a:ext cx="939913" cy="914400"/>
            </a:xfrm>
            <a:custGeom>
              <a:avLst/>
              <a:pathLst>
                <a:path w="939913" h="914400">
                  <a:moveTo>
                    <a:pt x="914400" y="914400"/>
                  </a:moveTo>
                  <a:lnTo>
                    <a:pt x="909382" y="899362"/>
                  </a:lnTo>
                  <a:lnTo>
                    <a:pt x="911385" y="896412"/>
                  </a:lnTo>
                  <a:lnTo>
                    <a:pt x="914808" y="881573"/>
                  </a:lnTo>
                  <a:lnTo>
                    <a:pt x="924473" y="873430"/>
                  </a:lnTo>
                  <a:lnTo>
                    <a:pt x="939913" y="878316"/>
                  </a:lnTo>
                  <a:lnTo>
                    <a:pt x="939816" y="882025"/>
                  </a:lnTo>
                  <a:lnTo>
                    <a:pt x="925056" y="894041"/>
                  </a:lnTo>
                  <a:lnTo>
                    <a:pt x="919397" y="902130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h26"/>
            <p:cNvSpPr/>
            <p:nvPr/>
          </p:nvSpPr>
          <p:spPr>
            <a:xfrm>
              <a:off x="3621740" y="2965307"/>
              <a:ext cx="929470" cy="915707"/>
            </a:xfrm>
            <a:custGeom>
              <a:avLst/>
              <a:pathLst>
                <a:path w="929470" h="915707">
                  <a:moveTo>
                    <a:pt x="914400" y="914400"/>
                  </a:moveTo>
                  <a:lnTo>
                    <a:pt x="858628" y="909550"/>
                  </a:lnTo>
                  <a:lnTo>
                    <a:pt x="850694" y="905062"/>
                  </a:lnTo>
                  <a:lnTo>
                    <a:pt x="881380" y="873321"/>
                  </a:lnTo>
                  <a:lnTo>
                    <a:pt x="901371" y="840332"/>
                  </a:lnTo>
                  <a:lnTo>
                    <a:pt x="918347" y="797281"/>
                  </a:lnTo>
                  <a:lnTo>
                    <a:pt x="920156" y="767458"/>
                  </a:lnTo>
                  <a:lnTo>
                    <a:pt x="924395" y="733835"/>
                  </a:lnTo>
                  <a:lnTo>
                    <a:pt x="929470" y="731330"/>
                  </a:lnTo>
                  <a:lnTo>
                    <a:pt x="929470" y="915707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h27"/>
            <p:cNvSpPr/>
            <p:nvPr/>
          </p:nvSpPr>
          <p:spPr>
            <a:xfrm>
              <a:off x="2584559" y="3119360"/>
              <a:ext cx="1966652" cy="921186"/>
            </a:xfrm>
            <a:custGeom>
              <a:avLst/>
              <a:pathLst>
                <a:path w="1966652" h="921186">
                  <a:moveTo>
                    <a:pt x="914400" y="914399"/>
                  </a:moveTo>
                  <a:lnTo>
                    <a:pt x="1028432" y="869340"/>
                  </a:lnTo>
                  <a:lnTo>
                    <a:pt x="1150223" y="827067"/>
                  </a:lnTo>
                  <a:lnTo>
                    <a:pt x="1178654" y="822471"/>
                  </a:lnTo>
                  <a:lnTo>
                    <a:pt x="1207239" y="813567"/>
                  </a:lnTo>
                  <a:lnTo>
                    <a:pt x="1217799" y="797751"/>
                  </a:lnTo>
                  <a:lnTo>
                    <a:pt x="1228339" y="787165"/>
                  </a:lnTo>
                  <a:lnTo>
                    <a:pt x="1244926" y="759279"/>
                  </a:lnTo>
                  <a:lnTo>
                    <a:pt x="1281602" y="715938"/>
                  </a:lnTo>
                  <a:lnTo>
                    <a:pt x="1346455" y="700158"/>
                  </a:lnTo>
                  <a:lnTo>
                    <a:pt x="1370665" y="679601"/>
                  </a:lnTo>
                  <a:lnTo>
                    <a:pt x="1421420" y="650810"/>
                  </a:lnTo>
                  <a:lnTo>
                    <a:pt x="1537124" y="618508"/>
                  </a:lnTo>
                  <a:lnTo>
                    <a:pt x="1585448" y="611415"/>
                  </a:lnTo>
                  <a:lnTo>
                    <a:pt x="1632800" y="610546"/>
                  </a:lnTo>
                  <a:lnTo>
                    <a:pt x="1674959" y="636025"/>
                  </a:lnTo>
                  <a:lnTo>
                    <a:pt x="1719588" y="667477"/>
                  </a:lnTo>
                  <a:lnTo>
                    <a:pt x="1727619" y="686460"/>
                  </a:lnTo>
                  <a:lnTo>
                    <a:pt x="1703467" y="674625"/>
                  </a:lnTo>
                  <a:lnTo>
                    <a:pt x="1668269" y="646376"/>
                  </a:lnTo>
                  <a:lnTo>
                    <a:pt x="1655260" y="645182"/>
                  </a:lnTo>
                  <a:lnTo>
                    <a:pt x="1685304" y="731103"/>
                  </a:lnTo>
                  <a:lnTo>
                    <a:pt x="1701736" y="761487"/>
                  </a:lnTo>
                  <a:lnTo>
                    <a:pt x="1734950" y="784215"/>
                  </a:lnTo>
                  <a:lnTo>
                    <a:pt x="1762797" y="791870"/>
                  </a:lnTo>
                  <a:lnTo>
                    <a:pt x="1848594" y="778099"/>
                  </a:lnTo>
                  <a:lnTo>
                    <a:pt x="1879066" y="760111"/>
                  </a:lnTo>
                  <a:lnTo>
                    <a:pt x="1887875" y="751009"/>
                  </a:lnTo>
                  <a:lnTo>
                    <a:pt x="1895809" y="755497"/>
                  </a:lnTo>
                  <a:lnTo>
                    <a:pt x="1951581" y="760346"/>
                  </a:lnTo>
                  <a:lnTo>
                    <a:pt x="1966652" y="761654"/>
                  </a:lnTo>
                  <a:lnTo>
                    <a:pt x="1966652" y="921186"/>
                  </a:lnTo>
                  <a:lnTo>
                    <a:pt x="901485" y="921186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h28"/>
            <p:cNvSpPr/>
            <p:nvPr/>
          </p:nvSpPr>
          <p:spPr>
            <a:xfrm>
              <a:off x="2106436" y="571847"/>
              <a:ext cx="968965" cy="1655295"/>
            </a:xfrm>
            <a:custGeom>
              <a:avLst/>
              <a:pathLst>
                <a:path w="968965" h="1655295">
                  <a:moveTo>
                    <a:pt x="914400" y="914400"/>
                  </a:moveTo>
                  <a:lnTo>
                    <a:pt x="940418" y="989444"/>
                  </a:lnTo>
                  <a:lnTo>
                    <a:pt x="962023" y="1042810"/>
                  </a:lnTo>
                  <a:lnTo>
                    <a:pt x="968965" y="1077989"/>
                  </a:lnTo>
                  <a:lnTo>
                    <a:pt x="961829" y="1113657"/>
                  </a:lnTo>
                  <a:lnTo>
                    <a:pt x="954459" y="1131916"/>
                  </a:lnTo>
                  <a:lnTo>
                    <a:pt x="954225" y="1156509"/>
                  </a:lnTo>
                  <a:lnTo>
                    <a:pt x="948547" y="1205459"/>
                  </a:lnTo>
                  <a:lnTo>
                    <a:pt x="931804" y="1230197"/>
                  </a:lnTo>
                  <a:lnTo>
                    <a:pt x="909888" y="1257178"/>
                  </a:lnTo>
                  <a:lnTo>
                    <a:pt x="885444" y="1277319"/>
                  </a:lnTo>
                  <a:lnTo>
                    <a:pt x="866056" y="1282983"/>
                  </a:lnTo>
                  <a:lnTo>
                    <a:pt x="849410" y="1285318"/>
                  </a:lnTo>
                  <a:lnTo>
                    <a:pt x="838229" y="1295560"/>
                  </a:lnTo>
                  <a:lnTo>
                    <a:pt x="828097" y="1325654"/>
                  </a:lnTo>
                  <a:lnTo>
                    <a:pt x="818744" y="1357268"/>
                  </a:lnTo>
                  <a:lnTo>
                    <a:pt x="788174" y="1396139"/>
                  </a:lnTo>
                  <a:lnTo>
                    <a:pt x="788991" y="1409675"/>
                  </a:lnTo>
                  <a:lnTo>
                    <a:pt x="800639" y="1455748"/>
                  </a:lnTo>
                  <a:lnTo>
                    <a:pt x="811549" y="1508209"/>
                  </a:lnTo>
                  <a:lnTo>
                    <a:pt x="802331" y="1557249"/>
                  </a:lnTo>
                  <a:lnTo>
                    <a:pt x="794436" y="1608733"/>
                  </a:lnTo>
                  <a:lnTo>
                    <a:pt x="780610" y="1643043"/>
                  </a:lnTo>
                  <a:lnTo>
                    <a:pt x="760852" y="1655295"/>
                  </a:lnTo>
                  <a:lnTo>
                    <a:pt x="746346" y="1649178"/>
                  </a:lnTo>
                  <a:lnTo>
                    <a:pt x="729933" y="1602110"/>
                  </a:lnTo>
                  <a:lnTo>
                    <a:pt x="729564" y="1591288"/>
                  </a:lnTo>
                  <a:lnTo>
                    <a:pt x="725480" y="1576902"/>
                  </a:lnTo>
                  <a:lnTo>
                    <a:pt x="678926" y="1562570"/>
                  </a:lnTo>
                  <a:lnTo>
                    <a:pt x="670700" y="1563094"/>
                  </a:lnTo>
                  <a:lnTo>
                    <a:pt x="652401" y="1554698"/>
                  </a:lnTo>
                  <a:lnTo>
                    <a:pt x="641667" y="1552327"/>
                  </a:lnTo>
                  <a:lnTo>
                    <a:pt x="619654" y="1547477"/>
                  </a:lnTo>
                  <a:lnTo>
                    <a:pt x="601355" y="1505947"/>
                  </a:lnTo>
                  <a:lnTo>
                    <a:pt x="581909" y="1471401"/>
                  </a:lnTo>
                  <a:lnTo>
                    <a:pt x="579147" y="1456960"/>
                  </a:lnTo>
                  <a:lnTo>
                    <a:pt x="579809" y="1392357"/>
                  </a:lnTo>
                  <a:lnTo>
                    <a:pt x="573858" y="1363620"/>
                  </a:lnTo>
                  <a:lnTo>
                    <a:pt x="572030" y="1332295"/>
                  </a:lnTo>
                  <a:lnTo>
                    <a:pt x="559798" y="1357775"/>
                  </a:lnTo>
                  <a:lnTo>
                    <a:pt x="566896" y="1398057"/>
                  </a:lnTo>
                  <a:lnTo>
                    <a:pt x="551806" y="1414959"/>
                  </a:lnTo>
                  <a:lnTo>
                    <a:pt x="532768" y="1423175"/>
                  </a:lnTo>
                  <a:lnTo>
                    <a:pt x="534557" y="1446772"/>
                  </a:lnTo>
                  <a:lnTo>
                    <a:pt x="542375" y="1451242"/>
                  </a:lnTo>
                  <a:lnTo>
                    <a:pt x="544008" y="1475744"/>
                  </a:lnTo>
                  <a:lnTo>
                    <a:pt x="539380" y="1512009"/>
                  </a:lnTo>
                  <a:lnTo>
                    <a:pt x="501907" y="1592646"/>
                  </a:lnTo>
                  <a:lnTo>
                    <a:pt x="494343" y="1601314"/>
                  </a:lnTo>
                  <a:lnTo>
                    <a:pt x="489209" y="1612208"/>
                  </a:lnTo>
                  <a:lnTo>
                    <a:pt x="470035" y="1604969"/>
                  </a:lnTo>
                  <a:lnTo>
                    <a:pt x="453486" y="1620077"/>
                  </a:lnTo>
                  <a:lnTo>
                    <a:pt x="453486" y="874425"/>
                  </a:lnTo>
                  <a:lnTo>
                    <a:pt x="910415" y="874425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h29"/>
            <p:cNvSpPr/>
            <p:nvPr/>
          </p:nvSpPr>
          <p:spPr>
            <a:xfrm>
              <a:off x="1649937" y="2876382"/>
              <a:ext cx="915722" cy="956861"/>
            </a:xfrm>
            <a:custGeom>
              <a:avLst/>
              <a:pathLst>
                <a:path w="915722" h="956861">
                  <a:moveTo>
                    <a:pt x="914400" y="914400"/>
                  </a:moveTo>
                  <a:lnTo>
                    <a:pt x="915722" y="948728"/>
                  </a:lnTo>
                  <a:lnTo>
                    <a:pt x="909985" y="956861"/>
                  </a:lnTo>
                  <a:lnTo>
                    <a:pt x="909985" y="906665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h30"/>
            <p:cNvSpPr/>
            <p:nvPr/>
          </p:nvSpPr>
          <p:spPr>
            <a:xfrm>
              <a:off x="1674089" y="2945129"/>
              <a:ext cx="1097777" cy="1095416"/>
            </a:xfrm>
            <a:custGeom>
              <a:avLst/>
              <a:pathLst>
                <a:path w="1097777" h="1095416">
                  <a:moveTo>
                    <a:pt x="914400" y="914400"/>
                  </a:moveTo>
                  <a:lnTo>
                    <a:pt x="919844" y="928569"/>
                  </a:lnTo>
                  <a:lnTo>
                    <a:pt x="928128" y="943860"/>
                  </a:lnTo>
                  <a:lnTo>
                    <a:pt x="957609" y="932966"/>
                  </a:lnTo>
                  <a:lnTo>
                    <a:pt x="1031504" y="978207"/>
                  </a:lnTo>
                  <a:lnTo>
                    <a:pt x="1076192" y="956184"/>
                  </a:lnTo>
                  <a:lnTo>
                    <a:pt x="1087626" y="954899"/>
                  </a:lnTo>
                  <a:lnTo>
                    <a:pt x="1097777" y="991453"/>
                  </a:lnTo>
                  <a:lnTo>
                    <a:pt x="1086673" y="1028279"/>
                  </a:lnTo>
                  <a:lnTo>
                    <a:pt x="1047275" y="1067566"/>
                  </a:lnTo>
                  <a:lnTo>
                    <a:pt x="1056007" y="1091779"/>
                  </a:lnTo>
                  <a:lnTo>
                    <a:pt x="1064521" y="1095416"/>
                  </a:lnTo>
                  <a:lnTo>
                    <a:pt x="885833" y="1095416"/>
                  </a:lnTo>
                  <a:lnTo>
                    <a:pt x="885833" y="917489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h31"/>
            <p:cNvSpPr/>
            <p:nvPr/>
          </p:nvSpPr>
          <p:spPr>
            <a:xfrm>
              <a:off x="1865420" y="3122744"/>
              <a:ext cx="922762" cy="917802"/>
            </a:xfrm>
            <a:custGeom>
              <a:avLst/>
              <a:pathLst>
                <a:path w="922762" h="917802">
                  <a:moveTo>
                    <a:pt x="914400" y="914399"/>
                  </a:moveTo>
                  <a:lnTo>
                    <a:pt x="922762" y="917802"/>
                  </a:lnTo>
                  <a:lnTo>
                    <a:pt x="889812" y="917802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h32"/>
            <p:cNvSpPr/>
            <p:nvPr/>
          </p:nvSpPr>
          <p:spPr>
            <a:xfrm>
              <a:off x="1984158" y="3084072"/>
              <a:ext cx="1337877" cy="956473"/>
            </a:xfrm>
            <a:custGeom>
              <a:avLst/>
              <a:pathLst>
                <a:path w="1337877" h="956473">
                  <a:moveTo>
                    <a:pt x="914400" y="914399"/>
                  </a:moveTo>
                  <a:lnTo>
                    <a:pt x="933457" y="902565"/>
                  </a:lnTo>
                  <a:lnTo>
                    <a:pt x="996190" y="894096"/>
                  </a:lnTo>
                  <a:lnTo>
                    <a:pt x="1007605" y="872760"/>
                  </a:lnTo>
                  <a:lnTo>
                    <a:pt x="1033021" y="851298"/>
                  </a:lnTo>
                  <a:lnTo>
                    <a:pt x="1049395" y="827863"/>
                  </a:lnTo>
                  <a:lnTo>
                    <a:pt x="1088598" y="783256"/>
                  </a:lnTo>
                  <a:lnTo>
                    <a:pt x="1129163" y="791291"/>
                  </a:lnTo>
                  <a:lnTo>
                    <a:pt x="1152849" y="799832"/>
                  </a:lnTo>
                  <a:lnTo>
                    <a:pt x="1178848" y="804139"/>
                  </a:lnTo>
                  <a:lnTo>
                    <a:pt x="1202514" y="851696"/>
                  </a:lnTo>
                  <a:lnTo>
                    <a:pt x="1262369" y="904266"/>
                  </a:lnTo>
                  <a:lnTo>
                    <a:pt x="1317363" y="899687"/>
                  </a:lnTo>
                  <a:lnTo>
                    <a:pt x="1336887" y="949416"/>
                  </a:lnTo>
                  <a:lnTo>
                    <a:pt x="1337877" y="956473"/>
                  </a:lnTo>
                  <a:lnTo>
                    <a:pt x="878016" y="956473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h33"/>
            <p:cNvSpPr/>
            <p:nvPr/>
          </p:nvSpPr>
          <p:spPr>
            <a:xfrm>
              <a:off x="2389105" y="3009244"/>
              <a:ext cx="914400" cy="940187"/>
            </a:xfrm>
            <a:custGeom>
              <a:avLst/>
              <a:pathLst>
                <a:path w="914400" h="940187">
                  <a:moveTo>
                    <a:pt x="914400" y="914399"/>
                  </a:moveTo>
                  <a:lnTo>
                    <a:pt x="909052" y="927103"/>
                  </a:lnTo>
                  <a:lnTo>
                    <a:pt x="886669" y="905967"/>
                  </a:lnTo>
                  <a:lnTo>
                    <a:pt x="864189" y="906256"/>
                  </a:lnTo>
                  <a:lnTo>
                    <a:pt x="850752" y="938811"/>
                  </a:lnTo>
                  <a:lnTo>
                    <a:pt x="840757" y="940187"/>
                  </a:lnTo>
                  <a:lnTo>
                    <a:pt x="806045" y="910617"/>
                  </a:lnTo>
                  <a:lnTo>
                    <a:pt x="800484" y="896195"/>
                  </a:lnTo>
                  <a:lnTo>
                    <a:pt x="799336" y="884197"/>
                  </a:lnTo>
                  <a:lnTo>
                    <a:pt x="804295" y="842666"/>
                  </a:lnTo>
                  <a:lnTo>
                    <a:pt x="803381" y="829601"/>
                  </a:lnTo>
                  <a:lnTo>
                    <a:pt x="814291" y="815323"/>
                  </a:lnTo>
                  <a:lnTo>
                    <a:pt x="815982" y="794693"/>
                  </a:lnTo>
                  <a:lnTo>
                    <a:pt x="835273" y="772941"/>
                  </a:lnTo>
                  <a:lnTo>
                    <a:pt x="852386" y="772127"/>
                  </a:lnTo>
                  <a:lnTo>
                    <a:pt x="857831" y="790549"/>
                  </a:lnTo>
                  <a:lnTo>
                    <a:pt x="866017" y="803234"/>
                  </a:lnTo>
                  <a:lnTo>
                    <a:pt x="894856" y="817458"/>
                  </a:lnTo>
                  <a:lnTo>
                    <a:pt x="899154" y="823918"/>
                  </a:lnTo>
                  <a:lnTo>
                    <a:pt x="901759" y="832858"/>
                  </a:lnTo>
                  <a:lnTo>
                    <a:pt x="888342" y="850375"/>
                  </a:lnTo>
                  <a:lnTo>
                    <a:pt x="883791" y="859351"/>
                  </a:lnTo>
                  <a:lnTo>
                    <a:pt x="888050" y="873737"/>
                  </a:lnTo>
                  <a:lnTo>
                    <a:pt x="909421" y="889463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h34"/>
            <p:cNvSpPr/>
            <p:nvPr/>
          </p:nvSpPr>
          <p:spPr>
            <a:xfrm>
              <a:off x="2416641" y="3112700"/>
              <a:ext cx="961639" cy="927845"/>
            </a:xfrm>
            <a:custGeom>
              <a:avLst/>
              <a:pathLst>
                <a:path w="961639" h="927845">
                  <a:moveTo>
                    <a:pt x="914400" y="914400"/>
                  </a:moveTo>
                  <a:lnTo>
                    <a:pt x="905376" y="905768"/>
                  </a:lnTo>
                  <a:lnTo>
                    <a:pt x="904035" y="893444"/>
                  </a:lnTo>
                  <a:lnTo>
                    <a:pt x="905493" y="880686"/>
                  </a:lnTo>
                  <a:lnTo>
                    <a:pt x="947536" y="915033"/>
                  </a:lnTo>
                  <a:lnTo>
                    <a:pt x="961639" y="927845"/>
                  </a:lnTo>
                  <a:lnTo>
                    <a:pt x="923368" y="927845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h35"/>
            <p:cNvSpPr/>
            <p:nvPr/>
          </p:nvSpPr>
          <p:spPr>
            <a:xfrm>
              <a:off x="1870398" y="2971966"/>
              <a:ext cx="944969" cy="914399"/>
            </a:xfrm>
            <a:custGeom>
              <a:avLst/>
              <a:pathLst>
                <a:path w="944969" h="914399">
                  <a:moveTo>
                    <a:pt x="914400" y="914399"/>
                  </a:moveTo>
                  <a:lnTo>
                    <a:pt x="902732" y="899579"/>
                  </a:lnTo>
                  <a:lnTo>
                    <a:pt x="890986" y="895815"/>
                  </a:lnTo>
                  <a:lnTo>
                    <a:pt x="897306" y="877538"/>
                  </a:lnTo>
                  <a:lnTo>
                    <a:pt x="905571" y="870896"/>
                  </a:lnTo>
                  <a:lnTo>
                    <a:pt x="935168" y="882804"/>
                  </a:lnTo>
                  <a:lnTo>
                    <a:pt x="944463" y="906111"/>
                  </a:lnTo>
                  <a:lnTo>
                    <a:pt x="944969" y="913676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h36"/>
            <p:cNvSpPr/>
            <p:nvPr/>
          </p:nvSpPr>
          <p:spPr>
            <a:xfrm>
              <a:off x="3636811" y="772372"/>
              <a:ext cx="914400" cy="1014217"/>
            </a:xfrm>
            <a:custGeom>
              <a:avLst/>
              <a:pathLst>
                <a:path w="914400" h="1014217">
                  <a:moveTo>
                    <a:pt x="914400" y="914400"/>
                  </a:moveTo>
                  <a:lnTo>
                    <a:pt x="914400" y="1010474"/>
                  </a:lnTo>
                  <a:lnTo>
                    <a:pt x="874535" y="1014217"/>
                  </a:lnTo>
                  <a:lnTo>
                    <a:pt x="863820" y="1007829"/>
                  </a:lnTo>
                  <a:lnTo>
                    <a:pt x="849138" y="958155"/>
                  </a:lnTo>
                  <a:lnTo>
                    <a:pt x="852055" y="945325"/>
                  </a:lnTo>
                  <a:lnTo>
                    <a:pt x="861934" y="939860"/>
                  </a:lnTo>
                  <a:lnTo>
                    <a:pt x="870393" y="938684"/>
                  </a:lnTo>
                  <a:lnTo>
                    <a:pt x="871637" y="965430"/>
                  </a:lnTo>
                  <a:lnTo>
                    <a:pt x="884063" y="962770"/>
                  </a:lnTo>
                  <a:lnTo>
                    <a:pt x="887953" y="945144"/>
                  </a:lnTo>
                  <a:lnTo>
                    <a:pt x="888828" y="932730"/>
                  </a:lnTo>
                  <a:lnTo>
                    <a:pt x="885464" y="926469"/>
                  </a:lnTo>
                  <a:lnTo>
                    <a:pt x="877024" y="921619"/>
                  </a:lnTo>
                  <a:lnTo>
                    <a:pt x="872143" y="913295"/>
                  </a:lnTo>
                  <a:lnTo>
                    <a:pt x="879163" y="899904"/>
                  </a:lnTo>
                  <a:lnTo>
                    <a:pt x="892153" y="894113"/>
                  </a:lnTo>
                  <a:lnTo>
                    <a:pt x="903354" y="912010"/>
                  </a:lnTo>
                  <a:lnTo>
                    <a:pt x="912319" y="914363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h37"/>
            <p:cNvSpPr/>
            <p:nvPr/>
          </p:nvSpPr>
          <p:spPr>
            <a:xfrm>
              <a:off x="3570597" y="841426"/>
              <a:ext cx="914400" cy="925402"/>
            </a:xfrm>
            <a:custGeom>
              <a:avLst/>
              <a:pathLst>
                <a:path w="914400" h="925402">
                  <a:moveTo>
                    <a:pt x="914400" y="914400"/>
                  </a:moveTo>
                  <a:lnTo>
                    <a:pt x="906777" y="912318"/>
                  </a:lnTo>
                  <a:lnTo>
                    <a:pt x="900923" y="915160"/>
                  </a:lnTo>
                  <a:lnTo>
                    <a:pt x="896956" y="925402"/>
                  </a:lnTo>
                  <a:lnTo>
                    <a:pt x="888322" y="921728"/>
                  </a:lnTo>
                  <a:lnTo>
                    <a:pt x="884841" y="907052"/>
                  </a:lnTo>
                  <a:lnTo>
                    <a:pt x="891278" y="885084"/>
                  </a:lnTo>
                  <a:lnTo>
                    <a:pt x="906699" y="884251"/>
                  </a:lnTo>
                  <a:lnTo>
                    <a:pt x="913369" y="906093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h38"/>
            <p:cNvSpPr/>
            <p:nvPr/>
          </p:nvSpPr>
          <p:spPr>
            <a:xfrm>
              <a:off x="2157521" y="2501682"/>
              <a:ext cx="921808" cy="1252527"/>
            </a:xfrm>
            <a:custGeom>
              <a:avLst/>
              <a:pathLst>
                <a:path w="921808" h="1252527">
                  <a:moveTo>
                    <a:pt x="914400" y="914400"/>
                  </a:moveTo>
                  <a:lnTo>
                    <a:pt x="909227" y="925203"/>
                  </a:lnTo>
                  <a:lnTo>
                    <a:pt x="901623" y="932315"/>
                  </a:lnTo>
                  <a:lnTo>
                    <a:pt x="881730" y="939861"/>
                  </a:lnTo>
                  <a:lnTo>
                    <a:pt x="864501" y="950393"/>
                  </a:lnTo>
                  <a:lnTo>
                    <a:pt x="849138" y="968905"/>
                  </a:lnTo>
                  <a:lnTo>
                    <a:pt x="843479" y="995362"/>
                  </a:lnTo>
                  <a:lnTo>
                    <a:pt x="855497" y="1014725"/>
                  </a:lnTo>
                  <a:lnTo>
                    <a:pt x="877355" y="1025329"/>
                  </a:lnTo>
                  <a:lnTo>
                    <a:pt x="882916" y="1062191"/>
                  </a:lnTo>
                  <a:lnTo>
                    <a:pt x="864870" y="1080378"/>
                  </a:lnTo>
                  <a:lnTo>
                    <a:pt x="818569" y="1098528"/>
                  </a:lnTo>
                  <a:lnTo>
                    <a:pt x="813707" y="1142339"/>
                  </a:lnTo>
                  <a:lnTo>
                    <a:pt x="815205" y="1176867"/>
                  </a:lnTo>
                  <a:lnTo>
                    <a:pt x="814368" y="1201966"/>
                  </a:lnTo>
                  <a:lnTo>
                    <a:pt x="810693" y="1236693"/>
                  </a:lnTo>
                  <a:lnTo>
                    <a:pt x="773240" y="1252527"/>
                  </a:lnTo>
                  <a:lnTo>
                    <a:pt x="749068" y="1199632"/>
                  </a:lnTo>
                  <a:lnTo>
                    <a:pt x="748854" y="1178459"/>
                  </a:lnTo>
                  <a:lnTo>
                    <a:pt x="741640" y="1153740"/>
                  </a:lnTo>
                  <a:lnTo>
                    <a:pt x="740278" y="1132676"/>
                  </a:lnTo>
                  <a:lnTo>
                    <a:pt x="731722" y="1098981"/>
                  </a:lnTo>
                  <a:lnTo>
                    <a:pt x="696291" y="1089860"/>
                  </a:lnTo>
                  <a:lnTo>
                    <a:pt x="682543" y="1088666"/>
                  </a:lnTo>
                  <a:lnTo>
                    <a:pt x="663310" y="1094927"/>
                  </a:lnTo>
                  <a:lnTo>
                    <a:pt x="658546" y="1092484"/>
                  </a:lnTo>
                  <a:lnTo>
                    <a:pt x="635522" y="1046466"/>
                  </a:lnTo>
                  <a:lnTo>
                    <a:pt x="639314" y="995688"/>
                  </a:lnTo>
                  <a:lnTo>
                    <a:pt x="627024" y="970063"/>
                  </a:lnTo>
                  <a:lnTo>
                    <a:pt x="625332" y="958464"/>
                  </a:lnTo>
                  <a:lnTo>
                    <a:pt x="625624" y="945615"/>
                  </a:lnTo>
                  <a:lnTo>
                    <a:pt x="615531" y="935029"/>
                  </a:lnTo>
                  <a:lnTo>
                    <a:pt x="603280" y="929419"/>
                  </a:lnTo>
                  <a:lnTo>
                    <a:pt x="597330" y="900845"/>
                  </a:lnTo>
                  <a:lnTo>
                    <a:pt x="611409" y="893915"/>
                  </a:lnTo>
                  <a:lnTo>
                    <a:pt x="646217" y="897262"/>
                  </a:lnTo>
                  <a:lnTo>
                    <a:pt x="656388" y="895308"/>
                  </a:lnTo>
                  <a:lnTo>
                    <a:pt x="665702" y="889354"/>
                  </a:lnTo>
                  <a:lnTo>
                    <a:pt x="693860" y="842377"/>
                  </a:lnTo>
                  <a:lnTo>
                    <a:pt x="693044" y="832026"/>
                  </a:lnTo>
                  <a:lnTo>
                    <a:pt x="696058" y="818598"/>
                  </a:lnTo>
                  <a:lnTo>
                    <a:pt x="726530" y="813622"/>
                  </a:lnTo>
                  <a:lnTo>
                    <a:pt x="740103" y="831772"/>
                  </a:lnTo>
                  <a:lnTo>
                    <a:pt x="737381" y="860835"/>
                  </a:lnTo>
                  <a:lnTo>
                    <a:pt x="739112" y="898077"/>
                  </a:lnTo>
                  <a:lnTo>
                    <a:pt x="757566" y="908211"/>
                  </a:lnTo>
                  <a:lnTo>
                    <a:pt x="764761" y="909694"/>
                  </a:lnTo>
                  <a:lnTo>
                    <a:pt x="772442" y="882188"/>
                  </a:lnTo>
                  <a:lnTo>
                    <a:pt x="777829" y="868815"/>
                  </a:lnTo>
                  <a:lnTo>
                    <a:pt x="785141" y="861360"/>
                  </a:lnTo>
                  <a:lnTo>
                    <a:pt x="787630" y="836224"/>
                  </a:lnTo>
                  <a:lnTo>
                    <a:pt x="783293" y="820878"/>
                  </a:lnTo>
                  <a:lnTo>
                    <a:pt x="774056" y="809441"/>
                  </a:lnTo>
                  <a:lnTo>
                    <a:pt x="808554" y="778316"/>
                  </a:lnTo>
                  <a:lnTo>
                    <a:pt x="844257" y="753669"/>
                  </a:lnTo>
                  <a:lnTo>
                    <a:pt x="865026" y="752384"/>
                  </a:lnTo>
                  <a:lnTo>
                    <a:pt x="885930" y="758410"/>
                  </a:lnTo>
                  <a:lnTo>
                    <a:pt x="905357" y="766734"/>
                  </a:lnTo>
                  <a:lnTo>
                    <a:pt x="915897" y="773901"/>
                  </a:lnTo>
                  <a:lnTo>
                    <a:pt x="921808" y="785410"/>
                  </a:lnTo>
                  <a:lnTo>
                    <a:pt x="908780" y="812844"/>
                  </a:lnTo>
                  <a:lnTo>
                    <a:pt x="905163" y="827863"/>
                  </a:lnTo>
                  <a:lnTo>
                    <a:pt x="913913" y="877302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h39"/>
            <p:cNvSpPr/>
            <p:nvPr/>
          </p:nvSpPr>
          <p:spPr>
            <a:xfrm>
              <a:off x="1697113" y="1785633"/>
              <a:ext cx="1047236" cy="1567872"/>
            </a:xfrm>
            <a:custGeom>
              <a:avLst/>
              <a:pathLst>
                <a:path w="1047236" h="1567872">
                  <a:moveTo>
                    <a:pt x="914400" y="914400"/>
                  </a:moveTo>
                  <a:lnTo>
                    <a:pt x="969004" y="870534"/>
                  </a:lnTo>
                  <a:lnTo>
                    <a:pt x="984270" y="869973"/>
                  </a:lnTo>
                  <a:lnTo>
                    <a:pt x="958581" y="902673"/>
                  </a:lnTo>
                  <a:lnTo>
                    <a:pt x="954459" y="915322"/>
                  </a:lnTo>
                  <a:lnTo>
                    <a:pt x="951347" y="934722"/>
                  </a:lnTo>
                  <a:lnTo>
                    <a:pt x="969763" y="976850"/>
                  </a:lnTo>
                  <a:lnTo>
                    <a:pt x="965874" y="1002492"/>
                  </a:lnTo>
                  <a:lnTo>
                    <a:pt x="967176" y="1052944"/>
                  </a:lnTo>
                  <a:lnTo>
                    <a:pt x="949811" y="1079238"/>
                  </a:lnTo>
                  <a:lnTo>
                    <a:pt x="930209" y="1135173"/>
                  </a:lnTo>
                  <a:lnTo>
                    <a:pt x="921770" y="1143407"/>
                  </a:lnTo>
                  <a:lnTo>
                    <a:pt x="919961" y="1208698"/>
                  </a:lnTo>
                  <a:lnTo>
                    <a:pt x="921886" y="1224279"/>
                  </a:lnTo>
                  <a:lnTo>
                    <a:pt x="919105" y="1283725"/>
                  </a:lnTo>
                  <a:lnTo>
                    <a:pt x="939193" y="1308065"/>
                  </a:lnTo>
                  <a:lnTo>
                    <a:pt x="960429" y="1320786"/>
                  </a:lnTo>
                  <a:lnTo>
                    <a:pt x="1031252" y="1320334"/>
                  </a:lnTo>
                  <a:lnTo>
                    <a:pt x="1038602" y="1331029"/>
                  </a:lnTo>
                  <a:lnTo>
                    <a:pt x="1047236" y="1349414"/>
                  </a:lnTo>
                  <a:lnTo>
                    <a:pt x="1040916" y="1380630"/>
                  </a:lnTo>
                  <a:lnTo>
                    <a:pt x="1033352" y="1404173"/>
                  </a:lnTo>
                  <a:lnTo>
                    <a:pt x="1012836" y="1424007"/>
                  </a:lnTo>
                  <a:lnTo>
                    <a:pt x="986506" y="1438792"/>
                  </a:lnTo>
                  <a:lnTo>
                    <a:pt x="970132" y="1439443"/>
                  </a:lnTo>
                  <a:lnTo>
                    <a:pt x="947827" y="1411340"/>
                  </a:lnTo>
                  <a:lnTo>
                    <a:pt x="937229" y="1420460"/>
                  </a:lnTo>
                  <a:lnTo>
                    <a:pt x="926281" y="1434792"/>
                  </a:lnTo>
                  <a:lnTo>
                    <a:pt x="907943" y="1511701"/>
                  </a:lnTo>
                  <a:lnTo>
                    <a:pt x="899251" y="1563655"/>
                  </a:lnTo>
                  <a:lnTo>
                    <a:pt x="894545" y="1567872"/>
                  </a:lnTo>
                  <a:lnTo>
                    <a:pt x="884180" y="1560217"/>
                  </a:lnTo>
                  <a:lnTo>
                    <a:pt x="866270" y="1559620"/>
                  </a:lnTo>
                  <a:lnTo>
                    <a:pt x="862809" y="1561504"/>
                  </a:lnTo>
                  <a:lnTo>
                    <a:pt x="862809" y="926074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h40"/>
            <p:cNvSpPr/>
            <p:nvPr/>
          </p:nvSpPr>
          <p:spPr>
            <a:xfrm>
              <a:off x="1650228" y="2473343"/>
              <a:ext cx="914400" cy="923610"/>
            </a:xfrm>
            <a:custGeom>
              <a:avLst/>
              <a:pathLst>
                <a:path w="914400" h="923610">
                  <a:moveTo>
                    <a:pt x="914400" y="914400"/>
                  </a:moveTo>
                  <a:lnTo>
                    <a:pt x="909694" y="923610"/>
                  </a:lnTo>
                  <a:lnTo>
                    <a:pt x="909694" y="907057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h41"/>
            <p:cNvSpPr/>
            <p:nvPr/>
          </p:nvSpPr>
          <p:spPr>
            <a:xfrm>
              <a:off x="1782287" y="2548876"/>
              <a:ext cx="940769" cy="1102980"/>
            </a:xfrm>
            <a:custGeom>
              <a:avLst/>
              <a:pathLst>
                <a:path w="940769" h="1102980">
                  <a:moveTo>
                    <a:pt x="914400" y="914399"/>
                  </a:moveTo>
                  <a:lnTo>
                    <a:pt x="924609" y="955641"/>
                  </a:lnTo>
                  <a:lnTo>
                    <a:pt x="940769" y="1001768"/>
                  </a:lnTo>
                  <a:lnTo>
                    <a:pt x="934021" y="1021077"/>
                  </a:lnTo>
                  <a:lnTo>
                    <a:pt x="938610" y="1045814"/>
                  </a:lnTo>
                  <a:lnTo>
                    <a:pt x="934001" y="1071619"/>
                  </a:lnTo>
                  <a:lnTo>
                    <a:pt x="901857" y="1101623"/>
                  </a:lnTo>
                  <a:lnTo>
                    <a:pt x="865804" y="1102980"/>
                  </a:lnTo>
                  <a:lnTo>
                    <a:pt x="828331" y="1088485"/>
                  </a:lnTo>
                  <a:lnTo>
                    <a:pt x="777635" y="1061760"/>
                  </a:lnTo>
                  <a:lnTo>
                    <a:pt x="777635" y="922117"/>
                  </a:lnTo>
                  <a:lnTo>
                    <a:pt x="834612" y="894675"/>
                  </a:lnTo>
                  <a:lnTo>
                    <a:pt x="848049" y="899072"/>
                  </a:lnTo>
                  <a:lnTo>
                    <a:pt x="862070" y="913386"/>
                  </a:lnTo>
                  <a:lnTo>
                    <a:pt x="878210" y="914237"/>
                  </a:lnTo>
                  <a:lnTo>
                    <a:pt x="901643" y="893933"/>
                  </a:lnTo>
                  <a:lnTo>
                    <a:pt x="906096" y="895055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h42"/>
            <p:cNvSpPr/>
            <p:nvPr/>
          </p:nvSpPr>
          <p:spPr>
            <a:xfrm>
              <a:off x="1951858" y="2818691"/>
              <a:ext cx="959709" cy="988793"/>
            </a:xfrm>
            <a:custGeom>
              <a:avLst/>
              <a:pathLst>
                <a:path w="959709" h="988793">
                  <a:moveTo>
                    <a:pt x="914400" y="914400"/>
                  </a:moveTo>
                  <a:lnTo>
                    <a:pt x="938241" y="913078"/>
                  </a:lnTo>
                  <a:lnTo>
                    <a:pt x="954459" y="922615"/>
                  </a:lnTo>
                  <a:lnTo>
                    <a:pt x="958328" y="937345"/>
                  </a:lnTo>
                  <a:lnTo>
                    <a:pt x="959709" y="970045"/>
                  </a:lnTo>
                  <a:lnTo>
                    <a:pt x="942674" y="979582"/>
                  </a:lnTo>
                  <a:lnTo>
                    <a:pt x="923870" y="976343"/>
                  </a:lnTo>
                  <a:lnTo>
                    <a:pt x="898279" y="988793"/>
                  </a:lnTo>
                  <a:lnTo>
                    <a:pt x="814271" y="935337"/>
                  </a:lnTo>
                  <a:lnTo>
                    <a:pt x="815496" y="890766"/>
                  </a:lnTo>
                  <a:lnTo>
                    <a:pt x="818860" y="873267"/>
                  </a:lnTo>
                  <a:lnTo>
                    <a:pt x="858667" y="869105"/>
                  </a:lnTo>
                  <a:lnTo>
                    <a:pt x="879163" y="891399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h43"/>
            <p:cNvSpPr/>
            <p:nvPr/>
          </p:nvSpPr>
          <p:spPr>
            <a:xfrm>
              <a:off x="1782871" y="2850016"/>
              <a:ext cx="966437" cy="914400"/>
            </a:xfrm>
            <a:custGeom>
              <a:avLst/>
              <a:pathLst>
                <a:path w="966437" h="914400">
                  <a:moveTo>
                    <a:pt x="914400" y="914400"/>
                  </a:moveTo>
                  <a:lnTo>
                    <a:pt x="902401" y="884378"/>
                  </a:lnTo>
                  <a:lnTo>
                    <a:pt x="900846" y="874986"/>
                  </a:lnTo>
                  <a:lnTo>
                    <a:pt x="914944" y="855768"/>
                  </a:lnTo>
                  <a:lnTo>
                    <a:pt x="924064" y="833998"/>
                  </a:lnTo>
                  <a:lnTo>
                    <a:pt x="947652" y="800574"/>
                  </a:lnTo>
                  <a:lnTo>
                    <a:pt x="961245" y="761414"/>
                  </a:lnTo>
                  <a:lnTo>
                    <a:pt x="966437" y="762029"/>
                  </a:lnTo>
                  <a:lnTo>
                    <a:pt x="960409" y="796901"/>
                  </a:lnTo>
                  <a:lnTo>
                    <a:pt x="929431" y="894168"/>
                  </a:lnTo>
                  <a:lnTo>
                    <a:pt x="923228" y="912300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h44"/>
            <p:cNvSpPr/>
            <p:nvPr/>
          </p:nvSpPr>
          <p:spPr>
            <a:xfrm>
              <a:off x="2145542" y="2773740"/>
              <a:ext cx="922003" cy="936043"/>
            </a:xfrm>
            <a:custGeom>
              <a:avLst/>
              <a:pathLst>
                <a:path w="922003" h="936043">
                  <a:moveTo>
                    <a:pt x="914400" y="914400"/>
                  </a:moveTo>
                  <a:lnTo>
                    <a:pt x="883830" y="910346"/>
                  </a:lnTo>
                  <a:lnTo>
                    <a:pt x="849371" y="936043"/>
                  </a:lnTo>
                  <a:lnTo>
                    <a:pt x="836304" y="927917"/>
                  </a:lnTo>
                  <a:lnTo>
                    <a:pt x="841243" y="911504"/>
                  </a:lnTo>
                  <a:lnTo>
                    <a:pt x="844841" y="905532"/>
                  </a:lnTo>
                  <a:lnTo>
                    <a:pt x="856430" y="898565"/>
                  </a:lnTo>
                  <a:lnTo>
                    <a:pt x="864170" y="888377"/>
                  </a:lnTo>
                  <a:lnTo>
                    <a:pt x="867204" y="872434"/>
                  </a:lnTo>
                  <a:lnTo>
                    <a:pt x="874379" y="881030"/>
                  </a:lnTo>
                  <a:lnTo>
                    <a:pt x="895712" y="884631"/>
                  </a:lnTo>
                  <a:lnTo>
                    <a:pt x="906135" y="889716"/>
                  </a:lnTo>
                  <a:lnTo>
                    <a:pt x="914847" y="897190"/>
                  </a:lnTo>
                  <a:lnTo>
                    <a:pt x="922003" y="908880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h45"/>
            <p:cNvSpPr/>
            <p:nvPr/>
          </p:nvSpPr>
          <p:spPr>
            <a:xfrm>
              <a:off x="2157599" y="2550216"/>
              <a:ext cx="933146" cy="914400"/>
            </a:xfrm>
            <a:custGeom>
              <a:avLst/>
              <a:pathLst>
                <a:path w="933146" h="914400">
                  <a:moveTo>
                    <a:pt x="914400" y="914400"/>
                  </a:moveTo>
                  <a:lnTo>
                    <a:pt x="910277" y="913567"/>
                  </a:lnTo>
                  <a:lnTo>
                    <a:pt x="904190" y="891942"/>
                  </a:lnTo>
                  <a:lnTo>
                    <a:pt x="914069" y="878786"/>
                  </a:lnTo>
                  <a:lnTo>
                    <a:pt x="919903" y="867621"/>
                  </a:lnTo>
                  <a:lnTo>
                    <a:pt x="924045" y="867947"/>
                  </a:lnTo>
                  <a:lnTo>
                    <a:pt x="929704" y="880017"/>
                  </a:lnTo>
                  <a:lnTo>
                    <a:pt x="933146" y="898638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h46"/>
            <p:cNvSpPr/>
            <p:nvPr/>
          </p:nvSpPr>
          <p:spPr>
            <a:xfrm>
              <a:off x="1728616" y="2815886"/>
              <a:ext cx="931843" cy="914400"/>
            </a:xfrm>
            <a:custGeom>
              <a:avLst/>
              <a:pathLst>
                <a:path w="931843" h="914400">
                  <a:moveTo>
                    <a:pt x="914400" y="914400"/>
                  </a:moveTo>
                  <a:lnTo>
                    <a:pt x="899115" y="906329"/>
                  </a:lnTo>
                  <a:lnTo>
                    <a:pt x="874243" y="875927"/>
                  </a:lnTo>
                  <a:lnTo>
                    <a:pt x="871112" y="867856"/>
                  </a:lnTo>
                  <a:lnTo>
                    <a:pt x="884180" y="873013"/>
                  </a:lnTo>
                  <a:lnTo>
                    <a:pt x="900398" y="888902"/>
                  </a:lnTo>
                  <a:lnTo>
                    <a:pt x="913680" y="892286"/>
                  </a:lnTo>
                  <a:lnTo>
                    <a:pt x="931843" y="905731"/>
                  </a:lnTo>
                  <a:lnTo>
                    <a:pt x="927759" y="910545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h47"/>
            <p:cNvSpPr/>
            <p:nvPr/>
          </p:nvSpPr>
          <p:spPr>
            <a:xfrm>
              <a:off x="1645522" y="2800679"/>
              <a:ext cx="926592" cy="914400"/>
            </a:xfrm>
            <a:custGeom>
              <a:avLst/>
              <a:pathLst>
                <a:path w="926592" h="914400">
                  <a:moveTo>
                    <a:pt x="914400" y="914400"/>
                  </a:moveTo>
                  <a:lnTo>
                    <a:pt x="914400" y="874848"/>
                  </a:lnTo>
                  <a:lnTo>
                    <a:pt x="925892" y="903386"/>
                  </a:lnTo>
                  <a:lnTo>
                    <a:pt x="926592" y="911366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h48"/>
            <p:cNvSpPr/>
            <p:nvPr/>
          </p:nvSpPr>
          <p:spPr>
            <a:xfrm>
              <a:off x="1763075" y="2471986"/>
              <a:ext cx="928615" cy="914400"/>
            </a:xfrm>
            <a:custGeom>
              <a:avLst/>
              <a:pathLst>
                <a:path w="928615" h="914400">
                  <a:moveTo>
                    <a:pt x="914400" y="914400"/>
                  </a:moveTo>
                  <a:lnTo>
                    <a:pt x="901779" y="907469"/>
                  </a:lnTo>
                  <a:lnTo>
                    <a:pt x="900457" y="883491"/>
                  </a:lnTo>
                  <a:lnTo>
                    <a:pt x="905240" y="861957"/>
                  </a:lnTo>
                  <a:lnTo>
                    <a:pt x="899620" y="842702"/>
                  </a:lnTo>
                  <a:lnTo>
                    <a:pt x="905804" y="830324"/>
                  </a:lnTo>
                  <a:lnTo>
                    <a:pt x="923559" y="859152"/>
                  </a:lnTo>
                  <a:lnTo>
                    <a:pt x="928615" y="872706"/>
                  </a:lnTo>
                  <a:lnTo>
                    <a:pt x="921770" y="888902"/>
                  </a:lnTo>
                  <a:lnTo>
                    <a:pt x="917783" y="907740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h49"/>
            <p:cNvSpPr/>
            <p:nvPr/>
          </p:nvSpPr>
          <p:spPr>
            <a:xfrm>
              <a:off x="1846926" y="1929407"/>
              <a:ext cx="946875" cy="914400"/>
            </a:xfrm>
            <a:custGeom>
              <a:avLst/>
              <a:pathLst>
                <a:path w="946875" h="914400">
                  <a:moveTo>
                    <a:pt x="914400" y="914400"/>
                  </a:moveTo>
                  <a:lnTo>
                    <a:pt x="887000" y="902112"/>
                  </a:lnTo>
                  <a:lnTo>
                    <a:pt x="899095" y="884939"/>
                  </a:lnTo>
                  <a:lnTo>
                    <a:pt x="929198" y="877031"/>
                  </a:lnTo>
                  <a:lnTo>
                    <a:pt x="946875" y="879637"/>
                  </a:lnTo>
                  <a:lnTo>
                    <a:pt x="927428" y="896683"/>
                  </a:lnTo>
                  <a:lnTo>
                    <a:pt x="922509" y="905713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h50"/>
            <p:cNvSpPr/>
            <p:nvPr/>
          </p:nvSpPr>
          <p:spPr>
            <a:xfrm>
              <a:off x="2651279" y="2753708"/>
              <a:ext cx="931590" cy="914400"/>
            </a:xfrm>
            <a:custGeom>
              <a:avLst/>
              <a:pathLst>
                <a:path w="931590" h="914400">
                  <a:moveTo>
                    <a:pt x="914399" y="914400"/>
                  </a:moveTo>
                  <a:lnTo>
                    <a:pt x="881497" y="904012"/>
                  </a:lnTo>
                  <a:lnTo>
                    <a:pt x="841399" y="878334"/>
                  </a:lnTo>
                  <a:lnTo>
                    <a:pt x="847271" y="828008"/>
                  </a:lnTo>
                  <a:lnTo>
                    <a:pt x="857558" y="806257"/>
                  </a:lnTo>
                  <a:lnTo>
                    <a:pt x="930695" y="862662"/>
                  </a:lnTo>
                  <a:lnTo>
                    <a:pt x="931590" y="883925"/>
                  </a:lnTo>
                  <a:lnTo>
                    <a:pt x="921750" y="908120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t51"/>
            <p:cNvSpPr/>
            <p:nvPr/>
          </p:nvSpPr>
          <p:spPr>
            <a:xfrm>
              <a:off x="3079070" y="3331318"/>
              <a:ext cx="117405" cy="117405"/>
            </a:xfrm>
            <a:prstGeom prst="ellipse">
              <a:avLst/>
            </a:prstGeom>
            <a:solidFill>
              <a:srgbClr val="4C137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t52"/>
            <p:cNvSpPr/>
            <p:nvPr/>
          </p:nvSpPr>
          <p:spPr>
            <a:xfrm>
              <a:off x="4309047" y="1819390"/>
              <a:ext cx="117405" cy="117405"/>
            </a:xfrm>
            <a:prstGeom prst="ellipse">
              <a:avLst/>
            </a:prstGeom>
            <a:solidFill>
              <a:srgbClr val="7F7F7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t53"/>
            <p:cNvSpPr/>
            <p:nvPr/>
          </p:nvSpPr>
          <p:spPr>
            <a:xfrm>
              <a:off x="3009279" y="3167649"/>
              <a:ext cx="117405" cy="117405"/>
            </a:xfrm>
            <a:prstGeom prst="ellipse">
              <a:avLst/>
            </a:prstGeom>
            <a:solidFill>
              <a:srgbClr val="FB97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t54"/>
            <p:cNvSpPr/>
            <p:nvPr/>
          </p:nvSpPr>
          <p:spPr>
            <a:xfrm>
              <a:off x="3841481" y="2612382"/>
              <a:ext cx="117405" cy="117405"/>
            </a:xfrm>
            <a:prstGeom prst="ellipse">
              <a:avLst/>
            </a:prstGeom>
            <a:solidFill>
              <a:srgbClr val="7F7F7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t55"/>
            <p:cNvSpPr/>
            <p:nvPr/>
          </p:nvSpPr>
          <p:spPr>
            <a:xfrm>
              <a:off x="3766068" y="2998083"/>
              <a:ext cx="117405" cy="117405"/>
            </a:xfrm>
            <a:prstGeom prst="ellipse">
              <a:avLst/>
            </a:prstGeom>
            <a:solidFill>
              <a:srgbClr val="73207B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t56"/>
            <p:cNvSpPr/>
            <p:nvPr/>
          </p:nvSpPr>
          <p:spPr>
            <a:xfrm>
              <a:off x="3095194" y="3464481"/>
              <a:ext cx="117405" cy="117405"/>
            </a:xfrm>
            <a:prstGeom prst="ellipse">
              <a:avLst/>
            </a:prstGeom>
            <a:solidFill>
              <a:srgbClr val="7F7F7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t57"/>
            <p:cNvSpPr/>
            <p:nvPr/>
          </p:nvSpPr>
          <p:spPr>
            <a:xfrm>
              <a:off x="2723377" y="2174267"/>
              <a:ext cx="117405" cy="117405"/>
            </a:xfrm>
            <a:prstGeom prst="ellipse">
              <a:avLst/>
            </a:prstGeom>
            <a:solidFill>
              <a:srgbClr val="6E1E7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t58"/>
            <p:cNvSpPr/>
            <p:nvPr/>
          </p:nvSpPr>
          <p:spPr>
            <a:xfrm>
              <a:off x="2813515" y="2479934"/>
              <a:ext cx="117405" cy="117405"/>
            </a:xfrm>
            <a:prstGeom prst="ellipse">
              <a:avLst/>
            </a:prstGeom>
            <a:solidFill>
              <a:srgbClr val="B23676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3844884" y="2570479"/>
              <a:ext cx="48772" cy="88729"/>
            </a:xfrm>
            <a:custGeom>
              <a:avLst/>
              <a:pathLst>
                <a:path w="48772" h="88729">
                  <a:moveTo>
                    <a:pt x="0" y="0"/>
                  </a:moveTo>
                  <a:lnTo>
                    <a:pt x="48772" y="88729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2880646" y="2549247"/>
              <a:ext cx="59841" cy="75328"/>
            </a:xfrm>
            <a:custGeom>
              <a:avLst/>
              <a:pathLst>
                <a:path w="59841" h="75328">
                  <a:moveTo>
                    <a:pt x="59841" y="75328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g61"/>
            <p:cNvSpPr/>
            <p:nvPr/>
          </p:nvSpPr>
          <p:spPr>
            <a:xfrm>
              <a:off x="3193420" y="3258443"/>
              <a:ext cx="379475" cy="191749"/>
            </a:xfrm>
            <a:custGeom>
              <a:avLst/>
              <a:pathLst>
                <a:path w="379475" h="191749">
                  <a:moveTo>
                    <a:pt x="27431" y="191749"/>
                  </a:moveTo>
                  <a:lnTo>
                    <a:pt x="352043" y="191749"/>
                  </a:lnTo>
                  <a:lnTo>
                    <a:pt x="350939" y="191727"/>
                  </a:lnTo>
                  <a:lnTo>
                    <a:pt x="355350" y="191549"/>
                  </a:lnTo>
                  <a:lnTo>
                    <a:pt x="359676" y="190666"/>
                  </a:lnTo>
                  <a:lnTo>
                    <a:pt x="363803" y="189101"/>
                  </a:lnTo>
                  <a:lnTo>
                    <a:pt x="367627" y="186893"/>
                  </a:lnTo>
                  <a:lnTo>
                    <a:pt x="371046" y="184101"/>
                  </a:lnTo>
                  <a:lnTo>
                    <a:pt x="373974" y="180797"/>
                  </a:lnTo>
                  <a:lnTo>
                    <a:pt x="376333" y="177065"/>
                  </a:lnTo>
                  <a:lnTo>
                    <a:pt x="378064" y="173004"/>
                  </a:lnTo>
                  <a:lnTo>
                    <a:pt x="379120" y="168718"/>
                  </a:lnTo>
                  <a:lnTo>
                    <a:pt x="379475" y="164317"/>
                  </a:lnTo>
                  <a:lnTo>
                    <a:pt x="379475" y="27432"/>
                  </a:lnTo>
                  <a:lnTo>
                    <a:pt x="379120" y="23031"/>
                  </a:lnTo>
                  <a:lnTo>
                    <a:pt x="378064" y="18745"/>
                  </a:lnTo>
                  <a:lnTo>
                    <a:pt x="376333" y="14683"/>
                  </a:lnTo>
                  <a:lnTo>
                    <a:pt x="373974" y="10952"/>
                  </a:lnTo>
                  <a:lnTo>
                    <a:pt x="371046" y="7647"/>
                  </a:lnTo>
                  <a:lnTo>
                    <a:pt x="367627" y="4855"/>
                  </a:lnTo>
                  <a:lnTo>
                    <a:pt x="363803" y="2648"/>
                  </a:lnTo>
                  <a:lnTo>
                    <a:pt x="359676" y="1083"/>
                  </a:lnTo>
                  <a:lnTo>
                    <a:pt x="355350" y="200"/>
                  </a:lnTo>
                  <a:lnTo>
                    <a:pt x="352043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6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2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6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tx62"/>
            <p:cNvSpPr/>
            <p:nvPr/>
          </p:nvSpPr>
          <p:spPr>
            <a:xfrm>
              <a:off x="3239140" y="3304163"/>
              <a:ext cx="288036" cy="1003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3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BAR</a:t>
              </a:r>
            </a:p>
          </p:txBody>
        </p:sp>
        <p:sp>
          <p:nvSpPr>
            <p:cNvPr id="63" name="pg63"/>
            <p:cNvSpPr/>
            <p:nvPr/>
          </p:nvSpPr>
          <p:spPr>
            <a:xfrm>
              <a:off x="4241124" y="1626770"/>
              <a:ext cx="363931" cy="191749"/>
            </a:xfrm>
            <a:custGeom>
              <a:avLst/>
              <a:pathLst>
                <a:path w="363931" h="191749">
                  <a:moveTo>
                    <a:pt x="27432" y="191749"/>
                  </a:moveTo>
                  <a:lnTo>
                    <a:pt x="336499" y="191749"/>
                  </a:lnTo>
                  <a:lnTo>
                    <a:pt x="335394" y="191727"/>
                  </a:lnTo>
                  <a:lnTo>
                    <a:pt x="339805" y="191549"/>
                  </a:lnTo>
                  <a:lnTo>
                    <a:pt x="344131" y="190666"/>
                  </a:lnTo>
                  <a:lnTo>
                    <a:pt x="348259" y="189101"/>
                  </a:lnTo>
                  <a:lnTo>
                    <a:pt x="352082" y="186893"/>
                  </a:lnTo>
                  <a:lnTo>
                    <a:pt x="355502" y="184101"/>
                  </a:lnTo>
                  <a:lnTo>
                    <a:pt x="358429" y="180797"/>
                  </a:lnTo>
                  <a:lnTo>
                    <a:pt x="360789" y="177065"/>
                  </a:lnTo>
                  <a:lnTo>
                    <a:pt x="362519" y="173004"/>
                  </a:lnTo>
                  <a:lnTo>
                    <a:pt x="363575" y="168718"/>
                  </a:lnTo>
                  <a:lnTo>
                    <a:pt x="363931" y="164317"/>
                  </a:lnTo>
                  <a:lnTo>
                    <a:pt x="363931" y="27431"/>
                  </a:lnTo>
                  <a:lnTo>
                    <a:pt x="363575" y="23031"/>
                  </a:lnTo>
                  <a:lnTo>
                    <a:pt x="362519" y="18745"/>
                  </a:lnTo>
                  <a:lnTo>
                    <a:pt x="360789" y="14683"/>
                  </a:lnTo>
                  <a:lnTo>
                    <a:pt x="358429" y="10952"/>
                  </a:lnTo>
                  <a:lnTo>
                    <a:pt x="355502" y="7647"/>
                  </a:lnTo>
                  <a:lnTo>
                    <a:pt x="352082" y="4855"/>
                  </a:lnTo>
                  <a:lnTo>
                    <a:pt x="348259" y="2648"/>
                  </a:lnTo>
                  <a:lnTo>
                    <a:pt x="344131" y="1083"/>
                  </a:lnTo>
                  <a:lnTo>
                    <a:pt x="339805" y="200"/>
                  </a:lnTo>
                  <a:lnTo>
                    <a:pt x="336499" y="0"/>
                  </a:lnTo>
                  <a:lnTo>
                    <a:pt x="27432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6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1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6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tx64"/>
            <p:cNvSpPr/>
            <p:nvPr/>
          </p:nvSpPr>
          <p:spPr>
            <a:xfrm>
              <a:off x="4286844" y="1672490"/>
              <a:ext cx="272491" cy="1003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3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BJO</a:t>
              </a:r>
            </a:p>
          </p:txBody>
        </p:sp>
        <p:sp>
          <p:nvSpPr>
            <p:cNvPr id="65" name="pg65"/>
            <p:cNvSpPr/>
            <p:nvPr/>
          </p:nvSpPr>
          <p:spPr>
            <a:xfrm>
              <a:off x="2743527" y="2975222"/>
              <a:ext cx="410565" cy="191749"/>
            </a:xfrm>
            <a:custGeom>
              <a:avLst/>
              <a:pathLst>
                <a:path w="410565" h="191749">
                  <a:moveTo>
                    <a:pt x="27431" y="191749"/>
                  </a:moveTo>
                  <a:lnTo>
                    <a:pt x="383133" y="191749"/>
                  </a:lnTo>
                  <a:lnTo>
                    <a:pt x="382029" y="191727"/>
                  </a:lnTo>
                  <a:lnTo>
                    <a:pt x="386440" y="191549"/>
                  </a:lnTo>
                  <a:lnTo>
                    <a:pt x="390765" y="190666"/>
                  </a:lnTo>
                  <a:lnTo>
                    <a:pt x="394893" y="189101"/>
                  </a:lnTo>
                  <a:lnTo>
                    <a:pt x="398716" y="186893"/>
                  </a:lnTo>
                  <a:lnTo>
                    <a:pt x="402136" y="184101"/>
                  </a:lnTo>
                  <a:lnTo>
                    <a:pt x="405063" y="180797"/>
                  </a:lnTo>
                  <a:lnTo>
                    <a:pt x="407423" y="177065"/>
                  </a:lnTo>
                  <a:lnTo>
                    <a:pt x="409153" y="173004"/>
                  </a:lnTo>
                  <a:lnTo>
                    <a:pt x="410210" y="168718"/>
                  </a:lnTo>
                  <a:lnTo>
                    <a:pt x="410565" y="164317"/>
                  </a:lnTo>
                  <a:lnTo>
                    <a:pt x="410565" y="27431"/>
                  </a:lnTo>
                  <a:lnTo>
                    <a:pt x="410210" y="23031"/>
                  </a:lnTo>
                  <a:lnTo>
                    <a:pt x="409153" y="18745"/>
                  </a:lnTo>
                  <a:lnTo>
                    <a:pt x="407423" y="14683"/>
                  </a:lnTo>
                  <a:lnTo>
                    <a:pt x="405063" y="10952"/>
                  </a:lnTo>
                  <a:lnTo>
                    <a:pt x="402136" y="7647"/>
                  </a:lnTo>
                  <a:lnTo>
                    <a:pt x="398716" y="4855"/>
                  </a:lnTo>
                  <a:lnTo>
                    <a:pt x="394893" y="2648"/>
                  </a:lnTo>
                  <a:lnTo>
                    <a:pt x="390765" y="1083"/>
                  </a:lnTo>
                  <a:lnTo>
                    <a:pt x="386440" y="200"/>
                  </a:lnTo>
                  <a:lnTo>
                    <a:pt x="383133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6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1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6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tx66"/>
            <p:cNvSpPr/>
            <p:nvPr/>
          </p:nvSpPr>
          <p:spPr>
            <a:xfrm>
              <a:off x="2789247" y="3020942"/>
              <a:ext cx="319125" cy="1003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3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HOG</a:t>
              </a:r>
            </a:p>
          </p:txBody>
        </p:sp>
        <p:sp>
          <p:nvSpPr>
            <p:cNvPr id="67" name="pg67"/>
            <p:cNvSpPr/>
            <p:nvPr/>
          </p:nvSpPr>
          <p:spPr>
            <a:xfrm>
              <a:off x="3442182" y="2430357"/>
              <a:ext cx="402701" cy="191749"/>
            </a:xfrm>
            <a:custGeom>
              <a:avLst/>
              <a:pathLst>
                <a:path w="402701" h="191749">
                  <a:moveTo>
                    <a:pt x="27432" y="191749"/>
                  </a:moveTo>
                  <a:lnTo>
                    <a:pt x="375269" y="191749"/>
                  </a:lnTo>
                  <a:lnTo>
                    <a:pt x="374165" y="191727"/>
                  </a:lnTo>
                  <a:lnTo>
                    <a:pt x="378576" y="191549"/>
                  </a:lnTo>
                  <a:lnTo>
                    <a:pt x="382901" y="190666"/>
                  </a:lnTo>
                  <a:lnTo>
                    <a:pt x="387029" y="189101"/>
                  </a:lnTo>
                  <a:lnTo>
                    <a:pt x="390852" y="186893"/>
                  </a:lnTo>
                  <a:lnTo>
                    <a:pt x="394272" y="184101"/>
                  </a:lnTo>
                  <a:lnTo>
                    <a:pt x="397200" y="180797"/>
                  </a:lnTo>
                  <a:lnTo>
                    <a:pt x="399559" y="177065"/>
                  </a:lnTo>
                  <a:lnTo>
                    <a:pt x="401290" y="173004"/>
                  </a:lnTo>
                  <a:lnTo>
                    <a:pt x="402346" y="168718"/>
                  </a:lnTo>
                  <a:lnTo>
                    <a:pt x="402701" y="164317"/>
                  </a:lnTo>
                  <a:lnTo>
                    <a:pt x="402701" y="27431"/>
                  </a:lnTo>
                  <a:lnTo>
                    <a:pt x="402346" y="23031"/>
                  </a:lnTo>
                  <a:lnTo>
                    <a:pt x="401290" y="18745"/>
                  </a:lnTo>
                  <a:lnTo>
                    <a:pt x="399559" y="14683"/>
                  </a:lnTo>
                  <a:lnTo>
                    <a:pt x="397200" y="10952"/>
                  </a:lnTo>
                  <a:lnTo>
                    <a:pt x="394272" y="7647"/>
                  </a:lnTo>
                  <a:lnTo>
                    <a:pt x="390852" y="4855"/>
                  </a:lnTo>
                  <a:lnTo>
                    <a:pt x="387029" y="2648"/>
                  </a:lnTo>
                  <a:lnTo>
                    <a:pt x="382901" y="1083"/>
                  </a:lnTo>
                  <a:lnTo>
                    <a:pt x="378576" y="200"/>
                  </a:lnTo>
                  <a:lnTo>
                    <a:pt x="375269" y="0"/>
                  </a:lnTo>
                  <a:lnTo>
                    <a:pt x="27432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5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1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5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tx68"/>
            <p:cNvSpPr/>
            <p:nvPr/>
          </p:nvSpPr>
          <p:spPr>
            <a:xfrm>
              <a:off x="3487902" y="2476077"/>
              <a:ext cx="311261" cy="1003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3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HOR</a:t>
              </a:r>
            </a:p>
          </p:txBody>
        </p:sp>
        <p:sp>
          <p:nvSpPr>
            <p:cNvPr id="69" name="pg69"/>
            <p:cNvSpPr/>
            <p:nvPr/>
          </p:nvSpPr>
          <p:spPr>
            <a:xfrm>
              <a:off x="3765710" y="2805791"/>
              <a:ext cx="356250" cy="191749"/>
            </a:xfrm>
            <a:custGeom>
              <a:avLst/>
              <a:pathLst>
                <a:path w="356250" h="191749">
                  <a:moveTo>
                    <a:pt x="27432" y="191749"/>
                  </a:moveTo>
                  <a:lnTo>
                    <a:pt x="328818" y="191749"/>
                  </a:lnTo>
                  <a:lnTo>
                    <a:pt x="327713" y="191727"/>
                  </a:lnTo>
                  <a:lnTo>
                    <a:pt x="332124" y="191549"/>
                  </a:lnTo>
                  <a:lnTo>
                    <a:pt x="336450" y="190666"/>
                  </a:lnTo>
                  <a:lnTo>
                    <a:pt x="340578" y="189101"/>
                  </a:lnTo>
                  <a:lnTo>
                    <a:pt x="344401" y="186893"/>
                  </a:lnTo>
                  <a:lnTo>
                    <a:pt x="347821" y="184101"/>
                  </a:lnTo>
                  <a:lnTo>
                    <a:pt x="350748" y="180797"/>
                  </a:lnTo>
                  <a:lnTo>
                    <a:pt x="353108" y="177065"/>
                  </a:lnTo>
                  <a:lnTo>
                    <a:pt x="354838" y="173004"/>
                  </a:lnTo>
                  <a:lnTo>
                    <a:pt x="355895" y="168718"/>
                  </a:lnTo>
                  <a:lnTo>
                    <a:pt x="356250" y="164317"/>
                  </a:lnTo>
                  <a:lnTo>
                    <a:pt x="356250" y="27431"/>
                  </a:lnTo>
                  <a:lnTo>
                    <a:pt x="355895" y="23031"/>
                  </a:lnTo>
                  <a:lnTo>
                    <a:pt x="354838" y="18745"/>
                  </a:lnTo>
                  <a:lnTo>
                    <a:pt x="353108" y="14683"/>
                  </a:lnTo>
                  <a:lnTo>
                    <a:pt x="350748" y="10952"/>
                  </a:lnTo>
                  <a:lnTo>
                    <a:pt x="347821" y="7647"/>
                  </a:lnTo>
                  <a:lnTo>
                    <a:pt x="344401" y="4855"/>
                  </a:lnTo>
                  <a:lnTo>
                    <a:pt x="340578" y="2648"/>
                  </a:lnTo>
                  <a:lnTo>
                    <a:pt x="336450" y="1083"/>
                  </a:lnTo>
                  <a:lnTo>
                    <a:pt x="332124" y="200"/>
                  </a:lnTo>
                  <a:lnTo>
                    <a:pt x="328818" y="0"/>
                  </a:lnTo>
                  <a:lnTo>
                    <a:pt x="27432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6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1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6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tx70"/>
            <p:cNvSpPr/>
            <p:nvPr/>
          </p:nvSpPr>
          <p:spPr>
            <a:xfrm>
              <a:off x="3811430" y="2851511"/>
              <a:ext cx="264810" cy="1003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3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KAL</a:t>
              </a:r>
            </a:p>
          </p:txBody>
        </p:sp>
        <p:sp>
          <p:nvSpPr>
            <p:cNvPr id="71" name="pg71"/>
            <p:cNvSpPr/>
            <p:nvPr/>
          </p:nvSpPr>
          <p:spPr>
            <a:xfrm>
              <a:off x="3079698" y="3582936"/>
              <a:ext cx="387156" cy="191749"/>
            </a:xfrm>
            <a:custGeom>
              <a:avLst/>
              <a:pathLst>
                <a:path w="387156" h="191749">
                  <a:moveTo>
                    <a:pt x="27431" y="191749"/>
                  </a:moveTo>
                  <a:lnTo>
                    <a:pt x="359724" y="191749"/>
                  </a:lnTo>
                  <a:lnTo>
                    <a:pt x="358620" y="191727"/>
                  </a:lnTo>
                  <a:lnTo>
                    <a:pt x="363031" y="191549"/>
                  </a:lnTo>
                  <a:lnTo>
                    <a:pt x="367357" y="190666"/>
                  </a:lnTo>
                  <a:lnTo>
                    <a:pt x="371484" y="189101"/>
                  </a:lnTo>
                  <a:lnTo>
                    <a:pt x="375308" y="186893"/>
                  </a:lnTo>
                  <a:lnTo>
                    <a:pt x="378727" y="184101"/>
                  </a:lnTo>
                  <a:lnTo>
                    <a:pt x="381655" y="180797"/>
                  </a:lnTo>
                  <a:lnTo>
                    <a:pt x="384014" y="177065"/>
                  </a:lnTo>
                  <a:lnTo>
                    <a:pt x="385745" y="173004"/>
                  </a:lnTo>
                  <a:lnTo>
                    <a:pt x="386801" y="168718"/>
                  </a:lnTo>
                  <a:lnTo>
                    <a:pt x="387156" y="164317"/>
                  </a:lnTo>
                  <a:lnTo>
                    <a:pt x="387156" y="27431"/>
                  </a:lnTo>
                  <a:lnTo>
                    <a:pt x="386801" y="23031"/>
                  </a:lnTo>
                  <a:lnTo>
                    <a:pt x="385745" y="18745"/>
                  </a:lnTo>
                  <a:lnTo>
                    <a:pt x="384014" y="14683"/>
                  </a:lnTo>
                  <a:lnTo>
                    <a:pt x="381655" y="10952"/>
                  </a:lnTo>
                  <a:lnTo>
                    <a:pt x="378727" y="7647"/>
                  </a:lnTo>
                  <a:lnTo>
                    <a:pt x="375308" y="4855"/>
                  </a:lnTo>
                  <a:lnTo>
                    <a:pt x="371484" y="2648"/>
                  </a:lnTo>
                  <a:lnTo>
                    <a:pt x="367357" y="1083"/>
                  </a:lnTo>
                  <a:lnTo>
                    <a:pt x="363031" y="200"/>
                  </a:lnTo>
                  <a:lnTo>
                    <a:pt x="359724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6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1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6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tx72"/>
            <p:cNvSpPr/>
            <p:nvPr/>
          </p:nvSpPr>
          <p:spPr>
            <a:xfrm>
              <a:off x="3125418" y="3628656"/>
              <a:ext cx="295716" cy="1003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3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KUR</a:t>
              </a:r>
            </a:p>
          </p:txBody>
        </p:sp>
        <p:sp>
          <p:nvSpPr>
            <p:cNvPr id="73" name="pg73"/>
            <p:cNvSpPr/>
            <p:nvPr/>
          </p:nvSpPr>
          <p:spPr>
            <a:xfrm>
              <a:off x="2506078" y="2292747"/>
              <a:ext cx="343082" cy="191749"/>
            </a:xfrm>
            <a:custGeom>
              <a:avLst/>
              <a:pathLst>
                <a:path w="343082" h="191749">
                  <a:moveTo>
                    <a:pt x="27431" y="191749"/>
                  </a:moveTo>
                  <a:lnTo>
                    <a:pt x="315650" y="191749"/>
                  </a:lnTo>
                  <a:lnTo>
                    <a:pt x="314546" y="191727"/>
                  </a:lnTo>
                  <a:lnTo>
                    <a:pt x="318957" y="191549"/>
                  </a:lnTo>
                  <a:lnTo>
                    <a:pt x="323282" y="190666"/>
                  </a:lnTo>
                  <a:lnTo>
                    <a:pt x="327410" y="189101"/>
                  </a:lnTo>
                  <a:lnTo>
                    <a:pt x="331234" y="186893"/>
                  </a:lnTo>
                  <a:lnTo>
                    <a:pt x="334653" y="184101"/>
                  </a:lnTo>
                  <a:lnTo>
                    <a:pt x="337581" y="180797"/>
                  </a:lnTo>
                  <a:lnTo>
                    <a:pt x="339940" y="177065"/>
                  </a:lnTo>
                  <a:lnTo>
                    <a:pt x="341671" y="173004"/>
                  </a:lnTo>
                  <a:lnTo>
                    <a:pt x="342727" y="168718"/>
                  </a:lnTo>
                  <a:lnTo>
                    <a:pt x="343082" y="164317"/>
                  </a:lnTo>
                  <a:lnTo>
                    <a:pt x="343082" y="27431"/>
                  </a:lnTo>
                  <a:lnTo>
                    <a:pt x="342727" y="23031"/>
                  </a:lnTo>
                  <a:lnTo>
                    <a:pt x="341671" y="18745"/>
                  </a:lnTo>
                  <a:lnTo>
                    <a:pt x="339940" y="14683"/>
                  </a:lnTo>
                  <a:lnTo>
                    <a:pt x="337581" y="10952"/>
                  </a:lnTo>
                  <a:lnTo>
                    <a:pt x="334653" y="7647"/>
                  </a:lnTo>
                  <a:lnTo>
                    <a:pt x="331234" y="4855"/>
                  </a:lnTo>
                  <a:lnTo>
                    <a:pt x="327410" y="2648"/>
                  </a:lnTo>
                  <a:lnTo>
                    <a:pt x="323282" y="1083"/>
                  </a:lnTo>
                  <a:lnTo>
                    <a:pt x="318957" y="200"/>
                  </a:lnTo>
                  <a:lnTo>
                    <a:pt x="315650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6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1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6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tx74"/>
            <p:cNvSpPr/>
            <p:nvPr/>
          </p:nvSpPr>
          <p:spPr>
            <a:xfrm>
              <a:off x="2551798" y="2338467"/>
              <a:ext cx="251642" cy="1003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3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VAT</a:t>
              </a:r>
            </a:p>
          </p:txBody>
        </p:sp>
        <p:sp>
          <p:nvSpPr>
            <p:cNvPr id="75" name="pg75"/>
            <p:cNvSpPr/>
            <p:nvPr/>
          </p:nvSpPr>
          <p:spPr>
            <a:xfrm>
              <a:off x="2940488" y="2565853"/>
              <a:ext cx="317296" cy="191749"/>
            </a:xfrm>
            <a:custGeom>
              <a:avLst/>
              <a:pathLst>
                <a:path w="317296" h="191749">
                  <a:moveTo>
                    <a:pt x="27431" y="191749"/>
                  </a:moveTo>
                  <a:lnTo>
                    <a:pt x="289864" y="191749"/>
                  </a:lnTo>
                  <a:lnTo>
                    <a:pt x="288760" y="191727"/>
                  </a:lnTo>
                  <a:lnTo>
                    <a:pt x="293171" y="191549"/>
                  </a:lnTo>
                  <a:lnTo>
                    <a:pt x="297496" y="190666"/>
                  </a:lnTo>
                  <a:lnTo>
                    <a:pt x="301624" y="189101"/>
                  </a:lnTo>
                  <a:lnTo>
                    <a:pt x="305447" y="186893"/>
                  </a:lnTo>
                  <a:lnTo>
                    <a:pt x="308867" y="184101"/>
                  </a:lnTo>
                  <a:lnTo>
                    <a:pt x="311795" y="180797"/>
                  </a:lnTo>
                  <a:lnTo>
                    <a:pt x="314154" y="177065"/>
                  </a:lnTo>
                  <a:lnTo>
                    <a:pt x="315885" y="173004"/>
                  </a:lnTo>
                  <a:lnTo>
                    <a:pt x="316941" y="168718"/>
                  </a:lnTo>
                  <a:lnTo>
                    <a:pt x="317296" y="164317"/>
                  </a:lnTo>
                  <a:lnTo>
                    <a:pt x="317296" y="27431"/>
                  </a:lnTo>
                  <a:lnTo>
                    <a:pt x="316941" y="23031"/>
                  </a:lnTo>
                  <a:lnTo>
                    <a:pt x="315885" y="18745"/>
                  </a:lnTo>
                  <a:lnTo>
                    <a:pt x="314154" y="14683"/>
                  </a:lnTo>
                  <a:lnTo>
                    <a:pt x="311795" y="10952"/>
                  </a:lnTo>
                  <a:lnTo>
                    <a:pt x="308867" y="7647"/>
                  </a:lnTo>
                  <a:lnTo>
                    <a:pt x="305447" y="4855"/>
                  </a:lnTo>
                  <a:lnTo>
                    <a:pt x="301624" y="2648"/>
                  </a:lnTo>
                  <a:lnTo>
                    <a:pt x="297496" y="1083"/>
                  </a:lnTo>
                  <a:lnTo>
                    <a:pt x="293171" y="200"/>
                  </a:lnTo>
                  <a:lnTo>
                    <a:pt x="289864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6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1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6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tx76"/>
            <p:cNvSpPr/>
            <p:nvPr/>
          </p:nvSpPr>
          <p:spPr>
            <a:xfrm>
              <a:off x="2986208" y="2611573"/>
              <a:ext cx="225856" cy="1003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3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VIK</a:t>
              </a:r>
            </a:p>
          </p:txBody>
        </p:sp>
        <p:sp>
          <p:nvSpPr>
            <p:cNvPr id="77" name="rc77"/>
            <p:cNvSpPr/>
            <p:nvPr/>
          </p:nvSpPr>
          <p:spPr>
            <a:xfrm>
              <a:off x="2460358" y="1316559"/>
              <a:ext cx="2190417" cy="2853700"/>
            </a:xfrm>
            <a:prstGeom prst="rect">
              <a:avLst/>
            </a:prstGeom>
            <a:noFill/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tx78"/>
            <p:cNvSpPr/>
            <p:nvPr/>
          </p:nvSpPr>
          <p:spPr>
            <a:xfrm>
              <a:off x="2148005" y="3999855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54</a:t>
              </a:r>
            </a:p>
          </p:txBody>
        </p:sp>
        <p:sp>
          <p:nvSpPr>
            <p:cNvPr id="79" name="tx79"/>
            <p:cNvSpPr/>
            <p:nvPr/>
          </p:nvSpPr>
          <p:spPr>
            <a:xfrm>
              <a:off x="2272364" y="3981384"/>
              <a:ext cx="44714" cy="984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80" name="tx80"/>
            <p:cNvSpPr/>
            <p:nvPr/>
          </p:nvSpPr>
          <p:spPr>
            <a:xfrm>
              <a:off x="2317078" y="3999855"/>
              <a:ext cx="80650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81" name="tx81"/>
            <p:cNvSpPr/>
            <p:nvPr/>
          </p:nvSpPr>
          <p:spPr>
            <a:xfrm>
              <a:off x="2148005" y="3629244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55</a:t>
              </a:r>
            </a:p>
          </p:txBody>
        </p:sp>
        <p:sp>
          <p:nvSpPr>
            <p:cNvPr id="82" name="tx82"/>
            <p:cNvSpPr/>
            <p:nvPr/>
          </p:nvSpPr>
          <p:spPr>
            <a:xfrm>
              <a:off x="2272364" y="3610774"/>
              <a:ext cx="44714" cy="984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83" name="tx83"/>
            <p:cNvSpPr/>
            <p:nvPr/>
          </p:nvSpPr>
          <p:spPr>
            <a:xfrm>
              <a:off x="2317078" y="3629244"/>
              <a:ext cx="80650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84" name="tx84"/>
            <p:cNvSpPr/>
            <p:nvPr/>
          </p:nvSpPr>
          <p:spPr>
            <a:xfrm>
              <a:off x="2148005" y="3258817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56</a:t>
              </a:r>
            </a:p>
          </p:txBody>
        </p:sp>
        <p:sp>
          <p:nvSpPr>
            <p:cNvPr id="85" name="tx85"/>
            <p:cNvSpPr/>
            <p:nvPr/>
          </p:nvSpPr>
          <p:spPr>
            <a:xfrm>
              <a:off x="2272364" y="3240346"/>
              <a:ext cx="44714" cy="984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86" name="tx86"/>
            <p:cNvSpPr/>
            <p:nvPr/>
          </p:nvSpPr>
          <p:spPr>
            <a:xfrm>
              <a:off x="2317078" y="3258817"/>
              <a:ext cx="80650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87" name="tx87"/>
            <p:cNvSpPr/>
            <p:nvPr/>
          </p:nvSpPr>
          <p:spPr>
            <a:xfrm>
              <a:off x="2148005" y="2888024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57</a:t>
              </a:r>
            </a:p>
          </p:txBody>
        </p:sp>
        <p:sp>
          <p:nvSpPr>
            <p:cNvPr id="88" name="tx88"/>
            <p:cNvSpPr/>
            <p:nvPr/>
          </p:nvSpPr>
          <p:spPr>
            <a:xfrm>
              <a:off x="2272364" y="2869553"/>
              <a:ext cx="44714" cy="984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89" name="tx89"/>
            <p:cNvSpPr/>
            <p:nvPr/>
          </p:nvSpPr>
          <p:spPr>
            <a:xfrm>
              <a:off x="2317078" y="2888024"/>
              <a:ext cx="80650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90" name="tx90"/>
            <p:cNvSpPr/>
            <p:nvPr/>
          </p:nvSpPr>
          <p:spPr>
            <a:xfrm>
              <a:off x="2148005" y="2517596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58</a:t>
              </a:r>
            </a:p>
          </p:txBody>
        </p:sp>
        <p:sp>
          <p:nvSpPr>
            <p:cNvPr id="91" name="tx91"/>
            <p:cNvSpPr/>
            <p:nvPr/>
          </p:nvSpPr>
          <p:spPr>
            <a:xfrm>
              <a:off x="2272364" y="2499125"/>
              <a:ext cx="44714" cy="984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92" name="tx92"/>
            <p:cNvSpPr/>
            <p:nvPr/>
          </p:nvSpPr>
          <p:spPr>
            <a:xfrm>
              <a:off x="2317078" y="2517596"/>
              <a:ext cx="80650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93" name="tx93"/>
            <p:cNvSpPr/>
            <p:nvPr/>
          </p:nvSpPr>
          <p:spPr>
            <a:xfrm>
              <a:off x="2148005" y="2146986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59</a:t>
              </a:r>
            </a:p>
          </p:txBody>
        </p:sp>
        <p:sp>
          <p:nvSpPr>
            <p:cNvPr id="94" name="tx94"/>
            <p:cNvSpPr/>
            <p:nvPr/>
          </p:nvSpPr>
          <p:spPr>
            <a:xfrm>
              <a:off x="2272364" y="2128515"/>
              <a:ext cx="44714" cy="984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95" name="tx95"/>
            <p:cNvSpPr/>
            <p:nvPr/>
          </p:nvSpPr>
          <p:spPr>
            <a:xfrm>
              <a:off x="2317078" y="2146986"/>
              <a:ext cx="80650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96" name="tx96"/>
            <p:cNvSpPr/>
            <p:nvPr/>
          </p:nvSpPr>
          <p:spPr>
            <a:xfrm>
              <a:off x="2148005" y="1776375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60</a:t>
              </a:r>
            </a:p>
          </p:txBody>
        </p:sp>
        <p:sp>
          <p:nvSpPr>
            <p:cNvPr id="97" name="tx97"/>
            <p:cNvSpPr/>
            <p:nvPr/>
          </p:nvSpPr>
          <p:spPr>
            <a:xfrm>
              <a:off x="2272364" y="1757904"/>
              <a:ext cx="44714" cy="984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98" name="tx98"/>
            <p:cNvSpPr/>
            <p:nvPr/>
          </p:nvSpPr>
          <p:spPr>
            <a:xfrm>
              <a:off x="2317078" y="1776375"/>
              <a:ext cx="80650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99" name="tx99"/>
            <p:cNvSpPr/>
            <p:nvPr/>
          </p:nvSpPr>
          <p:spPr>
            <a:xfrm>
              <a:off x="2148005" y="1405765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61</a:t>
              </a:r>
            </a:p>
          </p:txBody>
        </p:sp>
        <p:sp>
          <p:nvSpPr>
            <p:cNvPr id="100" name="tx100"/>
            <p:cNvSpPr/>
            <p:nvPr/>
          </p:nvSpPr>
          <p:spPr>
            <a:xfrm>
              <a:off x="2272364" y="1387294"/>
              <a:ext cx="44714" cy="984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101" name="tx101"/>
            <p:cNvSpPr/>
            <p:nvPr/>
          </p:nvSpPr>
          <p:spPr>
            <a:xfrm>
              <a:off x="2317078" y="1405765"/>
              <a:ext cx="80650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102" name="pl102"/>
            <p:cNvSpPr/>
            <p:nvPr/>
          </p:nvSpPr>
          <p:spPr>
            <a:xfrm>
              <a:off x="2425563" y="4040546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l103"/>
            <p:cNvSpPr/>
            <p:nvPr/>
          </p:nvSpPr>
          <p:spPr>
            <a:xfrm>
              <a:off x="2425563" y="3669935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l104"/>
            <p:cNvSpPr/>
            <p:nvPr/>
          </p:nvSpPr>
          <p:spPr>
            <a:xfrm>
              <a:off x="2425563" y="3299325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l105"/>
            <p:cNvSpPr/>
            <p:nvPr/>
          </p:nvSpPr>
          <p:spPr>
            <a:xfrm>
              <a:off x="2425563" y="2928714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l106"/>
            <p:cNvSpPr/>
            <p:nvPr/>
          </p:nvSpPr>
          <p:spPr>
            <a:xfrm>
              <a:off x="2425563" y="2558104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l107"/>
            <p:cNvSpPr/>
            <p:nvPr/>
          </p:nvSpPr>
          <p:spPr>
            <a:xfrm>
              <a:off x="2425563" y="2187494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l108"/>
            <p:cNvSpPr/>
            <p:nvPr/>
          </p:nvSpPr>
          <p:spPr>
            <a:xfrm>
              <a:off x="2425563" y="1816883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l109"/>
            <p:cNvSpPr/>
            <p:nvPr/>
          </p:nvSpPr>
          <p:spPr>
            <a:xfrm>
              <a:off x="2425563" y="1446273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l110"/>
            <p:cNvSpPr/>
            <p:nvPr/>
          </p:nvSpPr>
          <p:spPr>
            <a:xfrm>
              <a:off x="2559922" y="4170259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l111"/>
            <p:cNvSpPr/>
            <p:nvPr/>
          </p:nvSpPr>
          <p:spPr>
            <a:xfrm>
              <a:off x="2958180" y="4170259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l112"/>
            <p:cNvSpPr/>
            <p:nvPr/>
          </p:nvSpPr>
          <p:spPr>
            <a:xfrm>
              <a:off x="3356438" y="4170259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l113"/>
            <p:cNvSpPr/>
            <p:nvPr/>
          </p:nvSpPr>
          <p:spPr>
            <a:xfrm>
              <a:off x="3754695" y="4170259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l114"/>
            <p:cNvSpPr/>
            <p:nvPr/>
          </p:nvSpPr>
          <p:spPr>
            <a:xfrm>
              <a:off x="4152953" y="4170259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l115"/>
            <p:cNvSpPr/>
            <p:nvPr/>
          </p:nvSpPr>
          <p:spPr>
            <a:xfrm>
              <a:off x="4551211" y="4170259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tx116"/>
            <p:cNvSpPr/>
            <p:nvPr/>
          </p:nvSpPr>
          <p:spPr>
            <a:xfrm>
              <a:off x="2438124" y="4233255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117" name="tx117"/>
            <p:cNvSpPr/>
            <p:nvPr/>
          </p:nvSpPr>
          <p:spPr>
            <a:xfrm>
              <a:off x="2562483" y="4214784"/>
              <a:ext cx="44714" cy="984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118" name="tx118"/>
            <p:cNvSpPr/>
            <p:nvPr/>
          </p:nvSpPr>
          <p:spPr>
            <a:xfrm>
              <a:off x="2607197" y="4233255"/>
              <a:ext cx="74523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E</a:t>
              </a:r>
            </a:p>
          </p:txBody>
        </p:sp>
        <p:sp>
          <p:nvSpPr>
            <p:cNvPr id="119" name="tx119"/>
            <p:cNvSpPr/>
            <p:nvPr/>
          </p:nvSpPr>
          <p:spPr>
            <a:xfrm>
              <a:off x="2836382" y="4233255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12</a:t>
              </a:r>
            </a:p>
          </p:txBody>
        </p:sp>
        <p:sp>
          <p:nvSpPr>
            <p:cNvPr id="120" name="tx120"/>
            <p:cNvSpPr/>
            <p:nvPr/>
          </p:nvSpPr>
          <p:spPr>
            <a:xfrm>
              <a:off x="2960740" y="4214784"/>
              <a:ext cx="44714" cy="984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121" name="tx121"/>
            <p:cNvSpPr/>
            <p:nvPr/>
          </p:nvSpPr>
          <p:spPr>
            <a:xfrm>
              <a:off x="3005455" y="4233255"/>
              <a:ext cx="74523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E</a:t>
              </a:r>
            </a:p>
          </p:txBody>
        </p:sp>
        <p:sp>
          <p:nvSpPr>
            <p:cNvPr id="122" name="tx122"/>
            <p:cNvSpPr/>
            <p:nvPr/>
          </p:nvSpPr>
          <p:spPr>
            <a:xfrm>
              <a:off x="3234640" y="4233255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14</a:t>
              </a:r>
            </a:p>
          </p:txBody>
        </p:sp>
        <p:sp>
          <p:nvSpPr>
            <p:cNvPr id="123" name="tx123"/>
            <p:cNvSpPr/>
            <p:nvPr/>
          </p:nvSpPr>
          <p:spPr>
            <a:xfrm>
              <a:off x="3358998" y="4214784"/>
              <a:ext cx="44714" cy="984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124" name="tx124"/>
            <p:cNvSpPr/>
            <p:nvPr/>
          </p:nvSpPr>
          <p:spPr>
            <a:xfrm>
              <a:off x="3403712" y="4233255"/>
              <a:ext cx="74523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E</a:t>
              </a:r>
            </a:p>
          </p:txBody>
        </p:sp>
        <p:sp>
          <p:nvSpPr>
            <p:cNvPr id="125" name="tx125"/>
            <p:cNvSpPr/>
            <p:nvPr/>
          </p:nvSpPr>
          <p:spPr>
            <a:xfrm>
              <a:off x="3632897" y="4233255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16</a:t>
              </a:r>
            </a:p>
          </p:txBody>
        </p:sp>
        <p:sp>
          <p:nvSpPr>
            <p:cNvPr id="126" name="tx126"/>
            <p:cNvSpPr/>
            <p:nvPr/>
          </p:nvSpPr>
          <p:spPr>
            <a:xfrm>
              <a:off x="3757256" y="4214784"/>
              <a:ext cx="44714" cy="984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127" name="tx127"/>
            <p:cNvSpPr/>
            <p:nvPr/>
          </p:nvSpPr>
          <p:spPr>
            <a:xfrm>
              <a:off x="3801970" y="4233255"/>
              <a:ext cx="74523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E</a:t>
              </a:r>
            </a:p>
          </p:txBody>
        </p:sp>
        <p:sp>
          <p:nvSpPr>
            <p:cNvPr id="128" name="tx128"/>
            <p:cNvSpPr/>
            <p:nvPr/>
          </p:nvSpPr>
          <p:spPr>
            <a:xfrm>
              <a:off x="4031155" y="4233255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18</a:t>
              </a:r>
            </a:p>
          </p:txBody>
        </p:sp>
        <p:sp>
          <p:nvSpPr>
            <p:cNvPr id="129" name="tx129"/>
            <p:cNvSpPr/>
            <p:nvPr/>
          </p:nvSpPr>
          <p:spPr>
            <a:xfrm>
              <a:off x="4155513" y="4214784"/>
              <a:ext cx="44714" cy="984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130" name="tx130"/>
            <p:cNvSpPr/>
            <p:nvPr/>
          </p:nvSpPr>
          <p:spPr>
            <a:xfrm>
              <a:off x="4200228" y="4233255"/>
              <a:ext cx="74523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E</a:t>
              </a:r>
            </a:p>
          </p:txBody>
        </p:sp>
        <p:sp>
          <p:nvSpPr>
            <p:cNvPr id="131" name="tx131"/>
            <p:cNvSpPr/>
            <p:nvPr/>
          </p:nvSpPr>
          <p:spPr>
            <a:xfrm>
              <a:off x="4429413" y="4233255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20</a:t>
              </a:r>
            </a:p>
          </p:txBody>
        </p:sp>
        <p:sp>
          <p:nvSpPr>
            <p:cNvPr id="132" name="tx132"/>
            <p:cNvSpPr/>
            <p:nvPr/>
          </p:nvSpPr>
          <p:spPr>
            <a:xfrm>
              <a:off x="4553771" y="4214784"/>
              <a:ext cx="44714" cy="984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133" name="tx133"/>
            <p:cNvSpPr/>
            <p:nvPr/>
          </p:nvSpPr>
          <p:spPr>
            <a:xfrm>
              <a:off x="4598485" y="4233255"/>
              <a:ext cx="74523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E</a:t>
              </a:r>
            </a:p>
          </p:txBody>
        </p:sp>
        <p:sp>
          <p:nvSpPr>
            <p:cNvPr id="134" name="tx134"/>
            <p:cNvSpPr/>
            <p:nvPr/>
          </p:nvSpPr>
          <p:spPr>
            <a:xfrm>
              <a:off x="3248603" y="4372931"/>
              <a:ext cx="613928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Longitude</a:t>
              </a:r>
            </a:p>
          </p:txBody>
        </p:sp>
        <p:sp>
          <p:nvSpPr>
            <p:cNvPr id="135" name="tx135"/>
            <p:cNvSpPr/>
            <p:nvPr/>
          </p:nvSpPr>
          <p:spPr>
            <a:xfrm rot="-5400000">
              <a:off x="1785078" y="2693391"/>
              <a:ext cx="497342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Latitude</a:t>
              </a:r>
            </a:p>
          </p:txBody>
        </p:sp>
        <p:sp>
          <p:nvSpPr>
            <p:cNvPr id="136" name="rc136"/>
            <p:cNvSpPr/>
            <p:nvPr/>
          </p:nvSpPr>
          <p:spPr>
            <a:xfrm>
              <a:off x="4789953" y="2025646"/>
              <a:ext cx="998714" cy="143552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7" name="tx137"/>
            <p:cNvSpPr/>
            <p:nvPr/>
          </p:nvSpPr>
          <p:spPr>
            <a:xfrm>
              <a:off x="4859542" y="2109957"/>
              <a:ext cx="859536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Fitness Offset</a:t>
              </a:r>
            </a:p>
          </p:txBody>
        </p:sp>
        <p:pic>
          <p:nvPicPr>
            <p:cNvPr id="138" name="pic13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859542" y="2294303"/>
              <a:ext cx="219455" cy="1097280"/>
            </a:xfrm>
            <a:prstGeom prst="rect">
              <a:avLst/>
            </a:prstGeom>
          </p:spPr>
        </p:pic>
        <p:sp>
          <p:nvSpPr>
            <p:cNvPr id="139" name="pl139"/>
            <p:cNvSpPr/>
            <p:nvPr/>
          </p:nvSpPr>
          <p:spPr>
            <a:xfrm>
              <a:off x="5035107" y="3389754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l140"/>
            <p:cNvSpPr/>
            <p:nvPr/>
          </p:nvSpPr>
          <p:spPr>
            <a:xfrm>
              <a:off x="5035107" y="3116349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l141"/>
            <p:cNvSpPr/>
            <p:nvPr/>
          </p:nvSpPr>
          <p:spPr>
            <a:xfrm>
              <a:off x="5035107" y="2842943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l142"/>
            <p:cNvSpPr/>
            <p:nvPr/>
          </p:nvSpPr>
          <p:spPr>
            <a:xfrm>
              <a:off x="5035107" y="2569538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l143"/>
            <p:cNvSpPr/>
            <p:nvPr/>
          </p:nvSpPr>
          <p:spPr>
            <a:xfrm>
              <a:off x="5035107" y="2296132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l144"/>
            <p:cNvSpPr/>
            <p:nvPr/>
          </p:nvSpPr>
          <p:spPr>
            <a:xfrm>
              <a:off x="4859542" y="3389754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l145"/>
            <p:cNvSpPr/>
            <p:nvPr/>
          </p:nvSpPr>
          <p:spPr>
            <a:xfrm>
              <a:off x="4859542" y="3116349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l146"/>
            <p:cNvSpPr/>
            <p:nvPr/>
          </p:nvSpPr>
          <p:spPr>
            <a:xfrm>
              <a:off x="4859542" y="2842943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l147"/>
            <p:cNvSpPr/>
            <p:nvPr/>
          </p:nvSpPr>
          <p:spPr>
            <a:xfrm>
              <a:off x="4859542" y="2569538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l148"/>
            <p:cNvSpPr/>
            <p:nvPr/>
          </p:nvSpPr>
          <p:spPr>
            <a:xfrm>
              <a:off x="4859542" y="2296132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tx149"/>
            <p:cNvSpPr/>
            <p:nvPr/>
          </p:nvSpPr>
          <p:spPr>
            <a:xfrm>
              <a:off x="5148587" y="3349749"/>
              <a:ext cx="192664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-2.0</a:t>
              </a:r>
            </a:p>
          </p:txBody>
        </p:sp>
        <p:sp>
          <p:nvSpPr>
            <p:cNvPr id="150" name="tx150"/>
            <p:cNvSpPr/>
            <p:nvPr/>
          </p:nvSpPr>
          <p:spPr>
            <a:xfrm>
              <a:off x="5148587" y="3076344"/>
              <a:ext cx="192664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-1.5</a:t>
              </a:r>
            </a:p>
          </p:txBody>
        </p:sp>
        <p:sp>
          <p:nvSpPr>
            <p:cNvPr id="151" name="tx151"/>
            <p:cNvSpPr/>
            <p:nvPr/>
          </p:nvSpPr>
          <p:spPr>
            <a:xfrm>
              <a:off x="5148587" y="2802938"/>
              <a:ext cx="192664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-1.0</a:t>
              </a:r>
            </a:p>
          </p:txBody>
        </p:sp>
        <p:sp>
          <p:nvSpPr>
            <p:cNvPr id="152" name="tx152"/>
            <p:cNvSpPr/>
            <p:nvPr/>
          </p:nvSpPr>
          <p:spPr>
            <a:xfrm>
              <a:off x="5148587" y="2529533"/>
              <a:ext cx="192664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-0.5</a:t>
              </a:r>
            </a:p>
          </p:txBody>
        </p:sp>
        <p:sp>
          <p:nvSpPr>
            <p:cNvPr id="153" name="tx153"/>
            <p:cNvSpPr/>
            <p:nvPr/>
          </p:nvSpPr>
          <p:spPr>
            <a:xfrm>
              <a:off x="5148587" y="2256127"/>
              <a:ext cx="15544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0.0</a:t>
              </a:r>
            </a:p>
          </p:txBody>
        </p:sp>
        <p:sp>
          <p:nvSpPr>
            <p:cNvPr id="154" name="tx154"/>
            <p:cNvSpPr/>
            <p:nvPr/>
          </p:nvSpPr>
          <p:spPr>
            <a:xfrm>
              <a:off x="2460358" y="740027"/>
              <a:ext cx="3527938" cy="16367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8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(C) Common Future Length Offset </a:t>
              </a:r>
            </a:p>
          </p:txBody>
        </p:sp>
        <p:sp>
          <p:nvSpPr>
            <p:cNvPr id="155" name="tx155"/>
            <p:cNvSpPr/>
            <p:nvPr/>
          </p:nvSpPr>
          <p:spPr>
            <a:xfrm>
              <a:off x="2460358" y="986915"/>
              <a:ext cx="2109063" cy="16367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8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in Future Treatments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914400" y="914400"/>
            <a:ext cx="5943600" cy="3657600"/>
            <a:chOff x="914400" y="914400"/>
            <a:chExt cx="5943600" cy="3657600"/>
          </a:xfrm>
        </p:grpSpPr>
        <p:sp>
          <p:nvSpPr>
            <p:cNvPr id="3" name="rc3"/>
            <p:cNvSpPr/>
            <p:nvPr/>
          </p:nvSpPr>
          <p:spPr>
            <a:xfrm>
              <a:off x="914400" y="914400"/>
              <a:ext cx="5943600" cy="36576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1914143" y="914400"/>
              <a:ext cx="3944113" cy="36576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2460358" y="1316559"/>
              <a:ext cx="2190417" cy="2853700"/>
            </a:xfrm>
            <a:prstGeom prst="rect">
              <a:avLst/>
            </a:prstGeom>
            <a:solidFill>
              <a:srgbClr val="F0F8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2559922" y="1316559"/>
              <a:ext cx="0" cy="2853700"/>
            </a:xfrm>
            <a:custGeom>
              <a:avLst/>
              <a:pathLst>
                <a:path w="0" h="2853700">
                  <a:moveTo>
                    <a:pt x="0" y="2853700"/>
                  </a:moveTo>
                  <a:lnTo>
                    <a:pt x="0" y="2825062"/>
                  </a:lnTo>
                  <a:lnTo>
                    <a:pt x="0" y="2791370"/>
                  </a:lnTo>
                  <a:lnTo>
                    <a:pt x="0" y="2757678"/>
                  </a:lnTo>
                  <a:lnTo>
                    <a:pt x="0" y="2723986"/>
                  </a:lnTo>
                  <a:lnTo>
                    <a:pt x="0" y="2690294"/>
                  </a:lnTo>
                  <a:lnTo>
                    <a:pt x="0" y="2656602"/>
                  </a:lnTo>
                  <a:lnTo>
                    <a:pt x="0" y="2622911"/>
                  </a:lnTo>
                  <a:lnTo>
                    <a:pt x="0" y="2589219"/>
                  </a:lnTo>
                  <a:lnTo>
                    <a:pt x="0" y="2555527"/>
                  </a:lnTo>
                  <a:lnTo>
                    <a:pt x="0" y="2521835"/>
                  </a:lnTo>
                  <a:lnTo>
                    <a:pt x="0" y="2488143"/>
                  </a:lnTo>
                  <a:lnTo>
                    <a:pt x="0" y="2454451"/>
                  </a:lnTo>
                  <a:lnTo>
                    <a:pt x="0" y="2420759"/>
                  </a:lnTo>
                  <a:lnTo>
                    <a:pt x="0" y="2387068"/>
                  </a:lnTo>
                  <a:lnTo>
                    <a:pt x="0" y="2353376"/>
                  </a:lnTo>
                  <a:lnTo>
                    <a:pt x="0" y="2319684"/>
                  </a:lnTo>
                  <a:lnTo>
                    <a:pt x="0" y="2285992"/>
                  </a:lnTo>
                  <a:lnTo>
                    <a:pt x="0" y="2252300"/>
                  </a:lnTo>
                  <a:lnTo>
                    <a:pt x="0" y="2218608"/>
                  </a:lnTo>
                  <a:lnTo>
                    <a:pt x="0" y="2184916"/>
                  </a:lnTo>
                  <a:lnTo>
                    <a:pt x="0" y="2151225"/>
                  </a:lnTo>
                  <a:lnTo>
                    <a:pt x="0" y="2117533"/>
                  </a:lnTo>
                  <a:lnTo>
                    <a:pt x="0" y="2083841"/>
                  </a:lnTo>
                  <a:lnTo>
                    <a:pt x="0" y="2050149"/>
                  </a:lnTo>
                  <a:lnTo>
                    <a:pt x="0" y="2016457"/>
                  </a:lnTo>
                  <a:lnTo>
                    <a:pt x="0" y="1982765"/>
                  </a:lnTo>
                  <a:lnTo>
                    <a:pt x="0" y="1949073"/>
                  </a:lnTo>
                  <a:lnTo>
                    <a:pt x="0" y="1915382"/>
                  </a:lnTo>
                  <a:lnTo>
                    <a:pt x="0" y="1881690"/>
                  </a:lnTo>
                  <a:lnTo>
                    <a:pt x="0" y="1847998"/>
                  </a:lnTo>
                  <a:lnTo>
                    <a:pt x="0" y="1814306"/>
                  </a:lnTo>
                  <a:lnTo>
                    <a:pt x="0" y="1780614"/>
                  </a:lnTo>
                  <a:lnTo>
                    <a:pt x="0" y="1746922"/>
                  </a:lnTo>
                  <a:lnTo>
                    <a:pt x="0" y="1713230"/>
                  </a:lnTo>
                  <a:lnTo>
                    <a:pt x="0" y="1679539"/>
                  </a:lnTo>
                  <a:lnTo>
                    <a:pt x="0" y="1645847"/>
                  </a:lnTo>
                  <a:lnTo>
                    <a:pt x="0" y="1612155"/>
                  </a:lnTo>
                  <a:lnTo>
                    <a:pt x="0" y="1578463"/>
                  </a:lnTo>
                  <a:lnTo>
                    <a:pt x="0" y="1544771"/>
                  </a:lnTo>
                  <a:lnTo>
                    <a:pt x="0" y="1511079"/>
                  </a:lnTo>
                  <a:lnTo>
                    <a:pt x="0" y="1477387"/>
                  </a:lnTo>
                  <a:lnTo>
                    <a:pt x="0" y="1443696"/>
                  </a:lnTo>
                  <a:lnTo>
                    <a:pt x="0" y="1410004"/>
                  </a:lnTo>
                  <a:lnTo>
                    <a:pt x="0" y="1376312"/>
                  </a:lnTo>
                  <a:lnTo>
                    <a:pt x="0" y="1342620"/>
                  </a:lnTo>
                  <a:lnTo>
                    <a:pt x="0" y="1308928"/>
                  </a:lnTo>
                  <a:lnTo>
                    <a:pt x="0" y="1275236"/>
                  </a:lnTo>
                  <a:lnTo>
                    <a:pt x="0" y="1241544"/>
                  </a:lnTo>
                  <a:lnTo>
                    <a:pt x="0" y="1207853"/>
                  </a:lnTo>
                  <a:lnTo>
                    <a:pt x="0" y="1174161"/>
                  </a:lnTo>
                  <a:lnTo>
                    <a:pt x="0" y="1140469"/>
                  </a:lnTo>
                  <a:lnTo>
                    <a:pt x="0" y="1106777"/>
                  </a:lnTo>
                  <a:lnTo>
                    <a:pt x="0" y="1073085"/>
                  </a:lnTo>
                  <a:lnTo>
                    <a:pt x="0" y="1039393"/>
                  </a:lnTo>
                  <a:lnTo>
                    <a:pt x="0" y="1005701"/>
                  </a:lnTo>
                  <a:lnTo>
                    <a:pt x="0" y="972010"/>
                  </a:lnTo>
                  <a:lnTo>
                    <a:pt x="0" y="938318"/>
                  </a:lnTo>
                  <a:lnTo>
                    <a:pt x="0" y="904626"/>
                  </a:lnTo>
                  <a:lnTo>
                    <a:pt x="0" y="870934"/>
                  </a:lnTo>
                  <a:lnTo>
                    <a:pt x="0" y="837242"/>
                  </a:lnTo>
                  <a:lnTo>
                    <a:pt x="0" y="803550"/>
                  </a:lnTo>
                  <a:lnTo>
                    <a:pt x="0" y="769858"/>
                  </a:lnTo>
                  <a:lnTo>
                    <a:pt x="0" y="736167"/>
                  </a:lnTo>
                  <a:lnTo>
                    <a:pt x="0" y="702475"/>
                  </a:lnTo>
                  <a:lnTo>
                    <a:pt x="0" y="668783"/>
                  </a:lnTo>
                  <a:lnTo>
                    <a:pt x="0" y="635091"/>
                  </a:lnTo>
                  <a:lnTo>
                    <a:pt x="0" y="601399"/>
                  </a:lnTo>
                  <a:lnTo>
                    <a:pt x="0" y="567707"/>
                  </a:lnTo>
                  <a:lnTo>
                    <a:pt x="0" y="534015"/>
                  </a:lnTo>
                  <a:lnTo>
                    <a:pt x="0" y="500324"/>
                  </a:lnTo>
                  <a:lnTo>
                    <a:pt x="0" y="466632"/>
                  </a:lnTo>
                  <a:lnTo>
                    <a:pt x="0" y="432940"/>
                  </a:lnTo>
                  <a:lnTo>
                    <a:pt x="0" y="399248"/>
                  </a:lnTo>
                  <a:lnTo>
                    <a:pt x="0" y="365556"/>
                  </a:lnTo>
                  <a:lnTo>
                    <a:pt x="0" y="331864"/>
                  </a:lnTo>
                  <a:lnTo>
                    <a:pt x="0" y="298172"/>
                  </a:lnTo>
                  <a:lnTo>
                    <a:pt x="0" y="264481"/>
                  </a:lnTo>
                  <a:lnTo>
                    <a:pt x="0" y="230789"/>
                  </a:lnTo>
                  <a:lnTo>
                    <a:pt x="0" y="197097"/>
                  </a:lnTo>
                  <a:lnTo>
                    <a:pt x="0" y="163405"/>
                  </a:lnTo>
                  <a:lnTo>
                    <a:pt x="0" y="129713"/>
                  </a:lnTo>
                  <a:lnTo>
                    <a:pt x="0" y="96021"/>
                  </a:lnTo>
                  <a:lnTo>
                    <a:pt x="0" y="62329"/>
                  </a:lnTo>
                  <a:lnTo>
                    <a:pt x="0" y="28638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2958180" y="1316559"/>
              <a:ext cx="0" cy="2853700"/>
            </a:xfrm>
            <a:custGeom>
              <a:avLst/>
              <a:pathLst>
                <a:path w="0" h="2853700">
                  <a:moveTo>
                    <a:pt x="0" y="2853700"/>
                  </a:moveTo>
                  <a:lnTo>
                    <a:pt x="0" y="2825062"/>
                  </a:lnTo>
                  <a:lnTo>
                    <a:pt x="0" y="2791370"/>
                  </a:lnTo>
                  <a:lnTo>
                    <a:pt x="0" y="2757678"/>
                  </a:lnTo>
                  <a:lnTo>
                    <a:pt x="0" y="2723986"/>
                  </a:lnTo>
                  <a:lnTo>
                    <a:pt x="0" y="2690294"/>
                  </a:lnTo>
                  <a:lnTo>
                    <a:pt x="0" y="2656602"/>
                  </a:lnTo>
                  <a:lnTo>
                    <a:pt x="0" y="2622911"/>
                  </a:lnTo>
                  <a:lnTo>
                    <a:pt x="0" y="2589219"/>
                  </a:lnTo>
                  <a:lnTo>
                    <a:pt x="0" y="2555527"/>
                  </a:lnTo>
                  <a:lnTo>
                    <a:pt x="0" y="2521835"/>
                  </a:lnTo>
                  <a:lnTo>
                    <a:pt x="0" y="2488143"/>
                  </a:lnTo>
                  <a:lnTo>
                    <a:pt x="0" y="2454451"/>
                  </a:lnTo>
                  <a:lnTo>
                    <a:pt x="0" y="2420759"/>
                  </a:lnTo>
                  <a:lnTo>
                    <a:pt x="0" y="2387068"/>
                  </a:lnTo>
                  <a:lnTo>
                    <a:pt x="0" y="2353376"/>
                  </a:lnTo>
                  <a:lnTo>
                    <a:pt x="0" y="2319684"/>
                  </a:lnTo>
                  <a:lnTo>
                    <a:pt x="0" y="2285992"/>
                  </a:lnTo>
                  <a:lnTo>
                    <a:pt x="0" y="2252300"/>
                  </a:lnTo>
                  <a:lnTo>
                    <a:pt x="0" y="2218608"/>
                  </a:lnTo>
                  <a:lnTo>
                    <a:pt x="0" y="2184916"/>
                  </a:lnTo>
                  <a:lnTo>
                    <a:pt x="0" y="2151225"/>
                  </a:lnTo>
                  <a:lnTo>
                    <a:pt x="0" y="2117533"/>
                  </a:lnTo>
                  <a:lnTo>
                    <a:pt x="0" y="2083841"/>
                  </a:lnTo>
                  <a:lnTo>
                    <a:pt x="0" y="2050149"/>
                  </a:lnTo>
                  <a:lnTo>
                    <a:pt x="0" y="2016457"/>
                  </a:lnTo>
                  <a:lnTo>
                    <a:pt x="0" y="1982765"/>
                  </a:lnTo>
                  <a:lnTo>
                    <a:pt x="0" y="1949073"/>
                  </a:lnTo>
                  <a:lnTo>
                    <a:pt x="0" y="1915382"/>
                  </a:lnTo>
                  <a:lnTo>
                    <a:pt x="0" y="1881690"/>
                  </a:lnTo>
                  <a:lnTo>
                    <a:pt x="0" y="1847998"/>
                  </a:lnTo>
                  <a:lnTo>
                    <a:pt x="0" y="1814306"/>
                  </a:lnTo>
                  <a:lnTo>
                    <a:pt x="0" y="1780614"/>
                  </a:lnTo>
                  <a:lnTo>
                    <a:pt x="0" y="1746922"/>
                  </a:lnTo>
                  <a:lnTo>
                    <a:pt x="0" y="1713230"/>
                  </a:lnTo>
                  <a:lnTo>
                    <a:pt x="0" y="1679539"/>
                  </a:lnTo>
                  <a:lnTo>
                    <a:pt x="0" y="1645847"/>
                  </a:lnTo>
                  <a:lnTo>
                    <a:pt x="0" y="1612155"/>
                  </a:lnTo>
                  <a:lnTo>
                    <a:pt x="0" y="1578463"/>
                  </a:lnTo>
                  <a:lnTo>
                    <a:pt x="0" y="1544771"/>
                  </a:lnTo>
                  <a:lnTo>
                    <a:pt x="0" y="1511079"/>
                  </a:lnTo>
                  <a:lnTo>
                    <a:pt x="0" y="1477387"/>
                  </a:lnTo>
                  <a:lnTo>
                    <a:pt x="0" y="1443696"/>
                  </a:lnTo>
                  <a:lnTo>
                    <a:pt x="0" y="1410004"/>
                  </a:lnTo>
                  <a:lnTo>
                    <a:pt x="0" y="1376312"/>
                  </a:lnTo>
                  <a:lnTo>
                    <a:pt x="0" y="1342620"/>
                  </a:lnTo>
                  <a:lnTo>
                    <a:pt x="0" y="1308928"/>
                  </a:lnTo>
                  <a:lnTo>
                    <a:pt x="0" y="1275236"/>
                  </a:lnTo>
                  <a:lnTo>
                    <a:pt x="0" y="1241544"/>
                  </a:lnTo>
                  <a:lnTo>
                    <a:pt x="0" y="1207853"/>
                  </a:lnTo>
                  <a:lnTo>
                    <a:pt x="0" y="1174161"/>
                  </a:lnTo>
                  <a:lnTo>
                    <a:pt x="0" y="1140469"/>
                  </a:lnTo>
                  <a:lnTo>
                    <a:pt x="0" y="1106777"/>
                  </a:lnTo>
                  <a:lnTo>
                    <a:pt x="0" y="1073085"/>
                  </a:lnTo>
                  <a:lnTo>
                    <a:pt x="0" y="1039393"/>
                  </a:lnTo>
                  <a:lnTo>
                    <a:pt x="0" y="1005701"/>
                  </a:lnTo>
                  <a:lnTo>
                    <a:pt x="0" y="972010"/>
                  </a:lnTo>
                  <a:lnTo>
                    <a:pt x="0" y="938318"/>
                  </a:lnTo>
                  <a:lnTo>
                    <a:pt x="0" y="904626"/>
                  </a:lnTo>
                  <a:lnTo>
                    <a:pt x="0" y="870934"/>
                  </a:lnTo>
                  <a:lnTo>
                    <a:pt x="0" y="837242"/>
                  </a:lnTo>
                  <a:lnTo>
                    <a:pt x="0" y="803550"/>
                  </a:lnTo>
                  <a:lnTo>
                    <a:pt x="0" y="769858"/>
                  </a:lnTo>
                  <a:lnTo>
                    <a:pt x="0" y="736167"/>
                  </a:lnTo>
                  <a:lnTo>
                    <a:pt x="0" y="702475"/>
                  </a:lnTo>
                  <a:lnTo>
                    <a:pt x="0" y="668783"/>
                  </a:lnTo>
                  <a:lnTo>
                    <a:pt x="0" y="635091"/>
                  </a:lnTo>
                  <a:lnTo>
                    <a:pt x="0" y="601399"/>
                  </a:lnTo>
                  <a:lnTo>
                    <a:pt x="0" y="567707"/>
                  </a:lnTo>
                  <a:lnTo>
                    <a:pt x="0" y="534015"/>
                  </a:lnTo>
                  <a:lnTo>
                    <a:pt x="0" y="500324"/>
                  </a:lnTo>
                  <a:lnTo>
                    <a:pt x="0" y="466632"/>
                  </a:lnTo>
                  <a:lnTo>
                    <a:pt x="0" y="432940"/>
                  </a:lnTo>
                  <a:lnTo>
                    <a:pt x="0" y="399248"/>
                  </a:lnTo>
                  <a:lnTo>
                    <a:pt x="0" y="365556"/>
                  </a:lnTo>
                  <a:lnTo>
                    <a:pt x="0" y="331864"/>
                  </a:lnTo>
                  <a:lnTo>
                    <a:pt x="0" y="298172"/>
                  </a:lnTo>
                  <a:lnTo>
                    <a:pt x="0" y="264481"/>
                  </a:lnTo>
                  <a:lnTo>
                    <a:pt x="0" y="230789"/>
                  </a:lnTo>
                  <a:lnTo>
                    <a:pt x="0" y="197097"/>
                  </a:lnTo>
                  <a:lnTo>
                    <a:pt x="0" y="163405"/>
                  </a:lnTo>
                  <a:lnTo>
                    <a:pt x="0" y="129713"/>
                  </a:lnTo>
                  <a:lnTo>
                    <a:pt x="0" y="96021"/>
                  </a:lnTo>
                  <a:lnTo>
                    <a:pt x="0" y="62329"/>
                  </a:lnTo>
                  <a:lnTo>
                    <a:pt x="0" y="28638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3356438" y="1316559"/>
              <a:ext cx="0" cy="2853700"/>
            </a:xfrm>
            <a:custGeom>
              <a:avLst/>
              <a:pathLst>
                <a:path w="0" h="2853700">
                  <a:moveTo>
                    <a:pt x="0" y="2853700"/>
                  </a:moveTo>
                  <a:lnTo>
                    <a:pt x="0" y="2825062"/>
                  </a:lnTo>
                  <a:lnTo>
                    <a:pt x="0" y="2791370"/>
                  </a:lnTo>
                  <a:lnTo>
                    <a:pt x="0" y="2757678"/>
                  </a:lnTo>
                  <a:lnTo>
                    <a:pt x="0" y="2723986"/>
                  </a:lnTo>
                  <a:lnTo>
                    <a:pt x="0" y="2690294"/>
                  </a:lnTo>
                  <a:lnTo>
                    <a:pt x="0" y="2656602"/>
                  </a:lnTo>
                  <a:lnTo>
                    <a:pt x="0" y="2622911"/>
                  </a:lnTo>
                  <a:lnTo>
                    <a:pt x="0" y="2589219"/>
                  </a:lnTo>
                  <a:lnTo>
                    <a:pt x="0" y="2555527"/>
                  </a:lnTo>
                  <a:lnTo>
                    <a:pt x="0" y="2521835"/>
                  </a:lnTo>
                  <a:lnTo>
                    <a:pt x="0" y="2488143"/>
                  </a:lnTo>
                  <a:lnTo>
                    <a:pt x="0" y="2454451"/>
                  </a:lnTo>
                  <a:lnTo>
                    <a:pt x="0" y="2420759"/>
                  </a:lnTo>
                  <a:lnTo>
                    <a:pt x="0" y="2387068"/>
                  </a:lnTo>
                  <a:lnTo>
                    <a:pt x="0" y="2353376"/>
                  </a:lnTo>
                  <a:lnTo>
                    <a:pt x="0" y="2319684"/>
                  </a:lnTo>
                  <a:lnTo>
                    <a:pt x="0" y="2285992"/>
                  </a:lnTo>
                  <a:lnTo>
                    <a:pt x="0" y="2252300"/>
                  </a:lnTo>
                  <a:lnTo>
                    <a:pt x="0" y="2218608"/>
                  </a:lnTo>
                  <a:lnTo>
                    <a:pt x="0" y="2184916"/>
                  </a:lnTo>
                  <a:lnTo>
                    <a:pt x="0" y="2151225"/>
                  </a:lnTo>
                  <a:lnTo>
                    <a:pt x="0" y="2117533"/>
                  </a:lnTo>
                  <a:lnTo>
                    <a:pt x="0" y="2083841"/>
                  </a:lnTo>
                  <a:lnTo>
                    <a:pt x="0" y="2050149"/>
                  </a:lnTo>
                  <a:lnTo>
                    <a:pt x="0" y="2016457"/>
                  </a:lnTo>
                  <a:lnTo>
                    <a:pt x="0" y="1982765"/>
                  </a:lnTo>
                  <a:lnTo>
                    <a:pt x="0" y="1949073"/>
                  </a:lnTo>
                  <a:lnTo>
                    <a:pt x="0" y="1915382"/>
                  </a:lnTo>
                  <a:lnTo>
                    <a:pt x="0" y="1881690"/>
                  </a:lnTo>
                  <a:lnTo>
                    <a:pt x="0" y="1847998"/>
                  </a:lnTo>
                  <a:lnTo>
                    <a:pt x="0" y="1814306"/>
                  </a:lnTo>
                  <a:lnTo>
                    <a:pt x="0" y="1780614"/>
                  </a:lnTo>
                  <a:lnTo>
                    <a:pt x="0" y="1746922"/>
                  </a:lnTo>
                  <a:lnTo>
                    <a:pt x="0" y="1713230"/>
                  </a:lnTo>
                  <a:lnTo>
                    <a:pt x="0" y="1679539"/>
                  </a:lnTo>
                  <a:lnTo>
                    <a:pt x="0" y="1645847"/>
                  </a:lnTo>
                  <a:lnTo>
                    <a:pt x="0" y="1612155"/>
                  </a:lnTo>
                  <a:lnTo>
                    <a:pt x="0" y="1578463"/>
                  </a:lnTo>
                  <a:lnTo>
                    <a:pt x="0" y="1544771"/>
                  </a:lnTo>
                  <a:lnTo>
                    <a:pt x="0" y="1511079"/>
                  </a:lnTo>
                  <a:lnTo>
                    <a:pt x="0" y="1477387"/>
                  </a:lnTo>
                  <a:lnTo>
                    <a:pt x="0" y="1443696"/>
                  </a:lnTo>
                  <a:lnTo>
                    <a:pt x="0" y="1410004"/>
                  </a:lnTo>
                  <a:lnTo>
                    <a:pt x="0" y="1376312"/>
                  </a:lnTo>
                  <a:lnTo>
                    <a:pt x="0" y="1342620"/>
                  </a:lnTo>
                  <a:lnTo>
                    <a:pt x="0" y="1308928"/>
                  </a:lnTo>
                  <a:lnTo>
                    <a:pt x="0" y="1275236"/>
                  </a:lnTo>
                  <a:lnTo>
                    <a:pt x="0" y="1241544"/>
                  </a:lnTo>
                  <a:lnTo>
                    <a:pt x="0" y="1207853"/>
                  </a:lnTo>
                  <a:lnTo>
                    <a:pt x="0" y="1174161"/>
                  </a:lnTo>
                  <a:lnTo>
                    <a:pt x="0" y="1140469"/>
                  </a:lnTo>
                  <a:lnTo>
                    <a:pt x="0" y="1106777"/>
                  </a:lnTo>
                  <a:lnTo>
                    <a:pt x="0" y="1073085"/>
                  </a:lnTo>
                  <a:lnTo>
                    <a:pt x="0" y="1039393"/>
                  </a:lnTo>
                  <a:lnTo>
                    <a:pt x="0" y="1005701"/>
                  </a:lnTo>
                  <a:lnTo>
                    <a:pt x="0" y="972010"/>
                  </a:lnTo>
                  <a:lnTo>
                    <a:pt x="0" y="938318"/>
                  </a:lnTo>
                  <a:lnTo>
                    <a:pt x="0" y="904626"/>
                  </a:lnTo>
                  <a:lnTo>
                    <a:pt x="0" y="870934"/>
                  </a:lnTo>
                  <a:lnTo>
                    <a:pt x="0" y="837242"/>
                  </a:lnTo>
                  <a:lnTo>
                    <a:pt x="0" y="803550"/>
                  </a:lnTo>
                  <a:lnTo>
                    <a:pt x="0" y="769858"/>
                  </a:lnTo>
                  <a:lnTo>
                    <a:pt x="0" y="736167"/>
                  </a:lnTo>
                  <a:lnTo>
                    <a:pt x="0" y="702475"/>
                  </a:lnTo>
                  <a:lnTo>
                    <a:pt x="0" y="668783"/>
                  </a:lnTo>
                  <a:lnTo>
                    <a:pt x="0" y="635091"/>
                  </a:lnTo>
                  <a:lnTo>
                    <a:pt x="0" y="601399"/>
                  </a:lnTo>
                  <a:lnTo>
                    <a:pt x="0" y="567707"/>
                  </a:lnTo>
                  <a:lnTo>
                    <a:pt x="0" y="534015"/>
                  </a:lnTo>
                  <a:lnTo>
                    <a:pt x="0" y="500324"/>
                  </a:lnTo>
                  <a:lnTo>
                    <a:pt x="0" y="466632"/>
                  </a:lnTo>
                  <a:lnTo>
                    <a:pt x="0" y="432940"/>
                  </a:lnTo>
                  <a:lnTo>
                    <a:pt x="0" y="399248"/>
                  </a:lnTo>
                  <a:lnTo>
                    <a:pt x="0" y="365556"/>
                  </a:lnTo>
                  <a:lnTo>
                    <a:pt x="0" y="331864"/>
                  </a:lnTo>
                  <a:lnTo>
                    <a:pt x="0" y="298172"/>
                  </a:lnTo>
                  <a:lnTo>
                    <a:pt x="0" y="264481"/>
                  </a:lnTo>
                  <a:lnTo>
                    <a:pt x="0" y="230789"/>
                  </a:lnTo>
                  <a:lnTo>
                    <a:pt x="0" y="197097"/>
                  </a:lnTo>
                  <a:lnTo>
                    <a:pt x="0" y="163405"/>
                  </a:lnTo>
                  <a:lnTo>
                    <a:pt x="0" y="129713"/>
                  </a:lnTo>
                  <a:lnTo>
                    <a:pt x="0" y="96021"/>
                  </a:lnTo>
                  <a:lnTo>
                    <a:pt x="0" y="62329"/>
                  </a:lnTo>
                  <a:lnTo>
                    <a:pt x="0" y="28638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754695" y="1316559"/>
              <a:ext cx="0" cy="2853700"/>
            </a:xfrm>
            <a:custGeom>
              <a:avLst/>
              <a:pathLst>
                <a:path w="0" h="2853700">
                  <a:moveTo>
                    <a:pt x="0" y="2853700"/>
                  </a:moveTo>
                  <a:lnTo>
                    <a:pt x="0" y="2825062"/>
                  </a:lnTo>
                  <a:lnTo>
                    <a:pt x="0" y="2791370"/>
                  </a:lnTo>
                  <a:lnTo>
                    <a:pt x="0" y="2757678"/>
                  </a:lnTo>
                  <a:lnTo>
                    <a:pt x="0" y="2723986"/>
                  </a:lnTo>
                  <a:lnTo>
                    <a:pt x="0" y="2690294"/>
                  </a:lnTo>
                  <a:lnTo>
                    <a:pt x="0" y="2656602"/>
                  </a:lnTo>
                  <a:lnTo>
                    <a:pt x="0" y="2622911"/>
                  </a:lnTo>
                  <a:lnTo>
                    <a:pt x="0" y="2589219"/>
                  </a:lnTo>
                  <a:lnTo>
                    <a:pt x="0" y="2555527"/>
                  </a:lnTo>
                  <a:lnTo>
                    <a:pt x="0" y="2521835"/>
                  </a:lnTo>
                  <a:lnTo>
                    <a:pt x="0" y="2488143"/>
                  </a:lnTo>
                  <a:lnTo>
                    <a:pt x="0" y="2454451"/>
                  </a:lnTo>
                  <a:lnTo>
                    <a:pt x="0" y="2420759"/>
                  </a:lnTo>
                  <a:lnTo>
                    <a:pt x="0" y="2387068"/>
                  </a:lnTo>
                  <a:lnTo>
                    <a:pt x="0" y="2353376"/>
                  </a:lnTo>
                  <a:lnTo>
                    <a:pt x="0" y="2319684"/>
                  </a:lnTo>
                  <a:lnTo>
                    <a:pt x="0" y="2285992"/>
                  </a:lnTo>
                  <a:lnTo>
                    <a:pt x="0" y="2252300"/>
                  </a:lnTo>
                  <a:lnTo>
                    <a:pt x="0" y="2218608"/>
                  </a:lnTo>
                  <a:lnTo>
                    <a:pt x="0" y="2184916"/>
                  </a:lnTo>
                  <a:lnTo>
                    <a:pt x="0" y="2151225"/>
                  </a:lnTo>
                  <a:lnTo>
                    <a:pt x="0" y="2117533"/>
                  </a:lnTo>
                  <a:lnTo>
                    <a:pt x="0" y="2083841"/>
                  </a:lnTo>
                  <a:lnTo>
                    <a:pt x="0" y="2050149"/>
                  </a:lnTo>
                  <a:lnTo>
                    <a:pt x="0" y="2016457"/>
                  </a:lnTo>
                  <a:lnTo>
                    <a:pt x="0" y="1982765"/>
                  </a:lnTo>
                  <a:lnTo>
                    <a:pt x="0" y="1949073"/>
                  </a:lnTo>
                  <a:lnTo>
                    <a:pt x="0" y="1915382"/>
                  </a:lnTo>
                  <a:lnTo>
                    <a:pt x="0" y="1881690"/>
                  </a:lnTo>
                  <a:lnTo>
                    <a:pt x="0" y="1847998"/>
                  </a:lnTo>
                  <a:lnTo>
                    <a:pt x="0" y="1814306"/>
                  </a:lnTo>
                  <a:lnTo>
                    <a:pt x="0" y="1780614"/>
                  </a:lnTo>
                  <a:lnTo>
                    <a:pt x="0" y="1746922"/>
                  </a:lnTo>
                  <a:lnTo>
                    <a:pt x="0" y="1713230"/>
                  </a:lnTo>
                  <a:lnTo>
                    <a:pt x="0" y="1679539"/>
                  </a:lnTo>
                  <a:lnTo>
                    <a:pt x="0" y="1645847"/>
                  </a:lnTo>
                  <a:lnTo>
                    <a:pt x="0" y="1612155"/>
                  </a:lnTo>
                  <a:lnTo>
                    <a:pt x="0" y="1578463"/>
                  </a:lnTo>
                  <a:lnTo>
                    <a:pt x="0" y="1544771"/>
                  </a:lnTo>
                  <a:lnTo>
                    <a:pt x="0" y="1511079"/>
                  </a:lnTo>
                  <a:lnTo>
                    <a:pt x="0" y="1477387"/>
                  </a:lnTo>
                  <a:lnTo>
                    <a:pt x="0" y="1443696"/>
                  </a:lnTo>
                  <a:lnTo>
                    <a:pt x="0" y="1410004"/>
                  </a:lnTo>
                  <a:lnTo>
                    <a:pt x="0" y="1376312"/>
                  </a:lnTo>
                  <a:lnTo>
                    <a:pt x="0" y="1342620"/>
                  </a:lnTo>
                  <a:lnTo>
                    <a:pt x="0" y="1308928"/>
                  </a:lnTo>
                  <a:lnTo>
                    <a:pt x="0" y="1275236"/>
                  </a:lnTo>
                  <a:lnTo>
                    <a:pt x="0" y="1241544"/>
                  </a:lnTo>
                  <a:lnTo>
                    <a:pt x="0" y="1207853"/>
                  </a:lnTo>
                  <a:lnTo>
                    <a:pt x="0" y="1174161"/>
                  </a:lnTo>
                  <a:lnTo>
                    <a:pt x="0" y="1140469"/>
                  </a:lnTo>
                  <a:lnTo>
                    <a:pt x="0" y="1106777"/>
                  </a:lnTo>
                  <a:lnTo>
                    <a:pt x="0" y="1073085"/>
                  </a:lnTo>
                  <a:lnTo>
                    <a:pt x="0" y="1039393"/>
                  </a:lnTo>
                  <a:lnTo>
                    <a:pt x="0" y="1005701"/>
                  </a:lnTo>
                  <a:lnTo>
                    <a:pt x="0" y="972010"/>
                  </a:lnTo>
                  <a:lnTo>
                    <a:pt x="0" y="938318"/>
                  </a:lnTo>
                  <a:lnTo>
                    <a:pt x="0" y="904626"/>
                  </a:lnTo>
                  <a:lnTo>
                    <a:pt x="0" y="870934"/>
                  </a:lnTo>
                  <a:lnTo>
                    <a:pt x="0" y="837242"/>
                  </a:lnTo>
                  <a:lnTo>
                    <a:pt x="0" y="803550"/>
                  </a:lnTo>
                  <a:lnTo>
                    <a:pt x="0" y="769858"/>
                  </a:lnTo>
                  <a:lnTo>
                    <a:pt x="0" y="736167"/>
                  </a:lnTo>
                  <a:lnTo>
                    <a:pt x="0" y="702475"/>
                  </a:lnTo>
                  <a:lnTo>
                    <a:pt x="0" y="668783"/>
                  </a:lnTo>
                  <a:lnTo>
                    <a:pt x="0" y="635091"/>
                  </a:lnTo>
                  <a:lnTo>
                    <a:pt x="0" y="601399"/>
                  </a:lnTo>
                  <a:lnTo>
                    <a:pt x="0" y="567707"/>
                  </a:lnTo>
                  <a:lnTo>
                    <a:pt x="0" y="534015"/>
                  </a:lnTo>
                  <a:lnTo>
                    <a:pt x="0" y="500324"/>
                  </a:lnTo>
                  <a:lnTo>
                    <a:pt x="0" y="466632"/>
                  </a:lnTo>
                  <a:lnTo>
                    <a:pt x="0" y="432940"/>
                  </a:lnTo>
                  <a:lnTo>
                    <a:pt x="0" y="399248"/>
                  </a:lnTo>
                  <a:lnTo>
                    <a:pt x="0" y="365556"/>
                  </a:lnTo>
                  <a:lnTo>
                    <a:pt x="0" y="331864"/>
                  </a:lnTo>
                  <a:lnTo>
                    <a:pt x="0" y="298172"/>
                  </a:lnTo>
                  <a:lnTo>
                    <a:pt x="0" y="264481"/>
                  </a:lnTo>
                  <a:lnTo>
                    <a:pt x="0" y="230789"/>
                  </a:lnTo>
                  <a:lnTo>
                    <a:pt x="0" y="197097"/>
                  </a:lnTo>
                  <a:lnTo>
                    <a:pt x="0" y="163405"/>
                  </a:lnTo>
                  <a:lnTo>
                    <a:pt x="0" y="129713"/>
                  </a:lnTo>
                  <a:lnTo>
                    <a:pt x="0" y="96021"/>
                  </a:lnTo>
                  <a:lnTo>
                    <a:pt x="0" y="62329"/>
                  </a:lnTo>
                  <a:lnTo>
                    <a:pt x="0" y="28638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4152953" y="1316559"/>
              <a:ext cx="0" cy="2853700"/>
            </a:xfrm>
            <a:custGeom>
              <a:avLst/>
              <a:pathLst>
                <a:path w="0" h="2853700">
                  <a:moveTo>
                    <a:pt x="0" y="2853700"/>
                  </a:moveTo>
                  <a:lnTo>
                    <a:pt x="0" y="2825062"/>
                  </a:lnTo>
                  <a:lnTo>
                    <a:pt x="0" y="2791370"/>
                  </a:lnTo>
                  <a:lnTo>
                    <a:pt x="0" y="2757678"/>
                  </a:lnTo>
                  <a:lnTo>
                    <a:pt x="0" y="2723986"/>
                  </a:lnTo>
                  <a:lnTo>
                    <a:pt x="0" y="2690294"/>
                  </a:lnTo>
                  <a:lnTo>
                    <a:pt x="0" y="2656602"/>
                  </a:lnTo>
                  <a:lnTo>
                    <a:pt x="0" y="2622911"/>
                  </a:lnTo>
                  <a:lnTo>
                    <a:pt x="0" y="2589219"/>
                  </a:lnTo>
                  <a:lnTo>
                    <a:pt x="0" y="2555527"/>
                  </a:lnTo>
                  <a:lnTo>
                    <a:pt x="0" y="2521835"/>
                  </a:lnTo>
                  <a:lnTo>
                    <a:pt x="0" y="2488143"/>
                  </a:lnTo>
                  <a:lnTo>
                    <a:pt x="0" y="2454451"/>
                  </a:lnTo>
                  <a:lnTo>
                    <a:pt x="0" y="2420759"/>
                  </a:lnTo>
                  <a:lnTo>
                    <a:pt x="0" y="2387068"/>
                  </a:lnTo>
                  <a:lnTo>
                    <a:pt x="0" y="2353376"/>
                  </a:lnTo>
                  <a:lnTo>
                    <a:pt x="0" y="2319684"/>
                  </a:lnTo>
                  <a:lnTo>
                    <a:pt x="0" y="2285992"/>
                  </a:lnTo>
                  <a:lnTo>
                    <a:pt x="0" y="2252300"/>
                  </a:lnTo>
                  <a:lnTo>
                    <a:pt x="0" y="2218608"/>
                  </a:lnTo>
                  <a:lnTo>
                    <a:pt x="0" y="2184916"/>
                  </a:lnTo>
                  <a:lnTo>
                    <a:pt x="0" y="2151225"/>
                  </a:lnTo>
                  <a:lnTo>
                    <a:pt x="0" y="2117533"/>
                  </a:lnTo>
                  <a:lnTo>
                    <a:pt x="0" y="2083841"/>
                  </a:lnTo>
                  <a:lnTo>
                    <a:pt x="0" y="2050149"/>
                  </a:lnTo>
                  <a:lnTo>
                    <a:pt x="0" y="2016457"/>
                  </a:lnTo>
                  <a:lnTo>
                    <a:pt x="0" y="1982765"/>
                  </a:lnTo>
                  <a:lnTo>
                    <a:pt x="0" y="1949073"/>
                  </a:lnTo>
                  <a:lnTo>
                    <a:pt x="0" y="1915382"/>
                  </a:lnTo>
                  <a:lnTo>
                    <a:pt x="0" y="1881690"/>
                  </a:lnTo>
                  <a:lnTo>
                    <a:pt x="0" y="1847998"/>
                  </a:lnTo>
                  <a:lnTo>
                    <a:pt x="0" y="1814306"/>
                  </a:lnTo>
                  <a:lnTo>
                    <a:pt x="0" y="1780614"/>
                  </a:lnTo>
                  <a:lnTo>
                    <a:pt x="0" y="1746922"/>
                  </a:lnTo>
                  <a:lnTo>
                    <a:pt x="0" y="1713230"/>
                  </a:lnTo>
                  <a:lnTo>
                    <a:pt x="0" y="1679539"/>
                  </a:lnTo>
                  <a:lnTo>
                    <a:pt x="0" y="1645847"/>
                  </a:lnTo>
                  <a:lnTo>
                    <a:pt x="0" y="1612155"/>
                  </a:lnTo>
                  <a:lnTo>
                    <a:pt x="0" y="1578463"/>
                  </a:lnTo>
                  <a:lnTo>
                    <a:pt x="0" y="1544771"/>
                  </a:lnTo>
                  <a:lnTo>
                    <a:pt x="0" y="1511079"/>
                  </a:lnTo>
                  <a:lnTo>
                    <a:pt x="0" y="1477387"/>
                  </a:lnTo>
                  <a:lnTo>
                    <a:pt x="0" y="1443696"/>
                  </a:lnTo>
                  <a:lnTo>
                    <a:pt x="0" y="1410004"/>
                  </a:lnTo>
                  <a:lnTo>
                    <a:pt x="0" y="1376312"/>
                  </a:lnTo>
                  <a:lnTo>
                    <a:pt x="0" y="1342620"/>
                  </a:lnTo>
                  <a:lnTo>
                    <a:pt x="0" y="1308928"/>
                  </a:lnTo>
                  <a:lnTo>
                    <a:pt x="0" y="1275236"/>
                  </a:lnTo>
                  <a:lnTo>
                    <a:pt x="0" y="1241544"/>
                  </a:lnTo>
                  <a:lnTo>
                    <a:pt x="0" y="1207853"/>
                  </a:lnTo>
                  <a:lnTo>
                    <a:pt x="0" y="1174161"/>
                  </a:lnTo>
                  <a:lnTo>
                    <a:pt x="0" y="1140469"/>
                  </a:lnTo>
                  <a:lnTo>
                    <a:pt x="0" y="1106777"/>
                  </a:lnTo>
                  <a:lnTo>
                    <a:pt x="0" y="1073085"/>
                  </a:lnTo>
                  <a:lnTo>
                    <a:pt x="0" y="1039393"/>
                  </a:lnTo>
                  <a:lnTo>
                    <a:pt x="0" y="1005701"/>
                  </a:lnTo>
                  <a:lnTo>
                    <a:pt x="0" y="972010"/>
                  </a:lnTo>
                  <a:lnTo>
                    <a:pt x="0" y="938318"/>
                  </a:lnTo>
                  <a:lnTo>
                    <a:pt x="0" y="904626"/>
                  </a:lnTo>
                  <a:lnTo>
                    <a:pt x="0" y="870934"/>
                  </a:lnTo>
                  <a:lnTo>
                    <a:pt x="0" y="837242"/>
                  </a:lnTo>
                  <a:lnTo>
                    <a:pt x="0" y="803550"/>
                  </a:lnTo>
                  <a:lnTo>
                    <a:pt x="0" y="769858"/>
                  </a:lnTo>
                  <a:lnTo>
                    <a:pt x="0" y="736167"/>
                  </a:lnTo>
                  <a:lnTo>
                    <a:pt x="0" y="702475"/>
                  </a:lnTo>
                  <a:lnTo>
                    <a:pt x="0" y="668783"/>
                  </a:lnTo>
                  <a:lnTo>
                    <a:pt x="0" y="635091"/>
                  </a:lnTo>
                  <a:lnTo>
                    <a:pt x="0" y="601399"/>
                  </a:lnTo>
                  <a:lnTo>
                    <a:pt x="0" y="567707"/>
                  </a:lnTo>
                  <a:lnTo>
                    <a:pt x="0" y="534015"/>
                  </a:lnTo>
                  <a:lnTo>
                    <a:pt x="0" y="500324"/>
                  </a:lnTo>
                  <a:lnTo>
                    <a:pt x="0" y="466632"/>
                  </a:lnTo>
                  <a:lnTo>
                    <a:pt x="0" y="432940"/>
                  </a:lnTo>
                  <a:lnTo>
                    <a:pt x="0" y="399248"/>
                  </a:lnTo>
                  <a:lnTo>
                    <a:pt x="0" y="365556"/>
                  </a:lnTo>
                  <a:lnTo>
                    <a:pt x="0" y="331864"/>
                  </a:lnTo>
                  <a:lnTo>
                    <a:pt x="0" y="298172"/>
                  </a:lnTo>
                  <a:lnTo>
                    <a:pt x="0" y="264481"/>
                  </a:lnTo>
                  <a:lnTo>
                    <a:pt x="0" y="230789"/>
                  </a:lnTo>
                  <a:lnTo>
                    <a:pt x="0" y="197097"/>
                  </a:lnTo>
                  <a:lnTo>
                    <a:pt x="0" y="163405"/>
                  </a:lnTo>
                  <a:lnTo>
                    <a:pt x="0" y="129713"/>
                  </a:lnTo>
                  <a:lnTo>
                    <a:pt x="0" y="96021"/>
                  </a:lnTo>
                  <a:lnTo>
                    <a:pt x="0" y="62329"/>
                  </a:lnTo>
                  <a:lnTo>
                    <a:pt x="0" y="28638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4551211" y="1316559"/>
              <a:ext cx="0" cy="2853700"/>
            </a:xfrm>
            <a:custGeom>
              <a:avLst/>
              <a:pathLst>
                <a:path w="0" h="2853700">
                  <a:moveTo>
                    <a:pt x="0" y="2853700"/>
                  </a:moveTo>
                  <a:lnTo>
                    <a:pt x="0" y="2825062"/>
                  </a:lnTo>
                  <a:lnTo>
                    <a:pt x="0" y="2791370"/>
                  </a:lnTo>
                  <a:lnTo>
                    <a:pt x="0" y="2757678"/>
                  </a:lnTo>
                  <a:lnTo>
                    <a:pt x="0" y="2723986"/>
                  </a:lnTo>
                  <a:lnTo>
                    <a:pt x="0" y="2690294"/>
                  </a:lnTo>
                  <a:lnTo>
                    <a:pt x="0" y="2656602"/>
                  </a:lnTo>
                  <a:lnTo>
                    <a:pt x="0" y="2622911"/>
                  </a:lnTo>
                  <a:lnTo>
                    <a:pt x="0" y="2589219"/>
                  </a:lnTo>
                  <a:lnTo>
                    <a:pt x="0" y="2555527"/>
                  </a:lnTo>
                  <a:lnTo>
                    <a:pt x="0" y="2521835"/>
                  </a:lnTo>
                  <a:lnTo>
                    <a:pt x="0" y="2488143"/>
                  </a:lnTo>
                  <a:lnTo>
                    <a:pt x="0" y="2454451"/>
                  </a:lnTo>
                  <a:lnTo>
                    <a:pt x="0" y="2420759"/>
                  </a:lnTo>
                  <a:lnTo>
                    <a:pt x="0" y="2387068"/>
                  </a:lnTo>
                  <a:lnTo>
                    <a:pt x="0" y="2353376"/>
                  </a:lnTo>
                  <a:lnTo>
                    <a:pt x="0" y="2319684"/>
                  </a:lnTo>
                  <a:lnTo>
                    <a:pt x="0" y="2285992"/>
                  </a:lnTo>
                  <a:lnTo>
                    <a:pt x="0" y="2252300"/>
                  </a:lnTo>
                  <a:lnTo>
                    <a:pt x="0" y="2218608"/>
                  </a:lnTo>
                  <a:lnTo>
                    <a:pt x="0" y="2184916"/>
                  </a:lnTo>
                  <a:lnTo>
                    <a:pt x="0" y="2151225"/>
                  </a:lnTo>
                  <a:lnTo>
                    <a:pt x="0" y="2117533"/>
                  </a:lnTo>
                  <a:lnTo>
                    <a:pt x="0" y="2083841"/>
                  </a:lnTo>
                  <a:lnTo>
                    <a:pt x="0" y="2050149"/>
                  </a:lnTo>
                  <a:lnTo>
                    <a:pt x="0" y="2016457"/>
                  </a:lnTo>
                  <a:lnTo>
                    <a:pt x="0" y="1982765"/>
                  </a:lnTo>
                  <a:lnTo>
                    <a:pt x="0" y="1949073"/>
                  </a:lnTo>
                  <a:lnTo>
                    <a:pt x="0" y="1915382"/>
                  </a:lnTo>
                  <a:lnTo>
                    <a:pt x="0" y="1881690"/>
                  </a:lnTo>
                  <a:lnTo>
                    <a:pt x="0" y="1847998"/>
                  </a:lnTo>
                  <a:lnTo>
                    <a:pt x="0" y="1814306"/>
                  </a:lnTo>
                  <a:lnTo>
                    <a:pt x="0" y="1780614"/>
                  </a:lnTo>
                  <a:lnTo>
                    <a:pt x="0" y="1746922"/>
                  </a:lnTo>
                  <a:lnTo>
                    <a:pt x="0" y="1713230"/>
                  </a:lnTo>
                  <a:lnTo>
                    <a:pt x="0" y="1679539"/>
                  </a:lnTo>
                  <a:lnTo>
                    <a:pt x="0" y="1645847"/>
                  </a:lnTo>
                  <a:lnTo>
                    <a:pt x="0" y="1612155"/>
                  </a:lnTo>
                  <a:lnTo>
                    <a:pt x="0" y="1578463"/>
                  </a:lnTo>
                  <a:lnTo>
                    <a:pt x="0" y="1544771"/>
                  </a:lnTo>
                  <a:lnTo>
                    <a:pt x="0" y="1511079"/>
                  </a:lnTo>
                  <a:lnTo>
                    <a:pt x="0" y="1477387"/>
                  </a:lnTo>
                  <a:lnTo>
                    <a:pt x="0" y="1443696"/>
                  </a:lnTo>
                  <a:lnTo>
                    <a:pt x="0" y="1410004"/>
                  </a:lnTo>
                  <a:lnTo>
                    <a:pt x="0" y="1376312"/>
                  </a:lnTo>
                  <a:lnTo>
                    <a:pt x="0" y="1342620"/>
                  </a:lnTo>
                  <a:lnTo>
                    <a:pt x="0" y="1308928"/>
                  </a:lnTo>
                  <a:lnTo>
                    <a:pt x="0" y="1275236"/>
                  </a:lnTo>
                  <a:lnTo>
                    <a:pt x="0" y="1241544"/>
                  </a:lnTo>
                  <a:lnTo>
                    <a:pt x="0" y="1207853"/>
                  </a:lnTo>
                  <a:lnTo>
                    <a:pt x="0" y="1174161"/>
                  </a:lnTo>
                  <a:lnTo>
                    <a:pt x="0" y="1140469"/>
                  </a:lnTo>
                  <a:lnTo>
                    <a:pt x="0" y="1106777"/>
                  </a:lnTo>
                  <a:lnTo>
                    <a:pt x="0" y="1073085"/>
                  </a:lnTo>
                  <a:lnTo>
                    <a:pt x="0" y="1039393"/>
                  </a:lnTo>
                  <a:lnTo>
                    <a:pt x="0" y="1005701"/>
                  </a:lnTo>
                  <a:lnTo>
                    <a:pt x="0" y="972010"/>
                  </a:lnTo>
                  <a:lnTo>
                    <a:pt x="0" y="938318"/>
                  </a:lnTo>
                  <a:lnTo>
                    <a:pt x="0" y="904626"/>
                  </a:lnTo>
                  <a:lnTo>
                    <a:pt x="0" y="870934"/>
                  </a:lnTo>
                  <a:lnTo>
                    <a:pt x="0" y="837242"/>
                  </a:lnTo>
                  <a:lnTo>
                    <a:pt x="0" y="803550"/>
                  </a:lnTo>
                  <a:lnTo>
                    <a:pt x="0" y="769858"/>
                  </a:lnTo>
                  <a:lnTo>
                    <a:pt x="0" y="736167"/>
                  </a:lnTo>
                  <a:lnTo>
                    <a:pt x="0" y="702475"/>
                  </a:lnTo>
                  <a:lnTo>
                    <a:pt x="0" y="668783"/>
                  </a:lnTo>
                  <a:lnTo>
                    <a:pt x="0" y="635091"/>
                  </a:lnTo>
                  <a:lnTo>
                    <a:pt x="0" y="601399"/>
                  </a:lnTo>
                  <a:lnTo>
                    <a:pt x="0" y="567707"/>
                  </a:lnTo>
                  <a:lnTo>
                    <a:pt x="0" y="534015"/>
                  </a:lnTo>
                  <a:lnTo>
                    <a:pt x="0" y="500324"/>
                  </a:lnTo>
                  <a:lnTo>
                    <a:pt x="0" y="466632"/>
                  </a:lnTo>
                  <a:lnTo>
                    <a:pt x="0" y="432940"/>
                  </a:lnTo>
                  <a:lnTo>
                    <a:pt x="0" y="399248"/>
                  </a:lnTo>
                  <a:lnTo>
                    <a:pt x="0" y="365556"/>
                  </a:lnTo>
                  <a:lnTo>
                    <a:pt x="0" y="331864"/>
                  </a:lnTo>
                  <a:lnTo>
                    <a:pt x="0" y="298172"/>
                  </a:lnTo>
                  <a:lnTo>
                    <a:pt x="0" y="264481"/>
                  </a:lnTo>
                  <a:lnTo>
                    <a:pt x="0" y="230789"/>
                  </a:lnTo>
                  <a:lnTo>
                    <a:pt x="0" y="197097"/>
                  </a:lnTo>
                  <a:lnTo>
                    <a:pt x="0" y="163405"/>
                  </a:lnTo>
                  <a:lnTo>
                    <a:pt x="0" y="129713"/>
                  </a:lnTo>
                  <a:lnTo>
                    <a:pt x="0" y="96021"/>
                  </a:lnTo>
                  <a:lnTo>
                    <a:pt x="0" y="62329"/>
                  </a:lnTo>
                  <a:lnTo>
                    <a:pt x="0" y="28638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2460358" y="4040546"/>
              <a:ext cx="2190417" cy="0"/>
            </a:xfrm>
            <a:custGeom>
              <a:avLst/>
              <a:pathLst>
                <a:path w="2190417" h="0">
                  <a:moveTo>
                    <a:pt x="0" y="0"/>
                  </a:moveTo>
                  <a:lnTo>
                    <a:pt x="11062" y="0"/>
                  </a:lnTo>
                  <a:lnTo>
                    <a:pt x="39222" y="0"/>
                  </a:lnTo>
                  <a:lnTo>
                    <a:pt x="67381" y="0"/>
                  </a:lnTo>
                  <a:lnTo>
                    <a:pt x="95541" y="0"/>
                  </a:lnTo>
                  <a:lnTo>
                    <a:pt x="123701" y="0"/>
                  </a:lnTo>
                  <a:lnTo>
                    <a:pt x="151860" y="0"/>
                  </a:lnTo>
                  <a:lnTo>
                    <a:pt x="180020" y="0"/>
                  </a:lnTo>
                  <a:lnTo>
                    <a:pt x="208180" y="0"/>
                  </a:lnTo>
                  <a:lnTo>
                    <a:pt x="236339" y="0"/>
                  </a:lnTo>
                  <a:lnTo>
                    <a:pt x="264499" y="0"/>
                  </a:lnTo>
                  <a:lnTo>
                    <a:pt x="292659" y="0"/>
                  </a:lnTo>
                  <a:lnTo>
                    <a:pt x="320818" y="0"/>
                  </a:lnTo>
                  <a:lnTo>
                    <a:pt x="348978" y="0"/>
                  </a:lnTo>
                  <a:lnTo>
                    <a:pt x="377137" y="0"/>
                  </a:lnTo>
                  <a:lnTo>
                    <a:pt x="405297" y="0"/>
                  </a:lnTo>
                  <a:lnTo>
                    <a:pt x="433457" y="0"/>
                  </a:lnTo>
                  <a:lnTo>
                    <a:pt x="461616" y="0"/>
                  </a:lnTo>
                  <a:lnTo>
                    <a:pt x="489776" y="0"/>
                  </a:lnTo>
                  <a:lnTo>
                    <a:pt x="517936" y="0"/>
                  </a:lnTo>
                  <a:lnTo>
                    <a:pt x="546095" y="0"/>
                  </a:lnTo>
                  <a:lnTo>
                    <a:pt x="574255" y="0"/>
                  </a:lnTo>
                  <a:lnTo>
                    <a:pt x="602415" y="0"/>
                  </a:lnTo>
                  <a:lnTo>
                    <a:pt x="630574" y="0"/>
                  </a:lnTo>
                  <a:lnTo>
                    <a:pt x="658734" y="0"/>
                  </a:lnTo>
                  <a:lnTo>
                    <a:pt x="686893" y="0"/>
                  </a:lnTo>
                  <a:lnTo>
                    <a:pt x="715053" y="0"/>
                  </a:lnTo>
                  <a:lnTo>
                    <a:pt x="743213" y="0"/>
                  </a:lnTo>
                  <a:lnTo>
                    <a:pt x="771372" y="0"/>
                  </a:lnTo>
                  <a:lnTo>
                    <a:pt x="799532" y="0"/>
                  </a:lnTo>
                  <a:lnTo>
                    <a:pt x="827692" y="0"/>
                  </a:lnTo>
                  <a:lnTo>
                    <a:pt x="855851" y="0"/>
                  </a:lnTo>
                  <a:lnTo>
                    <a:pt x="884011" y="0"/>
                  </a:lnTo>
                  <a:lnTo>
                    <a:pt x="912170" y="0"/>
                  </a:lnTo>
                  <a:lnTo>
                    <a:pt x="940330" y="0"/>
                  </a:lnTo>
                  <a:lnTo>
                    <a:pt x="968490" y="0"/>
                  </a:lnTo>
                  <a:lnTo>
                    <a:pt x="996649" y="0"/>
                  </a:lnTo>
                  <a:lnTo>
                    <a:pt x="1024809" y="0"/>
                  </a:lnTo>
                  <a:lnTo>
                    <a:pt x="1052969" y="0"/>
                  </a:lnTo>
                  <a:lnTo>
                    <a:pt x="1081128" y="0"/>
                  </a:lnTo>
                  <a:lnTo>
                    <a:pt x="1109288" y="0"/>
                  </a:lnTo>
                  <a:lnTo>
                    <a:pt x="1137448" y="0"/>
                  </a:lnTo>
                  <a:lnTo>
                    <a:pt x="1165607" y="0"/>
                  </a:lnTo>
                  <a:lnTo>
                    <a:pt x="1193767" y="0"/>
                  </a:lnTo>
                  <a:lnTo>
                    <a:pt x="1221926" y="0"/>
                  </a:lnTo>
                  <a:lnTo>
                    <a:pt x="1250086" y="0"/>
                  </a:lnTo>
                  <a:lnTo>
                    <a:pt x="1278246" y="0"/>
                  </a:lnTo>
                  <a:lnTo>
                    <a:pt x="1306405" y="0"/>
                  </a:lnTo>
                  <a:lnTo>
                    <a:pt x="1334565" y="0"/>
                  </a:lnTo>
                  <a:lnTo>
                    <a:pt x="1362725" y="0"/>
                  </a:lnTo>
                  <a:lnTo>
                    <a:pt x="1390884" y="0"/>
                  </a:lnTo>
                  <a:lnTo>
                    <a:pt x="1419044" y="0"/>
                  </a:lnTo>
                  <a:lnTo>
                    <a:pt x="1447204" y="0"/>
                  </a:lnTo>
                  <a:lnTo>
                    <a:pt x="1475363" y="0"/>
                  </a:lnTo>
                  <a:lnTo>
                    <a:pt x="1503523" y="0"/>
                  </a:lnTo>
                  <a:lnTo>
                    <a:pt x="1531682" y="0"/>
                  </a:lnTo>
                  <a:lnTo>
                    <a:pt x="1559842" y="0"/>
                  </a:lnTo>
                  <a:lnTo>
                    <a:pt x="1588002" y="0"/>
                  </a:lnTo>
                  <a:lnTo>
                    <a:pt x="1616161" y="0"/>
                  </a:lnTo>
                  <a:lnTo>
                    <a:pt x="1644321" y="0"/>
                  </a:lnTo>
                  <a:lnTo>
                    <a:pt x="1672481" y="0"/>
                  </a:lnTo>
                  <a:lnTo>
                    <a:pt x="1700640" y="0"/>
                  </a:lnTo>
                  <a:lnTo>
                    <a:pt x="1728800" y="0"/>
                  </a:lnTo>
                  <a:lnTo>
                    <a:pt x="1756960" y="0"/>
                  </a:lnTo>
                  <a:lnTo>
                    <a:pt x="1785119" y="0"/>
                  </a:lnTo>
                  <a:lnTo>
                    <a:pt x="1813279" y="0"/>
                  </a:lnTo>
                  <a:lnTo>
                    <a:pt x="1841438" y="0"/>
                  </a:lnTo>
                  <a:lnTo>
                    <a:pt x="1869598" y="0"/>
                  </a:lnTo>
                  <a:lnTo>
                    <a:pt x="1897758" y="0"/>
                  </a:lnTo>
                  <a:lnTo>
                    <a:pt x="1925917" y="0"/>
                  </a:lnTo>
                  <a:lnTo>
                    <a:pt x="1954077" y="0"/>
                  </a:lnTo>
                  <a:lnTo>
                    <a:pt x="1982237" y="0"/>
                  </a:lnTo>
                  <a:lnTo>
                    <a:pt x="2010396" y="0"/>
                  </a:lnTo>
                  <a:lnTo>
                    <a:pt x="2038556" y="0"/>
                  </a:lnTo>
                  <a:lnTo>
                    <a:pt x="2066715" y="0"/>
                  </a:lnTo>
                  <a:lnTo>
                    <a:pt x="2094875" y="0"/>
                  </a:lnTo>
                  <a:lnTo>
                    <a:pt x="2123035" y="0"/>
                  </a:lnTo>
                  <a:lnTo>
                    <a:pt x="2151194" y="0"/>
                  </a:lnTo>
                  <a:lnTo>
                    <a:pt x="2179354" y="0"/>
                  </a:lnTo>
                  <a:lnTo>
                    <a:pt x="2190417" y="0"/>
                  </a:lnTo>
                  <a:lnTo>
                    <a:pt x="2190417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2460358" y="3669935"/>
              <a:ext cx="2190417" cy="0"/>
            </a:xfrm>
            <a:custGeom>
              <a:avLst/>
              <a:pathLst>
                <a:path w="2190417" h="0">
                  <a:moveTo>
                    <a:pt x="0" y="0"/>
                  </a:moveTo>
                  <a:lnTo>
                    <a:pt x="11062" y="0"/>
                  </a:lnTo>
                  <a:lnTo>
                    <a:pt x="39222" y="0"/>
                  </a:lnTo>
                  <a:lnTo>
                    <a:pt x="67381" y="0"/>
                  </a:lnTo>
                  <a:lnTo>
                    <a:pt x="95541" y="0"/>
                  </a:lnTo>
                  <a:lnTo>
                    <a:pt x="123701" y="0"/>
                  </a:lnTo>
                  <a:lnTo>
                    <a:pt x="151860" y="0"/>
                  </a:lnTo>
                  <a:lnTo>
                    <a:pt x="180020" y="0"/>
                  </a:lnTo>
                  <a:lnTo>
                    <a:pt x="208180" y="0"/>
                  </a:lnTo>
                  <a:lnTo>
                    <a:pt x="236339" y="0"/>
                  </a:lnTo>
                  <a:lnTo>
                    <a:pt x="264499" y="0"/>
                  </a:lnTo>
                  <a:lnTo>
                    <a:pt x="292659" y="0"/>
                  </a:lnTo>
                  <a:lnTo>
                    <a:pt x="320818" y="0"/>
                  </a:lnTo>
                  <a:lnTo>
                    <a:pt x="348978" y="0"/>
                  </a:lnTo>
                  <a:lnTo>
                    <a:pt x="377137" y="0"/>
                  </a:lnTo>
                  <a:lnTo>
                    <a:pt x="405297" y="0"/>
                  </a:lnTo>
                  <a:lnTo>
                    <a:pt x="433457" y="0"/>
                  </a:lnTo>
                  <a:lnTo>
                    <a:pt x="461616" y="0"/>
                  </a:lnTo>
                  <a:lnTo>
                    <a:pt x="489776" y="0"/>
                  </a:lnTo>
                  <a:lnTo>
                    <a:pt x="517936" y="0"/>
                  </a:lnTo>
                  <a:lnTo>
                    <a:pt x="546095" y="0"/>
                  </a:lnTo>
                  <a:lnTo>
                    <a:pt x="574255" y="0"/>
                  </a:lnTo>
                  <a:lnTo>
                    <a:pt x="602415" y="0"/>
                  </a:lnTo>
                  <a:lnTo>
                    <a:pt x="630574" y="0"/>
                  </a:lnTo>
                  <a:lnTo>
                    <a:pt x="658734" y="0"/>
                  </a:lnTo>
                  <a:lnTo>
                    <a:pt x="686893" y="0"/>
                  </a:lnTo>
                  <a:lnTo>
                    <a:pt x="715053" y="0"/>
                  </a:lnTo>
                  <a:lnTo>
                    <a:pt x="743213" y="0"/>
                  </a:lnTo>
                  <a:lnTo>
                    <a:pt x="771372" y="0"/>
                  </a:lnTo>
                  <a:lnTo>
                    <a:pt x="799532" y="0"/>
                  </a:lnTo>
                  <a:lnTo>
                    <a:pt x="827692" y="0"/>
                  </a:lnTo>
                  <a:lnTo>
                    <a:pt x="855851" y="0"/>
                  </a:lnTo>
                  <a:lnTo>
                    <a:pt x="884011" y="0"/>
                  </a:lnTo>
                  <a:lnTo>
                    <a:pt x="912170" y="0"/>
                  </a:lnTo>
                  <a:lnTo>
                    <a:pt x="940330" y="0"/>
                  </a:lnTo>
                  <a:lnTo>
                    <a:pt x="968490" y="0"/>
                  </a:lnTo>
                  <a:lnTo>
                    <a:pt x="996649" y="0"/>
                  </a:lnTo>
                  <a:lnTo>
                    <a:pt x="1024809" y="0"/>
                  </a:lnTo>
                  <a:lnTo>
                    <a:pt x="1052969" y="0"/>
                  </a:lnTo>
                  <a:lnTo>
                    <a:pt x="1081128" y="0"/>
                  </a:lnTo>
                  <a:lnTo>
                    <a:pt x="1109288" y="0"/>
                  </a:lnTo>
                  <a:lnTo>
                    <a:pt x="1137448" y="0"/>
                  </a:lnTo>
                  <a:lnTo>
                    <a:pt x="1165607" y="0"/>
                  </a:lnTo>
                  <a:lnTo>
                    <a:pt x="1193767" y="0"/>
                  </a:lnTo>
                  <a:lnTo>
                    <a:pt x="1221926" y="0"/>
                  </a:lnTo>
                  <a:lnTo>
                    <a:pt x="1250086" y="0"/>
                  </a:lnTo>
                  <a:lnTo>
                    <a:pt x="1278246" y="0"/>
                  </a:lnTo>
                  <a:lnTo>
                    <a:pt x="1306405" y="0"/>
                  </a:lnTo>
                  <a:lnTo>
                    <a:pt x="1334565" y="0"/>
                  </a:lnTo>
                  <a:lnTo>
                    <a:pt x="1362725" y="0"/>
                  </a:lnTo>
                  <a:lnTo>
                    <a:pt x="1390884" y="0"/>
                  </a:lnTo>
                  <a:lnTo>
                    <a:pt x="1419044" y="0"/>
                  </a:lnTo>
                  <a:lnTo>
                    <a:pt x="1447204" y="0"/>
                  </a:lnTo>
                  <a:lnTo>
                    <a:pt x="1475363" y="0"/>
                  </a:lnTo>
                  <a:lnTo>
                    <a:pt x="1503523" y="0"/>
                  </a:lnTo>
                  <a:lnTo>
                    <a:pt x="1531682" y="0"/>
                  </a:lnTo>
                  <a:lnTo>
                    <a:pt x="1559842" y="0"/>
                  </a:lnTo>
                  <a:lnTo>
                    <a:pt x="1588002" y="0"/>
                  </a:lnTo>
                  <a:lnTo>
                    <a:pt x="1616161" y="0"/>
                  </a:lnTo>
                  <a:lnTo>
                    <a:pt x="1644321" y="0"/>
                  </a:lnTo>
                  <a:lnTo>
                    <a:pt x="1672481" y="0"/>
                  </a:lnTo>
                  <a:lnTo>
                    <a:pt x="1700640" y="0"/>
                  </a:lnTo>
                  <a:lnTo>
                    <a:pt x="1728800" y="0"/>
                  </a:lnTo>
                  <a:lnTo>
                    <a:pt x="1756960" y="0"/>
                  </a:lnTo>
                  <a:lnTo>
                    <a:pt x="1785119" y="0"/>
                  </a:lnTo>
                  <a:lnTo>
                    <a:pt x="1813279" y="0"/>
                  </a:lnTo>
                  <a:lnTo>
                    <a:pt x="1841438" y="0"/>
                  </a:lnTo>
                  <a:lnTo>
                    <a:pt x="1869598" y="0"/>
                  </a:lnTo>
                  <a:lnTo>
                    <a:pt x="1897758" y="0"/>
                  </a:lnTo>
                  <a:lnTo>
                    <a:pt x="1925917" y="0"/>
                  </a:lnTo>
                  <a:lnTo>
                    <a:pt x="1954077" y="0"/>
                  </a:lnTo>
                  <a:lnTo>
                    <a:pt x="1982237" y="0"/>
                  </a:lnTo>
                  <a:lnTo>
                    <a:pt x="2010396" y="0"/>
                  </a:lnTo>
                  <a:lnTo>
                    <a:pt x="2038556" y="0"/>
                  </a:lnTo>
                  <a:lnTo>
                    <a:pt x="2066715" y="0"/>
                  </a:lnTo>
                  <a:lnTo>
                    <a:pt x="2094875" y="0"/>
                  </a:lnTo>
                  <a:lnTo>
                    <a:pt x="2123035" y="0"/>
                  </a:lnTo>
                  <a:lnTo>
                    <a:pt x="2151194" y="0"/>
                  </a:lnTo>
                  <a:lnTo>
                    <a:pt x="2179354" y="0"/>
                  </a:lnTo>
                  <a:lnTo>
                    <a:pt x="2190417" y="0"/>
                  </a:lnTo>
                  <a:lnTo>
                    <a:pt x="2190417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2460358" y="3299325"/>
              <a:ext cx="2190417" cy="0"/>
            </a:xfrm>
            <a:custGeom>
              <a:avLst/>
              <a:pathLst>
                <a:path w="2190417" h="0">
                  <a:moveTo>
                    <a:pt x="0" y="0"/>
                  </a:moveTo>
                  <a:lnTo>
                    <a:pt x="11062" y="0"/>
                  </a:lnTo>
                  <a:lnTo>
                    <a:pt x="39222" y="0"/>
                  </a:lnTo>
                  <a:lnTo>
                    <a:pt x="67381" y="0"/>
                  </a:lnTo>
                  <a:lnTo>
                    <a:pt x="95541" y="0"/>
                  </a:lnTo>
                  <a:lnTo>
                    <a:pt x="123701" y="0"/>
                  </a:lnTo>
                  <a:lnTo>
                    <a:pt x="151860" y="0"/>
                  </a:lnTo>
                  <a:lnTo>
                    <a:pt x="180020" y="0"/>
                  </a:lnTo>
                  <a:lnTo>
                    <a:pt x="208180" y="0"/>
                  </a:lnTo>
                  <a:lnTo>
                    <a:pt x="236339" y="0"/>
                  </a:lnTo>
                  <a:lnTo>
                    <a:pt x="264499" y="0"/>
                  </a:lnTo>
                  <a:lnTo>
                    <a:pt x="292659" y="0"/>
                  </a:lnTo>
                  <a:lnTo>
                    <a:pt x="320818" y="0"/>
                  </a:lnTo>
                  <a:lnTo>
                    <a:pt x="348978" y="0"/>
                  </a:lnTo>
                  <a:lnTo>
                    <a:pt x="377137" y="0"/>
                  </a:lnTo>
                  <a:lnTo>
                    <a:pt x="405297" y="0"/>
                  </a:lnTo>
                  <a:lnTo>
                    <a:pt x="433457" y="0"/>
                  </a:lnTo>
                  <a:lnTo>
                    <a:pt x="461616" y="0"/>
                  </a:lnTo>
                  <a:lnTo>
                    <a:pt x="489776" y="0"/>
                  </a:lnTo>
                  <a:lnTo>
                    <a:pt x="517936" y="0"/>
                  </a:lnTo>
                  <a:lnTo>
                    <a:pt x="546095" y="0"/>
                  </a:lnTo>
                  <a:lnTo>
                    <a:pt x="574255" y="0"/>
                  </a:lnTo>
                  <a:lnTo>
                    <a:pt x="602415" y="0"/>
                  </a:lnTo>
                  <a:lnTo>
                    <a:pt x="630574" y="0"/>
                  </a:lnTo>
                  <a:lnTo>
                    <a:pt x="658734" y="0"/>
                  </a:lnTo>
                  <a:lnTo>
                    <a:pt x="686893" y="0"/>
                  </a:lnTo>
                  <a:lnTo>
                    <a:pt x="715053" y="0"/>
                  </a:lnTo>
                  <a:lnTo>
                    <a:pt x="743213" y="0"/>
                  </a:lnTo>
                  <a:lnTo>
                    <a:pt x="771372" y="0"/>
                  </a:lnTo>
                  <a:lnTo>
                    <a:pt x="799532" y="0"/>
                  </a:lnTo>
                  <a:lnTo>
                    <a:pt x="827692" y="0"/>
                  </a:lnTo>
                  <a:lnTo>
                    <a:pt x="855851" y="0"/>
                  </a:lnTo>
                  <a:lnTo>
                    <a:pt x="884011" y="0"/>
                  </a:lnTo>
                  <a:lnTo>
                    <a:pt x="912170" y="0"/>
                  </a:lnTo>
                  <a:lnTo>
                    <a:pt x="940330" y="0"/>
                  </a:lnTo>
                  <a:lnTo>
                    <a:pt x="968490" y="0"/>
                  </a:lnTo>
                  <a:lnTo>
                    <a:pt x="996649" y="0"/>
                  </a:lnTo>
                  <a:lnTo>
                    <a:pt x="1024809" y="0"/>
                  </a:lnTo>
                  <a:lnTo>
                    <a:pt x="1052969" y="0"/>
                  </a:lnTo>
                  <a:lnTo>
                    <a:pt x="1081128" y="0"/>
                  </a:lnTo>
                  <a:lnTo>
                    <a:pt x="1109288" y="0"/>
                  </a:lnTo>
                  <a:lnTo>
                    <a:pt x="1137448" y="0"/>
                  </a:lnTo>
                  <a:lnTo>
                    <a:pt x="1165607" y="0"/>
                  </a:lnTo>
                  <a:lnTo>
                    <a:pt x="1193767" y="0"/>
                  </a:lnTo>
                  <a:lnTo>
                    <a:pt x="1221926" y="0"/>
                  </a:lnTo>
                  <a:lnTo>
                    <a:pt x="1250086" y="0"/>
                  </a:lnTo>
                  <a:lnTo>
                    <a:pt x="1278246" y="0"/>
                  </a:lnTo>
                  <a:lnTo>
                    <a:pt x="1306405" y="0"/>
                  </a:lnTo>
                  <a:lnTo>
                    <a:pt x="1334565" y="0"/>
                  </a:lnTo>
                  <a:lnTo>
                    <a:pt x="1362725" y="0"/>
                  </a:lnTo>
                  <a:lnTo>
                    <a:pt x="1390884" y="0"/>
                  </a:lnTo>
                  <a:lnTo>
                    <a:pt x="1419044" y="0"/>
                  </a:lnTo>
                  <a:lnTo>
                    <a:pt x="1447204" y="0"/>
                  </a:lnTo>
                  <a:lnTo>
                    <a:pt x="1475363" y="0"/>
                  </a:lnTo>
                  <a:lnTo>
                    <a:pt x="1503523" y="0"/>
                  </a:lnTo>
                  <a:lnTo>
                    <a:pt x="1531682" y="0"/>
                  </a:lnTo>
                  <a:lnTo>
                    <a:pt x="1559842" y="0"/>
                  </a:lnTo>
                  <a:lnTo>
                    <a:pt x="1588002" y="0"/>
                  </a:lnTo>
                  <a:lnTo>
                    <a:pt x="1616161" y="0"/>
                  </a:lnTo>
                  <a:lnTo>
                    <a:pt x="1644321" y="0"/>
                  </a:lnTo>
                  <a:lnTo>
                    <a:pt x="1672481" y="0"/>
                  </a:lnTo>
                  <a:lnTo>
                    <a:pt x="1700640" y="0"/>
                  </a:lnTo>
                  <a:lnTo>
                    <a:pt x="1728800" y="0"/>
                  </a:lnTo>
                  <a:lnTo>
                    <a:pt x="1756960" y="0"/>
                  </a:lnTo>
                  <a:lnTo>
                    <a:pt x="1785119" y="0"/>
                  </a:lnTo>
                  <a:lnTo>
                    <a:pt x="1813279" y="0"/>
                  </a:lnTo>
                  <a:lnTo>
                    <a:pt x="1841438" y="0"/>
                  </a:lnTo>
                  <a:lnTo>
                    <a:pt x="1869598" y="0"/>
                  </a:lnTo>
                  <a:lnTo>
                    <a:pt x="1897758" y="0"/>
                  </a:lnTo>
                  <a:lnTo>
                    <a:pt x="1925917" y="0"/>
                  </a:lnTo>
                  <a:lnTo>
                    <a:pt x="1954077" y="0"/>
                  </a:lnTo>
                  <a:lnTo>
                    <a:pt x="1982237" y="0"/>
                  </a:lnTo>
                  <a:lnTo>
                    <a:pt x="2010396" y="0"/>
                  </a:lnTo>
                  <a:lnTo>
                    <a:pt x="2038556" y="0"/>
                  </a:lnTo>
                  <a:lnTo>
                    <a:pt x="2066715" y="0"/>
                  </a:lnTo>
                  <a:lnTo>
                    <a:pt x="2094875" y="0"/>
                  </a:lnTo>
                  <a:lnTo>
                    <a:pt x="2123035" y="0"/>
                  </a:lnTo>
                  <a:lnTo>
                    <a:pt x="2151194" y="0"/>
                  </a:lnTo>
                  <a:lnTo>
                    <a:pt x="2179354" y="0"/>
                  </a:lnTo>
                  <a:lnTo>
                    <a:pt x="2190417" y="0"/>
                  </a:lnTo>
                  <a:lnTo>
                    <a:pt x="2190417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2460358" y="2928714"/>
              <a:ext cx="2190417" cy="0"/>
            </a:xfrm>
            <a:custGeom>
              <a:avLst/>
              <a:pathLst>
                <a:path w="2190417" h="0">
                  <a:moveTo>
                    <a:pt x="0" y="0"/>
                  </a:moveTo>
                  <a:lnTo>
                    <a:pt x="11062" y="0"/>
                  </a:lnTo>
                  <a:lnTo>
                    <a:pt x="39222" y="0"/>
                  </a:lnTo>
                  <a:lnTo>
                    <a:pt x="67381" y="0"/>
                  </a:lnTo>
                  <a:lnTo>
                    <a:pt x="95541" y="0"/>
                  </a:lnTo>
                  <a:lnTo>
                    <a:pt x="123701" y="0"/>
                  </a:lnTo>
                  <a:lnTo>
                    <a:pt x="151860" y="0"/>
                  </a:lnTo>
                  <a:lnTo>
                    <a:pt x="180020" y="0"/>
                  </a:lnTo>
                  <a:lnTo>
                    <a:pt x="208180" y="0"/>
                  </a:lnTo>
                  <a:lnTo>
                    <a:pt x="236339" y="0"/>
                  </a:lnTo>
                  <a:lnTo>
                    <a:pt x="264499" y="0"/>
                  </a:lnTo>
                  <a:lnTo>
                    <a:pt x="292659" y="0"/>
                  </a:lnTo>
                  <a:lnTo>
                    <a:pt x="320818" y="0"/>
                  </a:lnTo>
                  <a:lnTo>
                    <a:pt x="348978" y="0"/>
                  </a:lnTo>
                  <a:lnTo>
                    <a:pt x="377137" y="0"/>
                  </a:lnTo>
                  <a:lnTo>
                    <a:pt x="405297" y="0"/>
                  </a:lnTo>
                  <a:lnTo>
                    <a:pt x="433457" y="0"/>
                  </a:lnTo>
                  <a:lnTo>
                    <a:pt x="461616" y="0"/>
                  </a:lnTo>
                  <a:lnTo>
                    <a:pt x="489776" y="0"/>
                  </a:lnTo>
                  <a:lnTo>
                    <a:pt x="517936" y="0"/>
                  </a:lnTo>
                  <a:lnTo>
                    <a:pt x="546095" y="0"/>
                  </a:lnTo>
                  <a:lnTo>
                    <a:pt x="574255" y="0"/>
                  </a:lnTo>
                  <a:lnTo>
                    <a:pt x="602415" y="0"/>
                  </a:lnTo>
                  <a:lnTo>
                    <a:pt x="630574" y="0"/>
                  </a:lnTo>
                  <a:lnTo>
                    <a:pt x="658734" y="0"/>
                  </a:lnTo>
                  <a:lnTo>
                    <a:pt x="686893" y="0"/>
                  </a:lnTo>
                  <a:lnTo>
                    <a:pt x="715053" y="0"/>
                  </a:lnTo>
                  <a:lnTo>
                    <a:pt x="743213" y="0"/>
                  </a:lnTo>
                  <a:lnTo>
                    <a:pt x="771372" y="0"/>
                  </a:lnTo>
                  <a:lnTo>
                    <a:pt x="799532" y="0"/>
                  </a:lnTo>
                  <a:lnTo>
                    <a:pt x="827692" y="0"/>
                  </a:lnTo>
                  <a:lnTo>
                    <a:pt x="855851" y="0"/>
                  </a:lnTo>
                  <a:lnTo>
                    <a:pt x="884011" y="0"/>
                  </a:lnTo>
                  <a:lnTo>
                    <a:pt x="912170" y="0"/>
                  </a:lnTo>
                  <a:lnTo>
                    <a:pt x="940330" y="0"/>
                  </a:lnTo>
                  <a:lnTo>
                    <a:pt x="968490" y="0"/>
                  </a:lnTo>
                  <a:lnTo>
                    <a:pt x="996649" y="0"/>
                  </a:lnTo>
                  <a:lnTo>
                    <a:pt x="1024809" y="0"/>
                  </a:lnTo>
                  <a:lnTo>
                    <a:pt x="1052969" y="0"/>
                  </a:lnTo>
                  <a:lnTo>
                    <a:pt x="1081128" y="0"/>
                  </a:lnTo>
                  <a:lnTo>
                    <a:pt x="1109288" y="0"/>
                  </a:lnTo>
                  <a:lnTo>
                    <a:pt x="1137448" y="0"/>
                  </a:lnTo>
                  <a:lnTo>
                    <a:pt x="1165607" y="0"/>
                  </a:lnTo>
                  <a:lnTo>
                    <a:pt x="1193767" y="0"/>
                  </a:lnTo>
                  <a:lnTo>
                    <a:pt x="1221926" y="0"/>
                  </a:lnTo>
                  <a:lnTo>
                    <a:pt x="1250086" y="0"/>
                  </a:lnTo>
                  <a:lnTo>
                    <a:pt x="1278246" y="0"/>
                  </a:lnTo>
                  <a:lnTo>
                    <a:pt x="1306405" y="0"/>
                  </a:lnTo>
                  <a:lnTo>
                    <a:pt x="1334565" y="0"/>
                  </a:lnTo>
                  <a:lnTo>
                    <a:pt x="1362725" y="0"/>
                  </a:lnTo>
                  <a:lnTo>
                    <a:pt x="1390884" y="0"/>
                  </a:lnTo>
                  <a:lnTo>
                    <a:pt x="1419044" y="0"/>
                  </a:lnTo>
                  <a:lnTo>
                    <a:pt x="1447204" y="0"/>
                  </a:lnTo>
                  <a:lnTo>
                    <a:pt x="1475363" y="0"/>
                  </a:lnTo>
                  <a:lnTo>
                    <a:pt x="1503523" y="0"/>
                  </a:lnTo>
                  <a:lnTo>
                    <a:pt x="1531682" y="0"/>
                  </a:lnTo>
                  <a:lnTo>
                    <a:pt x="1559842" y="0"/>
                  </a:lnTo>
                  <a:lnTo>
                    <a:pt x="1588002" y="0"/>
                  </a:lnTo>
                  <a:lnTo>
                    <a:pt x="1616161" y="0"/>
                  </a:lnTo>
                  <a:lnTo>
                    <a:pt x="1644321" y="0"/>
                  </a:lnTo>
                  <a:lnTo>
                    <a:pt x="1672481" y="0"/>
                  </a:lnTo>
                  <a:lnTo>
                    <a:pt x="1700640" y="0"/>
                  </a:lnTo>
                  <a:lnTo>
                    <a:pt x="1728800" y="0"/>
                  </a:lnTo>
                  <a:lnTo>
                    <a:pt x="1756960" y="0"/>
                  </a:lnTo>
                  <a:lnTo>
                    <a:pt x="1785119" y="0"/>
                  </a:lnTo>
                  <a:lnTo>
                    <a:pt x="1813279" y="0"/>
                  </a:lnTo>
                  <a:lnTo>
                    <a:pt x="1841438" y="0"/>
                  </a:lnTo>
                  <a:lnTo>
                    <a:pt x="1869598" y="0"/>
                  </a:lnTo>
                  <a:lnTo>
                    <a:pt x="1897758" y="0"/>
                  </a:lnTo>
                  <a:lnTo>
                    <a:pt x="1925917" y="0"/>
                  </a:lnTo>
                  <a:lnTo>
                    <a:pt x="1954077" y="0"/>
                  </a:lnTo>
                  <a:lnTo>
                    <a:pt x="1982237" y="0"/>
                  </a:lnTo>
                  <a:lnTo>
                    <a:pt x="2010396" y="0"/>
                  </a:lnTo>
                  <a:lnTo>
                    <a:pt x="2038556" y="0"/>
                  </a:lnTo>
                  <a:lnTo>
                    <a:pt x="2066715" y="0"/>
                  </a:lnTo>
                  <a:lnTo>
                    <a:pt x="2094875" y="0"/>
                  </a:lnTo>
                  <a:lnTo>
                    <a:pt x="2123035" y="0"/>
                  </a:lnTo>
                  <a:lnTo>
                    <a:pt x="2151194" y="0"/>
                  </a:lnTo>
                  <a:lnTo>
                    <a:pt x="2179354" y="0"/>
                  </a:lnTo>
                  <a:lnTo>
                    <a:pt x="2190417" y="0"/>
                  </a:lnTo>
                  <a:lnTo>
                    <a:pt x="2190417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2460358" y="2558104"/>
              <a:ext cx="2190417" cy="0"/>
            </a:xfrm>
            <a:custGeom>
              <a:avLst/>
              <a:pathLst>
                <a:path w="2190417" h="0">
                  <a:moveTo>
                    <a:pt x="0" y="0"/>
                  </a:moveTo>
                  <a:lnTo>
                    <a:pt x="11062" y="0"/>
                  </a:lnTo>
                  <a:lnTo>
                    <a:pt x="39222" y="0"/>
                  </a:lnTo>
                  <a:lnTo>
                    <a:pt x="67381" y="0"/>
                  </a:lnTo>
                  <a:lnTo>
                    <a:pt x="95541" y="0"/>
                  </a:lnTo>
                  <a:lnTo>
                    <a:pt x="123701" y="0"/>
                  </a:lnTo>
                  <a:lnTo>
                    <a:pt x="151860" y="0"/>
                  </a:lnTo>
                  <a:lnTo>
                    <a:pt x="180020" y="0"/>
                  </a:lnTo>
                  <a:lnTo>
                    <a:pt x="208180" y="0"/>
                  </a:lnTo>
                  <a:lnTo>
                    <a:pt x="236339" y="0"/>
                  </a:lnTo>
                  <a:lnTo>
                    <a:pt x="264499" y="0"/>
                  </a:lnTo>
                  <a:lnTo>
                    <a:pt x="292659" y="0"/>
                  </a:lnTo>
                  <a:lnTo>
                    <a:pt x="320818" y="0"/>
                  </a:lnTo>
                  <a:lnTo>
                    <a:pt x="348978" y="0"/>
                  </a:lnTo>
                  <a:lnTo>
                    <a:pt x="377137" y="0"/>
                  </a:lnTo>
                  <a:lnTo>
                    <a:pt x="405297" y="0"/>
                  </a:lnTo>
                  <a:lnTo>
                    <a:pt x="433457" y="0"/>
                  </a:lnTo>
                  <a:lnTo>
                    <a:pt x="461616" y="0"/>
                  </a:lnTo>
                  <a:lnTo>
                    <a:pt x="489776" y="0"/>
                  </a:lnTo>
                  <a:lnTo>
                    <a:pt x="517936" y="0"/>
                  </a:lnTo>
                  <a:lnTo>
                    <a:pt x="546095" y="0"/>
                  </a:lnTo>
                  <a:lnTo>
                    <a:pt x="574255" y="0"/>
                  </a:lnTo>
                  <a:lnTo>
                    <a:pt x="602415" y="0"/>
                  </a:lnTo>
                  <a:lnTo>
                    <a:pt x="630574" y="0"/>
                  </a:lnTo>
                  <a:lnTo>
                    <a:pt x="658734" y="0"/>
                  </a:lnTo>
                  <a:lnTo>
                    <a:pt x="686893" y="0"/>
                  </a:lnTo>
                  <a:lnTo>
                    <a:pt x="715053" y="0"/>
                  </a:lnTo>
                  <a:lnTo>
                    <a:pt x="743213" y="0"/>
                  </a:lnTo>
                  <a:lnTo>
                    <a:pt x="771372" y="0"/>
                  </a:lnTo>
                  <a:lnTo>
                    <a:pt x="799532" y="0"/>
                  </a:lnTo>
                  <a:lnTo>
                    <a:pt x="827692" y="0"/>
                  </a:lnTo>
                  <a:lnTo>
                    <a:pt x="855851" y="0"/>
                  </a:lnTo>
                  <a:lnTo>
                    <a:pt x="884011" y="0"/>
                  </a:lnTo>
                  <a:lnTo>
                    <a:pt x="912170" y="0"/>
                  </a:lnTo>
                  <a:lnTo>
                    <a:pt x="940330" y="0"/>
                  </a:lnTo>
                  <a:lnTo>
                    <a:pt x="968490" y="0"/>
                  </a:lnTo>
                  <a:lnTo>
                    <a:pt x="996649" y="0"/>
                  </a:lnTo>
                  <a:lnTo>
                    <a:pt x="1024809" y="0"/>
                  </a:lnTo>
                  <a:lnTo>
                    <a:pt x="1052969" y="0"/>
                  </a:lnTo>
                  <a:lnTo>
                    <a:pt x="1081128" y="0"/>
                  </a:lnTo>
                  <a:lnTo>
                    <a:pt x="1109288" y="0"/>
                  </a:lnTo>
                  <a:lnTo>
                    <a:pt x="1137448" y="0"/>
                  </a:lnTo>
                  <a:lnTo>
                    <a:pt x="1165607" y="0"/>
                  </a:lnTo>
                  <a:lnTo>
                    <a:pt x="1193767" y="0"/>
                  </a:lnTo>
                  <a:lnTo>
                    <a:pt x="1221926" y="0"/>
                  </a:lnTo>
                  <a:lnTo>
                    <a:pt x="1250086" y="0"/>
                  </a:lnTo>
                  <a:lnTo>
                    <a:pt x="1278246" y="0"/>
                  </a:lnTo>
                  <a:lnTo>
                    <a:pt x="1306405" y="0"/>
                  </a:lnTo>
                  <a:lnTo>
                    <a:pt x="1334565" y="0"/>
                  </a:lnTo>
                  <a:lnTo>
                    <a:pt x="1362725" y="0"/>
                  </a:lnTo>
                  <a:lnTo>
                    <a:pt x="1390884" y="0"/>
                  </a:lnTo>
                  <a:lnTo>
                    <a:pt x="1419044" y="0"/>
                  </a:lnTo>
                  <a:lnTo>
                    <a:pt x="1447204" y="0"/>
                  </a:lnTo>
                  <a:lnTo>
                    <a:pt x="1475363" y="0"/>
                  </a:lnTo>
                  <a:lnTo>
                    <a:pt x="1503523" y="0"/>
                  </a:lnTo>
                  <a:lnTo>
                    <a:pt x="1531682" y="0"/>
                  </a:lnTo>
                  <a:lnTo>
                    <a:pt x="1559842" y="0"/>
                  </a:lnTo>
                  <a:lnTo>
                    <a:pt x="1588002" y="0"/>
                  </a:lnTo>
                  <a:lnTo>
                    <a:pt x="1616161" y="0"/>
                  </a:lnTo>
                  <a:lnTo>
                    <a:pt x="1644321" y="0"/>
                  </a:lnTo>
                  <a:lnTo>
                    <a:pt x="1672481" y="0"/>
                  </a:lnTo>
                  <a:lnTo>
                    <a:pt x="1700640" y="0"/>
                  </a:lnTo>
                  <a:lnTo>
                    <a:pt x="1728800" y="0"/>
                  </a:lnTo>
                  <a:lnTo>
                    <a:pt x="1756960" y="0"/>
                  </a:lnTo>
                  <a:lnTo>
                    <a:pt x="1785119" y="0"/>
                  </a:lnTo>
                  <a:lnTo>
                    <a:pt x="1813279" y="0"/>
                  </a:lnTo>
                  <a:lnTo>
                    <a:pt x="1841438" y="0"/>
                  </a:lnTo>
                  <a:lnTo>
                    <a:pt x="1869598" y="0"/>
                  </a:lnTo>
                  <a:lnTo>
                    <a:pt x="1897758" y="0"/>
                  </a:lnTo>
                  <a:lnTo>
                    <a:pt x="1925917" y="0"/>
                  </a:lnTo>
                  <a:lnTo>
                    <a:pt x="1954077" y="0"/>
                  </a:lnTo>
                  <a:lnTo>
                    <a:pt x="1982237" y="0"/>
                  </a:lnTo>
                  <a:lnTo>
                    <a:pt x="2010396" y="0"/>
                  </a:lnTo>
                  <a:lnTo>
                    <a:pt x="2038556" y="0"/>
                  </a:lnTo>
                  <a:lnTo>
                    <a:pt x="2066715" y="0"/>
                  </a:lnTo>
                  <a:lnTo>
                    <a:pt x="2094875" y="0"/>
                  </a:lnTo>
                  <a:lnTo>
                    <a:pt x="2123035" y="0"/>
                  </a:lnTo>
                  <a:lnTo>
                    <a:pt x="2151194" y="0"/>
                  </a:lnTo>
                  <a:lnTo>
                    <a:pt x="2179354" y="0"/>
                  </a:lnTo>
                  <a:lnTo>
                    <a:pt x="2190417" y="0"/>
                  </a:lnTo>
                  <a:lnTo>
                    <a:pt x="2190417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460358" y="2187494"/>
              <a:ext cx="2190417" cy="0"/>
            </a:xfrm>
            <a:custGeom>
              <a:avLst/>
              <a:pathLst>
                <a:path w="2190417" h="0">
                  <a:moveTo>
                    <a:pt x="0" y="0"/>
                  </a:moveTo>
                  <a:lnTo>
                    <a:pt x="11062" y="0"/>
                  </a:lnTo>
                  <a:lnTo>
                    <a:pt x="39222" y="0"/>
                  </a:lnTo>
                  <a:lnTo>
                    <a:pt x="67381" y="0"/>
                  </a:lnTo>
                  <a:lnTo>
                    <a:pt x="95541" y="0"/>
                  </a:lnTo>
                  <a:lnTo>
                    <a:pt x="123701" y="0"/>
                  </a:lnTo>
                  <a:lnTo>
                    <a:pt x="151860" y="0"/>
                  </a:lnTo>
                  <a:lnTo>
                    <a:pt x="180020" y="0"/>
                  </a:lnTo>
                  <a:lnTo>
                    <a:pt x="208180" y="0"/>
                  </a:lnTo>
                  <a:lnTo>
                    <a:pt x="236339" y="0"/>
                  </a:lnTo>
                  <a:lnTo>
                    <a:pt x="264499" y="0"/>
                  </a:lnTo>
                  <a:lnTo>
                    <a:pt x="292659" y="0"/>
                  </a:lnTo>
                  <a:lnTo>
                    <a:pt x="320818" y="0"/>
                  </a:lnTo>
                  <a:lnTo>
                    <a:pt x="348978" y="0"/>
                  </a:lnTo>
                  <a:lnTo>
                    <a:pt x="377137" y="0"/>
                  </a:lnTo>
                  <a:lnTo>
                    <a:pt x="405297" y="0"/>
                  </a:lnTo>
                  <a:lnTo>
                    <a:pt x="433457" y="0"/>
                  </a:lnTo>
                  <a:lnTo>
                    <a:pt x="461616" y="0"/>
                  </a:lnTo>
                  <a:lnTo>
                    <a:pt x="489776" y="0"/>
                  </a:lnTo>
                  <a:lnTo>
                    <a:pt x="517936" y="0"/>
                  </a:lnTo>
                  <a:lnTo>
                    <a:pt x="546095" y="0"/>
                  </a:lnTo>
                  <a:lnTo>
                    <a:pt x="574255" y="0"/>
                  </a:lnTo>
                  <a:lnTo>
                    <a:pt x="602415" y="0"/>
                  </a:lnTo>
                  <a:lnTo>
                    <a:pt x="630574" y="0"/>
                  </a:lnTo>
                  <a:lnTo>
                    <a:pt x="658734" y="0"/>
                  </a:lnTo>
                  <a:lnTo>
                    <a:pt x="686893" y="0"/>
                  </a:lnTo>
                  <a:lnTo>
                    <a:pt x="715053" y="0"/>
                  </a:lnTo>
                  <a:lnTo>
                    <a:pt x="743213" y="0"/>
                  </a:lnTo>
                  <a:lnTo>
                    <a:pt x="771372" y="0"/>
                  </a:lnTo>
                  <a:lnTo>
                    <a:pt x="799532" y="0"/>
                  </a:lnTo>
                  <a:lnTo>
                    <a:pt x="827692" y="0"/>
                  </a:lnTo>
                  <a:lnTo>
                    <a:pt x="855851" y="0"/>
                  </a:lnTo>
                  <a:lnTo>
                    <a:pt x="884011" y="0"/>
                  </a:lnTo>
                  <a:lnTo>
                    <a:pt x="912170" y="0"/>
                  </a:lnTo>
                  <a:lnTo>
                    <a:pt x="940330" y="0"/>
                  </a:lnTo>
                  <a:lnTo>
                    <a:pt x="968490" y="0"/>
                  </a:lnTo>
                  <a:lnTo>
                    <a:pt x="996649" y="0"/>
                  </a:lnTo>
                  <a:lnTo>
                    <a:pt x="1024809" y="0"/>
                  </a:lnTo>
                  <a:lnTo>
                    <a:pt x="1052969" y="0"/>
                  </a:lnTo>
                  <a:lnTo>
                    <a:pt x="1081128" y="0"/>
                  </a:lnTo>
                  <a:lnTo>
                    <a:pt x="1109288" y="0"/>
                  </a:lnTo>
                  <a:lnTo>
                    <a:pt x="1137448" y="0"/>
                  </a:lnTo>
                  <a:lnTo>
                    <a:pt x="1165607" y="0"/>
                  </a:lnTo>
                  <a:lnTo>
                    <a:pt x="1193767" y="0"/>
                  </a:lnTo>
                  <a:lnTo>
                    <a:pt x="1221926" y="0"/>
                  </a:lnTo>
                  <a:lnTo>
                    <a:pt x="1250086" y="0"/>
                  </a:lnTo>
                  <a:lnTo>
                    <a:pt x="1278246" y="0"/>
                  </a:lnTo>
                  <a:lnTo>
                    <a:pt x="1306405" y="0"/>
                  </a:lnTo>
                  <a:lnTo>
                    <a:pt x="1334565" y="0"/>
                  </a:lnTo>
                  <a:lnTo>
                    <a:pt x="1362725" y="0"/>
                  </a:lnTo>
                  <a:lnTo>
                    <a:pt x="1390884" y="0"/>
                  </a:lnTo>
                  <a:lnTo>
                    <a:pt x="1419044" y="0"/>
                  </a:lnTo>
                  <a:lnTo>
                    <a:pt x="1447204" y="0"/>
                  </a:lnTo>
                  <a:lnTo>
                    <a:pt x="1475363" y="0"/>
                  </a:lnTo>
                  <a:lnTo>
                    <a:pt x="1503523" y="0"/>
                  </a:lnTo>
                  <a:lnTo>
                    <a:pt x="1531682" y="0"/>
                  </a:lnTo>
                  <a:lnTo>
                    <a:pt x="1559842" y="0"/>
                  </a:lnTo>
                  <a:lnTo>
                    <a:pt x="1588002" y="0"/>
                  </a:lnTo>
                  <a:lnTo>
                    <a:pt x="1616161" y="0"/>
                  </a:lnTo>
                  <a:lnTo>
                    <a:pt x="1644321" y="0"/>
                  </a:lnTo>
                  <a:lnTo>
                    <a:pt x="1672481" y="0"/>
                  </a:lnTo>
                  <a:lnTo>
                    <a:pt x="1700640" y="0"/>
                  </a:lnTo>
                  <a:lnTo>
                    <a:pt x="1728800" y="0"/>
                  </a:lnTo>
                  <a:lnTo>
                    <a:pt x="1756960" y="0"/>
                  </a:lnTo>
                  <a:lnTo>
                    <a:pt x="1785119" y="0"/>
                  </a:lnTo>
                  <a:lnTo>
                    <a:pt x="1813279" y="0"/>
                  </a:lnTo>
                  <a:lnTo>
                    <a:pt x="1841438" y="0"/>
                  </a:lnTo>
                  <a:lnTo>
                    <a:pt x="1869598" y="0"/>
                  </a:lnTo>
                  <a:lnTo>
                    <a:pt x="1897758" y="0"/>
                  </a:lnTo>
                  <a:lnTo>
                    <a:pt x="1925917" y="0"/>
                  </a:lnTo>
                  <a:lnTo>
                    <a:pt x="1954077" y="0"/>
                  </a:lnTo>
                  <a:lnTo>
                    <a:pt x="1982237" y="0"/>
                  </a:lnTo>
                  <a:lnTo>
                    <a:pt x="2010396" y="0"/>
                  </a:lnTo>
                  <a:lnTo>
                    <a:pt x="2038556" y="0"/>
                  </a:lnTo>
                  <a:lnTo>
                    <a:pt x="2066715" y="0"/>
                  </a:lnTo>
                  <a:lnTo>
                    <a:pt x="2094875" y="0"/>
                  </a:lnTo>
                  <a:lnTo>
                    <a:pt x="2123035" y="0"/>
                  </a:lnTo>
                  <a:lnTo>
                    <a:pt x="2151194" y="0"/>
                  </a:lnTo>
                  <a:lnTo>
                    <a:pt x="2179354" y="0"/>
                  </a:lnTo>
                  <a:lnTo>
                    <a:pt x="2190417" y="0"/>
                  </a:lnTo>
                  <a:lnTo>
                    <a:pt x="2190417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2460358" y="1816883"/>
              <a:ext cx="2190417" cy="0"/>
            </a:xfrm>
            <a:custGeom>
              <a:avLst/>
              <a:pathLst>
                <a:path w="2190417" h="0">
                  <a:moveTo>
                    <a:pt x="0" y="0"/>
                  </a:moveTo>
                  <a:lnTo>
                    <a:pt x="11062" y="0"/>
                  </a:lnTo>
                  <a:lnTo>
                    <a:pt x="39222" y="0"/>
                  </a:lnTo>
                  <a:lnTo>
                    <a:pt x="67381" y="0"/>
                  </a:lnTo>
                  <a:lnTo>
                    <a:pt x="95541" y="0"/>
                  </a:lnTo>
                  <a:lnTo>
                    <a:pt x="123701" y="0"/>
                  </a:lnTo>
                  <a:lnTo>
                    <a:pt x="151860" y="0"/>
                  </a:lnTo>
                  <a:lnTo>
                    <a:pt x="180020" y="0"/>
                  </a:lnTo>
                  <a:lnTo>
                    <a:pt x="208180" y="0"/>
                  </a:lnTo>
                  <a:lnTo>
                    <a:pt x="236339" y="0"/>
                  </a:lnTo>
                  <a:lnTo>
                    <a:pt x="264499" y="0"/>
                  </a:lnTo>
                  <a:lnTo>
                    <a:pt x="292659" y="0"/>
                  </a:lnTo>
                  <a:lnTo>
                    <a:pt x="320818" y="0"/>
                  </a:lnTo>
                  <a:lnTo>
                    <a:pt x="348978" y="0"/>
                  </a:lnTo>
                  <a:lnTo>
                    <a:pt x="377137" y="0"/>
                  </a:lnTo>
                  <a:lnTo>
                    <a:pt x="405297" y="0"/>
                  </a:lnTo>
                  <a:lnTo>
                    <a:pt x="433457" y="0"/>
                  </a:lnTo>
                  <a:lnTo>
                    <a:pt x="461616" y="0"/>
                  </a:lnTo>
                  <a:lnTo>
                    <a:pt x="489776" y="0"/>
                  </a:lnTo>
                  <a:lnTo>
                    <a:pt x="517936" y="0"/>
                  </a:lnTo>
                  <a:lnTo>
                    <a:pt x="546095" y="0"/>
                  </a:lnTo>
                  <a:lnTo>
                    <a:pt x="574255" y="0"/>
                  </a:lnTo>
                  <a:lnTo>
                    <a:pt x="602415" y="0"/>
                  </a:lnTo>
                  <a:lnTo>
                    <a:pt x="630574" y="0"/>
                  </a:lnTo>
                  <a:lnTo>
                    <a:pt x="658734" y="0"/>
                  </a:lnTo>
                  <a:lnTo>
                    <a:pt x="686893" y="0"/>
                  </a:lnTo>
                  <a:lnTo>
                    <a:pt x="715053" y="0"/>
                  </a:lnTo>
                  <a:lnTo>
                    <a:pt x="743213" y="0"/>
                  </a:lnTo>
                  <a:lnTo>
                    <a:pt x="771372" y="0"/>
                  </a:lnTo>
                  <a:lnTo>
                    <a:pt x="799532" y="0"/>
                  </a:lnTo>
                  <a:lnTo>
                    <a:pt x="827692" y="0"/>
                  </a:lnTo>
                  <a:lnTo>
                    <a:pt x="855851" y="0"/>
                  </a:lnTo>
                  <a:lnTo>
                    <a:pt x="884011" y="0"/>
                  </a:lnTo>
                  <a:lnTo>
                    <a:pt x="912170" y="0"/>
                  </a:lnTo>
                  <a:lnTo>
                    <a:pt x="940330" y="0"/>
                  </a:lnTo>
                  <a:lnTo>
                    <a:pt x="968490" y="0"/>
                  </a:lnTo>
                  <a:lnTo>
                    <a:pt x="996649" y="0"/>
                  </a:lnTo>
                  <a:lnTo>
                    <a:pt x="1024809" y="0"/>
                  </a:lnTo>
                  <a:lnTo>
                    <a:pt x="1052969" y="0"/>
                  </a:lnTo>
                  <a:lnTo>
                    <a:pt x="1081128" y="0"/>
                  </a:lnTo>
                  <a:lnTo>
                    <a:pt x="1109288" y="0"/>
                  </a:lnTo>
                  <a:lnTo>
                    <a:pt x="1137448" y="0"/>
                  </a:lnTo>
                  <a:lnTo>
                    <a:pt x="1165607" y="0"/>
                  </a:lnTo>
                  <a:lnTo>
                    <a:pt x="1193767" y="0"/>
                  </a:lnTo>
                  <a:lnTo>
                    <a:pt x="1221926" y="0"/>
                  </a:lnTo>
                  <a:lnTo>
                    <a:pt x="1250086" y="0"/>
                  </a:lnTo>
                  <a:lnTo>
                    <a:pt x="1278246" y="0"/>
                  </a:lnTo>
                  <a:lnTo>
                    <a:pt x="1306405" y="0"/>
                  </a:lnTo>
                  <a:lnTo>
                    <a:pt x="1334565" y="0"/>
                  </a:lnTo>
                  <a:lnTo>
                    <a:pt x="1362725" y="0"/>
                  </a:lnTo>
                  <a:lnTo>
                    <a:pt x="1390884" y="0"/>
                  </a:lnTo>
                  <a:lnTo>
                    <a:pt x="1419044" y="0"/>
                  </a:lnTo>
                  <a:lnTo>
                    <a:pt x="1447204" y="0"/>
                  </a:lnTo>
                  <a:lnTo>
                    <a:pt x="1475363" y="0"/>
                  </a:lnTo>
                  <a:lnTo>
                    <a:pt x="1503523" y="0"/>
                  </a:lnTo>
                  <a:lnTo>
                    <a:pt x="1531682" y="0"/>
                  </a:lnTo>
                  <a:lnTo>
                    <a:pt x="1559842" y="0"/>
                  </a:lnTo>
                  <a:lnTo>
                    <a:pt x="1588002" y="0"/>
                  </a:lnTo>
                  <a:lnTo>
                    <a:pt x="1616161" y="0"/>
                  </a:lnTo>
                  <a:lnTo>
                    <a:pt x="1644321" y="0"/>
                  </a:lnTo>
                  <a:lnTo>
                    <a:pt x="1672481" y="0"/>
                  </a:lnTo>
                  <a:lnTo>
                    <a:pt x="1700640" y="0"/>
                  </a:lnTo>
                  <a:lnTo>
                    <a:pt x="1728800" y="0"/>
                  </a:lnTo>
                  <a:lnTo>
                    <a:pt x="1756960" y="0"/>
                  </a:lnTo>
                  <a:lnTo>
                    <a:pt x="1785119" y="0"/>
                  </a:lnTo>
                  <a:lnTo>
                    <a:pt x="1813279" y="0"/>
                  </a:lnTo>
                  <a:lnTo>
                    <a:pt x="1841438" y="0"/>
                  </a:lnTo>
                  <a:lnTo>
                    <a:pt x="1869598" y="0"/>
                  </a:lnTo>
                  <a:lnTo>
                    <a:pt x="1897758" y="0"/>
                  </a:lnTo>
                  <a:lnTo>
                    <a:pt x="1925917" y="0"/>
                  </a:lnTo>
                  <a:lnTo>
                    <a:pt x="1954077" y="0"/>
                  </a:lnTo>
                  <a:lnTo>
                    <a:pt x="1982237" y="0"/>
                  </a:lnTo>
                  <a:lnTo>
                    <a:pt x="2010396" y="0"/>
                  </a:lnTo>
                  <a:lnTo>
                    <a:pt x="2038556" y="0"/>
                  </a:lnTo>
                  <a:lnTo>
                    <a:pt x="2066715" y="0"/>
                  </a:lnTo>
                  <a:lnTo>
                    <a:pt x="2094875" y="0"/>
                  </a:lnTo>
                  <a:lnTo>
                    <a:pt x="2123035" y="0"/>
                  </a:lnTo>
                  <a:lnTo>
                    <a:pt x="2151194" y="0"/>
                  </a:lnTo>
                  <a:lnTo>
                    <a:pt x="2179354" y="0"/>
                  </a:lnTo>
                  <a:lnTo>
                    <a:pt x="2190417" y="0"/>
                  </a:lnTo>
                  <a:lnTo>
                    <a:pt x="2190417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2460358" y="1446273"/>
              <a:ext cx="2190417" cy="0"/>
            </a:xfrm>
            <a:custGeom>
              <a:avLst/>
              <a:pathLst>
                <a:path w="2190417" h="0">
                  <a:moveTo>
                    <a:pt x="0" y="0"/>
                  </a:moveTo>
                  <a:lnTo>
                    <a:pt x="11062" y="0"/>
                  </a:lnTo>
                  <a:lnTo>
                    <a:pt x="39222" y="0"/>
                  </a:lnTo>
                  <a:lnTo>
                    <a:pt x="67381" y="0"/>
                  </a:lnTo>
                  <a:lnTo>
                    <a:pt x="95541" y="0"/>
                  </a:lnTo>
                  <a:lnTo>
                    <a:pt x="123701" y="0"/>
                  </a:lnTo>
                  <a:lnTo>
                    <a:pt x="151860" y="0"/>
                  </a:lnTo>
                  <a:lnTo>
                    <a:pt x="180020" y="0"/>
                  </a:lnTo>
                  <a:lnTo>
                    <a:pt x="208180" y="0"/>
                  </a:lnTo>
                  <a:lnTo>
                    <a:pt x="236339" y="0"/>
                  </a:lnTo>
                  <a:lnTo>
                    <a:pt x="264499" y="0"/>
                  </a:lnTo>
                  <a:lnTo>
                    <a:pt x="292659" y="0"/>
                  </a:lnTo>
                  <a:lnTo>
                    <a:pt x="320818" y="0"/>
                  </a:lnTo>
                  <a:lnTo>
                    <a:pt x="348978" y="0"/>
                  </a:lnTo>
                  <a:lnTo>
                    <a:pt x="377137" y="0"/>
                  </a:lnTo>
                  <a:lnTo>
                    <a:pt x="405297" y="0"/>
                  </a:lnTo>
                  <a:lnTo>
                    <a:pt x="433457" y="0"/>
                  </a:lnTo>
                  <a:lnTo>
                    <a:pt x="461616" y="0"/>
                  </a:lnTo>
                  <a:lnTo>
                    <a:pt x="489776" y="0"/>
                  </a:lnTo>
                  <a:lnTo>
                    <a:pt x="517936" y="0"/>
                  </a:lnTo>
                  <a:lnTo>
                    <a:pt x="546095" y="0"/>
                  </a:lnTo>
                  <a:lnTo>
                    <a:pt x="574255" y="0"/>
                  </a:lnTo>
                  <a:lnTo>
                    <a:pt x="602415" y="0"/>
                  </a:lnTo>
                  <a:lnTo>
                    <a:pt x="630574" y="0"/>
                  </a:lnTo>
                  <a:lnTo>
                    <a:pt x="658734" y="0"/>
                  </a:lnTo>
                  <a:lnTo>
                    <a:pt x="686893" y="0"/>
                  </a:lnTo>
                  <a:lnTo>
                    <a:pt x="715053" y="0"/>
                  </a:lnTo>
                  <a:lnTo>
                    <a:pt x="743213" y="0"/>
                  </a:lnTo>
                  <a:lnTo>
                    <a:pt x="771372" y="0"/>
                  </a:lnTo>
                  <a:lnTo>
                    <a:pt x="799532" y="0"/>
                  </a:lnTo>
                  <a:lnTo>
                    <a:pt x="827692" y="0"/>
                  </a:lnTo>
                  <a:lnTo>
                    <a:pt x="855851" y="0"/>
                  </a:lnTo>
                  <a:lnTo>
                    <a:pt x="884011" y="0"/>
                  </a:lnTo>
                  <a:lnTo>
                    <a:pt x="912170" y="0"/>
                  </a:lnTo>
                  <a:lnTo>
                    <a:pt x="940330" y="0"/>
                  </a:lnTo>
                  <a:lnTo>
                    <a:pt x="968490" y="0"/>
                  </a:lnTo>
                  <a:lnTo>
                    <a:pt x="996649" y="0"/>
                  </a:lnTo>
                  <a:lnTo>
                    <a:pt x="1024809" y="0"/>
                  </a:lnTo>
                  <a:lnTo>
                    <a:pt x="1052969" y="0"/>
                  </a:lnTo>
                  <a:lnTo>
                    <a:pt x="1081128" y="0"/>
                  </a:lnTo>
                  <a:lnTo>
                    <a:pt x="1109288" y="0"/>
                  </a:lnTo>
                  <a:lnTo>
                    <a:pt x="1137448" y="0"/>
                  </a:lnTo>
                  <a:lnTo>
                    <a:pt x="1165607" y="0"/>
                  </a:lnTo>
                  <a:lnTo>
                    <a:pt x="1193767" y="0"/>
                  </a:lnTo>
                  <a:lnTo>
                    <a:pt x="1221926" y="0"/>
                  </a:lnTo>
                  <a:lnTo>
                    <a:pt x="1250086" y="0"/>
                  </a:lnTo>
                  <a:lnTo>
                    <a:pt x="1278246" y="0"/>
                  </a:lnTo>
                  <a:lnTo>
                    <a:pt x="1306405" y="0"/>
                  </a:lnTo>
                  <a:lnTo>
                    <a:pt x="1334565" y="0"/>
                  </a:lnTo>
                  <a:lnTo>
                    <a:pt x="1362725" y="0"/>
                  </a:lnTo>
                  <a:lnTo>
                    <a:pt x="1390884" y="0"/>
                  </a:lnTo>
                  <a:lnTo>
                    <a:pt x="1419044" y="0"/>
                  </a:lnTo>
                  <a:lnTo>
                    <a:pt x="1447204" y="0"/>
                  </a:lnTo>
                  <a:lnTo>
                    <a:pt x="1475363" y="0"/>
                  </a:lnTo>
                  <a:lnTo>
                    <a:pt x="1503523" y="0"/>
                  </a:lnTo>
                  <a:lnTo>
                    <a:pt x="1531682" y="0"/>
                  </a:lnTo>
                  <a:lnTo>
                    <a:pt x="1559842" y="0"/>
                  </a:lnTo>
                  <a:lnTo>
                    <a:pt x="1588002" y="0"/>
                  </a:lnTo>
                  <a:lnTo>
                    <a:pt x="1616161" y="0"/>
                  </a:lnTo>
                  <a:lnTo>
                    <a:pt x="1644321" y="0"/>
                  </a:lnTo>
                  <a:lnTo>
                    <a:pt x="1672481" y="0"/>
                  </a:lnTo>
                  <a:lnTo>
                    <a:pt x="1700640" y="0"/>
                  </a:lnTo>
                  <a:lnTo>
                    <a:pt x="1728800" y="0"/>
                  </a:lnTo>
                  <a:lnTo>
                    <a:pt x="1756960" y="0"/>
                  </a:lnTo>
                  <a:lnTo>
                    <a:pt x="1785119" y="0"/>
                  </a:lnTo>
                  <a:lnTo>
                    <a:pt x="1813279" y="0"/>
                  </a:lnTo>
                  <a:lnTo>
                    <a:pt x="1841438" y="0"/>
                  </a:lnTo>
                  <a:lnTo>
                    <a:pt x="1869598" y="0"/>
                  </a:lnTo>
                  <a:lnTo>
                    <a:pt x="1897758" y="0"/>
                  </a:lnTo>
                  <a:lnTo>
                    <a:pt x="1925917" y="0"/>
                  </a:lnTo>
                  <a:lnTo>
                    <a:pt x="1954077" y="0"/>
                  </a:lnTo>
                  <a:lnTo>
                    <a:pt x="1982237" y="0"/>
                  </a:lnTo>
                  <a:lnTo>
                    <a:pt x="2010396" y="0"/>
                  </a:lnTo>
                  <a:lnTo>
                    <a:pt x="2038556" y="0"/>
                  </a:lnTo>
                  <a:lnTo>
                    <a:pt x="2066715" y="0"/>
                  </a:lnTo>
                  <a:lnTo>
                    <a:pt x="2094875" y="0"/>
                  </a:lnTo>
                  <a:lnTo>
                    <a:pt x="2123035" y="0"/>
                  </a:lnTo>
                  <a:lnTo>
                    <a:pt x="2151194" y="0"/>
                  </a:lnTo>
                  <a:lnTo>
                    <a:pt x="2179354" y="0"/>
                  </a:lnTo>
                  <a:lnTo>
                    <a:pt x="2190417" y="0"/>
                  </a:lnTo>
                  <a:lnTo>
                    <a:pt x="2190417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h20"/>
            <p:cNvSpPr/>
            <p:nvPr/>
          </p:nvSpPr>
          <p:spPr>
            <a:xfrm>
              <a:off x="3436437" y="1713338"/>
              <a:ext cx="930870" cy="1244836"/>
            </a:xfrm>
            <a:custGeom>
              <a:avLst/>
              <a:pathLst>
                <a:path w="930870" h="1244836">
                  <a:moveTo>
                    <a:pt x="914400" y="914400"/>
                  </a:moveTo>
                  <a:lnTo>
                    <a:pt x="904715" y="940530"/>
                  </a:lnTo>
                  <a:lnTo>
                    <a:pt x="891375" y="944946"/>
                  </a:lnTo>
                  <a:lnTo>
                    <a:pt x="878580" y="953650"/>
                  </a:lnTo>
                  <a:lnTo>
                    <a:pt x="874010" y="1036332"/>
                  </a:lnTo>
                  <a:lnTo>
                    <a:pt x="897306" y="1067747"/>
                  </a:lnTo>
                  <a:lnTo>
                    <a:pt x="884511" y="1072144"/>
                  </a:lnTo>
                  <a:lnTo>
                    <a:pt x="872804" y="1081554"/>
                  </a:lnTo>
                  <a:lnTo>
                    <a:pt x="864442" y="1095470"/>
                  </a:lnTo>
                  <a:lnTo>
                    <a:pt x="855886" y="1125419"/>
                  </a:lnTo>
                  <a:lnTo>
                    <a:pt x="823741" y="1142394"/>
                  </a:lnTo>
                  <a:lnTo>
                    <a:pt x="811568" y="1154952"/>
                  </a:lnTo>
                  <a:lnTo>
                    <a:pt x="793619" y="1182893"/>
                  </a:lnTo>
                  <a:lnTo>
                    <a:pt x="784266" y="1223447"/>
                  </a:lnTo>
                  <a:lnTo>
                    <a:pt x="766084" y="1240747"/>
                  </a:lnTo>
                  <a:lnTo>
                    <a:pt x="745665" y="1244836"/>
                  </a:lnTo>
                  <a:lnTo>
                    <a:pt x="757644" y="1211612"/>
                  </a:lnTo>
                  <a:lnTo>
                    <a:pt x="773337" y="1184540"/>
                  </a:lnTo>
                  <a:lnTo>
                    <a:pt x="758247" y="1165973"/>
                  </a:lnTo>
                  <a:lnTo>
                    <a:pt x="749165" y="1136911"/>
                  </a:lnTo>
                  <a:lnTo>
                    <a:pt x="737439" y="1114616"/>
                  </a:lnTo>
                  <a:lnTo>
                    <a:pt x="746773" y="1089716"/>
                  </a:lnTo>
                  <a:lnTo>
                    <a:pt x="742184" y="1048909"/>
                  </a:lnTo>
                  <a:lnTo>
                    <a:pt x="743701" y="1009079"/>
                  </a:lnTo>
                  <a:lnTo>
                    <a:pt x="757313" y="988974"/>
                  </a:lnTo>
                  <a:lnTo>
                    <a:pt x="772909" y="972579"/>
                  </a:lnTo>
                  <a:lnTo>
                    <a:pt x="797197" y="934884"/>
                  </a:lnTo>
                  <a:lnTo>
                    <a:pt x="823528" y="907559"/>
                  </a:lnTo>
                  <a:lnTo>
                    <a:pt x="860261" y="895272"/>
                  </a:lnTo>
                  <a:lnTo>
                    <a:pt x="876849" y="906600"/>
                  </a:lnTo>
                  <a:lnTo>
                    <a:pt x="884005" y="881754"/>
                  </a:lnTo>
                  <a:lnTo>
                    <a:pt x="895848" y="876090"/>
                  </a:lnTo>
                  <a:lnTo>
                    <a:pt x="906971" y="881826"/>
                  </a:lnTo>
                  <a:lnTo>
                    <a:pt x="930870" y="905569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h21"/>
            <p:cNvSpPr/>
            <p:nvPr/>
          </p:nvSpPr>
          <p:spPr>
            <a:xfrm>
              <a:off x="2935309" y="2295910"/>
              <a:ext cx="1041947" cy="914400"/>
            </a:xfrm>
            <a:custGeom>
              <a:avLst/>
              <a:pathLst>
                <a:path w="1041947" h="914400">
                  <a:moveTo>
                    <a:pt x="914400" y="914400"/>
                  </a:moveTo>
                  <a:lnTo>
                    <a:pt x="905338" y="913078"/>
                  </a:lnTo>
                  <a:lnTo>
                    <a:pt x="899290" y="888196"/>
                  </a:lnTo>
                  <a:lnTo>
                    <a:pt x="897870" y="824172"/>
                  </a:lnTo>
                  <a:lnTo>
                    <a:pt x="901487" y="792540"/>
                  </a:lnTo>
                  <a:lnTo>
                    <a:pt x="944911" y="678443"/>
                  </a:lnTo>
                  <a:lnTo>
                    <a:pt x="964298" y="669123"/>
                  </a:lnTo>
                  <a:lnTo>
                    <a:pt x="991562" y="599200"/>
                  </a:lnTo>
                  <a:lnTo>
                    <a:pt x="998913" y="568092"/>
                  </a:lnTo>
                  <a:lnTo>
                    <a:pt x="1010736" y="540079"/>
                  </a:lnTo>
                  <a:lnTo>
                    <a:pt x="1017717" y="515034"/>
                  </a:lnTo>
                  <a:lnTo>
                    <a:pt x="1023570" y="504918"/>
                  </a:lnTo>
                  <a:lnTo>
                    <a:pt x="1036288" y="509660"/>
                  </a:lnTo>
                  <a:lnTo>
                    <a:pt x="1041947" y="514274"/>
                  </a:lnTo>
                  <a:lnTo>
                    <a:pt x="1028549" y="528860"/>
                  </a:lnTo>
                  <a:lnTo>
                    <a:pt x="1030104" y="547843"/>
                  </a:lnTo>
                  <a:lnTo>
                    <a:pt x="1029171" y="555714"/>
                  </a:lnTo>
                  <a:lnTo>
                    <a:pt x="995354" y="638287"/>
                  </a:lnTo>
                  <a:lnTo>
                    <a:pt x="986311" y="691907"/>
                  </a:lnTo>
                  <a:lnTo>
                    <a:pt x="974313" y="704990"/>
                  </a:lnTo>
                  <a:lnTo>
                    <a:pt x="924628" y="895742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h22"/>
            <p:cNvSpPr/>
            <p:nvPr/>
          </p:nvSpPr>
          <p:spPr>
            <a:xfrm>
              <a:off x="1938382" y="1306626"/>
              <a:ext cx="2411794" cy="2234934"/>
            </a:xfrm>
            <a:custGeom>
              <a:avLst/>
              <a:pathLst>
                <a:path w="2411794" h="2234934">
                  <a:moveTo>
                    <a:pt x="914400" y="914399"/>
                  </a:moveTo>
                  <a:lnTo>
                    <a:pt x="928906" y="920516"/>
                  </a:lnTo>
                  <a:lnTo>
                    <a:pt x="948664" y="908265"/>
                  </a:lnTo>
                  <a:lnTo>
                    <a:pt x="962490" y="873954"/>
                  </a:lnTo>
                  <a:lnTo>
                    <a:pt x="970385" y="822471"/>
                  </a:lnTo>
                  <a:lnTo>
                    <a:pt x="979603" y="773430"/>
                  </a:lnTo>
                  <a:lnTo>
                    <a:pt x="968693" y="720969"/>
                  </a:lnTo>
                  <a:lnTo>
                    <a:pt x="957045" y="674896"/>
                  </a:lnTo>
                  <a:lnTo>
                    <a:pt x="956228" y="661360"/>
                  </a:lnTo>
                  <a:lnTo>
                    <a:pt x="986798" y="622489"/>
                  </a:lnTo>
                  <a:lnTo>
                    <a:pt x="996151" y="590875"/>
                  </a:lnTo>
                  <a:lnTo>
                    <a:pt x="1006283" y="560781"/>
                  </a:lnTo>
                  <a:lnTo>
                    <a:pt x="1017464" y="550539"/>
                  </a:lnTo>
                  <a:lnTo>
                    <a:pt x="1034110" y="548205"/>
                  </a:lnTo>
                  <a:lnTo>
                    <a:pt x="1053498" y="542540"/>
                  </a:lnTo>
                  <a:lnTo>
                    <a:pt x="1077942" y="522399"/>
                  </a:lnTo>
                  <a:lnTo>
                    <a:pt x="1099858" y="495418"/>
                  </a:lnTo>
                  <a:lnTo>
                    <a:pt x="1116601" y="470680"/>
                  </a:lnTo>
                  <a:lnTo>
                    <a:pt x="1122279" y="421730"/>
                  </a:lnTo>
                  <a:lnTo>
                    <a:pt x="1122512" y="397137"/>
                  </a:lnTo>
                  <a:lnTo>
                    <a:pt x="1129883" y="378878"/>
                  </a:lnTo>
                  <a:lnTo>
                    <a:pt x="1137019" y="343211"/>
                  </a:lnTo>
                  <a:lnTo>
                    <a:pt x="1130077" y="308032"/>
                  </a:lnTo>
                  <a:lnTo>
                    <a:pt x="1108472" y="254666"/>
                  </a:lnTo>
                  <a:lnTo>
                    <a:pt x="1082453" y="179621"/>
                  </a:lnTo>
                  <a:lnTo>
                    <a:pt x="1078469" y="139646"/>
                  </a:lnTo>
                  <a:lnTo>
                    <a:pt x="2057358" y="139646"/>
                  </a:lnTo>
                  <a:lnTo>
                    <a:pt x="2057835" y="144894"/>
                  </a:lnTo>
                  <a:lnTo>
                    <a:pt x="2055851" y="157489"/>
                  </a:lnTo>
                  <a:lnTo>
                    <a:pt x="2070980" y="209262"/>
                  </a:lnTo>
                  <a:lnTo>
                    <a:pt x="2067460" y="227413"/>
                  </a:lnTo>
                  <a:lnTo>
                    <a:pt x="2065419" y="250540"/>
                  </a:lnTo>
                  <a:lnTo>
                    <a:pt x="2087101" y="272762"/>
                  </a:lnTo>
                  <a:lnTo>
                    <a:pt x="2106450" y="272400"/>
                  </a:lnTo>
                  <a:lnTo>
                    <a:pt x="2126052" y="272056"/>
                  </a:lnTo>
                  <a:lnTo>
                    <a:pt x="2133539" y="277630"/>
                  </a:lnTo>
                  <a:lnTo>
                    <a:pt x="2141045" y="293356"/>
                  </a:lnTo>
                  <a:lnTo>
                    <a:pt x="2147093" y="311922"/>
                  </a:lnTo>
                  <a:lnTo>
                    <a:pt x="2163233" y="310384"/>
                  </a:lnTo>
                  <a:lnTo>
                    <a:pt x="2188999" y="295274"/>
                  </a:lnTo>
                  <a:lnTo>
                    <a:pt x="2205762" y="291673"/>
                  </a:lnTo>
                  <a:lnTo>
                    <a:pt x="2216827" y="320717"/>
                  </a:lnTo>
                  <a:lnTo>
                    <a:pt x="2246929" y="359081"/>
                  </a:lnTo>
                  <a:lnTo>
                    <a:pt x="2264450" y="376272"/>
                  </a:lnTo>
                  <a:lnTo>
                    <a:pt x="2294222" y="385321"/>
                  </a:lnTo>
                  <a:lnTo>
                    <a:pt x="2325589" y="416283"/>
                  </a:lnTo>
                  <a:lnTo>
                    <a:pt x="2321194" y="453598"/>
                  </a:lnTo>
                  <a:lnTo>
                    <a:pt x="2334281" y="466066"/>
                  </a:lnTo>
                  <a:lnTo>
                    <a:pt x="2371288" y="480796"/>
                  </a:lnTo>
                  <a:lnTo>
                    <a:pt x="2384375" y="500666"/>
                  </a:lnTo>
                  <a:lnTo>
                    <a:pt x="2390656" y="517604"/>
                  </a:lnTo>
                  <a:lnTo>
                    <a:pt x="2400398" y="531647"/>
                  </a:lnTo>
                  <a:lnTo>
                    <a:pt x="2411794" y="574082"/>
                  </a:lnTo>
                  <a:lnTo>
                    <a:pt x="2407827" y="600231"/>
                  </a:lnTo>
                  <a:lnTo>
                    <a:pt x="2392912" y="609225"/>
                  </a:lnTo>
                  <a:lnTo>
                    <a:pt x="2357695" y="637238"/>
                  </a:lnTo>
                  <a:lnTo>
                    <a:pt x="2342002" y="658157"/>
                  </a:lnTo>
                  <a:lnTo>
                    <a:pt x="2329692" y="671186"/>
                  </a:lnTo>
                  <a:lnTo>
                    <a:pt x="2294708" y="699127"/>
                  </a:lnTo>
                  <a:lnTo>
                    <a:pt x="2281893" y="704140"/>
                  </a:lnTo>
                  <a:lnTo>
                    <a:pt x="2269623" y="718671"/>
                  </a:lnTo>
                  <a:lnTo>
                    <a:pt x="2257761" y="725023"/>
                  </a:lnTo>
                  <a:lnTo>
                    <a:pt x="2247143" y="721367"/>
                  </a:lnTo>
                  <a:lnTo>
                    <a:pt x="2207453" y="747679"/>
                  </a:lnTo>
                  <a:lnTo>
                    <a:pt x="2210545" y="758917"/>
                  </a:lnTo>
                  <a:lnTo>
                    <a:pt x="2240979" y="763676"/>
                  </a:lnTo>
                  <a:lnTo>
                    <a:pt x="2256497" y="758030"/>
                  </a:lnTo>
                  <a:lnTo>
                    <a:pt x="2268437" y="744802"/>
                  </a:lnTo>
                  <a:lnTo>
                    <a:pt x="2281485" y="741762"/>
                  </a:lnTo>
                  <a:lnTo>
                    <a:pt x="2293386" y="744259"/>
                  </a:lnTo>
                  <a:lnTo>
                    <a:pt x="2306007" y="733835"/>
                  </a:lnTo>
                  <a:lnTo>
                    <a:pt x="2315905" y="729673"/>
                  </a:lnTo>
                  <a:lnTo>
                    <a:pt x="2326134" y="734668"/>
                  </a:lnTo>
                  <a:lnTo>
                    <a:pt x="2337548" y="759659"/>
                  </a:lnTo>
                  <a:lnTo>
                    <a:pt x="2313863" y="772670"/>
                  </a:lnTo>
                  <a:lnTo>
                    <a:pt x="2297061" y="773267"/>
                  </a:lnTo>
                  <a:lnTo>
                    <a:pt x="2288855" y="814255"/>
                  </a:lnTo>
                  <a:lnTo>
                    <a:pt x="2278685" y="831863"/>
                  </a:lnTo>
                  <a:lnTo>
                    <a:pt x="2271393" y="840332"/>
                  </a:lnTo>
                  <a:lnTo>
                    <a:pt x="2234114" y="857776"/>
                  </a:lnTo>
                  <a:lnTo>
                    <a:pt x="2209515" y="879890"/>
                  </a:lnTo>
                  <a:lnTo>
                    <a:pt x="2180521" y="897697"/>
                  </a:lnTo>
                  <a:lnTo>
                    <a:pt x="2167861" y="893824"/>
                  </a:lnTo>
                  <a:lnTo>
                    <a:pt x="2148784" y="911920"/>
                  </a:lnTo>
                  <a:lnTo>
                    <a:pt x="2106392" y="933346"/>
                  </a:lnTo>
                  <a:lnTo>
                    <a:pt x="2084670" y="962210"/>
                  </a:lnTo>
                  <a:lnTo>
                    <a:pt x="2035919" y="988033"/>
                  </a:lnTo>
                  <a:lnTo>
                    <a:pt x="2011086" y="1009043"/>
                  </a:lnTo>
                  <a:lnTo>
                    <a:pt x="1943627" y="1010147"/>
                  </a:lnTo>
                  <a:lnTo>
                    <a:pt x="1879202" y="1005532"/>
                  </a:lnTo>
                  <a:lnTo>
                    <a:pt x="1858978" y="1015521"/>
                  </a:lnTo>
                  <a:lnTo>
                    <a:pt x="1879649" y="1018616"/>
                  </a:lnTo>
                  <a:lnTo>
                    <a:pt x="1894137" y="1028424"/>
                  </a:lnTo>
                  <a:lnTo>
                    <a:pt x="1911502" y="1024334"/>
                  </a:lnTo>
                  <a:lnTo>
                    <a:pt x="1952320" y="1029238"/>
                  </a:lnTo>
                  <a:lnTo>
                    <a:pt x="1973322" y="1034576"/>
                  </a:lnTo>
                  <a:lnTo>
                    <a:pt x="2000274" y="1068923"/>
                  </a:lnTo>
                  <a:lnTo>
                    <a:pt x="1980458" y="1081138"/>
                  </a:lnTo>
                  <a:lnTo>
                    <a:pt x="1946136" y="1090512"/>
                  </a:lnTo>
                  <a:lnTo>
                    <a:pt x="1959009" y="1139227"/>
                  </a:lnTo>
                  <a:lnTo>
                    <a:pt x="1969627" y="1172071"/>
                  </a:lnTo>
                  <a:lnTo>
                    <a:pt x="1955723" y="1191887"/>
                  </a:lnTo>
                  <a:lnTo>
                    <a:pt x="1954692" y="1282042"/>
                  </a:lnTo>
                  <a:lnTo>
                    <a:pt x="1935188" y="1283761"/>
                  </a:lnTo>
                  <a:lnTo>
                    <a:pt x="1926904" y="1321058"/>
                  </a:lnTo>
                  <a:lnTo>
                    <a:pt x="1933049" y="1340077"/>
                  </a:lnTo>
                  <a:lnTo>
                    <a:pt x="1932562" y="1384250"/>
                  </a:lnTo>
                  <a:lnTo>
                    <a:pt x="1936627" y="1411466"/>
                  </a:lnTo>
                  <a:lnTo>
                    <a:pt x="1946194" y="1436530"/>
                  </a:lnTo>
                  <a:lnTo>
                    <a:pt x="1941935" y="1462660"/>
                  </a:lnTo>
                  <a:lnTo>
                    <a:pt x="1911094" y="1523826"/>
                  </a:lnTo>
                  <a:lnTo>
                    <a:pt x="1911794" y="1552526"/>
                  </a:lnTo>
                  <a:lnTo>
                    <a:pt x="1917336" y="1569573"/>
                  </a:lnTo>
                  <a:lnTo>
                    <a:pt x="1921439" y="1596826"/>
                  </a:lnTo>
                  <a:lnTo>
                    <a:pt x="1907418" y="1649214"/>
                  </a:lnTo>
                  <a:lnTo>
                    <a:pt x="1897520" y="1692989"/>
                  </a:lnTo>
                  <a:lnTo>
                    <a:pt x="1885755" y="1729833"/>
                  </a:lnTo>
                  <a:lnTo>
                    <a:pt x="1859425" y="1774042"/>
                  </a:lnTo>
                  <a:lnTo>
                    <a:pt x="1846319" y="1807086"/>
                  </a:lnTo>
                  <a:lnTo>
                    <a:pt x="1815652" y="1910198"/>
                  </a:lnTo>
                  <a:lnTo>
                    <a:pt x="1800445" y="1930665"/>
                  </a:lnTo>
                  <a:lnTo>
                    <a:pt x="1781796" y="1946390"/>
                  </a:lnTo>
                  <a:lnTo>
                    <a:pt x="1761008" y="1931841"/>
                  </a:lnTo>
                  <a:lnTo>
                    <a:pt x="1741951" y="1923915"/>
                  </a:lnTo>
                  <a:lnTo>
                    <a:pt x="1718674" y="1924874"/>
                  </a:lnTo>
                  <a:lnTo>
                    <a:pt x="1682212" y="1936799"/>
                  </a:lnTo>
                  <a:lnTo>
                    <a:pt x="1627374" y="1928873"/>
                  </a:lnTo>
                  <a:lnTo>
                    <a:pt x="1573780" y="1932691"/>
                  </a:lnTo>
                  <a:lnTo>
                    <a:pt x="1560226" y="1942988"/>
                  </a:lnTo>
                  <a:lnTo>
                    <a:pt x="1568355" y="1980411"/>
                  </a:lnTo>
                  <a:lnTo>
                    <a:pt x="1548598" y="1985315"/>
                  </a:lnTo>
                  <a:lnTo>
                    <a:pt x="1529288" y="1974675"/>
                  </a:lnTo>
                  <a:lnTo>
                    <a:pt x="1512292" y="1987378"/>
                  </a:lnTo>
                  <a:lnTo>
                    <a:pt x="1498096" y="2001312"/>
                  </a:lnTo>
                  <a:lnTo>
                    <a:pt x="1470210" y="2034374"/>
                  </a:lnTo>
                  <a:lnTo>
                    <a:pt x="1460876" y="2054732"/>
                  </a:lnTo>
                  <a:lnTo>
                    <a:pt x="1458465" y="2093078"/>
                  </a:lnTo>
                  <a:lnTo>
                    <a:pt x="1473108" y="2127461"/>
                  </a:lnTo>
                  <a:lnTo>
                    <a:pt x="1486098" y="2167725"/>
                  </a:lnTo>
                  <a:lnTo>
                    <a:pt x="1452650" y="2216313"/>
                  </a:lnTo>
                  <a:lnTo>
                    <a:pt x="1433982" y="2217960"/>
                  </a:lnTo>
                  <a:lnTo>
                    <a:pt x="1379494" y="2204478"/>
                  </a:lnTo>
                  <a:lnTo>
                    <a:pt x="1282924" y="2234934"/>
                  </a:lnTo>
                  <a:lnTo>
                    <a:pt x="1196194" y="2210848"/>
                  </a:lnTo>
                  <a:lnTo>
                    <a:pt x="1207103" y="2184826"/>
                  </a:lnTo>
                  <a:lnTo>
                    <a:pt x="1206734" y="2165698"/>
                  </a:lnTo>
                  <a:lnTo>
                    <a:pt x="1211634" y="2136274"/>
                  </a:lnTo>
                  <a:lnTo>
                    <a:pt x="1214551" y="2106180"/>
                  </a:lnTo>
                  <a:lnTo>
                    <a:pt x="1213734" y="2086039"/>
                  </a:lnTo>
                  <a:lnTo>
                    <a:pt x="1207376" y="2064577"/>
                  </a:lnTo>
                  <a:lnTo>
                    <a:pt x="1185985" y="2036491"/>
                  </a:lnTo>
                  <a:lnTo>
                    <a:pt x="1137797" y="1941703"/>
                  </a:lnTo>
                  <a:lnTo>
                    <a:pt x="1123543" y="1901693"/>
                  </a:lnTo>
                  <a:lnTo>
                    <a:pt x="1113626" y="1885026"/>
                  </a:lnTo>
                  <a:lnTo>
                    <a:pt x="1120762" y="1884121"/>
                  </a:lnTo>
                  <a:lnTo>
                    <a:pt x="1160452" y="1905601"/>
                  </a:lnTo>
                  <a:lnTo>
                    <a:pt x="1169708" y="1902959"/>
                  </a:lnTo>
                  <a:lnTo>
                    <a:pt x="1179431" y="1894888"/>
                  </a:lnTo>
                  <a:lnTo>
                    <a:pt x="1167589" y="1864143"/>
                  </a:lnTo>
                  <a:lnTo>
                    <a:pt x="1157418" y="1850227"/>
                  </a:lnTo>
                  <a:lnTo>
                    <a:pt x="1150515" y="1829416"/>
                  </a:lnTo>
                  <a:lnTo>
                    <a:pt x="1173753" y="1823788"/>
                  </a:lnTo>
                  <a:lnTo>
                    <a:pt x="1190535" y="1825037"/>
                  </a:lnTo>
                  <a:lnTo>
                    <a:pt x="1202903" y="1801621"/>
                  </a:lnTo>
                  <a:lnTo>
                    <a:pt x="1195766" y="1763763"/>
                  </a:lnTo>
                  <a:lnTo>
                    <a:pt x="1177740" y="1752109"/>
                  </a:lnTo>
                  <a:lnTo>
                    <a:pt x="1162688" y="1747042"/>
                  </a:lnTo>
                  <a:lnTo>
                    <a:pt x="1133830" y="1687578"/>
                  </a:lnTo>
                  <a:lnTo>
                    <a:pt x="1103727" y="1656779"/>
                  </a:lnTo>
                  <a:lnTo>
                    <a:pt x="1050037" y="1537977"/>
                  </a:lnTo>
                  <a:lnTo>
                    <a:pt x="1030396" y="1456435"/>
                  </a:lnTo>
                  <a:lnTo>
                    <a:pt x="1012136" y="1464181"/>
                  </a:lnTo>
                  <a:lnTo>
                    <a:pt x="1003269" y="1428658"/>
                  </a:lnTo>
                  <a:lnTo>
                    <a:pt x="996910" y="1395017"/>
                  </a:lnTo>
                  <a:lnTo>
                    <a:pt x="995646" y="1370279"/>
                  </a:lnTo>
                  <a:lnTo>
                    <a:pt x="967021" y="1356110"/>
                  </a:lnTo>
                  <a:lnTo>
                    <a:pt x="965854" y="1338774"/>
                  </a:lnTo>
                  <a:lnTo>
                    <a:pt x="960701" y="1261412"/>
                  </a:lnTo>
                  <a:lnTo>
                    <a:pt x="929995" y="1251025"/>
                  </a:lnTo>
                  <a:lnTo>
                    <a:pt x="910141" y="1207612"/>
                  </a:lnTo>
                  <a:lnTo>
                    <a:pt x="906602" y="1125474"/>
                  </a:lnTo>
                  <a:lnTo>
                    <a:pt x="886378" y="1110526"/>
                  </a:lnTo>
                  <a:lnTo>
                    <a:pt x="870101" y="1114670"/>
                  </a:lnTo>
                  <a:lnTo>
                    <a:pt x="870860" y="1094312"/>
                  </a:lnTo>
                  <a:lnTo>
                    <a:pt x="874749" y="1075202"/>
                  </a:lnTo>
                  <a:lnTo>
                    <a:pt x="865240" y="999488"/>
                  </a:lnTo>
                  <a:lnTo>
                    <a:pt x="862070" y="930378"/>
                  </a:lnTo>
                  <a:lnTo>
                    <a:pt x="854350" y="909514"/>
                  </a:lnTo>
                  <a:lnTo>
                    <a:pt x="849974" y="885084"/>
                  </a:lnTo>
                  <a:lnTo>
                    <a:pt x="853902" y="863983"/>
                  </a:lnTo>
                  <a:lnTo>
                    <a:pt x="859659" y="851859"/>
                  </a:lnTo>
                  <a:lnTo>
                    <a:pt x="879474" y="848674"/>
                  </a:lnTo>
                  <a:lnTo>
                    <a:pt x="897987" y="867331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h23"/>
            <p:cNvSpPr/>
            <p:nvPr/>
          </p:nvSpPr>
          <p:spPr>
            <a:xfrm>
              <a:off x="3465237" y="1695495"/>
              <a:ext cx="952845" cy="914400"/>
            </a:xfrm>
            <a:custGeom>
              <a:avLst/>
              <a:pathLst>
                <a:path w="952845" h="914400">
                  <a:moveTo>
                    <a:pt x="914400" y="914400"/>
                  </a:moveTo>
                  <a:lnTo>
                    <a:pt x="904074" y="912644"/>
                  </a:lnTo>
                  <a:lnTo>
                    <a:pt x="894662" y="895579"/>
                  </a:lnTo>
                  <a:lnTo>
                    <a:pt x="913699" y="869521"/>
                  </a:lnTo>
                  <a:lnTo>
                    <a:pt x="942830" y="870932"/>
                  </a:lnTo>
                  <a:lnTo>
                    <a:pt x="952845" y="876361"/>
                  </a:lnTo>
                  <a:lnTo>
                    <a:pt x="917978" y="891291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h24"/>
            <p:cNvSpPr/>
            <p:nvPr/>
          </p:nvSpPr>
          <p:spPr>
            <a:xfrm>
              <a:off x="3312604" y="1265837"/>
              <a:ext cx="937035" cy="914400"/>
            </a:xfrm>
            <a:custGeom>
              <a:avLst/>
              <a:pathLst>
                <a:path w="937035" h="914400">
                  <a:moveTo>
                    <a:pt x="914400" y="914400"/>
                  </a:moveTo>
                  <a:lnTo>
                    <a:pt x="910024" y="913278"/>
                  </a:lnTo>
                  <a:lnTo>
                    <a:pt x="915469" y="896068"/>
                  </a:lnTo>
                  <a:lnTo>
                    <a:pt x="919514" y="888630"/>
                  </a:lnTo>
                  <a:lnTo>
                    <a:pt x="932932" y="881682"/>
                  </a:lnTo>
                  <a:lnTo>
                    <a:pt x="937035" y="882894"/>
                  </a:lnTo>
                  <a:lnTo>
                    <a:pt x="923228" y="910871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h25"/>
            <p:cNvSpPr/>
            <p:nvPr/>
          </p:nvSpPr>
          <p:spPr>
            <a:xfrm>
              <a:off x="3352119" y="1111042"/>
              <a:ext cx="939913" cy="914400"/>
            </a:xfrm>
            <a:custGeom>
              <a:avLst/>
              <a:pathLst>
                <a:path w="939913" h="914400">
                  <a:moveTo>
                    <a:pt x="914400" y="914400"/>
                  </a:moveTo>
                  <a:lnTo>
                    <a:pt x="909382" y="899362"/>
                  </a:lnTo>
                  <a:lnTo>
                    <a:pt x="911385" y="896412"/>
                  </a:lnTo>
                  <a:lnTo>
                    <a:pt x="914808" y="881573"/>
                  </a:lnTo>
                  <a:lnTo>
                    <a:pt x="924473" y="873430"/>
                  </a:lnTo>
                  <a:lnTo>
                    <a:pt x="939913" y="878316"/>
                  </a:lnTo>
                  <a:lnTo>
                    <a:pt x="939816" y="882025"/>
                  </a:lnTo>
                  <a:lnTo>
                    <a:pt x="925056" y="894041"/>
                  </a:lnTo>
                  <a:lnTo>
                    <a:pt x="919397" y="902130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h26"/>
            <p:cNvSpPr/>
            <p:nvPr/>
          </p:nvSpPr>
          <p:spPr>
            <a:xfrm>
              <a:off x="3621740" y="2965307"/>
              <a:ext cx="929470" cy="915707"/>
            </a:xfrm>
            <a:custGeom>
              <a:avLst/>
              <a:pathLst>
                <a:path w="929470" h="915707">
                  <a:moveTo>
                    <a:pt x="914400" y="914400"/>
                  </a:moveTo>
                  <a:lnTo>
                    <a:pt x="858628" y="909550"/>
                  </a:lnTo>
                  <a:lnTo>
                    <a:pt x="850694" y="905062"/>
                  </a:lnTo>
                  <a:lnTo>
                    <a:pt x="881380" y="873321"/>
                  </a:lnTo>
                  <a:lnTo>
                    <a:pt x="901371" y="840332"/>
                  </a:lnTo>
                  <a:lnTo>
                    <a:pt x="918347" y="797281"/>
                  </a:lnTo>
                  <a:lnTo>
                    <a:pt x="920156" y="767458"/>
                  </a:lnTo>
                  <a:lnTo>
                    <a:pt x="924395" y="733835"/>
                  </a:lnTo>
                  <a:lnTo>
                    <a:pt x="929470" y="731330"/>
                  </a:lnTo>
                  <a:lnTo>
                    <a:pt x="929470" y="915707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h27"/>
            <p:cNvSpPr/>
            <p:nvPr/>
          </p:nvSpPr>
          <p:spPr>
            <a:xfrm>
              <a:off x="2584559" y="3119360"/>
              <a:ext cx="1966652" cy="921186"/>
            </a:xfrm>
            <a:custGeom>
              <a:avLst/>
              <a:pathLst>
                <a:path w="1966652" h="921186">
                  <a:moveTo>
                    <a:pt x="914400" y="914399"/>
                  </a:moveTo>
                  <a:lnTo>
                    <a:pt x="1028432" y="869340"/>
                  </a:lnTo>
                  <a:lnTo>
                    <a:pt x="1150223" y="827067"/>
                  </a:lnTo>
                  <a:lnTo>
                    <a:pt x="1178654" y="822471"/>
                  </a:lnTo>
                  <a:lnTo>
                    <a:pt x="1207239" y="813567"/>
                  </a:lnTo>
                  <a:lnTo>
                    <a:pt x="1217799" y="797751"/>
                  </a:lnTo>
                  <a:lnTo>
                    <a:pt x="1228339" y="787165"/>
                  </a:lnTo>
                  <a:lnTo>
                    <a:pt x="1244926" y="759279"/>
                  </a:lnTo>
                  <a:lnTo>
                    <a:pt x="1281602" y="715938"/>
                  </a:lnTo>
                  <a:lnTo>
                    <a:pt x="1346455" y="700158"/>
                  </a:lnTo>
                  <a:lnTo>
                    <a:pt x="1370665" y="679601"/>
                  </a:lnTo>
                  <a:lnTo>
                    <a:pt x="1421420" y="650810"/>
                  </a:lnTo>
                  <a:lnTo>
                    <a:pt x="1537124" y="618508"/>
                  </a:lnTo>
                  <a:lnTo>
                    <a:pt x="1585448" y="611415"/>
                  </a:lnTo>
                  <a:lnTo>
                    <a:pt x="1632800" y="610546"/>
                  </a:lnTo>
                  <a:lnTo>
                    <a:pt x="1674959" y="636025"/>
                  </a:lnTo>
                  <a:lnTo>
                    <a:pt x="1719588" y="667477"/>
                  </a:lnTo>
                  <a:lnTo>
                    <a:pt x="1727619" y="686460"/>
                  </a:lnTo>
                  <a:lnTo>
                    <a:pt x="1703467" y="674625"/>
                  </a:lnTo>
                  <a:lnTo>
                    <a:pt x="1668269" y="646376"/>
                  </a:lnTo>
                  <a:lnTo>
                    <a:pt x="1655260" y="645182"/>
                  </a:lnTo>
                  <a:lnTo>
                    <a:pt x="1685304" y="731103"/>
                  </a:lnTo>
                  <a:lnTo>
                    <a:pt x="1701736" y="761487"/>
                  </a:lnTo>
                  <a:lnTo>
                    <a:pt x="1734950" y="784215"/>
                  </a:lnTo>
                  <a:lnTo>
                    <a:pt x="1762797" y="791870"/>
                  </a:lnTo>
                  <a:lnTo>
                    <a:pt x="1848594" y="778099"/>
                  </a:lnTo>
                  <a:lnTo>
                    <a:pt x="1879066" y="760111"/>
                  </a:lnTo>
                  <a:lnTo>
                    <a:pt x="1887875" y="751009"/>
                  </a:lnTo>
                  <a:lnTo>
                    <a:pt x="1895809" y="755497"/>
                  </a:lnTo>
                  <a:lnTo>
                    <a:pt x="1951581" y="760346"/>
                  </a:lnTo>
                  <a:lnTo>
                    <a:pt x="1966652" y="761654"/>
                  </a:lnTo>
                  <a:lnTo>
                    <a:pt x="1966652" y="921186"/>
                  </a:lnTo>
                  <a:lnTo>
                    <a:pt x="901485" y="921186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h28"/>
            <p:cNvSpPr/>
            <p:nvPr/>
          </p:nvSpPr>
          <p:spPr>
            <a:xfrm>
              <a:off x="2106436" y="571847"/>
              <a:ext cx="968965" cy="1655295"/>
            </a:xfrm>
            <a:custGeom>
              <a:avLst/>
              <a:pathLst>
                <a:path w="968965" h="1655295">
                  <a:moveTo>
                    <a:pt x="914400" y="914400"/>
                  </a:moveTo>
                  <a:lnTo>
                    <a:pt x="940418" y="989444"/>
                  </a:lnTo>
                  <a:lnTo>
                    <a:pt x="962023" y="1042810"/>
                  </a:lnTo>
                  <a:lnTo>
                    <a:pt x="968965" y="1077989"/>
                  </a:lnTo>
                  <a:lnTo>
                    <a:pt x="961829" y="1113657"/>
                  </a:lnTo>
                  <a:lnTo>
                    <a:pt x="954459" y="1131916"/>
                  </a:lnTo>
                  <a:lnTo>
                    <a:pt x="954225" y="1156509"/>
                  </a:lnTo>
                  <a:lnTo>
                    <a:pt x="948547" y="1205459"/>
                  </a:lnTo>
                  <a:lnTo>
                    <a:pt x="931804" y="1230197"/>
                  </a:lnTo>
                  <a:lnTo>
                    <a:pt x="909888" y="1257178"/>
                  </a:lnTo>
                  <a:lnTo>
                    <a:pt x="885444" y="1277319"/>
                  </a:lnTo>
                  <a:lnTo>
                    <a:pt x="866056" y="1282983"/>
                  </a:lnTo>
                  <a:lnTo>
                    <a:pt x="849410" y="1285318"/>
                  </a:lnTo>
                  <a:lnTo>
                    <a:pt x="838229" y="1295560"/>
                  </a:lnTo>
                  <a:lnTo>
                    <a:pt x="828097" y="1325654"/>
                  </a:lnTo>
                  <a:lnTo>
                    <a:pt x="818744" y="1357268"/>
                  </a:lnTo>
                  <a:lnTo>
                    <a:pt x="788174" y="1396139"/>
                  </a:lnTo>
                  <a:lnTo>
                    <a:pt x="788991" y="1409675"/>
                  </a:lnTo>
                  <a:lnTo>
                    <a:pt x="800639" y="1455748"/>
                  </a:lnTo>
                  <a:lnTo>
                    <a:pt x="811549" y="1508209"/>
                  </a:lnTo>
                  <a:lnTo>
                    <a:pt x="802331" y="1557249"/>
                  </a:lnTo>
                  <a:lnTo>
                    <a:pt x="794436" y="1608733"/>
                  </a:lnTo>
                  <a:lnTo>
                    <a:pt x="780610" y="1643043"/>
                  </a:lnTo>
                  <a:lnTo>
                    <a:pt x="760852" y="1655295"/>
                  </a:lnTo>
                  <a:lnTo>
                    <a:pt x="746346" y="1649178"/>
                  </a:lnTo>
                  <a:lnTo>
                    <a:pt x="729933" y="1602110"/>
                  </a:lnTo>
                  <a:lnTo>
                    <a:pt x="729564" y="1591288"/>
                  </a:lnTo>
                  <a:lnTo>
                    <a:pt x="725480" y="1576902"/>
                  </a:lnTo>
                  <a:lnTo>
                    <a:pt x="678926" y="1562570"/>
                  </a:lnTo>
                  <a:lnTo>
                    <a:pt x="670700" y="1563094"/>
                  </a:lnTo>
                  <a:lnTo>
                    <a:pt x="652401" y="1554698"/>
                  </a:lnTo>
                  <a:lnTo>
                    <a:pt x="641667" y="1552327"/>
                  </a:lnTo>
                  <a:lnTo>
                    <a:pt x="619654" y="1547477"/>
                  </a:lnTo>
                  <a:lnTo>
                    <a:pt x="601355" y="1505947"/>
                  </a:lnTo>
                  <a:lnTo>
                    <a:pt x="581909" y="1471401"/>
                  </a:lnTo>
                  <a:lnTo>
                    <a:pt x="579147" y="1456960"/>
                  </a:lnTo>
                  <a:lnTo>
                    <a:pt x="579809" y="1392357"/>
                  </a:lnTo>
                  <a:lnTo>
                    <a:pt x="573858" y="1363620"/>
                  </a:lnTo>
                  <a:lnTo>
                    <a:pt x="572030" y="1332295"/>
                  </a:lnTo>
                  <a:lnTo>
                    <a:pt x="559798" y="1357775"/>
                  </a:lnTo>
                  <a:lnTo>
                    <a:pt x="566896" y="1398057"/>
                  </a:lnTo>
                  <a:lnTo>
                    <a:pt x="551806" y="1414959"/>
                  </a:lnTo>
                  <a:lnTo>
                    <a:pt x="532768" y="1423175"/>
                  </a:lnTo>
                  <a:lnTo>
                    <a:pt x="534557" y="1446772"/>
                  </a:lnTo>
                  <a:lnTo>
                    <a:pt x="542375" y="1451242"/>
                  </a:lnTo>
                  <a:lnTo>
                    <a:pt x="544008" y="1475744"/>
                  </a:lnTo>
                  <a:lnTo>
                    <a:pt x="539380" y="1512009"/>
                  </a:lnTo>
                  <a:lnTo>
                    <a:pt x="501907" y="1592646"/>
                  </a:lnTo>
                  <a:lnTo>
                    <a:pt x="494343" y="1601314"/>
                  </a:lnTo>
                  <a:lnTo>
                    <a:pt x="489209" y="1612208"/>
                  </a:lnTo>
                  <a:lnTo>
                    <a:pt x="470035" y="1604969"/>
                  </a:lnTo>
                  <a:lnTo>
                    <a:pt x="453486" y="1620077"/>
                  </a:lnTo>
                  <a:lnTo>
                    <a:pt x="453486" y="874425"/>
                  </a:lnTo>
                  <a:lnTo>
                    <a:pt x="910415" y="874425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h29"/>
            <p:cNvSpPr/>
            <p:nvPr/>
          </p:nvSpPr>
          <p:spPr>
            <a:xfrm>
              <a:off x="1649937" y="2876382"/>
              <a:ext cx="915722" cy="956861"/>
            </a:xfrm>
            <a:custGeom>
              <a:avLst/>
              <a:pathLst>
                <a:path w="915722" h="956861">
                  <a:moveTo>
                    <a:pt x="914400" y="914400"/>
                  </a:moveTo>
                  <a:lnTo>
                    <a:pt x="915722" y="948728"/>
                  </a:lnTo>
                  <a:lnTo>
                    <a:pt x="909985" y="956861"/>
                  </a:lnTo>
                  <a:lnTo>
                    <a:pt x="909985" y="906665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h30"/>
            <p:cNvSpPr/>
            <p:nvPr/>
          </p:nvSpPr>
          <p:spPr>
            <a:xfrm>
              <a:off x="1674089" y="2945129"/>
              <a:ext cx="1097777" cy="1095416"/>
            </a:xfrm>
            <a:custGeom>
              <a:avLst/>
              <a:pathLst>
                <a:path w="1097777" h="1095416">
                  <a:moveTo>
                    <a:pt x="914400" y="914400"/>
                  </a:moveTo>
                  <a:lnTo>
                    <a:pt x="919844" y="928569"/>
                  </a:lnTo>
                  <a:lnTo>
                    <a:pt x="928128" y="943860"/>
                  </a:lnTo>
                  <a:lnTo>
                    <a:pt x="957609" y="932966"/>
                  </a:lnTo>
                  <a:lnTo>
                    <a:pt x="1031504" y="978207"/>
                  </a:lnTo>
                  <a:lnTo>
                    <a:pt x="1076192" y="956184"/>
                  </a:lnTo>
                  <a:lnTo>
                    <a:pt x="1087626" y="954899"/>
                  </a:lnTo>
                  <a:lnTo>
                    <a:pt x="1097777" y="991453"/>
                  </a:lnTo>
                  <a:lnTo>
                    <a:pt x="1086673" y="1028279"/>
                  </a:lnTo>
                  <a:lnTo>
                    <a:pt x="1047275" y="1067566"/>
                  </a:lnTo>
                  <a:lnTo>
                    <a:pt x="1056007" y="1091779"/>
                  </a:lnTo>
                  <a:lnTo>
                    <a:pt x="1064521" y="1095416"/>
                  </a:lnTo>
                  <a:lnTo>
                    <a:pt x="885833" y="1095416"/>
                  </a:lnTo>
                  <a:lnTo>
                    <a:pt x="885833" y="917489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h31"/>
            <p:cNvSpPr/>
            <p:nvPr/>
          </p:nvSpPr>
          <p:spPr>
            <a:xfrm>
              <a:off x="1865420" y="3122744"/>
              <a:ext cx="922762" cy="917802"/>
            </a:xfrm>
            <a:custGeom>
              <a:avLst/>
              <a:pathLst>
                <a:path w="922762" h="917802">
                  <a:moveTo>
                    <a:pt x="914400" y="914399"/>
                  </a:moveTo>
                  <a:lnTo>
                    <a:pt x="922762" y="917802"/>
                  </a:lnTo>
                  <a:lnTo>
                    <a:pt x="889812" y="917802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h32"/>
            <p:cNvSpPr/>
            <p:nvPr/>
          </p:nvSpPr>
          <p:spPr>
            <a:xfrm>
              <a:off x="1984158" y="3084072"/>
              <a:ext cx="1337877" cy="956473"/>
            </a:xfrm>
            <a:custGeom>
              <a:avLst/>
              <a:pathLst>
                <a:path w="1337877" h="956473">
                  <a:moveTo>
                    <a:pt x="914400" y="914399"/>
                  </a:moveTo>
                  <a:lnTo>
                    <a:pt x="933457" y="902565"/>
                  </a:lnTo>
                  <a:lnTo>
                    <a:pt x="996190" y="894096"/>
                  </a:lnTo>
                  <a:lnTo>
                    <a:pt x="1007605" y="872760"/>
                  </a:lnTo>
                  <a:lnTo>
                    <a:pt x="1033021" y="851298"/>
                  </a:lnTo>
                  <a:lnTo>
                    <a:pt x="1049395" y="827863"/>
                  </a:lnTo>
                  <a:lnTo>
                    <a:pt x="1088598" y="783256"/>
                  </a:lnTo>
                  <a:lnTo>
                    <a:pt x="1129163" y="791291"/>
                  </a:lnTo>
                  <a:lnTo>
                    <a:pt x="1152849" y="799832"/>
                  </a:lnTo>
                  <a:lnTo>
                    <a:pt x="1178848" y="804139"/>
                  </a:lnTo>
                  <a:lnTo>
                    <a:pt x="1202514" y="851696"/>
                  </a:lnTo>
                  <a:lnTo>
                    <a:pt x="1262369" y="904266"/>
                  </a:lnTo>
                  <a:lnTo>
                    <a:pt x="1317363" y="899687"/>
                  </a:lnTo>
                  <a:lnTo>
                    <a:pt x="1336887" y="949416"/>
                  </a:lnTo>
                  <a:lnTo>
                    <a:pt x="1337877" y="956473"/>
                  </a:lnTo>
                  <a:lnTo>
                    <a:pt x="878016" y="956473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h33"/>
            <p:cNvSpPr/>
            <p:nvPr/>
          </p:nvSpPr>
          <p:spPr>
            <a:xfrm>
              <a:off x="2389105" y="3009244"/>
              <a:ext cx="914400" cy="940187"/>
            </a:xfrm>
            <a:custGeom>
              <a:avLst/>
              <a:pathLst>
                <a:path w="914400" h="940187">
                  <a:moveTo>
                    <a:pt x="914400" y="914399"/>
                  </a:moveTo>
                  <a:lnTo>
                    <a:pt x="909052" y="927103"/>
                  </a:lnTo>
                  <a:lnTo>
                    <a:pt x="886669" y="905967"/>
                  </a:lnTo>
                  <a:lnTo>
                    <a:pt x="864189" y="906256"/>
                  </a:lnTo>
                  <a:lnTo>
                    <a:pt x="850752" y="938811"/>
                  </a:lnTo>
                  <a:lnTo>
                    <a:pt x="840757" y="940187"/>
                  </a:lnTo>
                  <a:lnTo>
                    <a:pt x="806045" y="910617"/>
                  </a:lnTo>
                  <a:lnTo>
                    <a:pt x="800484" y="896195"/>
                  </a:lnTo>
                  <a:lnTo>
                    <a:pt x="799336" y="884197"/>
                  </a:lnTo>
                  <a:lnTo>
                    <a:pt x="804295" y="842666"/>
                  </a:lnTo>
                  <a:lnTo>
                    <a:pt x="803381" y="829601"/>
                  </a:lnTo>
                  <a:lnTo>
                    <a:pt x="814291" y="815323"/>
                  </a:lnTo>
                  <a:lnTo>
                    <a:pt x="815982" y="794693"/>
                  </a:lnTo>
                  <a:lnTo>
                    <a:pt x="835273" y="772941"/>
                  </a:lnTo>
                  <a:lnTo>
                    <a:pt x="852386" y="772127"/>
                  </a:lnTo>
                  <a:lnTo>
                    <a:pt x="857831" y="790549"/>
                  </a:lnTo>
                  <a:lnTo>
                    <a:pt x="866017" y="803234"/>
                  </a:lnTo>
                  <a:lnTo>
                    <a:pt x="894856" y="817458"/>
                  </a:lnTo>
                  <a:lnTo>
                    <a:pt x="899154" y="823918"/>
                  </a:lnTo>
                  <a:lnTo>
                    <a:pt x="901759" y="832858"/>
                  </a:lnTo>
                  <a:lnTo>
                    <a:pt x="888342" y="850375"/>
                  </a:lnTo>
                  <a:lnTo>
                    <a:pt x="883791" y="859351"/>
                  </a:lnTo>
                  <a:lnTo>
                    <a:pt x="888050" y="873737"/>
                  </a:lnTo>
                  <a:lnTo>
                    <a:pt x="909421" y="889463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h34"/>
            <p:cNvSpPr/>
            <p:nvPr/>
          </p:nvSpPr>
          <p:spPr>
            <a:xfrm>
              <a:off x="2416641" y="3112700"/>
              <a:ext cx="961639" cy="927845"/>
            </a:xfrm>
            <a:custGeom>
              <a:avLst/>
              <a:pathLst>
                <a:path w="961639" h="927845">
                  <a:moveTo>
                    <a:pt x="914400" y="914400"/>
                  </a:moveTo>
                  <a:lnTo>
                    <a:pt x="905376" y="905768"/>
                  </a:lnTo>
                  <a:lnTo>
                    <a:pt x="904035" y="893444"/>
                  </a:lnTo>
                  <a:lnTo>
                    <a:pt x="905493" y="880686"/>
                  </a:lnTo>
                  <a:lnTo>
                    <a:pt x="947536" y="915033"/>
                  </a:lnTo>
                  <a:lnTo>
                    <a:pt x="961639" y="927845"/>
                  </a:lnTo>
                  <a:lnTo>
                    <a:pt x="923368" y="927845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h35"/>
            <p:cNvSpPr/>
            <p:nvPr/>
          </p:nvSpPr>
          <p:spPr>
            <a:xfrm>
              <a:off x="1870398" y="2971966"/>
              <a:ext cx="944969" cy="914399"/>
            </a:xfrm>
            <a:custGeom>
              <a:avLst/>
              <a:pathLst>
                <a:path w="944969" h="914399">
                  <a:moveTo>
                    <a:pt x="914400" y="914399"/>
                  </a:moveTo>
                  <a:lnTo>
                    <a:pt x="902732" y="899579"/>
                  </a:lnTo>
                  <a:lnTo>
                    <a:pt x="890986" y="895815"/>
                  </a:lnTo>
                  <a:lnTo>
                    <a:pt x="897306" y="877538"/>
                  </a:lnTo>
                  <a:lnTo>
                    <a:pt x="905571" y="870896"/>
                  </a:lnTo>
                  <a:lnTo>
                    <a:pt x="935168" y="882804"/>
                  </a:lnTo>
                  <a:lnTo>
                    <a:pt x="944463" y="906111"/>
                  </a:lnTo>
                  <a:lnTo>
                    <a:pt x="944969" y="913676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h36"/>
            <p:cNvSpPr/>
            <p:nvPr/>
          </p:nvSpPr>
          <p:spPr>
            <a:xfrm>
              <a:off x="3636811" y="772372"/>
              <a:ext cx="914400" cy="1014217"/>
            </a:xfrm>
            <a:custGeom>
              <a:avLst/>
              <a:pathLst>
                <a:path w="914400" h="1014217">
                  <a:moveTo>
                    <a:pt x="914400" y="914400"/>
                  </a:moveTo>
                  <a:lnTo>
                    <a:pt x="914400" y="1010474"/>
                  </a:lnTo>
                  <a:lnTo>
                    <a:pt x="874535" y="1014217"/>
                  </a:lnTo>
                  <a:lnTo>
                    <a:pt x="863820" y="1007829"/>
                  </a:lnTo>
                  <a:lnTo>
                    <a:pt x="849138" y="958155"/>
                  </a:lnTo>
                  <a:lnTo>
                    <a:pt x="852055" y="945325"/>
                  </a:lnTo>
                  <a:lnTo>
                    <a:pt x="861934" y="939860"/>
                  </a:lnTo>
                  <a:lnTo>
                    <a:pt x="870393" y="938684"/>
                  </a:lnTo>
                  <a:lnTo>
                    <a:pt x="871637" y="965430"/>
                  </a:lnTo>
                  <a:lnTo>
                    <a:pt x="884063" y="962770"/>
                  </a:lnTo>
                  <a:lnTo>
                    <a:pt x="887953" y="945144"/>
                  </a:lnTo>
                  <a:lnTo>
                    <a:pt x="888828" y="932730"/>
                  </a:lnTo>
                  <a:lnTo>
                    <a:pt x="885464" y="926469"/>
                  </a:lnTo>
                  <a:lnTo>
                    <a:pt x="877024" y="921619"/>
                  </a:lnTo>
                  <a:lnTo>
                    <a:pt x="872143" y="913295"/>
                  </a:lnTo>
                  <a:lnTo>
                    <a:pt x="879163" y="899904"/>
                  </a:lnTo>
                  <a:lnTo>
                    <a:pt x="892153" y="894113"/>
                  </a:lnTo>
                  <a:lnTo>
                    <a:pt x="903354" y="912010"/>
                  </a:lnTo>
                  <a:lnTo>
                    <a:pt x="912319" y="914363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h37"/>
            <p:cNvSpPr/>
            <p:nvPr/>
          </p:nvSpPr>
          <p:spPr>
            <a:xfrm>
              <a:off x="3570597" y="841426"/>
              <a:ext cx="914400" cy="925402"/>
            </a:xfrm>
            <a:custGeom>
              <a:avLst/>
              <a:pathLst>
                <a:path w="914400" h="925402">
                  <a:moveTo>
                    <a:pt x="914400" y="914400"/>
                  </a:moveTo>
                  <a:lnTo>
                    <a:pt x="906777" y="912318"/>
                  </a:lnTo>
                  <a:lnTo>
                    <a:pt x="900923" y="915160"/>
                  </a:lnTo>
                  <a:lnTo>
                    <a:pt x="896956" y="925402"/>
                  </a:lnTo>
                  <a:lnTo>
                    <a:pt x="888322" y="921728"/>
                  </a:lnTo>
                  <a:lnTo>
                    <a:pt x="884841" y="907052"/>
                  </a:lnTo>
                  <a:lnTo>
                    <a:pt x="891278" y="885084"/>
                  </a:lnTo>
                  <a:lnTo>
                    <a:pt x="906699" y="884251"/>
                  </a:lnTo>
                  <a:lnTo>
                    <a:pt x="913369" y="906093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h38"/>
            <p:cNvSpPr/>
            <p:nvPr/>
          </p:nvSpPr>
          <p:spPr>
            <a:xfrm>
              <a:off x="2157521" y="2501682"/>
              <a:ext cx="921808" cy="1252527"/>
            </a:xfrm>
            <a:custGeom>
              <a:avLst/>
              <a:pathLst>
                <a:path w="921808" h="1252527">
                  <a:moveTo>
                    <a:pt x="914400" y="914400"/>
                  </a:moveTo>
                  <a:lnTo>
                    <a:pt x="909227" y="925203"/>
                  </a:lnTo>
                  <a:lnTo>
                    <a:pt x="901623" y="932315"/>
                  </a:lnTo>
                  <a:lnTo>
                    <a:pt x="881730" y="939861"/>
                  </a:lnTo>
                  <a:lnTo>
                    <a:pt x="864501" y="950393"/>
                  </a:lnTo>
                  <a:lnTo>
                    <a:pt x="849138" y="968905"/>
                  </a:lnTo>
                  <a:lnTo>
                    <a:pt x="843479" y="995362"/>
                  </a:lnTo>
                  <a:lnTo>
                    <a:pt x="855497" y="1014725"/>
                  </a:lnTo>
                  <a:lnTo>
                    <a:pt x="877355" y="1025329"/>
                  </a:lnTo>
                  <a:lnTo>
                    <a:pt x="882916" y="1062191"/>
                  </a:lnTo>
                  <a:lnTo>
                    <a:pt x="864870" y="1080378"/>
                  </a:lnTo>
                  <a:lnTo>
                    <a:pt x="818569" y="1098528"/>
                  </a:lnTo>
                  <a:lnTo>
                    <a:pt x="813707" y="1142339"/>
                  </a:lnTo>
                  <a:lnTo>
                    <a:pt x="815205" y="1176867"/>
                  </a:lnTo>
                  <a:lnTo>
                    <a:pt x="814368" y="1201966"/>
                  </a:lnTo>
                  <a:lnTo>
                    <a:pt x="810693" y="1236693"/>
                  </a:lnTo>
                  <a:lnTo>
                    <a:pt x="773240" y="1252527"/>
                  </a:lnTo>
                  <a:lnTo>
                    <a:pt x="749068" y="1199632"/>
                  </a:lnTo>
                  <a:lnTo>
                    <a:pt x="748854" y="1178459"/>
                  </a:lnTo>
                  <a:lnTo>
                    <a:pt x="741640" y="1153740"/>
                  </a:lnTo>
                  <a:lnTo>
                    <a:pt x="740278" y="1132676"/>
                  </a:lnTo>
                  <a:lnTo>
                    <a:pt x="731722" y="1098981"/>
                  </a:lnTo>
                  <a:lnTo>
                    <a:pt x="696291" y="1089860"/>
                  </a:lnTo>
                  <a:lnTo>
                    <a:pt x="682543" y="1088666"/>
                  </a:lnTo>
                  <a:lnTo>
                    <a:pt x="663310" y="1094927"/>
                  </a:lnTo>
                  <a:lnTo>
                    <a:pt x="658546" y="1092484"/>
                  </a:lnTo>
                  <a:lnTo>
                    <a:pt x="635522" y="1046466"/>
                  </a:lnTo>
                  <a:lnTo>
                    <a:pt x="639314" y="995688"/>
                  </a:lnTo>
                  <a:lnTo>
                    <a:pt x="627024" y="970063"/>
                  </a:lnTo>
                  <a:lnTo>
                    <a:pt x="625332" y="958464"/>
                  </a:lnTo>
                  <a:lnTo>
                    <a:pt x="625624" y="945615"/>
                  </a:lnTo>
                  <a:lnTo>
                    <a:pt x="615531" y="935029"/>
                  </a:lnTo>
                  <a:lnTo>
                    <a:pt x="603280" y="929419"/>
                  </a:lnTo>
                  <a:lnTo>
                    <a:pt x="597330" y="900845"/>
                  </a:lnTo>
                  <a:lnTo>
                    <a:pt x="611409" y="893915"/>
                  </a:lnTo>
                  <a:lnTo>
                    <a:pt x="646217" y="897262"/>
                  </a:lnTo>
                  <a:lnTo>
                    <a:pt x="656388" y="895308"/>
                  </a:lnTo>
                  <a:lnTo>
                    <a:pt x="665702" y="889354"/>
                  </a:lnTo>
                  <a:lnTo>
                    <a:pt x="693860" y="842377"/>
                  </a:lnTo>
                  <a:lnTo>
                    <a:pt x="693044" y="832026"/>
                  </a:lnTo>
                  <a:lnTo>
                    <a:pt x="696058" y="818598"/>
                  </a:lnTo>
                  <a:lnTo>
                    <a:pt x="726530" y="813622"/>
                  </a:lnTo>
                  <a:lnTo>
                    <a:pt x="740103" y="831772"/>
                  </a:lnTo>
                  <a:lnTo>
                    <a:pt x="737381" y="860835"/>
                  </a:lnTo>
                  <a:lnTo>
                    <a:pt x="739112" y="898077"/>
                  </a:lnTo>
                  <a:lnTo>
                    <a:pt x="757566" y="908211"/>
                  </a:lnTo>
                  <a:lnTo>
                    <a:pt x="764761" y="909694"/>
                  </a:lnTo>
                  <a:lnTo>
                    <a:pt x="772442" y="882188"/>
                  </a:lnTo>
                  <a:lnTo>
                    <a:pt x="777829" y="868815"/>
                  </a:lnTo>
                  <a:lnTo>
                    <a:pt x="785141" y="861360"/>
                  </a:lnTo>
                  <a:lnTo>
                    <a:pt x="787630" y="836224"/>
                  </a:lnTo>
                  <a:lnTo>
                    <a:pt x="783293" y="820878"/>
                  </a:lnTo>
                  <a:lnTo>
                    <a:pt x="774056" y="809441"/>
                  </a:lnTo>
                  <a:lnTo>
                    <a:pt x="808554" y="778316"/>
                  </a:lnTo>
                  <a:lnTo>
                    <a:pt x="844257" y="753669"/>
                  </a:lnTo>
                  <a:lnTo>
                    <a:pt x="865026" y="752384"/>
                  </a:lnTo>
                  <a:lnTo>
                    <a:pt x="885930" y="758410"/>
                  </a:lnTo>
                  <a:lnTo>
                    <a:pt x="905357" y="766734"/>
                  </a:lnTo>
                  <a:lnTo>
                    <a:pt x="915897" y="773901"/>
                  </a:lnTo>
                  <a:lnTo>
                    <a:pt x="921808" y="785410"/>
                  </a:lnTo>
                  <a:lnTo>
                    <a:pt x="908780" y="812844"/>
                  </a:lnTo>
                  <a:lnTo>
                    <a:pt x="905163" y="827863"/>
                  </a:lnTo>
                  <a:lnTo>
                    <a:pt x="913913" y="877302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h39"/>
            <p:cNvSpPr/>
            <p:nvPr/>
          </p:nvSpPr>
          <p:spPr>
            <a:xfrm>
              <a:off x="1697113" y="1785633"/>
              <a:ext cx="1047236" cy="1567872"/>
            </a:xfrm>
            <a:custGeom>
              <a:avLst/>
              <a:pathLst>
                <a:path w="1047236" h="1567872">
                  <a:moveTo>
                    <a:pt x="914400" y="914400"/>
                  </a:moveTo>
                  <a:lnTo>
                    <a:pt x="969004" y="870534"/>
                  </a:lnTo>
                  <a:lnTo>
                    <a:pt x="984270" y="869973"/>
                  </a:lnTo>
                  <a:lnTo>
                    <a:pt x="958581" y="902673"/>
                  </a:lnTo>
                  <a:lnTo>
                    <a:pt x="954459" y="915322"/>
                  </a:lnTo>
                  <a:lnTo>
                    <a:pt x="951347" y="934722"/>
                  </a:lnTo>
                  <a:lnTo>
                    <a:pt x="969763" y="976850"/>
                  </a:lnTo>
                  <a:lnTo>
                    <a:pt x="965874" y="1002492"/>
                  </a:lnTo>
                  <a:lnTo>
                    <a:pt x="967176" y="1052944"/>
                  </a:lnTo>
                  <a:lnTo>
                    <a:pt x="949811" y="1079238"/>
                  </a:lnTo>
                  <a:lnTo>
                    <a:pt x="930209" y="1135173"/>
                  </a:lnTo>
                  <a:lnTo>
                    <a:pt x="921770" y="1143407"/>
                  </a:lnTo>
                  <a:lnTo>
                    <a:pt x="919961" y="1208698"/>
                  </a:lnTo>
                  <a:lnTo>
                    <a:pt x="921886" y="1224279"/>
                  </a:lnTo>
                  <a:lnTo>
                    <a:pt x="919105" y="1283725"/>
                  </a:lnTo>
                  <a:lnTo>
                    <a:pt x="939193" y="1308065"/>
                  </a:lnTo>
                  <a:lnTo>
                    <a:pt x="960429" y="1320786"/>
                  </a:lnTo>
                  <a:lnTo>
                    <a:pt x="1031252" y="1320334"/>
                  </a:lnTo>
                  <a:lnTo>
                    <a:pt x="1038602" y="1331029"/>
                  </a:lnTo>
                  <a:lnTo>
                    <a:pt x="1047236" y="1349414"/>
                  </a:lnTo>
                  <a:lnTo>
                    <a:pt x="1040916" y="1380630"/>
                  </a:lnTo>
                  <a:lnTo>
                    <a:pt x="1033352" y="1404173"/>
                  </a:lnTo>
                  <a:lnTo>
                    <a:pt x="1012836" y="1424007"/>
                  </a:lnTo>
                  <a:lnTo>
                    <a:pt x="986506" y="1438792"/>
                  </a:lnTo>
                  <a:lnTo>
                    <a:pt x="970132" y="1439443"/>
                  </a:lnTo>
                  <a:lnTo>
                    <a:pt x="947827" y="1411340"/>
                  </a:lnTo>
                  <a:lnTo>
                    <a:pt x="937229" y="1420460"/>
                  </a:lnTo>
                  <a:lnTo>
                    <a:pt x="926281" y="1434792"/>
                  </a:lnTo>
                  <a:lnTo>
                    <a:pt x="907943" y="1511701"/>
                  </a:lnTo>
                  <a:lnTo>
                    <a:pt x="899251" y="1563655"/>
                  </a:lnTo>
                  <a:lnTo>
                    <a:pt x="894545" y="1567872"/>
                  </a:lnTo>
                  <a:lnTo>
                    <a:pt x="884180" y="1560217"/>
                  </a:lnTo>
                  <a:lnTo>
                    <a:pt x="866270" y="1559620"/>
                  </a:lnTo>
                  <a:lnTo>
                    <a:pt x="862809" y="1561504"/>
                  </a:lnTo>
                  <a:lnTo>
                    <a:pt x="862809" y="926074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h40"/>
            <p:cNvSpPr/>
            <p:nvPr/>
          </p:nvSpPr>
          <p:spPr>
            <a:xfrm>
              <a:off x="1650228" y="2473343"/>
              <a:ext cx="914400" cy="923610"/>
            </a:xfrm>
            <a:custGeom>
              <a:avLst/>
              <a:pathLst>
                <a:path w="914400" h="923610">
                  <a:moveTo>
                    <a:pt x="914400" y="914400"/>
                  </a:moveTo>
                  <a:lnTo>
                    <a:pt x="909694" y="923610"/>
                  </a:lnTo>
                  <a:lnTo>
                    <a:pt x="909694" y="907057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h41"/>
            <p:cNvSpPr/>
            <p:nvPr/>
          </p:nvSpPr>
          <p:spPr>
            <a:xfrm>
              <a:off x="1782287" y="2548876"/>
              <a:ext cx="940769" cy="1102980"/>
            </a:xfrm>
            <a:custGeom>
              <a:avLst/>
              <a:pathLst>
                <a:path w="940769" h="1102980">
                  <a:moveTo>
                    <a:pt x="914400" y="914399"/>
                  </a:moveTo>
                  <a:lnTo>
                    <a:pt x="924609" y="955641"/>
                  </a:lnTo>
                  <a:lnTo>
                    <a:pt x="940769" y="1001768"/>
                  </a:lnTo>
                  <a:lnTo>
                    <a:pt x="934021" y="1021077"/>
                  </a:lnTo>
                  <a:lnTo>
                    <a:pt x="938610" y="1045814"/>
                  </a:lnTo>
                  <a:lnTo>
                    <a:pt x="934001" y="1071619"/>
                  </a:lnTo>
                  <a:lnTo>
                    <a:pt x="901857" y="1101623"/>
                  </a:lnTo>
                  <a:lnTo>
                    <a:pt x="865804" y="1102980"/>
                  </a:lnTo>
                  <a:lnTo>
                    <a:pt x="828331" y="1088485"/>
                  </a:lnTo>
                  <a:lnTo>
                    <a:pt x="777635" y="1061760"/>
                  </a:lnTo>
                  <a:lnTo>
                    <a:pt x="777635" y="922117"/>
                  </a:lnTo>
                  <a:lnTo>
                    <a:pt x="834612" y="894675"/>
                  </a:lnTo>
                  <a:lnTo>
                    <a:pt x="848049" y="899072"/>
                  </a:lnTo>
                  <a:lnTo>
                    <a:pt x="862070" y="913386"/>
                  </a:lnTo>
                  <a:lnTo>
                    <a:pt x="878210" y="914237"/>
                  </a:lnTo>
                  <a:lnTo>
                    <a:pt x="901643" y="893933"/>
                  </a:lnTo>
                  <a:lnTo>
                    <a:pt x="906096" y="895055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h42"/>
            <p:cNvSpPr/>
            <p:nvPr/>
          </p:nvSpPr>
          <p:spPr>
            <a:xfrm>
              <a:off x="1951858" y="2818691"/>
              <a:ext cx="959709" cy="988793"/>
            </a:xfrm>
            <a:custGeom>
              <a:avLst/>
              <a:pathLst>
                <a:path w="959709" h="988793">
                  <a:moveTo>
                    <a:pt x="914400" y="914400"/>
                  </a:moveTo>
                  <a:lnTo>
                    <a:pt x="938241" y="913078"/>
                  </a:lnTo>
                  <a:lnTo>
                    <a:pt x="954459" y="922615"/>
                  </a:lnTo>
                  <a:lnTo>
                    <a:pt x="958328" y="937345"/>
                  </a:lnTo>
                  <a:lnTo>
                    <a:pt x="959709" y="970045"/>
                  </a:lnTo>
                  <a:lnTo>
                    <a:pt x="942674" y="979582"/>
                  </a:lnTo>
                  <a:lnTo>
                    <a:pt x="923870" y="976343"/>
                  </a:lnTo>
                  <a:lnTo>
                    <a:pt x="898279" y="988793"/>
                  </a:lnTo>
                  <a:lnTo>
                    <a:pt x="814271" y="935337"/>
                  </a:lnTo>
                  <a:lnTo>
                    <a:pt x="815496" y="890766"/>
                  </a:lnTo>
                  <a:lnTo>
                    <a:pt x="818860" y="873267"/>
                  </a:lnTo>
                  <a:lnTo>
                    <a:pt x="858667" y="869105"/>
                  </a:lnTo>
                  <a:lnTo>
                    <a:pt x="879163" y="891399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h43"/>
            <p:cNvSpPr/>
            <p:nvPr/>
          </p:nvSpPr>
          <p:spPr>
            <a:xfrm>
              <a:off x="1782871" y="2850016"/>
              <a:ext cx="966437" cy="914400"/>
            </a:xfrm>
            <a:custGeom>
              <a:avLst/>
              <a:pathLst>
                <a:path w="966437" h="914400">
                  <a:moveTo>
                    <a:pt x="914400" y="914400"/>
                  </a:moveTo>
                  <a:lnTo>
                    <a:pt x="902401" y="884378"/>
                  </a:lnTo>
                  <a:lnTo>
                    <a:pt x="900846" y="874986"/>
                  </a:lnTo>
                  <a:lnTo>
                    <a:pt x="914944" y="855768"/>
                  </a:lnTo>
                  <a:lnTo>
                    <a:pt x="924064" y="833998"/>
                  </a:lnTo>
                  <a:lnTo>
                    <a:pt x="947652" y="800574"/>
                  </a:lnTo>
                  <a:lnTo>
                    <a:pt x="961245" y="761414"/>
                  </a:lnTo>
                  <a:lnTo>
                    <a:pt x="966437" y="762029"/>
                  </a:lnTo>
                  <a:lnTo>
                    <a:pt x="960409" y="796901"/>
                  </a:lnTo>
                  <a:lnTo>
                    <a:pt x="929431" y="894168"/>
                  </a:lnTo>
                  <a:lnTo>
                    <a:pt x="923228" y="912300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h44"/>
            <p:cNvSpPr/>
            <p:nvPr/>
          </p:nvSpPr>
          <p:spPr>
            <a:xfrm>
              <a:off x="2145542" y="2773740"/>
              <a:ext cx="922003" cy="936043"/>
            </a:xfrm>
            <a:custGeom>
              <a:avLst/>
              <a:pathLst>
                <a:path w="922003" h="936043">
                  <a:moveTo>
                    <a:pt x="914400" y="914400"/>
                  </a:moveTo>
                  <a:lnTo>
                    <a:pt x="883830" y="910346"/>
                  </a:lnTo>
                  <a:lnTo>
                    <a:pt x="849371" y="936043"/>
                  </a:lnTo>
                  <a:lnTo>
                    <a:pt x="836304" y="927917"/>
                  </a:lnTo>
                  <a:lnTo>
                    <a:pt x="841243" y="911504"/>
                  </a:lnTo>
                  <a:lnTo>
                    <a:pt x="844841" y="905532"/>
                  </a:lnTo>
                  <a:lnTo>
                    <a:pt x="856430" y="898565"/>
                  </a:lnTo>
                  <a:lnTo>
                    <a:pt x="864170" y="888377"/>
                  </a:lnTo>
                  <a:lnTo>
                    <a:pt x="867204" y="872434"/>
                  </a:lnTo>
                  <a:lnTo>
                    <a:pt x="874379" y="881030"/>
                  </a:lnTo>
                  <a:lnTo>
                    <a:pt x="895712" y="884631"/>
                  </a:lnTo>
                  <a:lnTo>
                    <a:pt x="906135" y="889716"/>
                  </a:lnTo>
                  <a:lnTo>
                    <a:pt x="914847" y="897190"/>
                  </a:lnTo>
                  <a:lnTo>
                    <a:pt x="922003" y="908880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h45"/>
            <p:cNvSpPr/>
            <p:nvPr/>
          </p:nvSpPr>
          <p:spPr>
            <a:xfrm>
              <a:off x="2157599" y="2550216"/>
              <a:ext cx="933146" cy="914400"/>
            </a:xfrm>
            <a:custGeom>
              <a:avLst/>
              <a:pathLst>
                <a:path w="933146" h="914400">
                  <a:moveTo>
                    <a:pt x="914400" y="914400"/>
                  </a:moveTo>
                  <a:lnTo>
                    <a:pt x="910277" y="913567"/>
                  </a:lnTo>
                  <a:lnTo>
                    <a:pt x="904190" y="891942"/>
                  </a:lnTo>
                  <a:lnTo>
                    <a:pt x="914069" y="878786"/>
                  </a:lnTo>
                  <a:lnTo>
                    <a:pt x="919903" y="867621"/>
                  </a:lnTo>
                  <a:lnTo>
                    <a:pt x="924045" y="867947"/>
                  </a:lnTo>
                  <a:lnTo>
                    <a:pt x="929704" y="880017"/>
                  </a:lnTo>
                  <a:lnTo>
                    <a:pt x="933146" y="898638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h46"/>
            <p:cNvSpPr/>
            <p:nvPr/>
          </p:nvSpPr>
          <p:spPr>
            <a:xfrm>
              <a:off x="1728616" y="2815886"/>
              <a:ext cx="931843" cy="914400"/>
            </a:xfrm>
            <a:custGeom>
              <a:avLst/>
              <a:pathLst>
                <a:path w="931843" h="914400">
                  <a:moveTo>
                    <a:pt x="914400" y="914400"/>
                  </a:moveTo>
                  <a:lnTo>
                    <a:pt x="899115" y="906329"/>
                  </a:lnTo>
                  <a:lnTo>
                    <a:pt x="874243" y="875927"/>
                  </a:lnTo>
                  <a:lnTo>
                    <a:pt x="871112" y="867856"/>
                  </a:lnTo>
                  <a:lnTo>
                    <a:pt x="884180" y="873013"/>
                  </a:lnTo>
                  <a:lnTo>
                    <a:pt x="900398" y="888902"/>
                  </a:lnTo>
                  <a:lnTo>
                    <a:pt x="913680" y="892286"/>
                  </a:lnTo>
                  <a:lnTo>
                    <a:pt x="931843" y="905731"/>
                  </a:lnTo>
                  <a:lnTo>
                    <a:pt x="927759" y="910545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h47"/>
            <p:cNvSpPr/>
            <p:nvPr/>
          </p:nvSpPr>
          <p:spPr>
            <a:xfrm>
              <a:off x="1645522" y="2800679"/>
              <a:ext cx="926592" cy="914400"/>
            </a:xfrm>
            <a:custGeom>
              <a:avLst/>
              <a:pathLst>
                <a:path w="926592" h="914400">
                  <a:moveTo>
                    <a:pt x="914400" y="914400"/>
                  </a:moveTo>
                  <a:lnTo>
                    <a:pt x="914400" y="874848"/>
                  </a:lnTo>
                  <a:lnTo>
                    <a:pt x="925892" y="903386"/>
                  </a:lnTo>
                  <a:lnTo>
                    <a:pt x="926592" y="911366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h48"/>
            <p:cNvSpPr/>
            <p:nvPr/>
          </p:nvSpPr>
          <p:spPr>
            <a:xfrm>
              <a:off x="1763075" y="2471986"/>
              <a:ext cx="928615" cy="914400"/>
            </a:xfrm>
            <a:custGeom>
              <a:avLst/>
              <a:pathLst>
                <a:path w="928615" h="914400">
                  <a:moveTo>
                    <a:pt x="914400" y="914400"/>
                  </a:moveTo>
                  <a:lnTo>
                    <a:pt x="901779" y="907469"/>
                  </a:lnTo>
                  <a:lnTo>
                    <a:pt x="900457" y="883491"/>
                  </a:lnTo>
                  <a:lnTo>
                    <a:pt x="905240" y="861957"/>
                  </a:lnTo>
                  <a:lnTo>
                    <a:pt x="899620" y="842702"/>
                  </a:lnTo>
                  <a:lnTo>
                    <a:pt x="905804" y="830324"/>
                  </a:lnTo>
                  <a:lnTo>
                    <a:pt x="923559" y="859152"/>
                  </a:lnTo>
                  <a:lnTo>
                    <a:pt x="928615" y="872706"/>
                  </a:lnTo>
                  <a:lnTo>
                    <a:pt x="921770" y="888902"/>
                  </a:lnTo>
                  <a:lnTo>
                    <a:pt x="917783" y="907740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h49"/>
            <p:cNvSpPr/>
            <p:nvPr/>
          </p:nvSpPr>
          <p:spPr>
            <a:xfrm>
              <a:off x="1846926" y="1929407"/>
              <a:ext cx="946875" cy="914400"/>
            </a:xfrm>
            <a:custGeom>
              <a:avLst/>
              <a:pathLst>
                <a:path w="946875" h="914400">
                  <a:moveTo>
                    <a:pt x="914400" y="914400"/>
                  </a:moveTo>
                  <a:lnTo>
                    <a:pt x="887000" y="902112"/>
                  </a:lnTo>
                  <a:lnTo>
                    <a:pt x="899095" y="884939"/>
                  </a:lnTo>
                  <a:lnTo>
                    <a:pt x="929198" y="877031"/>
                  </a:lnTo>
                  <a:lnTo>
                    <a:pt x="946875" y="879637"/>
                  </a:lnTo>
                  <a:lnTo>
                    <a:pt x="927428" y="896683"/>
                  </a:lnTo>
                  <a:lnTo>
                    <a:pt x="922509" y="905713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h50"/>
            <p:cNvSpPr/>
            <p:nvPr/>
          </p:nvSpPr>
          <p:spPr>
            <a:xfrm>
              <a:off x="2651279" y="2753708"/>
              <a:ext cx="931590" cy="914400"/>
            </a:xfrm>
            <a:custGeom>
              <a:avLst/>
              <a:pathLst>
                <a:path w="931590" h="914400">
                  <a:moveTo>
                    <a:pt x="914399" y="914400"/>
                  </a:moveTo>
                  <a:lnTo>
                    <a:pt x="881497" y="904012"/>
                  </a:lnTo>
                  <a:lnTo>
                    <a:pt x="841399" y="878334"/>
                  </a:lnTo>
                  <a:lnTo>
                    <a:pt x="847271" y="828008"/>
                  </a:lnTo>
                  <a:lnTo>
                    <a:pt x="857558" y="806257"/>
                  </a:lnTo>
                  <a:lnTo>
                    <a:pt x="930695" y="862662"/>
                  </a:lnTo>
                  <a:lnTo>
                    <a:pt x="931590" y="883925"/>
                  </a:lnTo>
                  <a:lnTo>
                    <a:pt x="921750" y="908120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t51"/>
            <p:cNvSpPr/>
            <p:nvPr/>
          </p:nvSpPr>
          <p:spPr>
            <a:xfrm>
              <a:off x="3079070" y="3331318"/>
              <a:ext cx="117405" cy="117405"/>
            </a:xfrm>
            <a:prstGeom prst="ellipse">
              <a:avLst/>
            </a:prstGeom>
            <a:solidFill>
              <a:srgbClr val="A7327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t52"/>
            <p:cNvSpPr/>
            <p:nvPr/>
          </p:nvSpPr>
          <p:spPr>
            <a:xfrm>
              <a:off x="4309047" y="1819390"/>
              <a:ext cx="117405" cy="117405"/>
            </a:xfrm>
            <a:prstGeom prst="ellipse">
              <a:avLst/>
            </a:prstGeom>
            <a:solidFill>
              <a:srgbClr val="7F7F7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t53"/>
            <p:cNvSpPr/>
            <p:nvPr/>
          </p:nvSpPr>
          <p:spPr>
            <a:xfrm>
              <a:off x="3009279" y="3167649"/>
              <a:ext cx="117405" cy="117405"/>
            </a:xfrm>
            <a:prstGeom prst="ellipse">
              <a:avLst/>
            </a:prstGeom>
            <a:solidFill>
              <a:srgbClr val="FC9B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t54"/>
            <p:cNvSpPr/>
            <p:nvPr/>
          </p:nvSpPr>
          <p:spPr>
            <a:xfrm>
              <a:off x="3841481" y="2612382"/>
              <a:ext cx="117405" cy="117405"/>
            </a:xfrm>
            <a:prstGeom prst="ellipse">
              <a:avLst/>
            </a:prstGeom>
            <a:solidFill>
              <a:srgbClr val="7F7F7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t55"/>
            <p:cNvSpPr/>
            <p:nvPr/>
          </p:nvSpPr>
          <p:spPr>
            <a:xfrm>
              <a:off x="3766068" y="2998083"/>
              <a:ext cx="117405" cy="117405"/>
            </a:xfrm>
            <a:prstGeom prst="ellipse">
              <a:avLst/>
            </a:prstGeom>
            <a:solidFill>
              <a:srgbClr val="B9397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t56"/>
            <p:cNvSpPr/>
            <p:nvPr/>
          </p:nvSpPr>
          <p:spPr>
            <a:xfrm>
              <a:off x="3095194" y="3464481"/>
              <a:ext cx="117405" cy="117405"/>
            </a:xfrm>
            <a:prstGeom prst="ellipse">
              <a:avLst/>
            </a:prstGeom>
            <a:solidFill>
              <a:srgbClr val="7F7F7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t57"/>
            <p:cNvSpPr/>
            <p:nvPr/>
          </p:nvSpPr>
          <p:spPr>
            <a:xfrm>
              <a:off x="2723377" y="2174267"/>
              <a:ext cx="117405" cy="117405"/>
            </a:xfrm>
            <a:prstGeom prst="ellipse">
              <a:avLst/>
            </a:prstGeom>
            <a:solidFill>
              <a:srgbClr val="AE3578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t58"/>
            <p:cNvSpPr/>
            <p:nvPr/>
          </p:nvSpPr>
          <p:spPr>
            <a:xfrm>
              <a:off x="2813515" y="2479934"/>
              <a:ext cx="117405" cy="117405"/>
            </a:xfrm>
            <a:prstGeom prst="ellipse">
              <a:avLst/>
            </a:prstGeom>
            <a:solidFill>
              <a:srgbClr val="E04E68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g59"/>
            <p:cNvSpPr/>
            <p:nvPr/>
          </p:nvSpPr>
          <p:spPr>
            <a:xfrm>
              <a:off x="3193518" y="3258426"/>
              <a:ext cx="379475" cy="191749"/>
            </a:xfrm>
            <a:custGeom>
              <a:avLst/>
              <a:pathLst>
                <a:path w="379475" h="191749">
                  <a:moveTo>
                    <a:pt x="27431" y="191749"/>
                  </a:moveTo>
                  <a:lnTo>
                    <a:pt x="352043" y="191749"/>
                  </a:lnTo>
                  <a:lnTo>
                    <a:pt x="350939" y="191727"/>
                  </a:lnTo>
                  <a:lnTo>
                    <a:pt x="355350" y="191549"/>
                  </a:lnTo>
                  <a:lnTo>
                    <a:pt x="359676" y="190666"/>
                  </a:lnTo>
                  <a:lnTo>
                    <a:pt x="363803" y="189101"/>
                  </a:lnTo>
                  <a:lnTo>
                    <a:pt x="367627" y="186893"/>
                  </a:lnTo>
                  <a:lnTo>
                    <a:pt x="371046" y="184101"/>
                  </a:lnTo>
                  <a:lnTo>
                    <a:pt x="373974" y="180797"/>
                  </a:lnTo>
                  <a:lnTo>
                    <a:pt x="376333" y="177065"/>
                  </a:lnTo>
                  <a:lnTo>
                    <a:pt x="378064" y="173004"/>
                  </a:lnTo>
                  <a:lnTo>
                    <a:pt x="379120" y="168718"/>
                  </a:lnTo>
                  <a:lnTo>
                    <a:pt x="379475" y="164317"/>
                  </a:lnTo>
                  <a:lnTo>
                    <a:pt x="379475" y="27432"/>
                  </a:lnTo>
                  <a:lnTo>
                    <a:pt x="379120" y="23031"/>
                  </a:lnTo>
                  <a:lnTo>
                    <a:pt x="378064" y="18745"/>
                  </a:lnTo>
                  <a:lnTo>
                    <a:pt x="376333" y="14683"/>
                  </a:lnTo>
                  <a:lnTo>
                    <a:pt x="373974" y="10952"/>
                  </a:lnTo>
                  <a:lnTo>
                    <a:pt x="371046" y="7647"/>
                  </a:lnTo>
                  <a:lnTo>
                    <a:pt x="367627" y="4855"/>
                  </a:lnTo>
                  <a:lnTo>
                    <a:pt x="363803" y="2648"/>
                  </a:lnTo>
                  <a:lnTo>
                    <a:pt x="359676" y="1083"/>
                  </a:lnTo>
                  <a:lnTo>
                    <a:pt x="355350" y="200"/>
                  </a:lnTo>
                  <a:lnTo>
                    <a:pt x="352043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6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2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6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tx60"/>
            <p:cNvSpPr/>
            <p:nvPr/>
          </p:nvSpPr>
          <p:spPr>
            <a:xfrm>
              <a:off x="3239238" y="3304146"/>
              <a:ext cx="288036" cy="1003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3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BAR</a:t>
              </a:r>
            </a:p>
          </p:txBody>
        </p:sp>
        <p:sp>
          <p:nvSpPr>
            <p:cNvPr id="61" name="pg61"/>
            <p:cNvSpPr/>
            <p:nvPr/>
          </p:nvSpPr>
          <p:spPr>
            <a:xfrm>
              <a:off x="4066593" y="1937441"/>
              <a:ext cx="363931" cy="191749"/>
            </a:xfrm>
            <a:custGeom>
              <a:avLst/>
              <a:pathLst>
                <a:path w="363931" h="191749">
                  <a:moveTo>
                    <a:pt x="27431" y="191749"/>
                  </a:moveTo>
                  <a:lnTo>
                    <a:pt x="336499" y="191749"/>
                  </a:lnTo>
                  <a:lnTo>
                    <a:pt x="335394" y="191727"/>
                  </a:lnTo>
                  <a:lnTo>
                    <a:pt x="339805" y="191549"/>
                  </a:lnTo>
                  <a:lnTo>
                    <a:pt x="344131" y="190666"/>
                  </a:lnTo>
                  <a:lnTo>
                    <a:pt x="348259" y="189101"/>
                  </a:lnTo>
                  <a:lnTo>
                    <a:pt x="352082" y="186893"/>
                  </a:lnTo>
                  <a:lnTo>
                    <a:pt x="355502" y="184101"/>
                  </a:lnTo>
                  <a:lnTo>
                    <a:pt x="358429" y="180797"/>
                  </a:lnTo>
                  <a:lnTo>
                    <a:pt x="360789" y="177065"/>
                  </a:lnTo>
                  <a:lnTo>
                    <a:pt x="362519" y="173004"/>
                  </a:lnTo>
                  <a:lnTo>
                    <a:pt x="363575" y="168718"/>
                  </a:lnTo>
                  <a:lnTo>
                    <a:pt x="363931" y="164317"/>
                  </a:lnTo>
                  <a:lnTo>
                    <a:pt x="363931" y="27431"/>
                  </a:lnTo>
                  <a:lnTo>
                    <a:pt x="363575" y="23031"/>
                  </a:lnTo>
                  <a:lnTo>
                    <a:pt x="362519" y="18745"/>
                  </a:lnTo>
                  <a:lnTo>
                    <a:pt x="360789" y="14683"/>
                  </a:lnTo>
                  <a:lnTo>
                    <a:pt x="358429" y="10952"/>
                  </a:lnTo>
                  <a:lnTo>
                    <a:pt x="355502" y="7647"/>
                  </a:lnTo>
                  <a:lnTo>
                    <a:pt x="352082" y="4855"/>
                  </a:lnTo>
                  <a:lnTo>
                    <a:pt x="348259" y="2648"/>
                  </a:lnTo>
                  <a:lnTo>
                    <a:pt x="344131" y="1083"/>
                  </a:lnTo>
                  <a:lnTo>
                    <a:pt x="339805" y="200"/>
                  </a:lnTo>
                  <a:lnTo>
                    <a:pt x="336499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5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1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5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tx62"/>
            <p:cNvSpPr/>
            <p:nvPr/>
          </p:nvSpPr>
          <p:spPr>
            <a:xfrm>
              <a:off x="4112313" y="1983161"/>
              <a:ext cx="272491" cy="1003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3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BJO</a:t>
              </a:r>
            </a:p>
          </p:txBody>
        </p:sp>
        <p:sp>
          <p:nvSpPr>
            <p:cNvPr id="63" name="pg63"/>
            <p:cNvSpPr/>
            <p:nvPr/>
          </p:nvSpPr>
          <p:spPr>
            <a:xfrm>
              <a:off x="2743412" y="2975076"/>
              <a:ext cx="410565" cy="191749"/>
            </a:xfrm>
            <a:custGeom>
              <a:avLst/>
              <a:pathLst>
                <a:path w="410565" h="191749">
                  <a:moveTo>
                    <a:pt x="27431" y="191749"/>
                  </a:moveTo>
                  <a:lnTo>
                    <a:pt x="383133" y="191749"/>
                  </a:lnTo>
                  <a:lnTo>
                    <a:pt x="382029" y="191727"/>
                  </a:lnTo>
                  <a:lnTo>
                    <a:pt x="386440" y="191549"/>
                  </a:lnTo>
                  <a:lnTo>
                    <a:pt x="390765" y="190666"/>
                  </a:lnTo>
                  <a:lnTo>
                    <a:pt x="394893" y="189101"/>
                  </a:lnTo>
                  <a:lnTo>
                    <a:pt x="398716" y="186893"/>
                  </a:lnTo>
                  <a:lnTo>
                    <a:pt x="402136" y="184101"/>
                  </a:lnTo>
                  <a:lnTo>
                    <a:pt x="405063" y="180797"/>
                  </a:lnTo>
                  <a:lnTo>
                    <a:pt x="407423" y="177065"/>
                  </a:lnTo>
                  <a:lnTo>
                    <a:pt x="409153" y="173004"/>
                  </a:lnTo>
                  <a:lnTo>
                    <a:pt x="410210" y="168718"/>
                  </a:lnTo>
                  <a:lnTo>
                    <a:pt x="410565" y="164317"/>
                  </a:lnTo>
                  <a:lnTo>
                    <a:pt x="410565" y="27432"/>
                  </a:lnTo>
                  <a:lnTo>
                    <a:pt x="410210" y="23031"/>
                  </a:lnTo>
                  <a:lnTo>
                    <a:pt x="409153" y="18745"/>
                  </a:lnTo>
                  <a:lnTo>
                    <a:pt x="407423" y="14683"/>
                  </a:lnTo>
                  <a:lnTo>
                    <a:pt x="405063" y="10952"/>
                  </a:lnTo>
                  <a:lnTo>
                    <a:pt x="402136" y="7647"/>
                  </a:lnTo>
                  <a:lnTo>
                    <a:pt x="398716" y="4855"/>
                  </a:lnTo>
                  <a:lnTo>
                    <a:pt x="394893" y="2648"/>
                  </a:lnTo>
                  <a:lnTo>
                    <a:pt x="390765" y="1083"/>
                  </a:lnTo>
                  <a:lnTo>
                    <a:pt x="386440" y="200"/>
                  </a:lnTo>
                  <a:lnTo>
                    <a:pt x="383133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6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2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6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tx64"/>
            <p:cNvSpPr/>
            <p:nvPr/>
          </p:nvSpPr>
          <p:spPr>
            <a:xfrm>
              <a:off x="2789132" y="3020796"/>
              <a:ext cx="319125" cy="1003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3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HOG</a:t>
              </a:r>
            </a:p>
          </p:txBody>
        </p:sp>
        <p:sp>
          <p:nvSpPr>
            <p:cNvPr id="65" name="pg65"/>
            <p:cNvSpPr/>
            <p:nvPr/>
          </p:nvSpPr>
          <p:spPr>
            <a:xfrm>
              <a:off x="3818229" y="2419785"/>
              <a:ext cx="402701" cy="191749"/>
            </a:xfrm>
            <a:custGeom>
              <a:avLst/>
              <a:pathLst>
                <a:path w="402701" h="191749">
                  <a:moveTo>
                    <a:pt x="27431" y="191749"/>
                  </a:moveTo>
                  <a:lnTo>
                    <a:pt x="375269" y="191749"/>
                  </a:lnTo>
                  <a:lnTo>
                    <a:pt x="374165" y="191727"/>
                  </a:lnTo>
                  <a:lnTo>
                    <a:pt x="378576" y="191549"/>
                  </a:lnTo>
                  <a:lnTo>
                    <a:pt x="382901" y="190666"/>
                  </a:lnTo>
                  <a:lnTo>
                    <a:pt x="387029" y="189101"/>
                  </a:lnTo>
                  <a:lnTo>
                    <a:pt x="390852" y="186893"/>
                  </a:lnTo>
                  <a:lnTo>
                    <a:pt x="394272" y="184101"/>
                  </a:lnTo>
                  <a:lnTo>
                    <a:pt x="397200" y="180797"/>
                  </a:lnTo>
                  <a:lnTo>
                    <a:pt x="399559" y="177065"/>
                  </a:lnTo>
                  <a:lnTo>
                    <a:pt x="401290" y="173004"/>
                  </a:lnTo>
                  <a:lnTo>
                    <a:pt x="402346" y="168718"/>
                  </a:lnTo>
                  <a:lnTo>
                    <a:pt x="402701" y="164317"/>
                  </a:lnTo>
                  <a:lnTo>
                    <a:pt x="402701" y="27431"/>
                  </a:lnTo>
                  <a:lnTo>
                    <a:pt x="402346" y="23031"/>
                  </a:lnTo>
                  <a:lnTo>
                    <a:pt x="401290" y="18745"/>
                  </a:lnTo>
                  <a:lnTo>
                    <a:pt x="399559" y="14683"/>
                  </a:lnTo>
                  <a:lnTo>
                    <a:pt x="397200" y="10952"/>
                  </a:lnTo>
                  <a:lnTo>
                    <a:pt x="394272" y="7647"/>
                  </a:lnTo>
                  <a:lnTo>
                    <a:pt x="390852" y="4855"/>
                  </a:lnTo>
                  <a:lnTo>
                    <a:pt x="387029" y="2648"/>
                  </a:lnTo>
                  <a:lnTo>
                    <a:pt x="382901" y="1083"/>
                  </a:lnTo>
                  <a:lnTo>
                    <a:pt x="378576" y="200"/>
                  </a:lnTo>
                  <a:lnTo>
                    <a:pt x="375269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6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1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6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tx66"/>
            <p:cNvSpPr/>
            <p:nvPr/>
          </p:nvSpPr>
          <p:spPr>
            <a:xfrm>
              <a:off x="3863949" y="2465505"/>
              <a:ext cx="311261" cy="1003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3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HOR</a:t>
              </a:r>
            </a:p>
          </p:txBody>
        </p:sp>
        <p:sp>
          <p:nvSpPr>
            <p:cNvPr id="67" name="pg67"/>
            <p:cNvSpPr/>
            <p:nvPr/>
          </p:nvSpPr>
          <p:spPr>
            <a:xfrm>
              <a:off x="3765716" y="2805628"/>
              <a:ext cx="356250" cy="191749"/>
            </a:xfrm>
            <a:custGeom>
              <a:avLst/>
              <a:pathLst>
                <a:path w="356250" h="191749">
                  <a:moveTo>
                    <a:pt x="27431" y="191749"/>
                  </a:moveTo>
                  <a:lnTo>
                    <a:pt x="328818" y="191749"/>
                  </a:lnTo>
                  <a:lnTo>
                    <a:pt x="327713" y="191727"/>
                  </a:lnTo>
                  <a:lnTo>
                    <a:pt x="332124" y="191549"/>
                  </a:lnTo>
                  <a:lnTo>
                    <a:pt x="336450" y="190666"/>
                  </a:lnTo>
                  <a:lnTo>
                    <a:pt x="340578" y="189101"/>
                  </a:lnTo>
                  <a:lnTo>
                    <a:pt x="344401" y="186893"/>
                  </a:lnTo>
                  <a:lnTo>
                    <a:pt x="347821" y="184101"/>
                  </a:lnTo>
                  <a:lnTo>
                    <a:pt x="350748" y="180797"/>
                  </a:lnTo>
                  <a:lnTo>
                    <a:pt x="353108" y="177065"/>
                  </a:lnTo>
                  <a:lnTo>
                    <a:pt x="354838" y="173004"/>
                  </a:lnTo>
                  <a:lnTo>
                    <a:pt x="355895" y="168718"/>
                  </a:lnTo>
                  <a:lnTo>
                    <a:pt x="356250" y="164317"/>
                  </a:lnTo>
                  <a:lnTo>
                    <a:pt x="356250" y="27431"/>
                  </a:lnTo>
                  <a:lnTo>
                    <a:pt x="355895" y="23031"/>
                  </a:lnTo>
                  <a:lnTo>
                    <a:pt x="354838" y="18745"/>
                  </a:lnTo>
                  <a:lnTo>
                    <a:pt x="353108" y="14683"/>
                  </a:lnTo>
                  <a:lnTo>
                    <a:pt x="350748" y="10952"/>
                  </a:lnTo>
                  <a:lnTo>
                    <a:pt x="347821" y="7647"/>
                  </a:lnTo>
                  <a:lnTo>
                    <a:pt x="344401" y="4855"/>
                  </a:lnTo>
                  <a:lnTo>
                    <a:pt x="340578" y="2648"/>
                  </a:lnTo>
                  <a:lnTo>
                    <a:pt x="336450" y="1083"/>
                  </a:lnTo>
                  <a:lnTo>
                    <a:pt x="332124" y="200"/>
                  </a:lnTo>
                  <a:lnTo>
                    <a:pt x="328818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5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1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5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tx68"/>
            <p:cNvSpPr/>
            <p:nvPr/>
          </p:nvSpPr>
          <p:spPr>
            <a:xfrm>
              <a:off x="3811436" y="2851348"/>
              <a:ext cx="264810" cy="1003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3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KAL</a:t>
              </a:r>
            </a:p>
          </p:txBody>
        </p:sp>
        <p:sp>
          <p:nvSpPr>
            <p:cNvPr id="69" name="pg69"/>
            <p:cNvSpPr/>
            <p:nvPr/>
          </p:nvSpPr>
          <p:spPr>
            <a:xfrm>
              <a:off x="3079827" y="3582848"/>
              <a:ext cx="387156" cy="191749"/>
            </a:xfrm>
            <a:custGeom>
              <a:avLst/>
              <a:pathLst>
                <a:path w="387156" h="191749">
                  <a:moveTo>
                    <a:pt x="27431" y="191749"/>
                  </a:moveTo>
                  <a:lnTo>
                    <a:pt x="359724" y="191749"/>
                  </a:lnTo>
                  <a:lnTo>
                    <a:pt x="358620" y="191727"/>
                  </a:lnTo>
                  <a:lnTo>
                    <a:pt x="363031" y="191549"/>
                  </a:lnTo>
                  <a:lnTo>
                    <a:pt x="367357" y="190666"/>
                  </a:lnTo>
                  <a:lnTo>
                    <a:pt x="371484" y="189101"/>
                  </a:lnTo>
                  <a:lnTo>
                    <a:pt x="375308" y="186893"/>
                  </a:lnTo>
                  <a:lnTo>
                    <a:pt x="378727" y="184101"/>
                  </a:lnTo>
                  <a:lnTo>
                    <a:pt x="381655" y="180797"/>
                  </a:lnTo>
                  <a:lnTo>
                    <a:pt x="384014" y="177065"/>
                  </a:lnTo>
                  <a:lnTo>
                    <a:pt x="385745" y="173004"/>
                  </a:lnTo>
                  <a:lnTo>
                    <a:pt x="386801" y="168718"/>
                  </a:lnTo>
                  <a:lnTo>
                    <a:pt x="387156" y="164317"/>
                  </a:lnTo>
                  <a:lnTo>
                    <a:pt x="387156" y="27431"/>
                  </a:lnTo>
                  <a:lnTo>
                    <a:pt x="386801" y="23031"/>
                  </a:lnTo>
                  <a:lnTo>
                    <a:pt x="385745" y="18745"/>
                  </a:lnTo>
                  <a:lnTo>
                    <a:pt x="384014" y="14683"/>
                  </a:lnTo>
                  <a:lnTo>
                    <a:pt x="381655" y="10952"/>
                  </a:lnTo>
                  <a:lnTo>
                    <a:pt x="378727" y="7647"/>
                  </a:lnTo>
                  <a:lnTo>
                    <a:pt x="375308" y="4855"/>
                  </a:lnTo>
                  <a:lnTo>
                    <a:pt x="371484" y="2648"/>
                  </a:lnTo>
                  <a:lnTo>
                    <a:pt x="367357" y="1083"/>
                  </a:lnTo>
                  <a:lnTo>
                    <a:pt x="363031" y="200"/>
                  </a:lnTo>
                  <a:lnTo>
                    <a:pt x="359724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6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1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6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tx70"/>
            <p:cNvSpPr/>
            <p:nvPr/>
          </p:nvSpPr>
          <p:spPr>
            <a:xfrm>
              <a:off x="3125547" y="3628568"/>
              <a:ext cx="295716" cy="1003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3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KUR</a:t>
              </a:r>
            </a:p>
          </p:txBody>
        </p:sp>
        <p:sp>
          <p:nvSpPr>
            <p:cNvPr id="71" name="pg71"/>
            <p:cNvSpPr/>
            <p:nvPr/>
          </p:nvSpPr>
          <p:spPr>
            <a:xfrm>
              <a:off x="2730121" y="1981455"/>
              <a:ext cx="343082" cy="191749"/>
            </a:xfrm>
            <a:custGeom>
              <a:avLst/>
              <a:pathLst>
                <a:path w="343082" h="191749">
                  <a:moveTo>
                    <a:pt x="27432" y="191749"/>
                  </a:moveTo>
                  <a:lnTo>
                    <a:pt x="315650" y="191749"/>
                  </a:lnTo>
                  <a:lnTo>
                    <a:pt x="314546" y="191727"/>
                  </a:lnTo>
                  <a:lnTo>
                    <a:pt x="318957" y="191549"/>
                  </a:lnTo>
                  <a:lnTo>
                    <a:pt x="323282" y="190666"/>
                  </a:lnTo>
                  <a:lnTo>
                    <a:pt x="327410" y="189101"/>
                  </a:lnTo>
                  <a:lnTo>
                    <a:pt x="331234" y="186893"/>
                  </a:lnTo>
                  <a:lnTo>
                    <a:pt x="334653" y="184101"/>
                  </a:lnTo>
                  <a:lnTo>
                    <a:pt x="337581" y="180797"/>
                  </a:lnTo>
                  <a:lnTo>
                    <a:pt x="339940" y="177065"/>
                  </a:lnTo>
                  <a:lnTo>
                    <a:pt x="341671" y="173004"/>
                  </a:lnTo>
                  <a:lnTo>
                    <a:pt x="342727" y="168718"/>
                  </a:lnTo>
                  <a:lnTo>
                    <a:pt x="343082" y="164317"/>
                  </a:lnTo>
                  <a:lnTo>
                    <a:pt x="343082" y="27432"/>
                  </a:lnTo>
                  <a:lnTo>
                    <a:pt x="342727" y="23031"/>
                  </a:lnTo>
                  <a:lnTo>
                    <a:pt x="341671" y="18745"/>
                  </a:lnTo>
                  <a:lnTo>
                    <a:pt x="339940" y="14683"/>
                  </a:lnTo>
                  <a:lnTo>
                    <a:pt x="337581" y="10952"/>
                  </a:lnTo>
                  <a:lnTo>
                    <a:pt x="334653" y="7647"/>
                  </a:lnTo>
                  <a:lnTo>
                    <a:pt x="331234" y="4855"/>
                  </a:lnTo>
                  <a:lnTo>
                    <a:pt x="327410" y="2648"/>
                  </a:lnTo>
                  <a:lnTo>
                    <a:pt x="323282" y="1083"/>
                  </a:lnTo>
                  <a:lnTo>
                    <a:pt x="318957" y="200"/>
                  </a:lnTo>
                  <a:lnTo>
                    <a:pt x="315650" y="0"/>
                  </a:lnTo>
                  <a:lnTo>
                    <a:pt x="27432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6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2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6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tx72"/>
            <p:cNvSpPr/>
            <p:nvPr/>
          </p:nvSpPr>
          <p:spPr>
            <a:xfrm>
              <a:off x="2775841" y="2027175"/>
              <a:ext cx="251642" cy="1003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3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VAT</a:t>
              </a:r>
            </a:p>
          </p:txBody>
        </p:sp>
        <p:sp>
          <p:nvSpPr>
            <p:cNvPr id="73" name="pg73"/>
            <p:cNvSpPr/>
            <p:nvPr/>
          </p:nvSpPr>
          <p:spPr>
            <a:xfrm>
              <a:off x="2594112" y="2598246"/>
              <a:ext cx="317296" cy="191749"/>
            </a:xfrm>
            <a:custGeom>
              <a:avLst/>
              <a:pathLst>
                <a:path w="317296" h="191749">
                  <a:moveTo>
                    <a:pt x="27431" y="191749"/>
                  </a:moveTo>
                  <a:lnTo>
                    <a:pt x="289864" y="191749"/>
                  </a:lnTo>
                  <a:lnTo>
                    <a:pt x="288760" y="191727"/>
                  </a:lnTo>
                  <a:lnTo>
                    <a:pt x="293171" y="191549"/>
                  </a:lnTo>
                  <a:lnTo>
                    <a:pt x="297496" y="190666"/>
                  </a:lnTo>
                  <a:lnTo>
                    <a:pt x="301624" y="189101"/>
                  </a:lnTo>
                  <a:lnTo>
                    <a:pt x="305447" y="186893"/>
                  </a:lnTo>
                  <a:lnTo>
                    <a:pt x="308867" y="184101"/>
                  </a:lnTo>
                  <a:lnTo>
                    <a:pt x="311795" y="180797"/>
                  </a:lnTo>
                  <a:lnTo>
                    <a:pt x="314154" y="177065"/>
                  </a:lnTo>
                  <a:lnTo>
                    <a:pt x="315885" y="173004"/>
                  </a:lnTo>
                  <a:lnTo>
                    <a:pt x="316941" y="168718"/>
                  </a:lnTo>
                  <a:lnTo>
                    <a:pt x="317296" y="164317"/>
                  </a:lnTo>
                  <a:lnTo>
                    <a:pt x="317296" y="27432"/>
                  </a:lnTo>
                  <a:lnTo>
                    <a:pt x="316941" y="23031"/>
                  </a:lnTo>
                  <a:lnTo>
                    <a:pt x="315885" y="18745"/>
                  </a:lnTo>
                  <a:lnTo>
                    <a:pt x="314154" y="14683"/>
                  </a:lnTo>
                  <a:lnTo>
                    <a:pt x="311795" y="10952"/>
                  </a:lnTo>
                  <a:lnTo>
                    <a:pt x="308867" y="7647"/>
                  </a:lnTo>
                  <a:lnTo>
                    <a:pt x="305447" y="4855"/>
                  </a:lnTo>
                  <a:lnTo>
                    <a:pt x="301624" y="2648"/>
                  </a:lnTo>
                  <a:lnTo>
                    <a:pt x="297496" y="1083"/>
                  </a:lnTo>
                  <a:lnTo>
                    <a:pt x="293171" y="200"/>
                  </a:lnTo>
                  <a:lnTo>
                    <a:pt x="289864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5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2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5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tx74"/>
            <p:cNvSpPr/>
            <p:nvPr/>
          </p:nvSpPr>
          <p:spPr>
            <a:xfrm>
              <a:off x="2639832" y="2643966"/>
              <a:ext cx="225856" cy="1003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3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VIK</a:t>
              </a:r>
            </a:p>
          </p:txBody>
        </p:sp>
        <p:sp>
          <p:nvSpPr>
            <p:cNvPr id="75" name="rc75"/>
            <p:cNvSpPr/>
            <p:nvPr/>
          </p:nvSpPr>
          <p:spPr>
            <a:xfrm>
              <a:off x="2460358" y="1316559"/>
              <a:ext cx="2190417" cy="2853700"/>
            </a:xfrm>
            <a:prstGeom prst="rect">
              <a:avLst/>
            </a:prstGeom>
            <a:noFill/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tx76"/>
            <p:cNvSpPr/>
            <p:nvPr/>
          </p:nvSpPr>
          <p:spPr>
            <a:xfrm>
              <a:off x="2148005" y="3999855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54</a:t>
              </a:r>
            </a:p>
          </p:txBody>
        </p:sp>
        <p:sp>
          <p:nvSpPr>
            <p:cNvPr id="77" name="tx77"/>
            <p:cNvSpPr/>
            <p:nvPr/>
          </p:nvSpPr>
          <p:spPr>
            <a:xfrm>
              <a:off x="2272364" y="3981384"/>
              <a:ext cx="44714" cy="984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78" name="tx78"/>
            <p:cNvSpPr/>
            <p:nvPr/>
          </p:nvSpPr>
          <p:spPr>
            <a:xfrm>
              <a:off x="2317078" y="3999855"/>
              <a:ext cx="80650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79" name="tx79"/>
            <p:cNvSpPr/>
            <p:nvPr/>
          </p:nvSpPr>
          <p:spPr>
            <a:xfrm>
              <a:off x="2148005" y="3629244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55</a:t>
              </a:r>
            </a:p>
          </p:txBody>
        </p:sp>
        <p:sp>
          <p:nvSpPr>
            <p:cNvPr id="80" name="tx80"/>
            <p:cNvSpPr/>
            <p:nvPr/>
          </p:nvSpPr>
          <p:spPr>
            <a:xfrm>
              <a:off x="2272364" y="3610774"/>
              <a:ext cx="44714" cy="984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81" name="tx81"/>
            <p:cNvSpPr/>
            <p:nvPr/>
          </p:nvSpPr>
          <p:spPr>
            <a:xfrm>
              <a:off x="2317078" y="3629244"/>
              <a:ext cx="80650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82" name="tx82"/>
            <p:cNvSpPr/>
            <p:nvPr/>
          </p:nvSpPr>
          <p:spPr>
            <a:xfrm>
              <a:off x="2148005" y="3258817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56</a:t>
              </a:r>
            </a:p>
          </p:txBody>
        </p:sp>
        <p:sp>
          <p:nvSpPr>
            <p:cNvPr id="83" name="tx83"/>
            <p:cNvSpPr/>
            <p:nvPr/>
          </p:nvSpPr>
          <p:spPr>
            <a:xfrm>
              <a:off x="2272364" y="3240346"/>
              <a:ext cx="44714" cy="984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84" name="tx84"/>
            <p:cNvSpPr/>
            <p:nvPr/>
          </p:nvSpPr>
          <p:spPr>
            <a:xfrm>
              <a:off x="2317078" y="3258817"/>
              <a:ext cx="80650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85" name="tx85"/>
            <p:cNvSpPr/>
            <p:nvPr/>
          </p:nvSpPr>
          <p:spPr>
            <a:xfrm>
              <a:off x="2148005" y="2888024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57</a:t>
              </a:r>
            </a:p>
          </p:txBody>
        </p:sp>
        <p:sp>
          <p:nvSpPr>
            <p:cNvPr id="86" name="tx86"/>
            <p:cNvSpPr/>
            <p:nvPr/>
          </p:nvSpPr>
          <p:spPr>
            <a:xfrm>
              <a:off x="2272364" y="2869553"/>
              <a:ext cx="44714" cy="984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87" name="tx87"/>
            <p:cNvSpPr/>
            <p:nvPr/>
          </p:nvSpPr>
          <p:spPr>
            <a:xfrm>
              <a:off x="2317078" y="2888024"/>
              <a:ext cx="80650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88" name="tx88"/>
            <p:cNvSpPr/>
            <p:nvPr/>
          </p:nvSpPr>
          <p:spPr>
            <a:xfrm>
              <a:off x="2148005" y="2517596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58</a:t>
              </a:r>
            </a:p>
          </p:txBody>
        </p:sp>
        <p:sp>
          <p:nvSpPr>
            <p:cNvPr id="89" name="tx89"/>
            <p:cNvSpPr/>
            <p:nvPr/>
          </p:nvSpPr>
          <p:spPr>
            <a:xfrm>
              <a:off x="2272364" y="2499125"/>
              <a:ext cx="44714" cy="984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90" name="tx90"/>
            <p:cNvSpPr/>
            <p:nvPr/>
          </p:nvSpPr>
          <p:spPr>
            <a:xfrm>
              <a:off x="2317078" y="2517596"/>
              <a:ext cx="80650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91" name="tx91"/>
            <p:cNvSpPr/>
            <p:nvPr/>
          </p:nvSpPr>
          <p:spPr>
            <a:xfrm>
              <a:off x="2148005" y="2146986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59</a:t>
              </a:r>
            </a:p>
          </p:txBody>
        </p:sp>
        <p:sp>
          <p:nvSpPr>
            <p:cNvPr id="92" name="tx92"/>
            <p:cNvSpPr/>
            <p:nvPr/>
          </p:nvSpPr>
          <p:spPr>
            <a:xfrm>
              <a:off x="2272364" y="2128515"/>
              <a:ext cx="44714" cy="984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93" name="tx93"/>
            <p:cNvSpPr/>
            <p:nvPr/>
          </p:nvSpPr>
          <p:spPr>
            <a:xfrm>
              <a:off x="2317078" y="2146986"/>
              <a:ext cx="80650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94" name="tx94"/>
            <p:cNvSpPr/>
            <p:nvPr/>
          </p:nvSpPr>
          <p:spPr>
            <a:xfrm>
              <a:off x="2148005" y="1776375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60</a:t>
              </a:r>
            </a:p>
          </p:txBody>
        </p:sp>
        <p:sp>
          <p:nvSpPr>
            <p:cNvPr id="95" name="tx95"/>
            <p:cNvSpPr/>
            <p:nvPr/>
          </p:nvSpPr>
          <p:spPr>
            <a:xfrm>
              <a:off x="2272364" y="1757904"/>
              <a:ext cx="44714" cy="984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96" name="tx96"/>
            <p:cNvSpPr/>
            <p:nvPr/>
          </p:nvSpPr>
          <p:spPr>
            <a:xfrm>
              <a:off x="2317078" y="1776375"/>
              <a:ext cx="80650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97" name="tx97"/>
            <p:cNvSpPr/>
            <p:nvPr/>
          </p:nvSpPr>
          <p:spPr>
            <a:xfrm>
              <a:off x="2148005" y="1405765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61</a:t>
              </a:r>
            </a:p>
          </p:txBody>
        </p:sp>
        <p:sp>
          <p:nvSpPr>
            <p:cNvPr id="98" name="tx98"/>
            <p:cNvSpPr/>
            <p:nvPr/>
          </p:nvSpPr>
          <p:spPr>
            <a:xfrm>
              <a:off x="2272364" y="1387294"/>
              <a:ext cx="44714" cy="984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99" name="tx99"/>
            <p:cNvSpPr/>
            <p:nvPr/>
          </p:nvSpPr>
          <p:spPr>
            <a:xfrm>
              <a:off x="2317078" y="1405765"/>
              <a:ext cx="80650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100" name="pl100"/>
            <p:cNvSpPr/>
            <p:nvPr/>
          </p:nvSpPr>
          <p:spPr>
            <a:xfrm>
              <a:off x="2425563" y="4040546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l101"/>
            <p:cNvSpPr/>
            <p:nvPr/>
          </p:nvSpPr>
          <p:spPr>
            <a:xfrm>
              <a:off x="2425563" y="3669935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l102"/>
            <p:cNvSpPr/>
            <p:nvPr/>
          </p:nvSpPr>
          <p:spPr>
            <a:xfrm>
              <a:off x="2425563" y="3299325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l103"/>
            <p:cNvSpPr/>
            <p:nvPr/>
          </p:nvSpPr>
          <p:spPr>
            <a:xfrm>
              <a:off x="2425563" y="2928714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l104"/>
            <p:cNvSpPr/>
            <p:nvPr/>
          </p:nvSpPr>
          <p:spPr>
            <a:xfrm>
              <a:off x="2425563" y="2558104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l105"/>
            <p:cNvSpPr/>
            <p:nvPr/>
          </p:nvSpPr>
          <p:spPr>
            <a:xfrm>
              <a:off x="2425563" y="2187494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l106"/>
            <p:cNvSpPr/>
            <p:nvPr/>
          </p:nvSpPr>
          <p:spPr>
            <a:xfrm>
              <a:off x="2425563" y="1816883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l107"/>
            <p:cNvSpPr/>
            <p:nvPr/>
          </p:nvSpPr>
          <p:spPr>
            <a:xfrm>
              <a:off x="2425563" y="1446273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l108"/>
            <p:cNvSpPr/>
            <p:nvPr/>
          </p:nvSpPr>
          <p:spPr>
            <a:xfrm>
              <a:off x="2559922" y="4170259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l109"/>
            <p:cNvSpPr/>
            <p:nvPr/>
          </p:nvSpPr>
          <p:spPr>
            <a:xfrm>
              <a:off x="2958180" y="4170259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l110"/>
            <p:cNvSpPr/>
            <p:nvPr/>
          </p:nvSpPr>
          <p:spPr>
            <a:xfrm>
              <a:off x="3356438" y="4170259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l111"/>
            <p:cNvSpPr/>
            <p:nvPr/>
          </p:nvSpPr>
          <p:spPr>
            <a:xfrm>
              <a:off x="3754695" y="4170259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l112"/>
            <p:cNvSpPr/>
            <p:nvPr/>
          </p:nvSpPr>
          <p:spPr>
            <a:xfrm>
              <a:off x="4152953" y="4170259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l113"/>
            <p:cNvSpPr/>
            <p:nvPr/>
          </p:nvSpPr>
          <p:spPr>
            <a:xfrm>
              <a:off x="4551211" y="4170259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tx114"/>
            <p:cNvSpPr/>
            <p:nvPr/>
          </p:nvSpPr>
          <p:spPr>
            <a:xfrm>
              <a:off x="2438124" y="4233255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115" name="tx115"/>
            <p:cNvSpPr/>
            <p:nvPr/>
          </p:nvSpPr>
          <p:spPr>
            <a:xfrm>
              <a:off x="2562483" y="4214784"/>
              <a:ext cx="44714" cy="984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116" name="tx116"/>
            <p:cNvSpPr/>
            <p:nvPr/>
          </p:nvSpPr>
          <p:spPr>
            <a:xfrm>
              <a:off x="2607197" y="4233255"/>
              <a:ext cx="74523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E</a:t>
              </a:r>
            </a:p>
          </p:txBody>
        </p:sp>
        <p:sp>
          <p:nvSpPr>
            <p:cNvPr id="117" name="tx117"/>
            <p:cNvSpPr/>
            <p:nvPr/>
          </p:nvSpPr>
          <p:spPr>
            <a:xfrm>
              <a:off x="2836382" y="4233255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12</a:t>
              </a:r>
            </a:p>
          </p:txBody>
        </p:sp>
        <p:sp>
          <p:nvSpPr>
            <p:cNvPr id="118" name="tx118"/>
            <p:cNvSpPr/>
            <p:nvPr/>
          </p:nvSpPr>
          <p:spPr>
            <a:xfrm>
              <a:off x="2960740" y="4214784"/>
              <a:ext cx="44714" cy="984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119" name="tx119"/>
            <p:cNvSpPr/>
            <p:nvPr/>
          </p:nvSpPr>
          <p:spPr>
            <a:xfrm>
              <a:off x="3005455" y="4233255"/>
              <a:ext cx="74523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E</a:t>
              </a:r>
            </a:p>
          </p:txBody>
        </p:sp>
        <p:sp>
          <p:nvSpPr>
            <p:cNvPr id="120" name="tx120"/>
            <p:cNvSpPr/>
            <p:nvPr/>
          </p:nvSpPr>
          <p:spPr>
            <a:xfrm>
              <a:off x="3234640" y="4233255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14</a:t>
              </a:r>
            </a:p>
          </p:txBody>
        </p:sp>
        <p:sp>
          <p:nvSpPr>
            <p:cNvPr id="121" name="tx121"/>
            <p:cNvSpPr/>
            <p:nvPr/>
          </p:nvSpPr>
          <p:spPr>
            <a:xfrm>
              <a:off x="3358998" y="4214784"/>
              <a:ext cx="44714" cy="984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122" name="tx122"/>
            <p:cNvSpPr/>
            <p:nvPr/>
          </p:nvSpPr>
          <p:spPr>
            <a:xfrm>
              <a:off x="3403712" y="4233255"/>
              <a:ext cx="74523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E</a:t>
              </a:r>
            </a:p>
          </p:txBody>
        </p:sp>
        <p:sp>
          <p:nvSpPr>
            <p:cNvPr id="123" name="tx123"/>
            <p:cNvSpPr/>
            <p:nvPr/>
          </p:nvSpPr>
          <p:spPr>
            <a:xfrm>
              <a:off x="3632897" y="4233255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16</a:t>
              </a:r>
            </a:p>
          </p:txBody>
        </p:sp>
        <p:sp>
          <p:nvSpPr>
            <p:cNvPr id="124" name="tx124"/>
            <p:cNvSpPr/>
            <p:nvPr/>
          </p:nvSpPr>
          <p:spPr>
            <a:xfrm>
              <a:off x="3757256" y="4214784"/>
              <a:ext cx="44714" cy="984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125" name="tx125"/>
            <p:cNvSpPr/>
            <p:nvPr/>
          </p:nvSpPr>
          <p:spPr>
            <a:xfrm>
              <a:off x="3801970" y="4233255"/>
              <a:ext cx="74523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E</a:t>
              </a:r>
            </a:p>
          </p:txBody>
        </p:sp>
        <p:sp>
          <p:nvSpPr>
            <p:cNvPr id="126" name="tx126"/>
            <p:cNvSpPr/>
            <p:nvPr/>
          </p:nvSpPr>
          <p:spPr>
            <a:xfrm>
              <a:off x="4031155" y="4233255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18</a:t>
              </a:r>
            </a:p>
          </p:txBody>
        </p:sp>
        <p:sp>
          <p:nvSpPr>
            <p:cNvPr id="127" name="tx127"/>
            <p:cNvSpPr/>
            <p:nvPr/>
          </p:nvSpPr>
          <p:spPr>
            <a:xfrm>
              <a:off x="4155513" y="4214784"/>
              <a:ext cx="44714" cy="984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128" name="tx128"/>
            <p:cNvSpPr/>
            <p:nvPr/>
          </p:nvSpPr>
          <p:spPr>
            <a:xfrm>
              <a:off x="4200228" y="4233255"/>
              <a:ext cx="74523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E</a:t>
              </a:r>
            </a:p>
          </p:txBody>
        </p:sp>
        <p:sp>
          <p:nvSpPr>
            <p:cNvPr id="129" name="tx129"/>
            <p:cNvSpPr/>
            <p:nvPr/>
          </p:nvSpPr>
          <p:spPr>
            <a:xfrm>
              <a:off x="4429413" y="4233255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20</a:t>
              </a:r>
            </a:p>
          </p:txBody>
        </p:sp>
        <p:sp>
          <p:nvSpPr>
            <p:cNvPr id="130" name="tx130"/>
            <p:cNvSpPr/>
            <p:nvPr/>
          </p:nvSpPr>
          <p:spPr>
            <a:xfrm>
              <a:off x="4553771" y="4214784"/>
              <a:ext cx="44714" cy="984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131" name="tx131"/>
            <p:cNvSpPr/>
            <p:nvPr/>
          </p:nvSpPr>
          <p:spPr>
            <a:xfrm>
              <a:off x="4598485" y="4233255"/>
              <a:ext cx="74523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E</a:t>
              </a:r>
            </a:p>
          </p:txBody>
        </p:sp>
        <p:sp>
          <p:nvSpPr>
            <p:cNvPr id="132" name="tx132"/>
            <p:cNvSpPr/>
            <p:nvPr/>
          </p:nvSpPr>
          <p:spPr>
            <a:xfrm>
              <a:off x="3248603" y="4372931"/>
              <a:ext cx="613928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Longitude</a:t>
              </a:r>
            </a:p>
          </p:txBody>
        </p:sp>
        <p:sp>
          <p:nvSpPr>
            <p:cNvPr id="133" name="tx133"/>
            <p:cNvSpPr/>
            <p:nvPr/>
          </p:nvSpPr>
          <p:spPr>
            <a:xfrm rot="-5400000">
              <a:off x="1785078" y="2693391"/>
              <a:ext cx="497342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Latitude</a:t>
              </a:r>
            </a:p>
          </p:txBody>
        </p:sp>
        <p:sp>
          <p:nvSpPr>
            <p:cNvPr id="134" name="rc134"/>
            <p:cNvSpPr/>
            <p:nvPr/>
          </p:nvSpPr>
          <p:spPr>
            <a:xfrm>
              <a:off x="4789953" y="1950208"/>
              <a:ext cx="998714" cy="158640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5" name="tx135"/>
            <p:cNvSpPr/>
            <p:nvPr/>
          </p:nvSpPr>
          <p:spPr>
            <a:xfrm>
              <a:off x="4859542" y="2034519"/>
              <a:ext cx="543610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Relative </a:t>
              </a:r>
            </a:p>
          </p:txBody>
        </p:sp>
        <p:sp>
          <p:nvSpPr>
            <p:cNvPr id="136" name="tx136"/>
            <p:cNvSpPr/>
            <p:nvPr/>
          </p:nvSpPr>
          <p:spPr>
            <a:xfrm>
              <a:off x="4859542" y="2185395"/>
              <a:ext cx="859536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Fitness Offset</a:t>
              </a:r>
            </a:p>
          </p:txBody>
        </p:sp>
        <p:pic>
          <p:nvPicPr>
            <p:cNvPr id="137" name="pic13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859542" y="2369741"/>
              <a:ext cx="219455" cy="1097280"/>
            </a:xfrm>
            <a:prstGeom prst="rect">
              <a:avLst/>
            </a:prstGeom>
          </p:spPr>
        </p:pic>
        <p:sp>
          <p:nvSpPr>
            <p:cNvPr id="138" name="pl138"/>
            <p:cNvSpPr/>
            <p:nvPr/>
          </p:nvSpPr>
          <p:spPr>
            <a:xfrm>
              <a:off x="5035107" y="3465192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l139"/>
            <p:cNvSpPr/>
            <p:nvPr/>
          </p:nvSpPr>
          <p:spPr>
            <a:xfrm>
              <a:off x="5035107" y="3191787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l140"/>
            <p:cNvSpPr/>
            <p:nvPr/>
          </p:nvSpPr>
          <p:spPr>
            <a:xfrm>
              <a:off x="5035107" y="2918381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l141"/>
            <p:cNvSpPr/>
            <p:nvPr/>
          </p:nvSpPr>
          <p:spPr>
            <a:xfrm>
              <a:off x="5035107" y="2644976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l142"/>
            <p:cNvSpPr/>
            <p:nvPr/>
          </p:nvSpPr>
          <p:spPr>
            <a:xfrm>
              <a:off x="5035107" y="2371570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l143"/>
            <p:cNvSpPr/>
            <p:nvPr/>
          </p:nvSpPr>
          <p:spPr>
            <a:xfrm>
              <a:off x="4859542" y="3465192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l144"/>
            <p:cNvSpPr/>
            <p:nvPr/>
          </p:nvSpPr>
          <p:spPr>
            <a:xfrm>
              <a:off x="4859542" y="3191787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l145"/>
            <p:cNvSpPr/>
            <p:nvPr/>
          </p:nvSpPr>
          <p:spPr>
            <a:xfrm>
              <a:off x="4859542" y="2918381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l146"/>
            <p:cNvSpPr/>
            <p:nvPr/>
          </p:nvSpPr>
          <p:spPr>
            <a:xfrm>
              <a:off x="4859542" y="2644976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l147"/>
            <p:cNvSpPr/>
            <p:nvPr/>
          </p:nvSpPr>
          <p:spPr>
            <a:xfrm>
              <a:off x="4859542" y="2371570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tx148"/>
            <p:cNvSpPr/>
            <p:nvPr/>
          </p:nvSpPr>
          <p:spPr>
            <a:xfrm>
              <a:off x="5148587" y="3425187"/>
              <a:ext cx="254843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-1.00</a:t>
              </a:r>
            </a:p>
          </p:txBody>
        </p:sp>
        <p:sp>
          <p:nvSpPr>
            <p:cNvPr id="149" name="tx149"/>
            <p:cNvSpPr/>
            <p:nvPr/>
          </p:nvSpPr>
          <p:spPr>
            <a:xfrm>
              <a:off x="5148587" y="3151782"/>
              <a:ext cx="254843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-0.75</a:t>
              </a:r>
            </a:p>
          </p:txBody>
        </p:sp>
        <p:sp>
          <p:nvSpPr>
            <p:cNvPr id="150" name="tx150"/>
            <p:cNvSpPr/>
            <p:nvPr/>
          </p:nvSpPr>
          <p:spPr>
            <a:xfrm>
              <a:off x="5148587" y="2878376"/>
              <a:ext cx="254843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-0.50</a:t>
              </a:r>
            </a:p>
          </p:txBody>
        </p:sp>
        <p:sp>
          <p:nvSpPr>
            <p:cNvPr id="151" name="tx151"/>
            <p:cNvSpPr/>
            <p:nvPr/>
          </p:nvSpPr>
          <p:spPr>
            <a:xfrm>
              <a:off x="5148587" y="2604971"/>
              <a:ext cx="254843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-0.25</a:t>
              </a:r>
            </a:p>
          </p:txBody>
        </p:sp>
        <p:sp>
          <p:nvSpPr>
            <p:cNvPr id="152" name="tx152"/>
            <p:cNvSpPr/>
            <p:nvPr/>
          </p:nvSpPr>
          <p:spPr>
            <a:xfrm>
              <a:off x="5148587" y="2331565"/>
              <a:ext cx="217627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153" name="tx153"/>
            <p:cNvSpPr/>
            <p:nvPr/>
          </p:nvSpPr>
          <p:spPr>
            <a:xfrm>
              <a:off x="2460358" y="740027"/>
              <a:ext cx="3747851" cy="16367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8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(D) Common Future Relative Length </a:t>
              </a:r>
            </a:p>
          </p:txBody>
        </p:sp>
        <p:sp>
          <p:nvSpPr>
            <p:cNvPr id="154" name="tx154"/>
            <p:cNvSpPr/>
            <p:nvPr/>
          </p:nvSpPr>
          <p:spPr>
            <a:xfrm>
              <a:off x="2460358" y="986915"/>
              <a:ext cx="2778404" cy="16367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8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Offset in Future Treatments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914400" y="914400"/>
            <a:ext cx="5943600" cy="3657600"/>
            <a:chOff x="914400" y="914400"/>
            <a:chExt cx="5943600" cy="3657600"/>
          </a:xfrm>
        </p:grpSpPr>
        <p:sp>
          <p:nvSpPr>
            <p:cNvPr id="3" name="rc3"/>
            <p:cNvSpPr/>
            <p:nvPr/>
          </p:nvSpPr>
          <p:spPr>
            <a:xfrm>
              <a:off x="914400" y="914400"/>
              <a:ext cx="5943600" cy="36576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1863541" y="914400"/>
              <a:ext cx="4045316" cy="36576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2409757" y="1316468"/>
              <a:ext cx="2190487" cy="2853791"/>
            </a:xfrm>
            <a:prstGeom prst="rect">
              <a:avLst/>
            </a:prstGeom>
            <a:solidFill>
              <a:srgbClr val="F0F8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2509324" y="1316468"/>
              <a:ext cx="0" cy="2853791"/>
            </a:xfrm>
            <a:custGeom>
              <a:avLst/>
              <a:pathLst>
                <a:path w="0" h="2853791">
                  <a:moveTo>
                    <a:pt x="0" y="2853791"/>
                  </a:moveTo>
                  <a:lnTo>
                    <a:pt x="0" y="2825152"/>
                  </a:lnTo>
                  <a:lnTo>
                    <a:pt x="0" y="2791459"/>
                  </a:lnTo>
                  <a:lnTo>
                    <a:pt x="0" y="2757766"/>
                  </a:lnTo>
                  <a:lnTo>
                    <a:pt x="0" y="2724073"/>
                  </a:lnTo>
                  <a:lnTo>
                    <a:pt x="0" y="2690380"/>
                  </a:lnTo>
                  <a:lnTo>
                    <a:pt x="0" y="2656688"/>
                  </a:lnTo>
                  <a:lnTo>
                    <a:pt x="0" y="2622995"/>
                  </a:lnTo>
                  <a:lnTo>
                    <a:pt x="0" y="2589302"/>
                  </a:lnTo>
                  <a:lnTo>
                    <a:pt x="0" y="2555609"/>
                  </a:lnTo>
                  <a:lnTo>
                    <a:pt x="0" y="2521916"/>
                  </a:lnTo>
                  <a:lnTo>
                    <a:pt x="0" y="2488223"/>
                  </a:lnTo>
                  <a:lnTo>
                    <a:pt x="0" y="2454530"/>
                  </a:lnTo>
                  <a:lnTo>
                    <a:pt x="0" y="2420837"/>
                  </a:lnTo>
                  <a:lnTo>
                    <a:pt x="0" y="2387144"/>
                  </a:lnTo>
                  <a:lnTo>
                    <a:pt x="0" y="2353451"/>
                  </a:lnTo>
                  <a:lnTo>
                    <a:pt x="0" y="2319758"/>
                  </a:lnTo>
                  <a:lnTo>
                    <a:pt x="0" y="2286065"/>
                  </a:lnTo>
                  <a:lnTo>
                    <a:pt x="0" y="2252372"/>
                  </a:lnTo>
                  <a:lnTo>
                    <a:pt x="0" y="2218679"/>
                  </a:lnTo>
                  <a:lnTo>
                    <a:pt x="0" y="2184986"/>
                  </a:lnTo>
                  <a:lnTo>
                    <a:pt x="0" y="2151294"/>
                  </a:lnTo>
                  <a:lnTo>
                    <a:pt x="0" y="2117601"/>
                  </a:lnTo>
                  <a:lnTo>
                    <a:pt x="0" y="2083908"/>
                  </a:lnTo>
                  <a:lnTo>
                    <a:pt x="0" y="2050215"/>
                  </a:lnTo>
                  <a:lnTo>
                    <a:pt x="0" y="2016522"/>
                  </a:lnTo>
                  <a:lnTo>
                    <a:pt x="0" y="1982829"/>
                  </a:lnTo>
                  <a:lnTo>
                    <a:pt x="0" y="1949136"/>
                  </a:lnTo>
                  <a:lnTo>
                    <a:pt x="0" y="1915443"/>
                  </a:lnTo>
                  <a:lnTo>
                    <a:pt x="0" y="1881750"/>
                  </a:lnTo>
                  <a:lnTo>
                    <a:pt x="0" y="1848057"/>
                  </a:lnTo>
                  <a:lnTo>
                    <a:pt x="0" y="1814364"/>
                  </a:lnTo>
                  <a:lnTo>
                    <a:pt x="0" y="1780671"/>
                  </a:lnTo>
                  <a:lnTo>
                    <a:pt x="0" y="1746978"/>
                  </a:lnTo>
                  <a:lnTo>
                    <a:pt x="0" y="1713285"/>
                  </a:lnTo>
                  <a:lnTo>
                    <a:pt x="0" y="1679592"/>
                  </a:lnTo>
                  <a:lnTo>
                    <a:pt x="0" y="1645899"/>
                  </a:lnTo>
                  <a:lnTo>
                    <a:pt x="0" y="1612207"/>
                  </a:lnTo>
                  <a:lnTo>
                    <a:pt x="0" y="1578514"/>
                  </a:lnTo>
                  <a:lnTo>
                    <a:pt x="0" y="1544821"/>
                  </a:lnTo>
                  <a:lnTo>
                    <a:pt x="0" y="1511128"/>
                  </a:lnTo>
                  <a:lnTo>
                    <a:pt x="0" y="1477435"/>
                  </a:lnTo>
                  <a:lnTo>
                    <a:pt x="0" y="1443742"/>
                  </a:lnTo>
                  <a:lnTo>
                    <a:pt x="0" y="1410049"/>
                  </a:lnTo>
                  <a:lnTo>
                    <a:pt x="0" y="1376356"/>
                  </a:lnTo>
                  <a:lnTo>
                    <a:pt x="0" y="1342663"/>
                  </a:lnTo>
                  <a:lnTo>
                    <a:pt x="0" y="1308970"/>
                  </a:lnTo>
                  <a:lnTo>
                    <a:pt x="0" y="1275277"/>
                  </a:lnTo>
                  <a:lnTo>
                    <a:pt x="0" y="1241584"/>
                  </a:lnTo>
                  <a:lnTo>
                    <a:pt x="0" y="1207891"/>
                  </a:lnTo>
                  <a:lnTo>
                    <a:pt x="0" y="1174198"/>
                  </a:lnTo>
                  <a:lnTo>
                    <a:pt x="0" y="1140505"/>
                  </a:lnTo>
                  <a:lnTo>
                    <a:pt x="0" y="1106812"/>
                  </a:lnTo>
                  <a:lnTo>
                    <a:pt x="0" y="1073120"/>
                  </a:lnTo>
                  <a:lnTo>
                    <a:pt x="0" y="1039427"/>
                  </a:lnTo>
                  <a:lnTo>
                    <a:pt x="0" y="1005734"/>
                  </a:lnTo>
                  <a:lnTo>
                    <a:pt x="0" y="972041"/>
                  </a:lnTo>
                  <a:lnTo>
                    <a:pt x="0" y="938348"/>
                  </a:lnTo>
                  <a:lnTo>
                    <a:pt x="0" y="904655"/>
                  </a:lnTo>
                  <a:lnTo>
                    <a:pt x="0" y="870962"/>
                  </a:lnTo>
                  <a:lnTo>
                    <a:pt x="0" y="837269"/>
                  </a:lnTo>
                  <a:lnTo>
                    <a:pt x="0" y="803576"/>
                  </a:lnTo>
                  <a:lnTo>
                    <a:pt x="0" y="769883"/>
                  </a:lnTo>
                  <a:lnTo>
                    <a:pt x="0" y="736190"/>
                  </a:lnTo>
                  <a:lnTo>
                    <a:pt x="0" y="702497"/>
                  </a:lnTo>
                  <a:lnTo>
                    <a:pt x="0" y="668804"/>
                  </a:lnTo>
                  <a:lnTo>
                    <a:pt x="0" y="635111"/>
                  </a:lnTo>
                  <a:lnTo>
                    <a:pt x="0" y="601418"/>
                  </a:lnTo>
                  <a:lnTo>
                    <a:pt x="0" y="567725"/>
                  </a:lnTo>
                  <a:lnTo>
                    <a:pt x="0" y="534033"/>
                  </a:lnTo>
                  <a:lnTo>
                    <a:pt x="0" y="500340"/>
                  </a:lnTo>
                  <a:lnTo>
                    <a:pt x="0" y="466647"/>
                  </a:lnTo>
                  <a:lnTo>
                    <a:pt x="0" y="432954"/>
                  </a:lnTo>
                  <a:lnTo>
                    <a:pt x="0" y="399261"/>
                  </a:lnTo>
                  <a:lnTo>
                    <a:pt x="0" y="365568"/>
                  </a:lnTo>
                  <a:lnTo>
                    <a:pt x="0" y="331875"/>
                  </a:lnTo>
                  <a:lnTo>
                    <a:pt x="0" y="298182"/>
                  </a:lnTo>
                  <a:lnTo>
                    <a:pt x="0" y="264489"/>
                  </a:lnTo>
                  <a:lnTo>
                    <a:pt x="0" y="230796"/>
                  </a:lnTo>
                  <a:lnTo>
                    <a:pt x="0" y="197103"/>
                  </a:lnTo>
                  <a:lnTo>
                    <a:pt x="0" y="163410"/>
                  </a:lnTo>
                  <a:lnTo>
                    <a:pt x="0" y="129717"/>
                  </a:lnTo>
                  <a:lnTo>
                    <a:pt x="0" y="96024"/>
                  </a:lnTo>
                  <a:lnTo>
                    <a:pt x="0" y="62331"/>
                  </a:lnTo>
                  <a:lnTo>
                    <a:pt x="0" y="28638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2907595" y="1316468"/>
              <a:ext cx="0" cy="2853791"/>
            </a:xfrm>
            <a:custGeom>
              <a:avLst/>
              <a:pathLst>
                <a:path w="0" h="2853791">
                  <a:moveTo>
                    <a:pt x="0" y="2853791"/>
                  </a:moveTo>
                  <a:lnTo>
                    <a:pt x="0" y="2825152"/>
                  </a:lnTo>
                  <a:lnTo>
                    <a:pt x="0" y="2791459"/>
                  </a:lnTo>
                  <a:lnTo>
                    <a:pt x="0" y="2757766"/>
                  </a:lnTo>
                  <a:lnTo>
                    <a:pt x="0" y="2724073"/>
                  </a:lnTo>
                  <a:lnTo>
                    <a:pt x="0" y="2690380"/>
                  </a:lnTo>
                  <a:lnTo>
                    <a:pt x="0" y="2656688"/>
                  </a:lnTo>
                  <a:lnTo>
                    <a:pt x="0" y="2622995"/>
                  </a:lnTo>
                  <a:lnTo>
                    <a:pt x="0" y="2589302"/>
                  </a:lnTo>
                  <a:lnTo>
                    <a:pt x="0" y="2555609"/>
                  </a:lnTo>
                  <a:lnTo>
                    <a:pt x="0" y="2521916"/>
                  </a:lnTo>
                  <a:lnTo>
                    <a:pt x="0" y="2488223"/>
                  </a:lnTo>
                  <a:lnTo>
                    <a:pt x="0" y="2454530"/>
                  </a:lnTo>
                  <a:lnTo>
                    <a:pt x="0" y="2420837"/>
                  </a:lnTo>
                  <a:lnTo>
                    <a:pt x="0" y="2387144"/>
                  </a:lnTo>
                  <a:lnTo>
                    <a:pt x="0" y="2353451"/>
                  </a:lnTo>
                  <a:lnTo>
                    <a:pt x="0" y="2319758"/>
                  </a:lnTo>
                  <a:lnTo>
                    <a:pt x="0" y="2286065"/>
                  </a:lnTo>
                  <a:lnTo>
                    <a:pt x="0" y="2252372"/>
                  </a:lnTo>
                  <a:lnTo>
                    <a:pt x="0" y="2218679"/>
                  </a:lnTo>
                  <a:lnTo>
                    <a:pt x="0" y="2184986"/>
                  </a:lnTo>
                  <a:lnTo>
                    <a:pt x="0" y="2151294"/>
                  </a:lnTo>
                  <a:lnTo>
                    <a:pt x="0" y="2117601"/>
                  </a:lnTo>
                  <a:lnTo>
                    <a:pt x="0" y="2083908"/>
                  </a:lnTo>
                  <a:lnTo>
                    <a:pt x="0" y="2050215"/>
                  </a:lnTo>
                  <a:lnTo>
                    <a:pt x="0" y="2016522"/>
                  </a:lnTo>
                  <a:lnTo>
                    <a:pt x="0" y="1982829"/>
                  </a:lnTo>
                  <a:lnTo>
                    <a:pt x="0" y="1949136"/>
                  </a:lnTo>
                  <a:lnTo>
                    <a:pt x="0" y="1915443"/>
                  </a:lnTo>
                  <a:lnTo>
                    <a:pt x="0" y="1881750"/>
                  </a:lnTo>
                  <a:lnTo>
                    <a:pt x="0" y="1848057"/>
                  </a:lnTo>
                  <a:lnTo>
                    <a:pt x="0" y="1814364"/>
                  </a:lnTo>
                  <a:lnTo>
                    <a:pt x="0" y="1780671"/>
                  </a:lnTo>
                  <a:lnTo>
                    <a:pt x="0" y="1746978"/>
                  </a:lnTo>
                  <a:lnTo>
                    <a:pt x="0" y="1713285"/>
                  </a:lnTo>
                  <a:lnTo>
                    <a:pt x="0" y="1679592"/>
                  </a:lnTo>
                  <a:lnTo>
                    <a:pt x="0" y="1645899"/>
                  </a:lnTo>
                  <a:lnTo>
                    <a:pt x="0" y="1612207"/>
                  </a:lnTo>
                  <a:lnTo>
                    <a:pt x="0" y="1578514"/>
                  </a:lnTo>
                  <a:lnTo>
                    <a:pt x="0" y="1544821"/>
                  </a:lnTo>
                  <a:lnTo>
                    <a:pt x="0" y="1511128"/>
                  </a:lnTo>
                  <a:lnTo>
                    <a:pt x="0" y="1477435"/>
                  </a:lnTo>
                  <a:lnTo>
                    <a:pt x="0" y="1443742"/>
                  </a:lnTo>
                  <a:lnTo>
                    <a:pt x="0" y="1410049"/>
                  </a:lnTo>
                  <a:lnTo>
                    <a:pt x="0" y="1376356"/>
                  </a:lnTo>
                  <a:lnTo>
                    <a:pt x="0" y="1342663"/>
                  </a:lnTo>
                  <a:lnTo>
                    <a:pt x="0" y="1308970"/>
                  </a:lnTo>
                  <a:lnTo>
                    <a:pt x="0" y="1275277"/>
                  </a:lnTo>
                  <a:lnTo>
                    <a:pt x="0" y="1241584"/>
                  </a:lnTo>
                  <a:lnTo>
                    <a:pt x="0" y="1207891"/>
                  </a:lnTo>
                  <a:lnTo>
                    <a:pt x="0" y="1174198"/>
                  </a:lnTo>
                  <a:lnTo>
                    <a:pt x="0" y="1140505"/>
                  </a:lnTo>
                  <a:lnTo>
                    <a:pt x="0" y="1106812"/>
                  </a:lnTo>
                  <a:lnTo>
                    <a:pt x="0" y="1073120"/>
                  </a:lnTo>
                  <a:lnTo>
                    <a:pt x="0" y="1039427"/>
                  </a:lnTo>
                  <a:lnTo>
                    <a:pt x="0" y="1005734"/>
                  </a:lnTo>
                  <a:lnTo>
                    <a:pt x="0" y="972041"/>
                  </a:lnTo>
                  <a:lnTo>
                    <a:pt x="0" y="938348"/>
                  </a:lnTo>
                  <a:lnTo>
                    <a:pt x="0" y="904655"/>
                  </a:lnTo>
                  <a:lnTo>
                    <a:pt x="0" y="870962"/>
                  </a:lnTo>
                  <a:lnTo>
                    <a:pt x="0" y="837269"/>
                  </a:lnTo>
                  <a:lnTo>
                    <a:pt x="0" y="803576"/>
                  </a:lnTo>
                  <a:lnTo>
                    <a:pt x="0" y="769883"/>
                  </a:lnTo>
                  <a:lnTo>
                    <a:pt x="0" y="736190"/>
                  </a:lnTo>
                  <a:lnTo>
                    <a:pt x="0" y="702497"/>
                  </a:lnTo>
                  <a:lnTo>
                    <a:pt x="0" y="668804"/>
                  </a:lnTo>
                  <a:lnTo>
                    <a:pt x="0" y="635111"/>
                  </a:lnTo>
                  <a:lnTo>
                    <a:pt x="0" y="601418"/>
                  </a:lnTo>
                  <a:lnTo>
                    <a:pt x="0" y="567725"/>
                  </a:lnTo>
                  <a:lnTo>
                    <a:pt x="0" y="534033"/>
                  </a:lnTo>
                  <a:lnTo>
                    <a:pt x="0" y="500340"/>
                  </a:lnTo>
                  <a:lnTo>
                    <a:pt x="0" y="466647"/>
                  </a:lnTo>
                  <a:lnTo>
                    <a:pt x="0" y="432954"/>
                  </a:lnTo>
                  <a:lnTo>
                    <a:pt x="0" y="399261"/>
                  </a:lnTo>
                  <a:lnTo>
                    <a:pt x="0" y="365568"/>
                  </a:lnTo>
                  <a:lnTo>
                    <a:pt x="0" y="331875"/>
                  </a:lnTo>
                  <a:lnTo>
                    <a:pt x="0" y="298182"/>
                  </a:lnTo>
                  <a:lnTo>
                    <a:pt x="0" y="264489"/>
                  </a:lnTo>
                  <a:lnTo>
                    <a:pt x="0" y="230796"/>
                  </a:lnTo>
                  <a:lnTo>
                    <a:pt x="0" y="197103"/>
                  </a:lnTo>
                  <a:lnTo>
                    <a:pt x="0" y="163410"/>
                  </a:lnTo>
                  <a:lnTo>
                    <a:pt x="0" y="129717"/>
                  </a:lnTo>
                  <a:lnTo>
                    <a:pt x="0" y="96024"/>
                  </a:lnTo>
                  <a:lnTo>
                    <a:pt x="0" y="62331"/>
                  </a:lnTo>
                  <a:lnTo>
                    <a:pt x="0" y="28638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3305865" y="1316468"/>
              <a:ext cx="0" cy="2853791"/>
            </a:xfrm>
            <a:custGeom>
              <a:avLst/>
              <a:pathLst>
                <a:path w="0" h="2853791">
                  <a:moveTo>
                    <a:pt x="0" y="2853791"/>
                  </a:moveTo>
                  <a:lnTo>
                    <a:pt x="0" y="2825152"/>
                  </a:lnTo>
                  <a:lnTo>
                    <a:pt x="0" y="2791459"/>
                  </a:lnTo>
                  <a:lnTo>
                    <a:pt x="0" y="2757766"/>
                  </a:lnTo>
                  <a:lnTo>
                    <a:pt x="0" y="2724073"/>
                  </a:lnTo>
                  <a:lnTo>
                    <a:pt x="0" y="2690380"/>
                  </a:lnTo>
                  <a:lnTo>
                    <a:pt x="0" y="2656688"/>
                  </a:lnTo>
                  <a:lnTo>
                    <a:pt x="0" y="2622995"/>
                  </a:lnTo>
                  <a:lnTo>
                    <a:pt x="0" y="2589302"/>
                  </a:lnTo>
                  <a:lnTo>
                    <a:pt x="0" y="2555609"/>
                  </a:lnTo>
                  <a:lnTo>
                    <a:pt x="0" y="2521916"/>
                  </a:lnTo>
                  <a:lnTo>
                    <a:pt x="0" y="2488223"/>
                  </a:lnTo>
                  <a:lnTo>
                    <a:pt x="0" y="2454530"/>
                  </a:lnTo>
                  <a:lnTo>
                    <a:pt x="0" y="2420837"/>
                  </a:lnTo>
                  <a:lnTo>
                    <a:pt x="0" y="2387144"/>
                  </a:lnTo>
                  <a:lnTo>
                    <a:pt x="0" y="2353451"/>
                  </a:lnTo>
                  <a:lnTo>
                    <a:pt x="0" y="2319758"/>
                  </a:lnTo>
                  <a:lnTo>
                    <a:pt x="0" y="2286065"/>
                  </a:lnTo>
                  <a:lnTo>
                    <a:pt x="0" y="2252372"/>
                  </a:lnTo>
                  <a:lnTo>
                    <a:pt x="0" y="2218679"/>
                  </a:lnTo>
                  <a:lnTo>
                    <a:pt x="0" y="2184986"/>
                  </a:lnTo>
                  <a:lnTo>
                    <a:pt x="0" y="2151294"/>
                  </a:lnTo>
                  <a:lnTo>
                    <a:pt x="0" y="2117601"/>
                  </a:lnTo>
                  <a:lnTo>
                    <a:pt x="0" y="2083908"/>
                  </a:lnTo>
                  <a:lnTo>
                    <a:pt x="0" y="2050215"/>
                  </a:lnTo>
                  <a:lnTo>
                    <a:pt x="0" y="2016522"/>
                  </a:lnTo>
                  <a:lnTo>
                    <a:pt x="0" y="1982829"/>
                  </a:lnTo>
                  <a:lnTo>
                    <a:pt x="0" y="1949136"/>
                  </a:lnTo>
                  <a:lnTo>
                    <a:pt x="0" y="1915443"/>
                  </a:lnTo>
                  <a:lnTo>
                    <a:pt x="0" y="1881750"/>
                  </a:lnTo>
                  <a:lnTo>
                    <a:pt x="0" y="1848057"/>
                  </a:lnTo>
                  <a:lnTo>
                    <a:pt x="0" y="1814364"/>
                  </a:lnTo>
                  <a:lnTo>
                    <a:pt x="0" y="1780671"/>
                  </a:lnTo>
                  <a:lnTo>
                    <a:pt x="0" y="1746978"/>
                  </a:lnTo>
                  <a:lnTo>
                    <a:pt x="0" y="1713285"/>
                  </a:lnTo>
                  <a:lnTo>
                    <a:pt x="0" y="1679592"/>
                  </a:lnTo>
                  <a:lnTo>
                    <a:pt x="0" y="1645899"/>
                  </a:lnTo>
                  <a:lnTo>
                    <a:pt x="0" y="1612207"/>
                  </a:lnTo>
                  <a:lnTo>
                    <a:pt x="0" y="1578514"/>
                  </a:lnTo>
                  <a:lnTo>
                    <a:pt x="0" y="1544821"/>
                  </a:lnTo>
                  <a:lnTo>
                    <a:pt x="0" y="1511128"/>
                  </a:lnTo>
                  <a:lnTo>
                    <a:pt x="0" y="1477435"/>
                  </a:lnTo>
                  <a:lnTo>
                    <a:pt x="0" y="1443742"/>
                  </a:lnTo>
                  <a:lnTo>
                    <a:pt x="0" y="1410049"/>
                  </a:lnTo>
                  <a:lnTo>
                    <a:pt x="0" y="1376356"/>
                  </a:lnTo>
                  <a:lnTo>
                    <a:pt x="0" y="1342663"/>
                  </a:lnTo>
                  <a:lnTo>
                    <a:pt x="0" y="1308970"/>
                  </a:lnTo>
                  <a:lnTo>
                    <a:pt x="0" y="1275277"/>
                  </a:lnTo>
                  <a:lnTo>
                    <a:pt x="0" y="1241584"/>
                  </a:lnTo>
                  <a:lnTo>
                    <a:pt x="0" y="1207891"/>
                  </a:lnTo>
                  <a:lnTo>
                    <a:pt x="0" y="1174198"/>
                  </a:lnTo>
                  <a:lnTo>
                    <a:pt x="0" y="1140505"/>
                  </a:lnTo>
                  <a:lnTo>
                    <a:pt x="0" y="1106812"/>
                  </a:lnTo>
                  <a:lnTo>
                    <a:pt x="0" y="1073120"/>
                  </a:lnTo>
                  <a:lnTo>
                    <a:pt x="0" y="1039427"/>
                  </a:lnTo>
                  <a:lnTo>
                    <a:pt x="0" y="1005734"/>
                  </a:lnTo>
                  <a:lnTo>
                    <a:pt x="0" y="972041"/>
                  </a:lnTo>
                  <a:lnTo>
                    <a:pt x="0" y="938348"/>
                  </a:lnTo>
                  <a:lnTo>
                    <a:pt x="0" y="904655"/>
                  </a:lnTo>
                  <a:lnTo>
                    <a:pt x="0" y="870962"/>
                  </a:lnTo>
                  <a:lnTo>
                    <a:pt x="0" y="837269"/>
                  </a:lnTo>
                  <a:lnTo>
                    <a:pt x="0" y="803576"/>
                  </a:lnTo>
                  <a:lnTo>
                    <a:pt x="0" y="769883"/>
                  </a:lnTo>
                  <a:lnTo>
                    <a:pt x="0" y="736190"/>
                  </a:lnTo>
                  <a:lnTo>
                    <a:pt x="0" y="702497"/>
                  </a:lnTo>
                  <a:lnTo>
                    <a:pt x="0" y="668804"/>
                  </a:lnTo>
                  <a:lnTo>
                    <a:pt x="0" y="635111"/>
                  </a:lnTo>
                  <a:lnTo>
                    <a:pt x="0" y="601418"/>
                  </a:lnTo>
                  <a:lnTo>
                    <a:pt x="0" y="567725"/>
                  </a:lnTo>
                  <a:lnTo>
                    <a:pt x="0" y="534033"/>
                  </a:lnTo>
                  <a:lnTo>
                    <a:pt x="0" y="500340"/>
                  </a:lnTo>
                  <a:lnTo>
                    <a:pt x="0" y="466647"/>
                  </a:lnTo>
                  <a:lnTo>
                    <a:pt x="0" y="432954"/>
                  </a:lnTo>
                  <a:lnTo>
                    <a:pt x="0" y="399261"/>
                  </a:lnTo>
                  <a:lnTo>
                    <a:pt x="0" y="365568"/>
                  </a:lnTo>
                  <a:lnTo>
                    <a:pt x="0" y="331875"/>
                  </a:lnTo>
                  <a:lnTo>
                    <a:pt x="0" y="298182"/>
                  </a:lnTo>
                  <a:lnTo>
                    <a:pt x="0" y="264489"/>
                  </a:lnTo>
                  <a:lnTo>
                    <a:pt x="0" y="230796"/>
                  </a:lnTo>
                  <a:lnTo>
                    <a:pt x="0" y="197103"/>
                  </a:lnTo>
                  <a:lnTo>
                    <a:pt x="0" y="163410"/>
                  </a:lnTo>
                  <a:lnTo>
                    <a:pt x="0" y="129717"/>
                  </a:lnTo>
                  <a:lnTo>
                    <a:pt x="0" y="96024"/>
                  </a:lnTo>
                  <a:lnTo>
                    <a:pt x="0" y="62331"/>
                  </a:lnTo>
                  <a:lnTo>
                    <a:pt x="0" y="28638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704135" y="1316468"/>
              <a:ext cx="0" cy="2853791"/>
            </a:xfrm>
            <a:custGeom>
              <a:avLst/>
              <a:pathLst>
                <a:path w="0" h="2853791">
                  <a:moveTo>
                    <a:pt x="0" y="2853791"/>
                  </a:moveTo>
                  <a:lnTo>
                    <a:pt x="0" y="2825152"/>
                  </a:lnTo>
                  <a:lnTo>
                    <a:pt x="0" y="2791459"/>
                  </a:lnTo>
                  <a:lnTo>
                    <a:pt x="0" y="2757766"/>
                  </a:lnTo>
                  <a:lnTo>
                    <a:pt x="0" y="2724073"/>
                  </a:lnTo>
                  <a:lnTo>
                    <a:pt x="0" y="2690380"/>
                  </a:lnTo>
                  <a:lnTo>
                    <a:pt x="0" y="2656688"/>
                  </a:lnTo>
                  <a:lnTo>
                    <a:pt x="0" y="2622995"/>
                  </a:lnTo>
                  <a:lnTo>
                    <a:pt x="0" y="2589302"/>
                  </a:lnTo>
                  <a:lnTo>
                    <a:pt x="0" y="2555609"/>
                  </a:lnTo>
                  <a:lnTo>
                    <a:pt x="0" y="2521916"/>
                  </a:lnTo>
                  <a:lnTo>
                    <a:pt x="0" y="2488223"/>
                  </a:lnTo>
                  <a:lnTo>
                    <a:pt x="0" y="2454530"/>
                  </a:lnTo>
                  <a:lnTo>
                    <a:pt x="0" y="2420837"/>
                  </a:lnTo>
                  <a:lnTo>
                    <a:pt x="0" y="2387144"/>
                  </a:lnTo>
                  <a:lnTo>
                    <a:pt x="0" y="2353451"/>
                  </a:lnTo>
                  <a:lnTo>
                    <a:pt x="0" y="2319758"/>
                  </a:lnTo>
                  <a:lnTo>
                    <a:pt x="0" y="2286065"/>
                  </a:lnTo>
                  <a:lnTo>
                    <a:pt x="0" y="2252372"/>
                  </a:lnTo>
                  <a:lnTo>
                    <a:pt x="0" y="2218679"/>
                  </a:lnTo>
                  <a:lnTo>
                    <a:pt x="0" y="2184986"/>
                  </a:lnTo>
                  <a:lnTo>
                    <a:pt x="0" y="2151294"/>
                  </a:lnTo>
                  <a:lnTo>
                    <a:pt x="0" y="2117601"/>
                  </a:lnTo>
                  <a:lnTo>
                    <a:pt x="0" y="2083908"/>
                  </a:lnTo>
                  <a:lnTo>
                    <a:pt x="0" y="2050215"/>
                  </a:lnTo>
                  <a:lnTo>
                    <a:pt x="0" y="2016522"/>
                  </a:lnTo>
                  <a:lnTo>
                    <a:pt x="0" y="1982829"/>
                  </a:lnTo>
                  <a:lnTo>
                    <a:pt x="0" y="1949136"/>
                  </a:lnTo>
                  <a:lnTo>
                    <a:pt x="0" y="1915443"/>
                  </a:lnTo>
                  <a:lnTo>
                    <a:pt x="0" y="1881750"/>
                  </a:lnTo>
                  <a:lnTo>
                    <a:pt x="0" y="1848057"/>
                  </a:lnTo>
                  <a:lnTo>
                    <a:pt x="0" y="1814364"/>
                  </a:lnTo>
                  <a:lnTo>
                    <a:pt x="0" y="1780671"/>
                  </a:lnTo>
                  <a:lnTo>
                    <a:pt x="0" y="1746978"/>
                  </a:lnTo>
                  <a:lnTo>
                    <a:pt x="0" y="1713285"/>
                  </a:lnTo>
                  <a:lnTo>
                    <a:pt x="0" y="1679592"/>
                  </a:lnTo>
                  <a:lnTo>
                    <a:pt x="0" y="1645899"/>
                  </a:lnTo>
                  <a:lnTo>
                    <a:pt x="0" y="1612207"/>
                  </a:lnTo>
                  <a:lnTo>
                    <a:pt x="0" y="1578514"/>
                  </a:lnTo>
                  <a:lnTo>
                    <a:pt x="0" y="1544821"/>
                  </a:lnTo>
                  <a:lnTo>
                    <a:pt x="0" y="1511128"/>
                  </a:lnTo>
                  <a:lnTo>
                    <a:pt x="0" y="1477435"/>
                  </a:lnTo>
                  <a:lnTo>
                    <a:pt x="0" y="1443742"/>
                  </a:lnTo>
                  <a:lnTo>
                    <a:pt x="0" y="1410049"/>
                  </a:lnTo>
                  <a:lnTo>
                    <a:pt x="0" y="1376356"/>
                  </a:lnTo>
                  <a:lnTo>
                    <a:pt x="0" y="1342663"/>
                  </a:lnTo>
                  <a:lnTo>
                    <a:pt x="0" y="1308970"/>
                  </a:lnTo>
                  <a:lnTo>
                    <a:pt x="0" y="1275277"/>
                  </a:lnTo>
                  <a:lnTo>
                    <a:pt x="0" y="1241584"/>
                  </a:lnTo>
                  <a:lnTo>
                    <a:pt x="0" y="1207891"/>
                  </a:lnTo>
                  <a:lnTo>
                    <a:pt x="0" y="1174198"/>
                  </a:lnTo>
                  <a:lnTo>
                    <a:pt x="0" y="1140505"/>
                  </a:lnTo>
                  <a:lnTo>
                    <a:pt x="0" y="1106812"/>
                  </a:lnTo>
                  <a:lnTo>
                    <a:pt x="0" y="1073120"/>
                  </a:lnTo>
                  <a:lnTo>
                    <a:pt x="0" y="1039427"/>
                  </a:lnTo>
                  <a:lnTo>
                    <a:pt x="0" y="1005734"/>
                  </a:lnTo>
                  <a:lnTo>
                    <a:pt x="0" y="972041"/>
                  </a:lnTo>
                  <a:lnTo>
                    <a:pt x="0" y="938348"/>
                  </a:lnTo>
                  <a:lnTo>
                    <a:pt x="0" y="904655"/>
                  </a:lnTo>
                  <a:lnTo>
                    <a:pt x="0" y="870962"/>
                  </a:lnTo>
                  <a:lnTo>
                    <a:pt x="0" y="837269"/>
                  </a:lnTo>
                  <a:lnTo>
                    <a:pt x="0" y="803576"/>
                  </a:lnTo>
                  <a:lnTo>
                    <a:pt x="0" y="769883"/>
                  </a:lnTo>
                  <a:lnTo>
                    <a:pt x="0" y="736190"/>
                  </a:lnTo>
                  <a:lnTo>
                    <a:pt x="0" y="702497"/>
                  </a:lnTo>
                  <a:lnTo>
                    <a:pt x="0" y="668804"/>
                  </a:lnTo>
                  <a:lnTo>
                    <a:pt x="0" y="635111"/>
                  </a:lnTo>
                  <a:lnTo>
                    <a:pt x="0" y="601418"/>
                  </a:lnTo>
                  <a:lnTo>
                    <a:pt x="0" y="567725"/>
                  </a:lnTo>
                  <a:lnTo>
                    <a:pt x="0" y="534033"/>
                  </a:lnTo>
                  <a:lnTo>
                    <a:pt x="0" y="500340"/>
                  </a:lnTo>
                  <a:lnTo>
                    <a:pt x="0" y="466647"/>
                  </a:lnTo>
                  <a:lnTo>
                    <a:pt x="0" y="432954"/>
                  </a:lnTo>
                  <a:lnTo>
                    <a:pt x="0" y="399261"/>
                  </a:lnTo>
                  <a:lnTo>
                    <a:pt x="0" y="365568"/>
                  </a:lnTo>
                  <a:lnTo>
                    <a:pt x="0" y="331875"/>
                  </a:lnTo>
                  <a:lnTo>
                    <a:pt x="0" y="298182"/>
                  </a:lnTo>
                  <a:lnTo>
                    <a:pt x="0" y="264489"/>
                  </a:lnTo>
                  <a:lnTo>
                    <a:pt x="0" y="230796"/>
                  </a:lnTo>
                  <a:lnTo>
                    <a:pt x="0" y="197103"/>
                  </a:lnTo>
                  <a:lnTo>
                    <a:pt x="0" y="163410"/>
                  </a:lnTo>
                  <a:lnTo>
                    <a:pt x="0" y="129717"/>
                  </a:lnTo>
                  <a:lnTo>
                    <a:pt x="0" y="96024"/>
                  </a:lnTo>
                  <a:lnTo>
                    <a:pt x="0" y="62331"/>
                  </a:lnTo>
                  <a:lnTo>
                    <a:pt x="0" y="28638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4102406" y="1316468"/>
              <a:ext cx="0" cy="2853791"/>
            </a:xfrm>
            <a:custGeom>
              <a:avLst/>
              <a:pathLst>
                <a:path w="0" h="2853791">
                  <a:moveTo>
                    <a:pt x="0" y="2853791"/>
                  </a:moveTo>
                  <a:lnTo>
                    <a:pt x="0" y="2825152"/>
                  </a:lnTo>
                  <a:lnTo>
                    <a:pt x="0" y="2791459"/>
                  </a:lnTo>
                  <a:lnTo>
                    <a:pt x="0" y="2757766"/>
                  </a:lnTo>
                  <a:lnTo>
                    <a:pt x="0" y="2724073"/>
                  </a:lnTo>
                  <a:lnTo>
                    <a:pt x="0" y="2690380"/>
                  </a:lnTo>
                  <a:lnTo>
                    <a:pt x="0" y="2656688"/>
                  </a:lnTo>
                  <a:lnTo>
                    <a:pt x="0" y="2622995"/>
                  </a:lnTo>
                  <a:lnTo>
                    <a:pt x="0" y="2589302"/>
                  </a:lnTo>
                  <a:lnTo>
                    <a:pt x="0" y="2555609"/>
                  </a:lnTo>
                  <a:lnTo>
                    <a:pt x="0" y="2521916"/>
                  </a:lnTo>
                  <a:lnTo>
                    <a:pt x="0" y="2488223"/>
                  </a:lnTo>
                  <a:lnTo>
                    <a:pt x="0" y="2454530"/>
                  </a:lnTo>
                  <a:lnTo>
                    <a:pt x="0" y="2420837"/>
                  </a:lnTo>
                  <a:lnTo>
                    <a:pt x="0" y="2387144"/>
                  </a:lnTo>
                  <a:lnTo>
                    <a:pt x="0" y="2353451"/>
                  </a:lnTo>
                  <a:lnTo>
                    <a:pt x="0" y="2319758"/>
                  </a:lnTo>
                  <a:lnTo>
                    <a:pt x="0" y="2286065"/>
                  </a:lnTo>
                  <a:lnTo>
                    <a:pt x="0" y="2252372"/>
                  </a:lnTo>
                  <a:lnTo>
                    <a:pt x="0" y="2218679"/>
                  </a:lnTo>
                  <a:lnTo>
                    <a:pt x="0" y="2184986"/>
                  </a:lnTo>
                  <a:lnTo>
                    <a:pt x="0" y="2151294"/>
                  </a:lnTo>
                  <a:lnTo>
                    <a:pt x="0" y="2117601"/>
                  </a:lnTo>
                  <a:lnTo>
                    <a:pt x="0" y="2083908"/>
                  </a:lnTo>
                  <a:lnTo>
                    <a:pt x="0" y="2050215"/>
                  </a:lnTo>
                  <a:lnTo>
                    <a:pt x="0" y="2016522"/>
                  </a:lnTo>
                  <a:lnTo>
                    <a:pt x="0" y="1982829"/>
                  </a:lnTo>
                  <a:lnTo>
                    <a:pt x="0" y="1949136"/>
                  </a:lnTo>
                  <a:lnTo>
                    <a:pt x="0" y="1915443"/>
                  </a:lnTo>
                  <a:lnTo>
                    <a:pt x="0" y="1881750"/>
                  </a:lnTo>
                  <a:lnTo>
                    <a:pt x="0" y="1848057"/>
                  </a:lnTo>
                  <a:lnTo>
                    <a:pt x="0" y="1814364"/>
                  </a:lnTo>
                  <a:lnTo>
                    <a:pt x="0" y="1780671"/>
                  </a:lnTo>
                  <a:lnTo>
                    <a:pt x="0" y="1746978"/>
                  </a:lnTo>
                  <a:lnTo>
                    <a:pt x="0" y="1713285"/>
                  </a:lnTo>
                  <a:lnTo>
                    <a:pt x="0" y="1679592"/>
                  </a:lnTo>
                  <a:lnTo>
                    <a:pt x="0" y="1645899"/>
                  </a:lnTo>
                  <a:lnTo>
                    <a:pt x="0" y="1612207"/>
                  </a:lnTo>
                  <a:lnTo>
                    <a:pt x="0" y="1578514"/>
                  </a:lnTo>
                  <a:lnTo>
                    <a:pt x="0" y="1544821"/>
                  </a:lnTo>
                  <a:lnTo>
                    <a:pt x="0" y="1511128"/>
                  </a:lnTo>
                  <a:lnTo>
                    <a:pt x="0" y="1477435"/>
                  </a:lnTo>
                  <a:lnTo>
                    <a:pt x="0" y="1443742"/>
                  </a:lnTo>
                  <a:lnTo>
                    <a:pt x="0" y="1410049"/>
                  </a:lnTo>
                  <a:lnTo>
                    <a:pt x="0" y="1376356"/>
                  </a:lnTo>
                  <a:lnTo>
                    <a:pt x="0" y="1342663"/>
                  </a:lnTo>
                  <a:lnTo>
                    <a:pt x="0" y="1308970"/>
                  </a:lnTo>
                  <a:lnTo>
                    <a:pt x="0" y="1275277"/>
                  </a:lnTo>
                  <a:lnTo>
                    <a:pt x="0" y="1241584"/>
                  </a:lnTo>
                  <a:lnTo>
                    <a:pt x="0" y="1207891"/>
                  </a:lnTo>
                  <a:lnTo>
                    <a:pt x="0" y="1174198"/>
                  </a:lnTo>
                  <a:lnTo>
                    <a:pt x="0" y="1140505"/>
                  </a:lnTo>
                  <a:lnTo>
                    <a:pt x="0" y="1106812"/>
                  </a:lnTo>
                  <a:lnTo>
                    <a:pt x="0" y="1073120"/>
                  </a:lnTo>
                  <a:lnTo>
                    <a:pt x="0" y="1039427"/>
                  </a:lnTo>
                  <a:lnTo>
                    <a:pt x="0" y="1005734"/>
                  </a:lnTo>
                  <a:lnTo>
                    <a:pt x="0" y="972041"/>
                  </a:lnTo>
                  <a:lnTo>
                    <a:pt x="0" y="938348"/>
                  </a:lnTo>
                  <a:lnTo>
                    <a:pt x="0" y="904655"/>
                  </a:lnTo>
                  <a:lnTo>
                    <a:pt x="0" y="870962"/>
                  </a:lnTo>
                  <a:lnTo>
                    <a:pt x="0" y="837269"/>
                  </a:lnTo>
                  <a:lnTo>
                    <a:pt x="0" y="803576"/>
                  </a:lnTo>
                  <a:lnTo>
                    <a:pt x="0" y="769883"/>
                  </a:lnTo>
                  <a:lnTo>
                    <a:pt x="0" y="736190"/>
                  </a:lnTo>
                  <a:lnTo>
                    <a:pt x="0" y="702497"/>
                  </a:lnTo>
                  <a:lnTo>
                    <a:pt x="0" y="668804"/>
                  </a:lnTo>
                  <a:lnTo>
                    <a:pt x="0" y="635111"/>
                  </a:lnTo>
                  <a:lnTo>
                    <a:pt x="0" y="601418"/>
                  </a:lnTo>
                  <a:lnTo>
                    <a:pt x="0" y="567725"/>
                  </a:lnTo>
                  <a:lnTo>
                    <a:pt x="0" y="534033"/>
                  </a:lnTo>
                  <a:lnTo>
                    <a:pt x="0" y="500340"/>
                  </a:lnTo>
                  <a:lnTo>
                    <a:pt x="0" y="466647"/>
                  </a:lnTo>
                  <a:lnTo>
                    <a:pt x="0" y="432954"/>
                  </a:lnTo>
                  <a:lnTo>
                    <a:pt x="0" y="399261"/>
                  </a:lnTo>
                  <a:lnTo>
                    <a:pt x="0" y="365568"/>
                  </a:lnTo>
                  <a:lnTo>
                    <a:pt x="0" y="331875"/>
                  </a:lnTo>
                  <a:lnTo>
                    <a:pt x="0" y="298182"/>
                  </a:lnTo>
                  <a:lnTo>
                    <a:pt x="0" y="264489"/>
                  </a:lnTo>
                  <a:lnTo>
                    <a:pt x="0" y="230796"/>
                  </a:lnTo>
                  <a:lnTo>
                    <a:pt x="0" y="197103"/>
                  </a:lnTo>
                  <a:lnTo>
                    <a:pt x="0" y="163410"/>
                  </a:lnTo>
                  <a:lnTo>
                    <a:pt x="0" y="129717"/>
                  </a:lnTo>
                  <a:lnTo>
                    <a:pt x="0" y="96024"/>
                  </a:lnTo>
                  <a:lnTo>
                    <a:pt x="0" y="62331"/>
                  </a:lnTo>
                  <a:lnTo>
                    <a:pt x="0" y="28638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4500676" y="1316468"/>
              <a:ext cx="0" cy="2853791"/>
            </a:xfrm>
            <a:custGeom>
              <a:avLst/>
              <a:pathLst>
                <a:path w="0" h="2853791">
                  <a:moveTo>
                    <a:pt x="0" y="2853791"/>
                  </a:moveTo>
                  <a:lnTo>
                    <a:pt x="0" y="2825152"/>
                  </a:lnTo>
                  <a:lnTo>
                    <a:pt x="0" y="2791459"/>
                  </a:lnTo>
                  <a:lnTo>
                    <a:pt x="0" y="2757766"/>
                  </a:lnTo>
                  <a:lnTo>
                    <a:pt x="0" y="2724073"/>
                  </a:lnTo>
                  <a:lnTo>
                    <a:pt x="0" y="2690380"/>
                  </a:lnTo>
                  <a:lnTo>
                    <a:pt x="0" y="2656688"/>
                  </a:lnTo>
                  <a:lnTo>
                    <a:pt x="0" y="2622995"/>
                  </a:lnTo>
                  <a:lnTo>
                    <a:pt x="0" y="2589302"/>
                  </a:lnTo>
                  <a:lnTo>
                    <a:pt x="0" y="2555609"/>
                  </a:lnTo>
                  <a:lnTo>
                    <a:pt x="0" y="2521916"/>
                  </a:lnTo>
                  <a:lnTo>
                    <a:pt x="0" y="2488223"/>
                  </a:lnTo>
                  <a:lnTo>
                    <a:pt x="0" y="2454530"/>
                  </a:lnTo>
                  <a:lnTo>
                    <a:pt x="0" y="2420837"/>
                  </a:lnTo>
                  <a:lnTo>
                    <a:pt x="0" y="2387144"/>
                  </a:lnTo>
                  <a:lnTo>
                    <a:pt x="0" y="2353451"/>
                  </a:lnTo>
                  <a:lnTo>
                    <a:pt x="0" y="2319758"/>
                  </a:lnTo>
                  <a:lnTo>
                    <a:pt x="0" y="2286065"/>
                  </a:lnTo>
                  <a:lnTo>
                    <a:pt x="0" y="2252372"/>
                  </a:lnTo>
                  <a:lnTo>
                    <a:pt x="0" y="2218679"/>
                  </a:lnTo>
                  <a:lnTo>
                    <a:pt x="0" y="2184986"/>
                  </a:lnTo>
                  <a:lnTo>
                    <a:pt x="0" y="2151294"/>
                  </a:lnTo>
                  <a:lnTo>
                    <a:pt x="0" y="2117601"/>
                  </a:lnTo>
                  <a:lnTo>
                    <a:pt x="0" y="2083908"/>
                  </a:lnTo>
                  <a:lnTo>
                    <a:pt x="0" y="2050215"/>
                  </a:lnTo>
                  <a:lnTo>
                    <a:pt x="0" y="2016522"/>
                  </a:lnTo>
                  <a:lnTo>
                    <a:pt x="0" y="1982829"/>
                  </a:lnTo>
                  <a:lnTo>
                    <a:pt x="0" y="1949136"/>
                  </a:lnTo>
                  <a:lnTo>
                    <a:pt x="0" y="1915443"/>
                  </a:lnTo>
                  <a:lnTo>
                    <a:pt x="0" y="1881750"/>
                  </a:lnTo>
                  <a:lnTo>
                    <a:pt x="0" y="1848057"/>
                  </a:lnTo>
                  <a:lnTo>
                    <a:pt x="0" y="1814364"/>
                  </a:lnTo>
                  <a:lnTo>
                    <a:pt x="0" y="1780671"/>
                  </a:lnTo>
                  <a:lnTo>
                    <a:pt x="0" y="1746978"/>
                  </a:lnTo>
                  <a:lnTo>
                    <a:pt x="0" y="1713285"/>
                  </a:lnTo>
                  <a:lnTo>
                    <a:pt x="0" y="1679592"/>
                  </a:lnTo>
                  <a:lnTo>
                    <a:pt x="0" y="1645899"/>
                  </a:lnTo>
                  <a:lnTo>
                    <a:pt x="0" y="1612207"/>
                  </a:lnTo>
                  <a:lnTo>
                    <a:pt x="0" y="1578514"/>
                  </a:lnTo>
                  <a:lnTo>
                    <a:pt x="0" y="1544821"/>
                  </a:lnTo>
                  <a:lnTo>
                    <a:pt x="0" y="1511128"/>
                  </a:lnTo>
                  <a:lnTo>
                    <a:pt x="0" y="1477435"/>
                  </a:lnTo>
                  <a:lnTo>
                    <a:pt x="0" y="1443742"/>
                  </a:lnTo>
                  <a:lnTo>
                    <a:pt x="0" y="1410049"/>
                  </a:lnTo>
                  <a:lnTo>
                    <a:pt x="0" y="1376356"/>
                  </a:lnTo>
                  <a:lnTo>
                    <a:pt x="0" y="1342663"/>
                  </a:lnTo>
                  <a:lnTo>
                    <a:pt x="0" y="1308970"/>
                  </a:lnTo>
                  <a:lnTo>
                    <a:pt x="0" y="1275277"/>
                  </a:lnTo>
                  <a:lnTo>
                    <a:pt x="0" y="1241584"/>
                  </a:lnTo>
                  <a:lnTo>
                    <a:pt x="0" y="1207891"/>
                  </a:lnTo>
                  <a:lnTo>
                    <a:pt x="0" y="1174198"/>
                  </a:lnTo>
                  <a:lnTo>
                    <a:pt x="0" y="1140505"/>
                  </a:lnTo>
                  <a:lnTo>
                    <a:pt x="0" y="1106812"/>
                  </a:lnTo>
                  <a:lnTo>
                    <a:pt x="0" y="1073120"/>
                  </a:lnTo>
                  <a:lnTo>
                    <a:pt x="0" y="1039427"/>
                  </a:lnTo>
                  <a:lnTo>
                    <a:pt x="0" y="1005734"/>
                  </a:lnTo>
                  <a:lnTo>
                    <a:pt x="0" y="972041"/>
                  </a:lnTo>
                  <a:lnTo>
                    <a:pt x="0" y="938348"/>
                  </a:lnTo>
                  <a:lnTo>
                    <a:pt x="0" y="904655"/>
                  </a:lnTo>
                  <a:lnTo>
                    <a:pt x="0" y="870962"/>
                  </a:lnTo>
                  <a:lnTo>
                    <a:pt x="0" y="837269"/>
                  </a:lnTo>
                  <a:lnTo>
                    <a:pt x="0" y="803576"/>
                  </a:lnTo>
                  <a:lnTo>
                    <a:pt x="0" y="769883"/>
                  </a:lnTo>
                  <a:lnTo>
                    <a:pt x="0" y="736190"/>
                  </a:lnTo>
                  <a:lnTo>
                    <a:pt x="0" y="702497"/>
                  </a:lnTo>
                  <a:lnTo>
                    <a:pt x="0" y="668804"/>
                  </a:lnTo>
                  <a:lnTo>
                    <a:pt x="0" y="635111"/>
                  </a:lnTo>
                  <a:lnTo>
                    <a:pt x="0" y="601418"/>
                  </a:lnTo>
                  <a:lnTo>
                    <a:pt x="0" y="567725"/>
                  </a:lnTo>
                  <a:lnTo>
                    <a:pt x="0" y="534033"/>
                  </a:lnTo>
                  <a:lnTo>
                    <a:pt x="0" y="500340"/>
                  </a:lnTo>
                  <a:lnTo>
                    <a:pt x="0" y="466647"/>
                  </a:lnTo>
                  <a:lnTo>
                    <a:pt x="0" y="432954"/>
                  </a:lnTo>
                  <a:lnTo>
                    <a:pt x="0" y="399261"/>
                  </a:lnTo>
                  <a:lnTo>
                    <a:pt x="0" y="365568"/>
                  </a:lnTo>
                  <a:lnTo>
                    <a:pt x="0" y="331875"/>
                  </a:lnTo>
                  <a:lnTo>
                    <a:pt x="0" y="298182"/>
                  </a:lnTo>
                  <a:lnTo>
                    <a:pt x="0" y="264489"/>
                  </a:lnTo>
                  <a:lnTo>
                    <a:pt x="0" y="230796"/>
                  </a:lnTo>
                  <a:lnTo>
                    <a:pt x="0" y="197103"/>
                  </a:lnTo>
                  <a:lnTo>
                    <a:pt x="0" y="163410"/>
                  </a:lnTo>
                  <a:lnTo>
                    <a:pt x="0" y="129717"/>
                  </a:lnTo>
                  <a:lnTo>
                    <a:pt x="0" y="96024"/>
                  </a:lnTo>
                  <a:lnTo>
                    <a:pt x="0" y="62331"/>
                  </a:lnTo>
                  <a:lnTo>
                    <a:pt x="0" y="28638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2409757" y="4040542"/>
              <a:ext cx="2190487" cy="0"/>
            </a:xfrm>
            <a:custGeom>
              <a:avLst/>
              <a:pathLst>
                <a:path w="2190487" h="0">
                  <a:moveTo>
                    <a:pt x="0" y="0"/>
                  </a:moveTo>
                  <a:lnTo>
                    <a:pt x="11063" y="0"/>
                  </a:lnTo>
                  <a:lnTo>
                    <a:pt x="39223" y="0"/>
                  </a:lnTo>
                  <a:lnTo>
                    <a:pt x="67384" y="0"/>
                  </a:lnTo>
                  <a:lnTo>
                    <a:pt x="95544" y="0"/>
                  </a:lnTo>
                  <a:lnTo>
                    <a:pt x="123705" y="0"/>
                  </a:lnTo>
                  <a:lnTo>
                    <a:pt x="151865" y="0"/>
                  </a:lnTo>
                  <a:lnTo>
                    <a:pt x="180026" y="0"/>
                  </a:lnTo>
                  <a:lnTo>
                    <a:pt x="208186" y="0"/>
                  </a:lnTo>
                  <a:lnTo>
                    <a:pt x="236347" y="0"/>
                  </a:lnTo>
                  <a:lnTo>
                    <a:pt x="264507" y="0"/>
                  </a:lnTo>
                  <a:lnTo>
                    <a:pt x="292668" y="0"/>
                  </a:lnTo>
                  <a:lnTo>
                    <a:pt x="320828" y="0"/>
                  </a:lnTo>
                  <a:lnTo>
                    <a:pt x="348989" y="0"/>
                  </a:lnTo>
                  <a:lnTo>
                    <a:pt x="377150" y="0"/>
                  </a:lnTo>
                  <a:lnTo>
                    <a:pt x="405310" y="0"/>
                  </a:lnTo>
                  <a:lnTo>
                    <a:pt x="433471" y="0"/>
                  </a:lnTo>
                  <a:lnTo>
                    <a:pt x="461631" y="0"/>
                  </a:lnTo>
                  <a:lnTo>
                    <a:pt x="489792" y="0"/>
                  </a:lnTo>
                  <a:lnTo>
                    <a:pt x="517952" y="0"/>
                  </a:lnTo>
                  <a:lnTo>
                    <a:pt x="546113" y="0"/>
                  </a:lnTo>
                  <a:lnTo>
                    <a:pt x="574273" y="0"/>
                  </a:lnTo>
                  <a:lnTo>
                    <a:pt x="602434" y="0"/>
                  </a:lnTo>
                  <a:lnTo>
                    <a:pt x="630594" y="0"/>
                  </a:lnTo>
                  <a:lnTo>
                    <a:pt x="658755" y="0"/>
                  </a:lnTo>
                  <a:lnTo>
                    <a:pt x="686915" y="0"/>
                  </a:lnTo>
                  <a:lnTo>
                    <a:pt x="715076" y="0"/>
                  </a:lnTo>
                  <a:lnTo>
                    <a:pt x="743237" y="0"/>
                  </a:lnTo>
                  <a:lnTo>
                    <a:pt x="771397" y="0"/>
                  </a:lnTo>
                  <a:lnTo>
                    <a:pt x="799558" y="0"/>
                  </a:lnTo>
                  <a:lnTo>
                    <a:pt x="827718" y="0"/>
                  </a:lnTo>
                  <a:lnTo>
                    <a:pt x="855879" y="0"/>
                  </a:lnTo>
                  <a:lnTo>
                    <a:pt x="884039" y="0"/>
                  </a:lnTo>
                  <a:lnTo>
                    <a:pt x="912200" y="0"/>
                  </a:lnTo>
                  <a:lnTo>
                    <a:pt x="940360" y="0"/>
                  </a:lnTo>
                  <a:lnTo>
                    <a:pt x="968521" y="0"/>
                  </a:lnTo>
                  <a:lnTo>
                    <a:pt x="996681" y="0"/>
                  </a:lnTo>
                  <a:lnTo>
                    <a:pt x="1024842" y="0"/>
                  </a:lnTo>
                  <a:lnTo>
                    <a:pt x="1053002" y="0"/>
                  </a:lnTo>
                  <a:lnTo>
                    <a:pt x="1081163" y="0"/>
                  </a:lnTo>
                  <a:lnTo>
                    <a:pt x="1109323" y="0"/>
                  </a:lnTo>
                  <a:lnTo>
                    <a:pt x="1137484" y="0"/>
                  </a:lnTo>
                  <a:lnTo>
                    <a:pt x="1165645" y="0"/>
                  </a:lnTo>
                  <a:lnTo>
                    <a:pt x="1193805" y="0"/>
                  </a:lnTo>
                  <a:lnTo>
                    <a:pt x="1221966" y="0"/>
                  </a:lnTo>
                  <a:lnTo>
                    <a:pt x="1250126" y="0"/>
                  </a:lnTo>
                  <a:lnTo>
                    <a:pt x="1278287" y="0"/>
                  </a:lnTo>
                  <a:lnTo>
                    <a:pt x="1306447" y="0"/>
                  </a:lnTo>
                  <a:lnTo>
                    <a:pt x="1334608" y="0"/>
                  </a:lnTo>
                  <a:lnTo>
                    <a:pt x="1362768" y="0"/>
                  </a:lnTo>
                  <a:lnTo>
                    <a:pt x="1390929" y="0"/>
                  </a:lnTo>
                  <a:lnTo>
                    <a:pt x="1419089" y="0"/>
                  </a:lnTo>
                  <a:lnTo>
                    <a:pt x="1447250" y="0"/>
                  </a:lnTo>
                  <a:lnTo>
                    <a:pt x="1475410" y="0"/>
                  </a:lnTo>
                  <a:lnTo>
                    <a:pt x="1503571" y="0"/>
                  </a:lnTo>
                  <a:lnTo>
                    <a:pt x="1531732" y="0"/>
                  </a:lnTo>
                  <a:lnTo>
                    <a:pt x="1559892" y="0"/>
                  </a:lnTo>
                  <a:lnTo>
                    <a:pt x="1588053" y="0"/>
                  </a:lnTo>
                  <a:lnTo>
                    <a:pt x="1616213" y="0"/>
                  </a:lnTo>
                  <a:lnTo>
                    <a:pt x="1644374" y="0"/>
                  </a:lnTo>
                  <a:lnTo>
                    <a:pt x="1672534" y="0"/>
                  </a:lnTo>
                  <a:lnTo>
                    <a:pt x="1700695" y="0"/>
                  </a:lnTo>
                  <a:lnTo>
                    <a:pt x="1728855" y="0"/>
                  </a:lnTo>
                  <a:lnTo>
                    <a:pt x="1757016" y="0"/>
                  </a:lnTo>
                  <a:lnTo>
                    <a:pt x="1785176" y="0"/>
                  </a:lnTo>
                  <a:lnTo>
                    <a:pt x="1813337" y="0"/>
                  </a:lnTo>
                  <a:lnTo>
                    <a:pt x="1841497" y="0"/>
                  </a:lnTo>
                  <a:lnTo>
                    <a:pt x="1869658" y="0"/>
                  </a:lnTo>
                  <a:lnTo>
                    <a:pt x="1897818" y="0"/>
                  </a:lnTo>
                  <a:lnTo>
                    <a:pt x="1925979" y="0"/>
                  </a:lnTo>
                  <a:lnTo>
                    <a:pt x="1954140" y="0"/>
                  </a:lnTo>
                  <a:lnTo>
                    <a:pt x="1982300" y="0"/>
                  </a:lnTo>
                  <a:lnTo>
                    <a:pt x="2010461" y="0"/>
                  </a:lnTo>
                  <a:lnTo>
                    <a:pt x="2038621" y="0"/>
                  </a:lnTo>
                  <a:lnTo>
                    <a:pt x="2066782" y="0"/>
                  </a:lnTo>
                  <a:lnTo>
                    <a:pt x="2094942" y="0"/>
                  </a:lnTo>
                  <a:lnTo>
                    <a:pt x="2123103" y="0"/>
                  </a:lnTo>
                  <a:lnTo>
                    <a:pt x="2151263" y="0"/>
                  </a:lnTo>
                  <a:lnTo>
                    <a:pt x="2179424" y="0"/>
                  </a:lnTo>
                  <a:lnTo>
                    <a:pt x="2190487" y="0"/>
                  </a:lnTo>
                  <a:lnTo>
                    <a:pt x="2190487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2409757" y="3669919"/>
              <a:ext cx="2190487" cy="0"/>
            </a:xfrm>
            <a:custGeom>
              <a:avLst/>
              <a:pathLst>
                <a:path w="2190487" h="0">
                  <a:moveTo>
                    <a:pt x="0" y="0"/>
                  </a:moveTo>
                  <a:lnTo>
                    <a:pt x="11063" y="0"/>
                  </a:lnTo>
                  <a:lnTo>
                    <a:pt x="39223" y="0"/>
                  </a:lnTo>
                  <a:lnTo>
                    <a:pt x="67384" y="0"/>
                  </a:lnTo>
                  <a:lnTo>
                    <a:pt x="95544" y="0"/>
                  </a:lnTo>
                  <a:lnTo>
                    <a:pt x="123705" y="0"/>
                  </a:lnTo>
                  <a:lnTo>
                    <a:pt x="151865" y="0"/>
                  </a:lnTo>
                  <a:lnTo>
                    <a:pt x="180026" y="0"/>
                  </a:lnTo>
                  <a:lnTo>
                    <a:pt x="208186" y="0"/>
                  </a:lnTo>
                  <a:lnTo>
                    <a:pt x="236347" y="0"/>
                  </a:lnTo>
                  <a:lnTo>
                    <a:pt x="264507" y="0"/>
                  </a:lnTo>
                  <a:lnTo>
                    <a:pt x="292668" y="0"/>
                  </a:lnTo>
                  <a:lnTo>
                    <a:pt x="320828" y="0"/>
                  </a:lnTo>
                  <a:lnTo>
                    <a:pt x="348989" y="0"/>
                  </a:lnTo>
                  <a:lnTo>
                    <a:pt x="377150" y="0"/>
                  </a:lnTo>
                  <a:lnTo>
                    <a:pt x="405310" y="0"/>
                  </a:lnTo>
                  <a:lnTo>
                    <a:pt x="433471" y="0"/>
                  </a:lnTo>
                  <a:lnTo>
                    <a:pt x="461631" y="0"/>
                  </a:lnTo>
                  <a:lnTo>
                    <a:pt x="489792" y="0"/>
                  </a:lnTo>
                  <a:lnTo>
                    <a:pt x="517952" y="0"/>
                  </a:lnTo>
                  <a:lnTo>
                    <a:pt x="546113" y="0"/>
                  </a:lnTo>
                  <a:lnTo>
                    <a:pt x="574273" y="0"/>
                  </a:lnTo>
                  <a:lnTo>
                    <a:pt x="602434" y="0"/>
                  </a:lnTo>
                  <a:lnTo>
                    <a:pt x="630594" y="0"/>
                  </a:lnTo>
                  <a:lnTo>
                    <a:pt x="658755" y="0"/>
                  </a:lnTo>
                  <a:lnTo>
                    <a:pt x="686915" y="0"/>
                  </a:lnTo>
                  <a:lnTo>
                    <a:pt x="715076" y="0"/>
                  </a:lnTo>
                  <a:lnTo>
                    <a:pt x="743237" y="0"/>
                  </a:lnTo>
                  <a:lnTo>
                    <a:pt x="771397" y="0"/>
                  </a:lnTo>
                  <a:lnTo>
                    <a:pt x="799558" y="0"/>
                  </a:lnTo>
                  <a:lnTo>
                    <a:pt x="827718" y="0"/>
                  </a:lnTo>
                  <a:lnTo>
                    <a:pt x="855879" y="0"/>
                  </a:lnTo>
                  <a:lnTo>
                    <a:pt x="884039" y="0"/>
                  </a:lnTo>
                  <a:lnTo>
                    <a:pt x="912200" y="0"/>
                  </a:lnTo>
                  <a:lnTo>
                    <a:pt x="940360" y="0"/>
                  </a:lnTo>
                  <a:lnTo>
                    <a:pt x="968521" y="0"/>
                  </a:lnTo>
                  <a:lnTo>
                    <a:pt x="996681" y="0"/>
                  </a:lnTo>
                  <a:lnTo>
                    <a:pt x="1024842" y="0"/>
                  </a:lnTo>
                  <a:lnTo>
                    <a:pt x="1053002" y="0"/>
                  </a:lnTo>
                  <a:lnTo>
                    <a:pt x="1081163" y="0"/>
                  </a:lnTo>
                  <a:lnTo>
                    <a:pt x="1109323" y="0"/>
                  </a:lnTo>
                  <a:lnTo>
                    <a:pt x="1137484" y="0"/>
                  </a:lnTo>
                  <a:lnTo>
                    <a:pt x="1165645" y="0"/>
                  </a:lnTo>
                  <a:lnTo>
                    <a:pt x="1193805" y="0"/>
                  </a:lnTo>
                  <a:lnTo>
                    <a:pt x="1221966" y="0"/>
                  </a:lnTo>
                  <a:lnTo>
                    <a:pt x="1250126" y="0"/>
                  </a:lnTo>
                  <a:lnTo>
                    <a:pt x="1278287" y="0"/>
                  </a:lnTo>
                  <a:lnTo>
                    <a:pt x="1306447" y="0"/>
                  </a:lnTo>
                  <a:lnTo>
                    <a:pt x="1334608" y="0"/>
                  </a:lnTo>
                  <a:lnTo>
                    <a:pt x="1362768" y="0"/>
                  </a:lnTo>
                  <a:lnTo>
                    <a:pt x="1390929" y="0"/>
                  </a:lnTo>
                  <a:lnTo>
                    <a:pt x="1419089" y="0"/>
                  </a:lnTo>
                  <a:lnTo>
                    <a:pt x="1447250" y="0"/>
                  </a:lnTo>
                  <a:lnTo>
                    <a:pt x="1475410" y="0"/>
                  </a:lnTo>
                  <a:lnTo>
                    <a:pt x="1503571" y="0"/>
                  </a:lnTo>
                  <a:lnTo>
                    <a:pt x="1531732" y="0"/>
                  </a:lnTo>
                  <a:lnTo>
                    <a:pt x="1559892" y="0"/>
                  </a:lnTo>
                  <a:lnTo>
                    <a:pt x="1588053" y="0"/>
                  </a:lnTo>
                  <a:lnTo>
                    <a:pt x="1616213" y="0"/>
                  </a:lnTo>
                  <a:lnTo>
                    <a:pt x="1644374" y="0"/>
                  </a:lnTo>
                  <a:lnTo>
                    <a:pt x="1672534" y="0"/>
                  </a:lnTo>
                  <a:lnTo>
                    <a:pt x="1700695" y="0"/>
                  </a:lnTo>
                  <a:lnTo>
                    <a:pt x="1728855" y="0"/>
                  </a:lnTo>
                  <a:lnTo>
                    <a:pt x="1757016" y="0"/>
                  </a:lnTo>
                  <a:lnTo>
                    <a:pt x="1785176" y="0"/>
                  </a:lnTo>
                  <a:lnTo>
                    <a:pt x="1813337" y="0"/>
                  </a:lnTo>
                  <a:lnTo>
                    <a:pt x="1841497" y="0"/>
                  </a:lnTo>
                  <a:lnTo>
                    <a:pt x="1869658" y="0"/>
                  </a:lnTo>
                  <a:lnTo>
                    <a:pt x="1897818" y="0"/>
                  </a:lnTo>
                  <a:lnTo>
                    <a:pt x="1925979" y="0"/>
                  </a:lnTo>
                  <a:lnTo>
                    <a:pt x="1954140" y="0"/>
                  </a:lnTo>
                  <a:lnTo>
                    <a:pt x="1982300" y="0"/>
                  </a:lnTo>
                  <a:lnTo>
                    <a:pt x="2010461" y="0"/>
                  </a:lnTo>
                  <a:lnTo>
                    <a:pt x="2038621" y="0"/>
                  </a:lnTo>
                  <a:lnTo>
                    <a:pt x="2066782" y="0"/>
                  </a:lnTo>
                  <a:lnTo>
                    <a:pt x="2094942" y="0"/>
                  </a:lnTo>
                  <a:lnTo>
                    <a:pt x="2123103" y="0"/>
                  </a:lnTo>
                  <a:lnTo>
                    <a:pt x="2151263" y="0"/>
                  </a:lnTo>
                  <a:lnTo>
                    <a:pt x="2179424" y="0"/>
                  </a:lnTo>
                  <a:lnTo>
                    <a:pt x="2190487" y="0"/>
                  </a:lnTo>
                  <a:lnTo>
                    <a:pt x="2190487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2409757" y="3299297"/>
              <a:ext cx="2190487" cy="0"/>
            </a:xfrm>
            <a:custGeom>
              <a:avLst/>
              <a:pathLst>
                <a:path w="2190487" h="0">
                  <a:moveTo>
                    <a:pt x="0" y="0"/>
                  </a:moveTo>
                  <a:lnTo>
                    <a:pt x="11063" y="0"/>
                  </a:lnTo>
                  <a:lnTo>
                    <a:pt x="39223" y="0"/>
                  </a:lnTo>
                  <a:lnTo>
                    <a:pt x="67384" y="0"/>
                  </a:lnTo>
                  <a:lnTo>
                    <a:pt x="95544" y="0"/>
                  </a:lnTo>
                  <a:lnTo>
                    <a:pt x="123705" y="0"/>
                  </a:lnTo>
                  <a:lnTo>
                    <a:pt x="151865" y="0"/>
                  </a:lnTo>
                  <a:lnTo>
                    <a:pt x="180026" y="0"/>
                  </a:lnTo>
                  <a:lnTo>
                    <a:pt x="208186" y="0"/>
                  </a:lnTo>
                  <a:lnTo>
                    <a:pt x="236347" y="0"/>
                  </a:lnTo>
                  <a:lnTo>
                    <a:pt x="264507" y="0"/>
                  </a:lnTo>
                  <a:lnTo>
                    <a:pt x="292668" y="0"/>
                  </a:lnTo>
                  <a:lnTo>
                    <a:pt x="320828" y="0"/>
                  </a:lnTo>
                  <a:lnTo>
                    <a:pt x="348989" y="0"/>
                  </a:lnTo>
                  <a:lnTo>
                    <a:pt x="377150" y="0"/>
                  </a:lnTo>
                  <a:lnTo>
                    <a:pt x="405310" y="0"/>
                  </a:lnTo>
                  <a:lnTo>
                    <a:pt x="433471" y="0"/>
                  </a:lnTo>
                  <a:lnTo>
                    <a:pt x="461631" y="0"/>
                  </a:lnTo>
                  <a:lnTo>
                    <a:pt x="489792" y="0"/>
                  </a:lnTo>
                  <a:lnTo>
                    <a:pt x="517952" y="0"/>
                  </a:lnTo>
                  <a:lnTo>
                    <a:pt x="546113" y="0"/>
                  </a:lnTo>
                  <a:lnTo>
                    <a:pt x="574273" y="0"/>
                  </a:lnTo>
                  <a:lnTo>
                    <a:pt x="602434" y="0"/>
                  </a:lnTo>
                  <a:lnTo>
                    <a:pt x="630594" y="0"/>
                  </a:lnTo>
                  <a:lnTo>
                    <a:pt x="658755" y="0"/>
                  </a:lnTo>
                  <a:lnTo>
                    <a:pt x="686915" y="0"/>
                  </a:lnTo>
                  <a:lnTo>
                    <a:pt x="715076" y="0"/>
                  </a:lnTo>
                  <a:lnTo>
                    <a:pt x="743237" y="0"/>
                  </a:lnTo>
                  <a:lnTo>
                    <a:pt x="771397" y="0"/>
                  </a:lnTo>
                  <a:lnTo>
                    <a:pt x="799558" y="0"/>
                  </a:lnTo>
                  <a:lnTo>
                    <a:pt x="827718" y="0"/>
                  </a:lnTo>
                  <a:lnTo>
                    <a:pt x="855879" y="0"/>
                  </a:lnTo>
                  <a:lnTo>
                    <a:pt x="884039" y="0"/>
                  </a:lnTo>
                  <a:lnTo>
                    <a:pt x="912200" y="0"/>
                  </a:lnTo>
                  <a:lnTo>
                    <a:pt x="940360" y="0"/>
                  </a:lnTo>
                  <a:lnTo>
                    <a:pt x="968521" y="0"/>
                  </a:lnTo>
                  <a:lnTo>
                    <a:pt x="996681" y="0"/>
                  </a:lnTo>
                  <a:lnTo>
                    <a:pt x="1024842" y="0"/>
                  </a:lnTo>
                  <a:lnTo>
                    <a:pt x="1053002" y="0"/>
                  </a:lnTo>
                  <a:lnTo>
                    <a:pt x="1081163" y="0"/>
                  </a:lnTo>
                  <a:lnTo>
                    <a:pt x="1109323" y="0"/>
                  </a:lnTo>
                  <a:lnTo>
                    <a:pt x="1137484" y="0"/>
                  </a:lnTo>
                  <a:lnTo>
                    <a:pt x="1165645" y="0"/>
                  </a:lnTo>
                  <a:lnTo>
                    <a:pt x="1193805" y="0"/>
                  </a:lnTo>
                  <a:lnTo>
                    <a:pt x="1221966" y="0"/>
                  </a:lnTo>
                  <a:lnTo>
                    <a:pt x="1250126" y="0"/>
                  </a:lnTo>
                  <a:lnTo>
                    <a:pt x="1278287" y="0"/>
                  </a:lnTo>
                  <a:lnTo>
                    <a:pt x="1306447" y="0"/>
                  </a:lnTo>
                  <a:lnTo>
                    <a:pt x="1334608" y="0"/>
                  </a:lnTo>
                  <a:lnTo>
                    <a:pt x="1362768" y="0"/>
                  </a:lnTo>
                  <a:lnTo>
                    <a:pt x="1390929" y="0"/>
                  </a:lnTo>
                  <a:lnTo>
                    <a:pt x="1419089" y="0"/>
                  </a:lnTo>
                  <a:lnTo>
                    <a:pt x="1447250" y="0"/>
                  </a:lnTo>
                  <a:lnTo>
                    <a:pt x="1475410" y="0"/>
                  </a:lnTo>
                  <a:lnTo>
                    <a:pt x="1503571" y="0"/>
                  </a:lnTo>
                  <a:lnTo>
                    <a:pt x="1531732" y="0"/>
                  </a:lnTo>
                  <a:lnTo>
                    <a:pt x="1559892" y="0"/>
                  </a:lnTo>
                  <a:lnTo>
                    <a:pt x="1588053" y="0"/>
                  </a:lnTo>
                  <a:lnTo>
                    <a:pt x="1616213" y="0"/>
                  </a:lnTo>
                  <a:lnTo>
                    <a:pt x="1644374" y="0"/>
                  </a:lnTo>
                  <a:lnTo>
                    <a:pt x="1672534" y="0"/>
                  </a:lnTo>
                  <a:lnTo>
                    <a:pt x="1700695" y="0"/>
                  </a:lnTo>
                  <a:lnTo>
                    <a:pt x="1728855" y="0"/>
                  </a:lnTo>
                  <a:lnTo>
                    <a:pt x="1757016" y="0"/>
                  </a:lnTo>
                  <a:lnTo>
                    <a:pt x="1785176" y="0"/>
                  </a:lnTo>
                  <a:lnTo>
                    <a:pt x="1813337" y="0"/>
                  </a:lnTo>
                  <a:lnTo>
                    <a:pt x="1841497" y="0"/>
                  </a:lnTo>
                  <a:lnTo>
                    <a:pt x="1869658" y="0"/>
                  </a:lnTo>
                  <a:lnTo>
                    <a:pt x="1897818" y="0"/>
                  </a:lnTo>
                  <a:lnTo>
                    <a:pt x="1925979" y="0"/>
                  </a:lnTo>
                  <a:lnTo>
                    <a:pt x="1954140" y="0"/>
                  </a:lnTo>
                  <a:lnTo>
                    <a:pt x="1982300" y="0"/>
                  </a:lnTo>
                  <a:lnTo>
                    <a:pt x="2010461" y="0"/>
                  </a:lnTo>
                  <a:lnTo>
                    <a:pt x="2038621" y="0"/>
                  </a:lnTo>
                  <a:lnTo>
                    <a:pt x="2066782" y="0"/>
                  </a:lnTo>
                  <a:lnTo>
                    <a:pt x="2094942" y="0"/>
                  </a:lnTo>
                  <a:lnTo>
                    <a:pt x="2123103" y="0"/>
                  </a:lnTo>
                  <a:lnTo>
                    <a:pt x="2151263" y="0"/>
                  </a:lnTo>
                  <a:lnTo>
                    <a:pt x="2179424" y="0"/>
                  </a:lnTo>
                  <a:lnTo>
                    <a:pt x="2190487" y="0"/>
                  </a:lnTo>
                  <a:lnTo>
                    <a:pt x="2190487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2409757" y="2928675"/>
              <a:ext cx="2190487" cy="0"/>
            </a:xfrm>
            <a:custGeom>
              <a:avLst/>
              <a:pathLst>
                <a:path w="2190487" h="0">
                  <a:moveTo>
                    <a:pt x="0" y="0"/>
                  </a:moveTo>
                  <a:lnTo>
                    <a:pt x="11063" y="0"/>
                  </a:lnTo>
                  <a:lnTo>
                    <a:pt x="39223" y="0"/>
                  </a:lnTo>
                  <a:lnTo>
                    <a:pt x="67384" y="0"/>
                  </a:lnTo>
                  <a:lnTo>
                    <a:pt x="95544" y="0"/>
                  </a:lnTo>
                  <a:lnTo>
                    <a:pt x="123705" y="0"/>
                  </a:lnTo>
                  <a:lnTo>
                    <a:pt x="151865" y="0"/>
                  </a:lnTo>
                  <a:lnTo>
                    <a:pt x="180026" y="0"/>
                  </a:lnTo>
                  <a:lnTo>
                    <a:pt x="208186" y="0"/>
                  </a:lnTo>
                  <a:lnTo>
                    <a:pt x="236347" y="0"/>
                  </a:lnTo>
                  <a:lnTo>
                    <a:pt x="264507" y="0"/>
                  </a:lnTo>
                  <a:lnTo>
                    <a:pt x="292668" y="0"/>
                  </a:lnTo>
                  <a:lnTo>
                    <a:pt x="320828" y="0"/>
                  </a:lnTo>
                  <a:lnTo>
                    <a:pt x="348989" y="0"/>
                  </a:lnTo>
                  <a:lnTo>
                    <a:pt x="377150" y="0"/>
                  </a:lnTo>
                  <a:lnTo>
                    <a:pt x="405310" y="0"/>
                  </a:lnTo>
                  <a:lnTo>
                    <a:pt x="433471" y="0"/>
                  </a:lnTo>
                  <a:lnTo>
                    <a:pt x="461631" y="0"/>
                  </a:lnTo>
                  <a:lnTo>
                    <a:pt x="489792" y="0"/>
                  </a:lnTo>
                  <a:lnTo>
                    <a:pt x="517952" y="0"/>
                  </a:lnTo>
                  <a:lnTo>
                    <a:pt x="546113" y="0"/>
                  </a:lnTo>
                  <a:lnTo>
                    <a:pt x="574273" y="0"/>
                  </a:lnTo>
                  <a:lnTo>
                    <a:pt x="602434" y="0"/>
                  </a:lnTo>
                  <a:lnTo>
                    <a:pt x="630594" y="0"/>
                  </a:lnTo>
                  <a:lnTo>
                    <a:pt x="658755" y="0"/>
                  </a:lnTo>
                  <a:lnTo>
                    <a:pt x="686915" y="0"/>
                  </a:lnTo>
                  <a:lnTo>
                    <a:pt x="715076" y="0"/>
                  </a:lnTo>
                  <a:lnTo>
                    <a:pt x="743237" y="0"/>
                  </a:lnTo>
                  <a:lnTo>
                    <a:pt x="771397" y="0"/>
                  </a:lnTo>
                  <a:lnTo>
                    <a:pt x="799558" y="0"/>
                  </a:lnTo>
                  <a:lnTo>
                    <a:pt x="827718" y="0"/>
                  </a:lnTo>
                  <a:lnTo>
                    <a:pt x="855879" y="0"/>
                  </a:lnTo>
                  <a:lnTo>
                    <a:pt x="884039" y="0"/>
                  </a:lnTo>
                  <a:lnTo>
                    <a:pt x="912200" y="0"/>
                  </a:lnTo>
                  <a:lnTo>
                    <a:pt x="940360" y="0"/>
                  </a:lnTo>
                  <a:lnTo>
                    <a:pt x="968521" y="0"/>
                  </a:lnTo>
                  <a:lnTo>
                    <a:pt x="996681" y="0"/>
                  </a:lnTo>
                  <a:lnTo>
                    <a:pt x="1024842" y="0"/>
                  </a:lnTo>
                  <a:lnTo>
                    <a:pt x="1053002" y="0"/>
                  </a:lnTo>
                  <a:lnTo>
                    <a:pt x="1081163" y="0"/>
                  </a:lnTo>
                  <a:lnTo>
                    <a:pt x="1109323" y="0"/>
                  </a:lnTo>
                  <a:lnTo>
                    <a:pt x="1137484" y="0"/>
                  </a:lnTo>
                  <a:lnTo>
                    <a:pt x="1165645" y="0"/>
                  </a:lnTo>
                  <a:lnTo>
                    <a:pt x="1193805" y="0"/>
                  </a:lnTo>
                  <a:lnTo>
                    <a:pt x="1221966" y="0"/>
                  </a:lnTo>
                  <a:lnTo>
                    <a:pt x="1250126" y="0"/>
                  </a:lnTo>
                  <a:lnTo>
                    <a:pt x="1278287" y="0"/>
                  </a:lnTo>
                  <a:lnTo>
                    <a:pt x="1306447" y="0"/>
                  </a:lnTo>
                  <a:lnTo>
                    <a:pt x="1334608" y="0"/>
                  </a:lnTo>
                  <a:lnTo>
                    <a:pt x="1362768" y="0"/>
                  </a:lnTo>
                  <a:lnTo>
                    <a:pt x="1390929" y="0"/>
                  </a:lnTo>
                  <a:lnTo>
                    <a:pt x="1419089" y="0"/>
                  </a:lnTo>
                  <a:lnTo>
                    <a:pt x="1447250" y="0"/>
                  </a:lnTo>
                  <a:lnTo>
                    <a:pt x="1475410" y="0"/>
                  </a:lnTo>
                  <a:lnTo>
                    <a:pt x="1503571" y="0"/>
                  </a:lnTo>
                  <a:lnTo>
                    <a:pt x="1531732" y="0"/>
                  </a:lnTo>
                  <a:lnTo>
                    <a:pt x="1559892" y="0"/>
                  </a:lnTo>
                  <a:lnTo>
                    <a:pt x="1588053" y="0"/>
                  </a:lnTo>
                  <a:lnTo>
                    <a:pt x="1616213" y="0"/>
                  </a:lnTo>
                  <a:lnTo>
                    <a:pt x="1644374" y="0"/>
                  </a:lnTo>
                  <a:lnTo>
                    <a:pt x="1672534" y="0"/>
                  </a:lnTo>
                  <a:lnTo>
                    <a:pt x="1700695" y="0"/>
                  </a:lnTo>
                  <a:lnTo>
                    <a:pt x="1728855" y="0"/>
                  </a:lnTo>
                  <a:lnTo>
                    <a:pt x="1757016" y="0"/>
                  </a:lnTo>
                  <a:lnTo>
                    <a:pt x="1785176" y="0"/>
                  </a:lnTo>
                  <a:lnTo>
                    <a:pt x="1813337" y="0"/>
                  </a:lnTo>
                  <a:lnTo>
                    <a:pt x="1841497" y="0"/>
                  </a:lnTo>
                  <a:lnTo>
                    <a:pt x="1869658" y="0"/>
                  </a:lnTo>
                  <a:lnTo>
                    <a:pt x="1897818" y="0"/>
                  </a:lnTo>
                  <a:lnTo>
                    <a:pt x="1925979" y="0"/>
                  </a:lnTo>
                  <a:lnTo>
                    <a:pt x="1954140" y="0"/>
                  </a:lnTo>
                  <a:lnTo>
                    <a:pt x="1982300" y="0"/>
                  </a:lnTo>
                  <a:lnTo>
                    <a:pt x="2010461" y="0"/>
                  </a:lnTo>
                  <a:lnTo>
                    <a:pt x="2038621" y="0"/>
                  </a:lnTo>
                  <a:lnTo>
                    <a:pt x="2066782" y="0"/>
                  </a:lnTo>
                  <a:lnTo>
                    <a:pt x="2094942" y="0"/>
                  </a:lnTo>
                  <a:lnTo>
                    <a:pt x="2123103" y="0"/>
                  </a:lnTo>
                  <a:lnTo>
                    <a:pt x="2151263" y="0"/>
                  </a:lnTo>
                  <a:lnTo>
                    <a:pt x="2179424" y="0"/>
                  </a:lnTo>
                  <a:lnTo>
                    <a:pt x="2190487" y="0"/>
                  </a:lnTo>
                  <a:lnTo>
                    <a:pt x="2190487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2409757" y="2558052"/>
              <a:ext cx="2190487" cy="0"/>
            </a:xfrm>
            <a:custGeom>
              <a:avLst/>
              <a:pathLst>
                <a:path w="2190487" h="0">
                  <a:moveTo>
                    <a:pt x="0" y="0"/>
                  </a:moveTo>
                  <a:lnTo>
                    <a:pt x="11063" y="0"/>
                  </a:lnTo>
                  <a:lnTo>
                    <a:pt x="39223" y="0"/>
                  </a:lnTo>
                  <a:lnTo>
                    <a:pt x="67384" y="0"/>
                  </a:lnTo>
                  <a:lnTo>
                    <a:pt x="95544" y="0"/>
                  </a:lnTo>
                  <a:lnTo>
                    <a:pt x="123705" y="0"/>
                  </a:lnTo>
                  <a:lnTo>
                    <a:pt x="151865" y="0"/>
                  </a:lnTo>
                  <a:lnTo>
                    <a:pt x="180026" y="0"/>
                  </a:lnTo>
                  <a:lnTo>
                    <a:pt x="208186" y="0"/>
                  </a:lnTo>
                  <a:lnTo>
                    <a:pt x="236347" y="0"/>
                  </a:lnTo>
                  <a:lnTo>
                    <a:pt x="264507" y="0"/>
                  </a:lnTo>
                  <a:lnTo>
                    <a:pt x="292668" y="0"/>
                  </a:lnTo>
                  <a:lnTo>
                    <a:pt x="320828" y="0"/>
                  </a:lnTo>
                  <a:lnTo>
                    <a:pt x="348989" y="0"/>
                  </a:lnTo>
                  <a:lnTo>
                    <a:pt x="377150" y="0"/>
                  </a:lnTo>
                  <a:lnTo>
                    <a:pt x="405310" y="0"/>
                  </a:lnTo>
                  <a:lnTo>
                    <a:pt x="433471" y="0"/>
                  </a:lnTo>
                  <a:lnTo>
                    <a:pt x="461631" y="0"/>
                  </a:lnTo>
                  <a:lnTo>
                    <a:pt x="489792" y="0"/>
                  </a:lnTo>
                  <a:lnTo>
                    <a:pt x="517952" y="0"/>
                  </a:lnTo>
                  <a:lnTo>
                    <a:pt x="546113" y="0"/>
                  </a:lnTo>
                  <a:lnTo>
                    <a:pt x="574273" y="0"/>
                  </a:lnTo>
                  <a:lnTo>
                    <a:pt x="602434" y="0"/>
                  </a:lnTo>
                  <a:lnTo>
                    <a:pt x="630594" y="0"/>
                  </a:lnTo>
                  <a:lnTo>
                    <a:pt x="658755" y="0"/>
                  </a:lnTo>
                  <a:lnTo>
                    <a:pt x="686915" y="0"/>
                  </a:lnTo>
                  <a:lnTo>
                    <a:pt x="715076" y="0"/>
                  </a:lnTo>
                  <a:lnTo>
                    <a:pt x="743237" y="0"/>
                  </a:lnTo>
                  <a:lnTo>
                    <a:pt x="771397" y="0"/>
                  </a:lnTo>
                  <a:lnTo>
                    <a:pt x="799558" y="0"/>
                  </a:lnTo>
                  <a:lnTo>
                    <a:pt x="827718" y="0"/>
                  </a:lnTo>
                  <a:lnTo>
                    <a:pt x="855879" y="0"/>
                  </a:lnTo>
                  <a:lnTo>
                    <a:pt x="884039" y="0"/>
                  </a:lnTo>
                  <a:lnTo>
                    <a:pt x="912200" y="0"/>
                  </a:lnTo>
                  <a:lnTo>
                    <a:pt x="940360" y="0"/>
                  </a:lnTo>
                  <a:lnTo>
                    <a:pt x="968521" y="0"/>
                  </a:lnTo>
                  <a:lnTo>
                    <a:pt x="996681" y="0"/>
                  </a:lnTo>
                  <a:lnTo>
                    <a:pt x="1024842" y="0"/>
                  </a:lnTo>
                  <a:lnTo>
                    <a:pt x="1053002" y="0"/>
                  </a:lnTo>
                  <a:lnTo>
                    <a:pt x="1081163" y="0"/>
                  </a:lnTo>
                  <a:lnTo>
                    <a:pt x="1109323" y="0"/>
                  </a:lnTo>
                  <a:lnTo>
                    <a:pt x="1137484" y="0"/>
                  </a:lnTo>
                  <a:lnTo>
                    <a:pt x="1165645" y="0"/>
                  </a:lnTo>
                  <a:lnTo>
                    <a:pt x="1193805" y="0"/>
                  </a:lnTo>
                  <a:lnTo>
                    <a:pt x="1221966" y="0"/>
                  </a:lnTo>
                  <a:lnTo>
                    <a:pt x="1250126" y="0"/>
                  </a:lnTo>
                  <a:lnTo>
                    <a:pt x="1278287" y="0"/>
                  </a:lnTo>
                  <a:lnTo>
                    <a:pt x="1306447" y="0"/>
                  </a:lnTo>
                  <a:lnTo>
                    <a:pt x="1334608" y="0"/>
                  </a:lnTo>
                  <a:lnTo>
                    <a:pt x="1362768" y="0"/>
                  </a:lnTo>
                  <a:lnTo>
                    <a:pt x="1390929" y="0"/>
                  </a:lnTo>
                  <a:lnTo>
                    <a:pt x="1419089" y="0"/>
                  </a:lnTo>
                  <a:lnTo>
                    <a:pt x="1447250" y="0"/>
                  </a:lnTo>
                  <a:lnTo>
                    <a:pt x="1475410" y="0"/>
                  </a:lnTo>
                  <a:lnTo>
                    <a:pt x="1503571" y="0"/>
                  </a:lnTo>
                  <a:lnTo>
                    <a:pt x="1531732" y="0"/>
                  </a:lnTo>
                  <a:lnTo>
                    <a:pt x="1559892" y="0"/>
                  </a:lnTo>
                  <a:lnTo>
                    <a:pt x="1588053" y="0"/>
                  </a:lnTo>
                  <a:lnTo>
                    <a:pt x="1616213" y="0"/>
                  </a:lnTo>
                  <a:lnTo>
                    <a:pt x="1644374" y="0"/>
                  </a:lnTo>
                  <a:lnTo>
                    <a:pt x="1672534" y="0"/>
                  </a:lnTo>
                  <a:lnTo>
                    <a:pt x="1700695" y="0"/>
                  </a:lnTo>
                  <a:lnTo>
                    <a:pt x="1728855" y="0"/>
                  </a:lnTo>
                  <a:lnTo>
                    <a:pt x="1757016" y="0"/>
                  </a:lnTo>
                  <a:lnTo>
                    <a:pt x="1785176" y="0"/>
                  </a:lnTo>
                  <a:lnTo>
                    <a:pt x="1813337" y="0"/>
                  </a:lnTo>
                  <a:lnTo>
                    <a:pt x="1841497" y="0"/>
                  </a:lnTo>
                  <a:lnTo>
                    <a:pt x="1869658" y="0"/>
                  </a:lnTo>
                  <a:lnTo>
                    <a:pt x="1897818" y="0"/>
                  </a:lnTo>
                  <a:lnTo>
                    <a:pt x="1925979" y="0"/>
                  </a:lnTo>
                  <a:lnTo>
                    <a:pt x="1954140" y="0"/>
                  </a:lnTo>
                  <a:lnTo>
                    <a:pt x="1982300" y="0"/>
                  </a:lnTo>
                  <a:lnTo>
                    <a:pt x="2010461" y="0"/>
                  </a:lnTo>
                  <a:lnTo>
                    <a:pt x="2038621" y="0"/>
                  </a:lnTo>
                  <a:lnTo>
                    <a:pt x="2066782" y="0"/>
                  </a:lnTo>
                  <a:lnTo>
                    <a:pt x="2094942" y="0"/>
                  </a:lnTo>
                  <a:lnTo>
                    <a:pt x="2123103" y="0"/>
                  </a:lnTo>
                  <a:lnTo>
                    <a:pt x="2151263" y="0"/>
                  </a:lnTo>
                  <a:lnTo>
                    <a:pt x="2179424" y="0"/>
                  </a:lnTo>
                  <a:lnTo>
                    <a:pt x="2190487" y="0"/>
                  </a:lnTo>
                  <a:lnTo>
                    <a:pt x="2190487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409757" y="2187430"/>
              <a:ext cx="2190487" cy="0"/>
            </a:xfrm>
            <a:custGeom>
              <a:avLst/>
              <a:pathLst>
                <a:path w="2190487" h="0">
                  <a:moveTo>
                    <a:pt x="0" y="0"/>
                  </a:moveTo>
                  <a:lnTo>
                    <a:pt x="11063" y="0"/>
                  </a:lnTo>
                  <a:lnTo>
                    <a:pt x="39223" y="0"/>
                  </a:lnTo>
                  <a:lnTo>
                    <a:pt x="67384" y="0"/>
                  </a:lnTo>
                  <a:lnTo>
                    <a:pt x="95544" y="0"/>
                  </a:lnTo>
                  <a:lnTo>
                    <a:pt x="123705" y="0"/>
                  </a:lnTo>
                  <a:lnTo>
                    <a:pt x="151865" y="0"/>
                  </a:lnTo>
                  <a:lnTo>
                    <a:pt x="180026" y="0"/>
                  </a:lnTo>
                  <a:lnTo>
                    <a:pt x="208186" y="0"/>
                  </a:lnTo>
                  <a:lnTo>
                    <a:pt x="236347" y="0"/>
                  </a:lnTo>
                  <a:lnTo>
                    <a:pt x="264507" y="0"/>
                  </a:lnTo>
                  <a:lnTo>
                    <a:pt x="292668" y="0"/>
                  </a:lnTo>
                  <a:lnTo>
                    <a:pt x="320828" y="0"/>
                  </a:lnTo>
                  <a:lnTo>
                    <a:pt x="348989" y="0"/>
                  </a:lnTo>
                  <a:lnTo>
                    <a:pt x="377150" y="0"/>
                  </a:lnTo>
                  <a:lnTo>
                    <a:pt x="405310" y="0"/>
                  </a:lnTo>
                  <a:lnTo>
                    <a:pt x="433471" y="0"/>
                  </a:lnTo>
                  <a:lnTo>
                    <a:pt x="461631" y="0"/>
                  </a:lnTo>
                  <a:lnTo>
                    <a:pt x="489792" y="0"/>
                  </a:lnTo>
                  <a:lnTo>
                    <a:pt x="517952" y="0"/>
                  </a:lnTo>
                  <a:lnTo>
                    <a:pt x="546113" y="0"/>
                  </a:lnTo>
                  <a:lnTo>
                    <a:pt x="574273" y="0"/>
                  </a:lnTo>
                  <a:lnTo>
                    <a:pt x="602434" y="0"/>
                  </a:lnTo>
                  <a:lnTo>
                    <a:pt x="630594" y="0"/>
                  </a:lnTo>
                  <a:lnTo>
                    <a:pt x="658755" y="0"/>
                  </a:lnTo>
                  <a:lnTo>
                    <a:pt x="686915" y="0"/>
                  </a:lnTo>
                  <a:lnTo>
                    <a:pt x="715076" y="0"/>
                  </a:lnTo>
                  <a:lnTo>
                    <a:pt x="743237" y="0"/>
                  </a:lnTo>
                  <a:lnTo>
                    <a:pt x="771397" y="0"/>
                  </a:lnTo>
                  <a:lnTo>
                    <a:pt x="799558" y="0"/>
                  </a:lnTo>
                  <a:lnTo>
                    <a:pt x="827718" y="0"/>
                  </a:lnTo>
                  <a:lnTo>
                    <a:pt x="855879" y="0"/>
                  </a:lnTo>
                  <a:lnTo>
                    <a:pt x="884039" y="0"/>
                  </a:lnTo>
                  <a:lnTo>
                    <a:pt x="912200" y="0"/>
                  </a:lnTo>
                  <a:lnTo>
                    <a:pt x="940360" y="0"/>
                  </a:lnTo>
                  <a:lnTo>
                    <a:pt x="968521" y="0"/>
                  </a:lnTo>
                  <a:lnTo>
                    <a:pt x="996681" y="0"/>
                  </a:lnTo>
                  <a:lnTo>
                    <a:pt x="1024842" y="0"/>
                  </a:lnTo>
                  <a:lnTo>
                    <a:pt x="1053002" y="0"/>
                  </a:lnTo>
                  <a:lnTo>
                    <a:pt x="1081163" y="0"/>
                  </a:lnTo>
                  <a:lnTo>
                    <a:pt x="1109323" y="0"/>
                  </a:lnTo>
                  <a:lnTo>
                    <a:pt x="1137484" y="0"/>
                  </a:lnTo>
                  <a:lnTo>
                    <a:pt x="1165645" y="0"/>
                  </a:lnTo>
                  <a:lnTo>
                    <a:pt x="1193805" y="0"/>
                  </a:lnTo>
                  <a:lnTo>
                    <a:pt x="1221966" y="0"/>
                  </a:lnTo>
                  <a:lnTo>
                    <a:pt x="1250126" y="0"/>
                  </a:lnTo>
                  <a:lnTo>
                    <a:pt x="1278287" y="0"/>
                  </a:lnTo>
                  <a:lnTo>
                    <a:pt x="1306447" y="0"/>
                  </a:lnTo>
                  <a:lnTo>
                    <a:pt x="1334608" y="0"/>
                  </a:lnTo>
                  <a:lnTo>
                    <a:pt x="1362768" y="0"/>
                  </a:lnTo>
                  <a:lnTo>
                    <a:pt x="1390929" y="0"/>
                  </a:lnTo>
                  <a:lnTo>
                    <a:pt x="1419089" y="0"/>
                  </a:lnTo>
                  <a:lnTo>
                    <a:pt x="1447250" y="0"/>
                  </a:lnTo>
                  <a:lnTo>
                    <a:pt x="1475410" y="0"/>
                  </a:lnTo>
                  <a:lnTo>
                    <a:pt x="1503571" y="0"/>
                  </a:lnTo>
                  <a:lnTo>
                    <a:pt x="1531732" y="0"/>
                  </a:lnTo>
                  <a:lnTo>
                    <a:pt x="1559892" y="0"/>
                  </a:lnTo>
                  <a:lnTo>
                    <a:pt x="1588053" y="0"/>
                  </a:lnTo>
                  <a:lnTo>
                    <a:pt x="1616213" y="0"/>
                  </a:lnTo>
                  <a:lnTo>
                    <a:pt x="1644374" y="0"/>
                  </a:lnTo>
                  <a:lnTo>
                    <a:pt x="1672534" y="0"/>
                  </a:lnTo>
                  <a:lnTo>
                    <a:pt x="1700695" y="0"/>
                  </a:lnTo>
                  <a:lnTo>
                    <a:pt x="1728855" y="0"/>
                  </a:lnTo>
                  <a:lnTo>
                    <a:pt x="1757016" y="0"/>
                  </a:lnTo>
                  <a:lnTo>
                    <a:pt x="1785176" y="0"/>
                  </a:lnTo>
                  <a:lnTo>
                    <a:pt x="1813337" y="0"/>
                  </a:lnTo>
                  <a:lnTo>
                    <a:pt x="1841497" y="0"/>
                  </a:lnTo>
                  <a:lnTo>
                    <a:pt x="1869658" y="0"/>
                  </a:lnTo>
                  <a:lnTo>
                    <a:pt x="1897818" y="0"/>
                  </a:lnTo>
                  <a:lnTo>
                    <a:pt x="1925979" y="0"/>
                  </a:lnTo>
                  <a:lnTo>
                    <a:pt x="1954140" y="0"/>
                  </a:lnTo>
                  <a:lnTo>
                    <a:pt x="1982300" y="0"/>
                  </a:lnTo>
                  <a:lnTo>
                    <a:pt x="2010461" y="0"/>
                  </a:lnTo>
                  <a:lnTo>
                    <a:pt x="2038621" y="0"/>
                  </a:lnTo>
                  <a:lnTo>
                    <a:pt x="2066782" y="0"/>
                  </a:lnTo>
                  <a:lnTo>
                    <a:pt x="2094942" y="0"/>
                  </a:lnTo>
                  <a:lnTo>
                    <a:pt x="2123103" y="0"/>
                  </a:lnTo>
                  <a:lnTo>
                    <a:pt x="2151263" y="0"/>
                  </a:lnTo>
                  <a:lnTo>
                    <a:pt x="2179424" y="0"/>
                  </a:lnTo>
                  <a:lnTo>
                    <a:pt x="2190487" y="0"/>
                  </a:lnTo>
                  <a:lnTo>
                    <a:pt x="2190487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2409757" y="1816808"/>
              <a:ext cx="2190487" cy="0"/>
            </a:xfrm>
            <a:custGeom>
              <a:avLst/>
              <a:pathLst>
                <a:path w="2190487" h="0">
                  <a:moveTo>
                    <a:pt x="0" y="0"/>
                  </a:moveTo>
                  <a:lnTo>
                    <a:pt x="11063" y="0"/>
                  </a:lnTo>
                  <a:lnTo>
                    <a:pt x="39223" y="0"/>
                  </a:lnTo>
                  <a:lnTo>
                    <a:pt x="67384" y="0"/>
                  </a:lnTo>
                  <a:lnTo>
                    <a:pt x="95544" y="0"/>
                  </a:lnTo>
                  <a:lnTo>
                    <a:pt x="123705" y="0"/>
                  </a:lnTo>
                  <a:lnTo>
                    <a:pt x="151865" y="0"/>
                  </a:lnTo>
                  <a:lnTo>
                    <a:pt x="180026" y="0"/>
                  </a:lnTo>
                  <a:lnTo>
                    <a:pt x="208186" y="0"/>
                  </a:lnTo>
                  <a:lnTo>
                    <a:pt x="236347" y="0"/>
                  </a:lnTo>
                  <a:lnTo>
                    <a:pt x="264507" y="0"/>
                  </a:lnTo>
                  <a:lnTo>
                    <a:pt x="292668" y="0"/>
                  </a:lnTo>
                  <a:lnTo>
                    <a:pt x="320828" y="0"/>
                  </a:lnTo>
                  <a:lnTo>
                    <a:pt x="348989" y="0"/>
                  </a:lnTo>
                  <a:lnTo>
                    <a:pt x="377150" y="0"/>
                  </a:lnTo>
                  <a:lnTo>
                    <a:pt x="405310" y="0"/>
                  </a:lnTo>
                  <a:lnTo>
                    <a:pt x="433471" y="0"/>
                  </a:lnTo>
                  <a:lnTo>
                    <a:pt x="461631" y="0"/>
                  </a:lnTo>
                  <a:lnTo>
                    <a:pt x="489792" y="0"/>
                  </a:lnTo>
                  <a:lnTo>
                    <a:pt x="517952" y="0"/>
                  </a:lnTo>
                  <a:lnTo>
                    <a:pt x="546113" y="0"/>
                  </a:lnTo>
                  <a:lnTo>
                    <a:pt x="574273" y="0"/>
                  </a:lnTo>
                  <a:lnTo>
                    <a:pt x="602434" y="0"/>
                  </a:lnTo>
                  <a:lnTo>
                    <a:pt x="630594" y="0"/>
                  </a:lnTo>
                  <a:lnTo>
                    <a:pt x="658755" y="0"/>
                  </a:lnTo>
                  <a:lnTo>
                    <a:pt x="686915" y="0"/>
                  </a:lnTo>
                  <a:lnTo>
                    <a:pt x="715076" y="0"/>
                  </a:lnTo>
                  <a:lnTo>
                    <a:pt x="743237" y="0"/>
                  </a:lnTo>
                  <a:lnTo>
                    <a:pt x="771397" y="0"/>
                  </a:lnTo>
                  <a:lnTo>
                    <a:pt x="799558" y="0"/>
                  </a:lnTo>
                  <a:lnTo>
                    <a:pt x="827718" y="0"/>
                  </a:lnTo>
                  <a:lnTo>
                    <a:pt x="855879" y="0"/>
                  </a:lnTo>
                  <a:lnTo>
                    <a:pt x="884039" y="0"/>
                  </a:lnTo>
                  <a:lnTo>
                    <a:pt x="912200" y="0"/>
                  </a:lnTo>
                  <a:lnTo>
                    <a:pt x="940360" y="0"/>
                  </a:lnTo>
                  <a:lnTo>
                    <a:pt x="968521" y="0"/>
                  </a:lnTo>
                  <a:lnTo>
                    <a:pt x="996681" y="0"/>
                  </a:lnTo>
                  <a:lnTo>
                    <a:pt x="1024842" y="0"/>
                  </a:lnTo>
                  <a:lnTo>
                    <a:pt x="1053002" y="0"/>
                  </a:lnTo>
                  <a:lnTo>
                    <a:pt x="1081163" y="0"/>
                  </a:lnTo>
                  <a:lnTo>
                    <a:pt x="1109323" y="0"/>
                  </a:lnTo>
                  <a:lnTo>
                    <a:pt x="1137484" y="0"/>
                  </a:lnTo>
                  <a:lnTo>
                    <a:pt x="1165645" y="0"/>
                  </a:lnTo>
                  <a:lnTo>
                    <a:pt x="1193805" y="0"/>
                  </a:lnTo>
                  <a:lnTo>
                    <a:pt x="1221966" y="0"/>
                  </a:lnTo>
                  <a:lnTo>
                    <a:pt x="1250126" y="0"/>
                  </a:lnTo>
                  <a:lnTo>
                    <a:pt x="1278287" y="0"/>
                  </a:lnTo>
                  <a:lnTo>
                    <a:pt x="1306447" y="0"/>
                  </a:lnTo>
                  <a:lnTo>
                    <a:pt x="1334608" y="0"/>
                  </a:lnTo>
                  <a:lnTo>
                    <a:pt x="1362768" y="0"/>
                  </a:lnTo>
                  <a:lnTo>
                    <a:pt x="1390929" y="0"/>
                  </a:lnTo>
                  <a:lnTo>
                    <a:pt x="1419089" y="0"/>
                  </a:lnTo>
                  <a:lnTo>
                    <a:pt x="1447250" y="0"/>
                  </a:lnTo>
                  <a:lnTo>
                    <a:pt x="1475410" y="0"/>
                  </a:lnTo>
                  <a:lnTo>
                    <a:pt x="1503571" y="0"/>
                  </a:lnTo>
                  <a:lnTo>
                    <a:pt x="1531732" y="0"/>
                  </a:lnTo>
                  <a:lnTo>
                    <a:pt x="1559892" y="0"/>
                  </a:lnTo>
                  <a:lnTo>
                    <a:pt x="1588053" y="0"/>
                  </a:lnTo>
                  <a:lnTo>
                    <a:pt x="1616213" y="0"/>
                  </a:lnTo>
                  <a:lnTo>
                    <a:pt x="1644374" y="0"/>
                  </a:lnTo>
                  <a:lnTo>
                    <a:pt x="1672534" y="0"/>
                  </a:lnTo>
                  <a:lnTo>
                    <a:pt x="1700695" y="0"/>
                  </a:lnTo>
                  <a:lnTo>
                    <a:pt x="1728855" y="0"/>
                  </a:lnTo>
                  <a:lnTo>
                    <a:pt x="1757016" y="0"/>
                  </a:lnTo>
                  <a:lnTo>
                    <a:pt x="1785176" y="0"/>
                  </a:lnTo>
                  <a:lnTo>
                    <a:pt x="1813337" y="0"/>
                  </a:lnTo>
                  <a:lnTo>
                    <a:pt x="1841497" y="0"/>
                  </a:lnTo>
                  <a:lnTo>
                    <a:pt x="1869658" y="0"/>
                  </a:lnTo>
                  <a:lnTo>
                    <a:pt x="1897818" y="0"/>
                  </a:lnTo>
                  <a:lnTo>
                    <a:pt x="1925979" y="0"/>
                  </a:lnTo>
                  <a:lnTo>
                    <a:pt x="1954140" y="0"/>
                  </a:lnTo>
                  <a:lnTo>
                    <a:pt x="1982300" y="0"/>
                  </a:lnTo>
                  <a:lnTo>
                    <a:pt x="2010461" y="0"/>
                  </a:lnTo>
                  <a:lnTo>
                    <a:pt x="2038621" y="0"/>
                  </a:lnTo>
                  <a:lnTo>
                    <a:pt x="2066782" y="0"/>
                  </a:lnTo>
                  <a:lnTo>
                    <a:pt x="2094942" y="0"/>
                  </a:lnTo>
                  <a:lnTo>
                    <a:pt x="2123103" y="0"/>
                  </a:lnTo>
                  <a:lnTo>
                    <a:pt x="2151263" y="0"/>
                  </a:lnTo>
                  <a:lnTo>
                    <a:pt x="2179424" y="0"/>
                  </a:lnTo>
                  <a:lnTo>
                    <a:pt x="2190487" y="0"/>
                  </a:lnTo>
                  <a:lnTo>
                    <a:pt x="2190487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2409757" y="1446185"/>
              <a:ext cx="2190487" cy="0"/>
            </a:xfrm>
            <a:custGeom>
              <a:avLst/>
              <a:pathLst>
                <a:path w="2190487" h="0">
                  <a:moveTo>
                    <a:pt x="0" y="0"/>
                  </a:moveTo>
                  <a:lnTo>
                    <a:pt x="11063" y="0"/>
                  </a:lnTo>
                  <a:lnTo>
                    <a:pt x="39223" y="0"/>
                  </a:lnTo>
                  <a:lnTo>
                    <a:pt x="67384" y="0"/>
                  </a:lnTo>
                  <a:lnTo>
                    <a:pt x="95544" y="0"/>
                  </a:lnTo>
                  <a:lnTo>
                    <a:pt x="123705" y="0"/>
                  </a:lnTo>
                  <a:lnTo>
                    <a:pt x="151865" y="0"/>
                  </a:lnTo>
                  <a:lnTo>
                    <a:pt x="180026" y="0"/>
                  </a:lnTo>
                  <a:lnTo>
                    <a:pt x="208186" y="0"/>
                  </a:lnTo>
                  <a:lnTo>
                    <a:pt x="236347" y="0"/>
                  </a:lnTo>
                  <a:lnTo>
                    <a:pt x="264507" y="0"/>
                  </a:lnTo>
                  <a:lnTo>
                    <a:pt x="292668" y="0"/>
                  </a:lnTo>
                  <a:lnTo>
                    <a:pt x="320828" y="0"/>
                  </a:lnTo>
                  <a:lnTo>
                    <a:pt x="348989" y="0"/>
                  </a:lnTo>
                  <a:lnTo>
                    <a:pt x="377150" y="0"/>
                  </a:lnTo>
                  <a:lnTo>
                    <a:pt x="405310" y="0"/>
                  </a:lnTo>
                  <a:lnTo>
                    <a:pt x="433471" y="0"/>
                  </a:lnTo>
                  <a:lnTo>
                    <a:pt x="461631" y="0"/>
                  </a:lnTo>
                  <a:lnTo>
                    <a:pt x="489792" y="0"/>
                  </a:lnTo>
                  <a:lnTo>
                    <a:pt x="517952" y="0"/>
                  </a:lnTo>
                  <a:lnTo>
                    <a:pt x="546113" y="0"/>
                  </a:lnTo>
                  <a:lnTo>
                    <a:pt x="574273" y="0"/>
                  </a:lnTo>
                  <a:lnTo>
                    <a:pt x="602434" y="0"/>
                  </a:lnTo>
                  <a:lnTo>
                    <a:pt x="630594" y="0"/>
                  </a:lnTo>
                  <a:lnTo>
                    <a:pt x="658755" y="0"/>
                  </a:lnTo>
                  <a:lnTo>
                    <a:pt x="686915" y="0"/>
                  </a:lnTo>
                  <a:lnTo>
                    <a:pt x="715076" y="0"/>
                  </a:lnTo>
                  <a:lnTo>
                    <a:pt x="743237" y="0"/>
                  </a:lnTo>
                  <a:lnTo>
                    <a:pt x="771397" y="0"/>
                  </a:lnTo>
                  <a:lnTo>
                    <a:pt x="799558" y="0"/>
                  </a:lnTo>
                  <a:lnTo>
                    <a:pt x="827718" y="0"/>
                  </a:lnTo>
                  <a:lnTo>
                    <a:pt x="855879" y="0"/>
                  </a:lnTo>
                  <a:lnTo>
                    <a:pt x="884039" y="0"/>
                  </a:lnTo>
                  <a:lnTo>
                    <a:pt x="912200" y="0"/>
                  </a:lnTo>
                  <a:lnTo>
                    <a:pt x="940360" y="0"/>
                  </a:lnTo>
                  <a:lnTo>
                    <a:pt x="968521" y="0"/>
                  </a:lnTo>
                  <a:lnTo>
                    <a:pt x="996681" y="0"/>
                  </a:lnTo>
                  <a:lnTo>
                    <a:pt x="1024842" y="0"/>
                  </a:lnTo>
                  <a:lnTo>
                    <a:pt x="1053002" y="0"/>
                  </a:lnTo>
                  <a:lnTo>
                    <a:pt x="1081163" y="0"/>
                  </a:lnTo>
                  <a:lnTo>
                    <a:pt x="1109323" y="0"/>
                  </a:lnTo>
                  <a:lnTo>
                    <a:pt x="1137484" y="0"/>
                  </a:lnTo>
                  <a:lnTo>
                    <a:pt x="1165645" y="0"/>
                  </a:lnTo>
                  <a:lnTo>
                    <a:pt x="1193805" y="0"/>
                  </a:lnTo>
                  <a:lnTo>
                    <a:pt x="1221966" y="0"/>
                  </a:lnTo>
                  <a:lnTo>
                    <a:pt x="1250126" y="0"/>
                  </a:lnTo>
                  <a:lnTo>
                    <a:pt x="1278287" y="0"/>
                  </a:lnTo>
                  <a:lnTo>
                    <a:pt x="1306447" y="0"/>
                  </a:lnTo>
                  <a:lnTo>
                    <a:pt x="1334608" y="0"/>
                  </a:lnTo>
                  <a:lnTo>
                    <a:pt x="1362768" y="0"/>
                  </a:lnTo>
                  <a:lnTo>
                    <a:pt x="1390929" y="0"/>
                  </a:lnTo>
                  <a:lnTo>
                    <a:pt x="1419089" y="0"/>
                  </a:lnTo>
                  <a:lnTo>
                    <a:pt x="1447250" y="0"/>
                  </a:lnTo>
                  <a:lnTo>
                    <a:pt x="1475410" y="0"/>
                  </a:lnTo>
                  <a:lnTo>
                    <a:pt x="1503571" y="0"/>
                  </a:lnTo>
                  <a:lnTo>
                    <a:pt x="1531732" y="0"/>
                  </a:lnTo>
                  <a:lnTo>
                    <a:pt x="1559892" y="0"/>
                  </a:lnTo>
                  <a:lnTo>
                    <a:pt x="1588053" y="0"/>
                  </a:lnTo>
                  <a:lnTo>
                    <a:pt x="1616213" y="0"/>
                  </a:lnTo>
                  <a:lnTo>
                    <a:pt x="1644374" y="0"/>
                  </a:lnTo>
                  <a:lnTo>
                    <a:pt x="1672534" y="0"/>
                  </a:lnTo>
                  <a:lnTo>
                    <a:pt x="1700695" y="0"/>
                  </a:lnTo>
                  <a:lnTo>
                    <a:pt x="1728855" y="0"/>
                  </a:lnTo>
                  <a:lnTo>
                    <a:pt x="1757016" y="0"/>
                  </a:lnTo>
                  <a:lnTo>
                    <a:pt x="1785176" y="0"/>
                  </a:lnTo>
                  <a:lnTo>
                    <a:pt x="1813337" y="0"/>
                  </a:lnTo>
                  <a:lnTo>
                    <a:pt x="1841497" y="0"/>
                  </a:lnTo>
                  <a:lnTo>
                    <a:pt x="1869658" y="0"/>
                  </a:lnTo>
                  <a:lnTo>
                    <a:pt x="1897818" y="0"/>
                  </a:lnTo>
                  <a:lnTo>
                    <a:pt x="1925979" y="0"/>
                  </a:lnTo>
                  <a:lnTo>
                    <a:pt x="1954140" y="0"/>
                  </a:lnTo>
                  <a:lnTo>
                    <a:pt x="1982300" y="0"/>
                  </a:lnTo>
                  <a:lnTo>
                    <a:pt x="2010461" y="0"/>
                  </a:lnTo>
                  <a:lnTo>
                    <a:pt x="2038621" y="0"/>
                  </a:lnTo>
                  <a:lnTo>
                    <a:pt x="2066782" y="0"/>
                  </a:lnTo>
                  <a:lnTo>
                    <a:pt x="2094942" y="0"/>
                  </a:lnTo>
                  <a:lnTo>
                    <a:pt x="2123103" y="0"/>
                  </a:lnTo>
                  <a:lnTo>
                    <a:pt x="2151263" y="0"/>
                  </a:lnTo>
                  <a:lnTo>
                    <a:pt x="2179424" y="0"/>
                  </a:lnTo>
                  <a:lnTo>
                    <a:pt x="2190487" y="0"/>
                  </a:lnTo>
                  <a:lnTo>
                    <a:pt x="2190487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h20"/>
            <p:cNvSpPr/>
            <p:nvPr/>
          </p:nvSpPr>
          <p:spPr>
            <a:xfrm>
              <a:off x="3385897" y="1713289"/>
              <a:ext cx="930871" cy="1244847"/>
            </a:xfrm>
            <a:custGeom>
              <a:avLst/>
              <a:pathLst>
                <a:path w="930871" h="1244847">
                  <a:moveTo>
                    <a:pt x="914400" y="914400"/>
                  </a:moveTo>
                  <a:lnTo>
                    <a:pt x="904715" y="940531"/>
                  </a:lnTo>
                  <a:lnTo>
                    <a:pt x="891374" y="944947"/>
                  </a:lnTo>
                  <a:lnTo>
                    <a:pt x="878578" y="953651"/>
                  </a:lnTo>
                  <a:lnTo>
                    <a:pt x="874008" y="1036336"/>
                  </a:lnTo>
                  <a:lnTo>
                    <a:pt x="897306" y="1067752"/>
                  </a:lnTo>
                  <a:lnTo>
                    <a:pt x="884510" y="1072149"/>
                  </a:lnTo>
                  <a:lnTo>
                    <a:pt x="872803" y="1081560"/>
                  </a:lnTo>
                  <a:lnTo>
                    <a:pt x="864441" y="1095476"/>
                  </a:lnTo>
                  <a:lnTo>
                    <a:pt x="855884" y="1125426"/>
                  </a:lnTo>
                  <a:lnTo>
                    <a:pt x="823739" y="1142401"/>
                  </a:lnTo>
                  <a:lnTo>
                    <a:pt x="811565" y="1154960"/>
                  </a:lnTo>
                  <a:lnTo>
                    <a:pt x="793615" y="1182902"/>
                  </a:lnTo>
                  <a:lnTo>
                    <a:pt x="784262" y="1223457"/>
                  </a:lnTo>
                  <a:lnTo>
                    <a:pt x="766079" y="1240757"/>
                  </a:lnTo>
                  <a:lnTo>
                    <a:pt x="745660" y="1244847"/>
                  </a:lnTo>
                  <a:lnTo>
                    <a:pt x="757639" y="1211621"/>
                  </a:lnTo>
                  <a:lnTo>
                    <a:pt x="773332" y="1184548"/>
                  </a:lnTo>
                  <a:lnTo>
                    <a:pt x="758242" y="1165981"/>
                  </a:lnTo>
                  <a:lnTo>
                    <a:pt x="749160" y="1136918"/>
                  </a:lnTo>
                  <a:lnTo>
                    <a:pt x="737434" y="1114622"/>
                  </a:lnTo>
                  <a:lnTo>
                    <a:pt x="746768" y="1089721"/>
                  </a:lnTo>
                  <a:lnTo>
                    <a:pt x="742179" y="1048913"/>
                  </a:lnTo>
                  <a:lnTo>
                    <a:pt x="743696" y="1009082"/>
                  </a:lnTo>
                  <a:lnTo>
                    <a:pt x="757308" y="988976"/>
                  </a:lnTo>
                  <a:lnTo>
                    <a:pt x="772905" y="972581"/>
                  </a:lnTo>
                  <a:lnTo>
                    <a:pt x="797194" y="934885"/>
                  </a:lnTo>
                  <a:lnTo>
                    <a:pt x="823525" y="907559"/>
                  </a:lnTo>
                  <a:lnTo>
                    <a:pt x="860260" y="895271"/>
                  </a:lnTo>
                  <a:lnTo>
                    <a:pt x="876848" y="906600"/>
                  </a:lnTo>
                  <a:lnTo>
                    <a:pt x="884004" y="881753"/>
                  </a:lnTo>
                  <a:lnTo>
                    <a:pt x="895847" y="876089"/>
                  </a:lnTo>
                  <a:lnTo>
                    <a:pt x="906971" y="881825"/>
                  </a:lnTo>
                  <a:lnTo>
                    <a:pt x="930871" y="905568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h21"/>
            <p:cNvSpPr/>
            <p:nvPr/>
          </p:nvSpPr>
          <p:spPr>
            <a:xfrm>
              <a:off x="2884753" y="2295879"/>
              <a:ext cx="1041951" cy="914400"/>
            </a:xfrm>
            <a:custGeom>
              <a:avLst/>
              <a:pathLst>
                <a:path w="1041951" h="914400">
                  <a:moveTo>
                    <a:pt x="914400" y="914400"/>
                  </a:moveTo>
                  <a:lnTo>
                    <a:pt x="905337" y="913078"/>
                  </a:lnTo>
                  <a:lnTo>
                    <a:pt x="899289" y="888195"/>
                  </a:lnTo>
                  <a:lnTo>
                    <a:pt x="897870" y="824169"/>
                  </a:lnTo>
                  <a:lnTo>
                    <a:pt x="901487" y="792536"/>
                  </a:lnTo>
                  <a:lnTo>
                    <a:pt x="944912" y="678435"/>
                  </a:lnTo>
                  <a:lnTo>
                    <a:pt x="964300" y="669116"/>
                  </a:lnTo>
                  <a:lnTo>
                    <a:pt x="991564" y="599190"/>
                  </a:lnTo>
                  <a:lnTo>
                    <a:pt x="998915" y="568081"/>
                  </a:lnTo>
                  <a:lnTo>
                    <a:pt x="1010739" y="540067"/>
                  </a:lnTo>
                  <a:lnTo>
                    <a:pt x="1017720" y="515021"/>
                  </a:lnTo>
                  <a:lnTo>
                    <a:pt x="1023574" y="504905"/>
                  </a:lnTo>
                  <a:lnTo>
                    <a:pt x="1036292" y="509647"/>
                  </a:lnTo>
                  <a:lnTo>
                    <a:pt x="1041951" y="514261"/>
                  </a:lnTo>
                  <a:lnTo>
                    <a:pt x="1028552" y="528847"/>
                  </a:lnTo>
                  <a:lnTo>
                    <a:pt x="1030108" y="547831"/>
                  </a:lnTo>
                  <a:lnTo>
                    <a:pt x="1029175" y="555703"/>
                  </a:lnTo>
                  <a:lnTo>
                    <a:pt x="995357" y="638279"/>
                  </a:lnTo>
                  <a:lnTo>
                    <a:pt x="986314" y="691899"/>
                  </a:lnTo>
                  <a:lnTo>
                    <a:pt x="974315" y="704983"/>
                  </a:lnTo>
                  <a:lnTo>
                    <a:pt x="924629" y="895742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h22"/>
            <p:cNvSpPr/>
            <p:nvPr/>
          </p:nvSpPr>
          <p:spPr>
            <a:xfrm>
              <a:off x="1887793" y="1306563"/>
              <a:ext cx="2411842" cy="2234977"/>
            </a:xfrm>
            <a:custGeom>
              <a:avLst/>
              <a:pathLst>
                <a:path w="2411842" h="2234977">
                  <a:moveTo>
                    <a:pt x="914400" y="914400"/>
                  </a:moveTo>
                  <a:lnTo>
                    <a:pt x="928907" y="920516"/>
                  </a:lnTo>
                  <a:lnTo>
                    <a:pt x="948665" y="908265"/>
                  </a:lnTo>
                  <a:lnTo>
                    <a:pt x="962491" y="873953"/>
                  </a:lnTo>
                  <a:lnTo>
                    <a:pt x="970387" y="822468"/>
                  </a:lnTo>
                  <a:lnTo>
                    <a:pt x="979605" y="773425"/>
                  </a:lnTo>
                  <a:lnTo>
                    <a:pt x="968695" y="720963"/>
                  </a:lnTo>
                  <a:lnTo>
                    <a:pt x="957046" y="674888"/>
                  </a:lnTo>
                  <a:lnTo>
                    <a:pt x="956230" y="661352"/>
                  </a:lnTo>
                  <a:lnTo>
                    <a:pt x="986800" y="622480"/>
                  </a:lnTo>
                  <a:lnTo>
                    <a:pt x="996154" y="590865"/>
                  </a:lnTo>
                  <a:lnTo>
                    <a:pt x="1006286" y="560770"/>
                  </a:lnTo>
                  <a:lnTo>
                    <a:pt x="1017468" y="550527"/>
                  </a:lnTo>
                  <a:lnTo>
                    <a:pt x="1034114" y="548193"/>
                  </a:lnTo>
                  <a:lnTo>
                    <a:pt x="1053502" y="542529"/>
                  </a:lnTo>
                  <a:lnTo>
                    <a:pt x="1077947" y="522387"/>
                  </a:lnTo>
                  <a:lnTo>
                    <a:pt x="1099864" y="495404"/>
                  </a:lnTo>
                  <a:lnTo>
                    <a:pt x="1116607" y="470666"/>
                  </a:lnTo>
                  <a:lnTo>
                    <a:pt x="1122286" y="421714"/>
                  </a:lnTo>
                  <a:lnTo>
                    <a:pt x="1122519" y="397121"/>
                  </a:lnTo>
                  <a:lnTo>
                    <a:pt x="1129889" y="378861"/>
                  </a:lnTo>
                  <a:lnTo>
                    <a:pt x="1137026" y="343192"/>
                  </a:lnTo>
                  <a:lnTo>
                    <a:pt x="1130084" y="308012"/>
                  </a:lnTo>
                  <a:lnTo>
                    <a:pt x="1108479" y="254645"/>
                  </a:lnTo>
                  <a:lnTo>
                    <a:pt x="1082459" y="179597"/>
                  </a:lnTo>
                  <a:lnTo>
                    <a:pt x="1078474" y="139622"/>
                  </a:lnTo>
                  <a:lnTo>
                    <a:pt x="2057395" y="139622"/>
                  </a:lnTo>
                  <a:lnTo>
                    <a:pt x="2057871" y="144870"/>
                  </a:lnTo>
                  <a:lnTo>
                    <a:pt x="2055888" y="157465"/>
                  </a:lnTo>
                  <a:lnTo>
                    <a:pt x="2071017" y="209240"/>
                  </a:lnTo>
                  <a:lnTo>
                    <a:pt x="2067497" y="227391"/>
                  </a:lnTo>
                  <a:lnTo>
                    <a:pt x="2065456" y="250519"/>
                  </a:lnTo>
                  <a:lnTo>
                    <a:pt x="2087139" y="272742"/>
                  </a:lnTo>
                  <a:lnTo>
                    <a:pt x="2106488" y="272380"/>
                  </a:lnTo>
                  <a:lnTo>
                    <a:pt x="2126091" y="272036"/>
                  </a:lnTo>
                  <a:lnTo>
                    <a:pt x="2133578" y="277610"/>
                  </a:lnTo>
                  <a:lnTo>
                    <a:pt x="2141084" y="293336"/>
                  </a:lnTo>
                  <a:lnTo>
                    <a:pt x="2147132" y="311903"/>
                  </a:lnTo>
                  <a:lnTo>
                    <a:pt x="2163273" y="310365"/>
                  </a:lnTo>
                  <a:lnTo>
                    <a:pt x="2189040" y="295254"/>
                  </a:lnTo>
                  <a:lnTo>
                    <a:pt x="2205803" y="291653"/>
                  </a:lnTo>
                  <a:lnTo>
                    <a:pt x="2216868" y="320698"/>
                  </a:lnTo>
                  <a:lnTo>
                    <a:pt x="2246972" y="359063"/>
                  </a:lnTo>
                  <a:lnTo>
                    <a:pt x="2264493" y="376255"/>
                  </a:lnTo>
                  <a:lnTo>
                    <a:pt x="2294267" y="385304"/>
                  </a:lnTo>
                  <a:lnTo>
                    <a:pt x="2325634" y="416267"/>
                  </a:lnTo>
                  <a:lnTo>
                    <a:pt x="2321239" y="453583"/>
                  </a:lnTo>
                  <a:lnTo>
                    <a:pt x="2334327" y="466051"/>
                  </a:lnTo>
                  <a:lnTo>
                    <a:pt x="2371334" y="480782"/>
                  </a:lnTo>
                  <a:lnTo>
                    <a:pt x="2384422" y="500653"/>
                  </a:lnTo>
                  <a:lnTo>
                    <a:pt x="2390703" y="517591"/>
                  </a:lnTo>
                  <a:lnTo>
                    <a:pt x="2400446" y="531634"/>
                  </a:lnTo>
                  <a:lnTo>
                    <a:pt x="2411842" y="574071"/>
                  </a:lnTo>
                  <a:lnTo>
                    <a:pt x="2407875" y="600221"/>
                  </a:lnTo>
                  <a:lnTo>
                    <a:pt x="2392959" y="609215"/>
                  </a:lnTo>
                  <a:lnTo>
                    <a:pt x="2357741" y="637229"/>
                  </a:lnTo>
                  <a:lnTo>
                    <a:pt x="2342047" y="658149"/>
                  </a:lnTo>
                  <a:lnTo>
                    <a:pt x="2329738" y="671179"/>
                  </a:lnTo>
                  <a:lnTo>
                    <a:pt x="2294753" y="699120"/>
                  </a:lnTo>
                  <a:lnTo>
                    <a:pt x="2281937" y="704133"/>
                  </a:lnTo>
                  <a:lnTo>
                    <a:pt x="2269666" y="718665"/>
                  </a:lnTo>
                  <a:lnTo>
                    <a:pt x="2257804" y="725017"/>
                  </a:lnTo>
                  <a:lnTo>
                    <a:pt x="2247186" y="721361"/>
                  </a:lnTo>
                  <a:lnTo>
                    <a:pt x="2207495" y="747674"/>
                  </a:lnTo>
                  <a:lnTo>
                    <a:pt x="2210587" y="758912"/>
                  </a:lnTo>
                  <a:lnTo>
                    <a:pt x="2241021" y="763671"/>
                  </a:lnTo>
                  <a:lnTo>
                    <a:pt x="2256540" y="758025"/>
                  </a:lnTo>
                  <a:lnTo>
                    <a:pt x="2268480" y="744796"/>
                  </a:lnTo>
                  <a:lnTo>
                    <a:pt x="2281529" y="741756"/>
                  </a:lnTo>
                  <a:lnTo>
                    <a:pt x="2293430" y="744253"/>
                  </a:lnTo>
                  <a:lnTo>
                    <a:pt x="2306051" y="733830"/>
                  </a:lnTo>
                  <a:lnTo>
                    <a:pt x="2315950" y="729667"/>
                  </a:lnTo>
                  <a:lnTo>
                    <a:pt x="2326179" y="734662"/>
                  </a:lnTo>
                  <a:lnTo>
                    <a:pt x="2337594" y="759654"/>
                  </a:lnTo>
                  <a:lnTo>
                    <a:pt x="2313908" y="772665"/>
                  </a:lnTo>
                  <a:lnTo>
                    <a:pt x="2297106" y="773263"/>
                  </a:lnTo>
                  <a:lnTo>
                    <a:pt x="2288899" y="814252"/>
                  </a:lnTo>
                  <a:lnTo>
                    <a:pt x="2278729" y="831860"/>
                  </a:lnTo>
                  <a:lnTo>
                    <a:pt x="2271436" y="840329"/>
                  </a:lnTo>
                  <a:lnTo>
                    <a:pt x="2234156" y="857775"/>
                  </a:lnTo>
                  <a:lnTo>
                    <a:pt x="2209556" y="879889"/>
                  </a:lnTo>
                  <a:lnTo>
                    <a:pt x="2180561" y="897696"/>
                  </a:lnTo>
                  <a:lnTo>
                    <a:pt x="2167901" y="893823"/>
                  </a:lnTo>
                  <a:lnTo>
                    <a:pt x="2148824" y="911920"/>
                  </a:lnTo>
                  <a:lnTo>
                    <a:pt x="2106430" y="933347"/>
                  </a:lnTo>
                  <a:lnTo>
                    <a:pt x="2084708" y="962211"/>
                  </a:lnTo>
                  <a:lnTo>
                    <a:pt x="2035955" y="988035"/>
                  </a:lnTo>
                  <a:lnTo>
                    <a:pt x="2011121" y="1009046"/>
                  </a:lnTo>
                  <a:lnTo>
                    <a:pt x="1943660" y="1010150"/>
                  </a:lnTo>
                  <a:lnTo>
                    <a:pt x="1879233" y="1005535"/>
                  </a:lnTo>
                  <a:lnTo>
                    <a:pt x="1859008" y="1015524"/>
                  </a:lnTo>
                  <a:lnTo>
                    <a:pt x="1879680" y="1018619"/>
                  </a:lnTo>
                  <a:lnTo>
                    <a:pt x="1894168" y="1028427"/>
                  </a:lnTo>
                  <a:lnTo>
                    <a:pt x="1911534" y="1024338"/>
                  </a:lnTo>
                  <a:lnTo>
                    <a:pt x="1952353" y="1029242"/>
                  </a:lnTo>
                  <a:lnTo>
                    <a:pt x="1973355" y="1034580"/>
                  </a:lnTo>
                  <a:lnTo>
                    <a:pt x="2000309" y="1068928"/>
                  </a:lnTo>
                  <a:lnTo>
                    <a:pt x="1980492" y="1081143"/>
                  </a:lnTo>
                  <a:lnTo>
                    <a:pt x="1946169" y="1090517"/>
                  </a:lnTo>
                  <a:lnTo>
                    <a:pt x="1959043" y="1139234"/>
                  </a:lnTo>
                  <a:lnTo>
                    <a:pt x="1969661" y="1172080"/>
                  </a:lnTo>
                  <a:lnTo>
                    <a:pt x="1955756" y="1191896"/>
                  </a:lnTo>
                  <a:lnTo>
                    <a:pt x="1954725" y="1282054"/>
                  </a:lnTo>
                  <a:lnTo>
                    <a:pt x="1935220" y="1283773"/>
                  </a:lnTo>
                  <a:lnTo>
                    <a:pt x="1926936" y="1321071"/>
                  </a:lnTo>
                  <a:lnTo>
                    <a:pt x="1933081" y="1340090"/>
                  </a:lnTo>
                  <a:lnTo>
                    <a:pt x="1932595" y="1384265"/>
                  </a:lnTo>
                  <a:lnTo>
                    <a:pt x="1936659" y="1411482"/>
                  </a:lnTo>
                  <a:lnTo>
                    <a:pt x="1946227" y="1436546"/>
                  </a:lnTo>
                  <a:lnTo>
                    <a:pt x="1941968" y="1462678"/>
                  </a:lnTo>
                  <a:lnTo>
                    <a:pt x="1911126" y="1523845"/>
                  </a:lnTo>
                  <a:lnTo>
                    <a:pt x="1911826" y="1552547"/>
                  </a:lnTo>
                  <a:lnTo>
                    <a:pt x="1917368" y="1569594"/>
                  </a:lnTo>
                  <a:lnTo>
                    <a:pt x="1921471" y="1596848"/>
                  </a:lnTo>
                  <a:lnTo>
                    <a:pt x="1907450" y="1649238"/>
                  </a:lnTo>
                  <a:lnTo>
                    <a:pt x="1897552" y="1693014"/>
                  </a:lnTo>
                  <a:lnTo>
                    <a:pt x="1885787" y="1729859"/>
                  </a:lnTo>
                  <a:lnTo>
                    <a:pt x="1859456" y="1774070"/>
                  </a:lnTo>
                  <a:lnTo>
                    <a:pt x="1846348" y="1807114"/>
                  </a:lnTo>
                  <a:lnTo>
                    <a:pt x="1815681" y="1910230"/>
                  </a:lnTo>
                  <a:lnTo>
                    <a:pt x="1800473" y="1930697"/>
                  </a:lnTo>
                  <a:lnTo>
                    <a:pt x="1781824" y="1946423"/>
                  </a:lnTo>
                  <a:lnTo>
                    <a:pt x="1761035" y="1931874"/>
                  </a:lnTo>
                  <a:lnTo>
                    <a:pt x="1741977" y="1923947"/>
                  </a:lnTo>
                  <a:lnTo>
                    <a:pt x="1718700" y="1924906"/>
                  </a:lnTo>
                  <a:lnTo>
                    <a:pt x="1682237" y="1936832"/>
                  </a:lnTo>
                  <a:lnTo>
                    <a:pt x="1627397" y="1928906"/>
                  </a:lnTo>
                  <a:lnTo>
                    <a:pt x="1573802" y="1932724"/>
                  </a:lnTo>
                  <a:lnTo>
                    <a:pt x="1560247" y="1943021"/>
                  </a:lnTo>
                  <a:lnTo>
                    <a:pt x="1568376" y="1980445"/>
                  </a:lnTo>
                  <a:lnTo>
                    <a:pt x="1548618" y="1985350"/>
                  </a:lnTo>
                  <a:lnTo>
                    <a:pt x="1529307" y="1974709"/>
                  </a:lnTo>
                  <a:lnTo>
                    <a:pt x="1512311" y="1987413"/>
                  </a:lnTo>
                  <a:lnTo>
                    <a:pt x="1498115" y="2001347"/>
                  </a:lnTo>
                  <a:lnTo>
                    <a:pt x="1470228" y="2034410"/>
                  </a:lnTo>
                  <a:lnTo>
                    <a:pt x="1460893" y="2054769"/>
                  </a:lnTo>
                  <a:lnTo>
                    <a:pt x="1458482" y="2093116"/>
                  </a:lnTo>
                  <a:lnTo>
                    <a:pt x="1473125" y="2127500"/>
                  </a:lnTo>
                  <a:lnTo>
                    <a:pt x="1486116" y="2167765"/>
                  </a:lnTo>
                  <a:lnTo>
                    <a:pt x="1452667" y="2216355"/>
                  </a:lnTo>
                  <a:lnTo>
                    <a:pt x="1433999" y="2218002"/>
                  </a:lnTo>
                  <a:lnTo>
                    <a:pt x="1379509" y="2204520"/>
                  </a:lnTo>
                  <a:lnTo>
                    <a:pt x="1282936" y="2234977"/>
                  </a:lnTo>
                  <a:lnTo>
                    <a:pt x="1196203" y="2210890"/>
                  </a:lnTo>
                  <a:lnTo>
                    <a:pt x="1207113" y="2184867"/>
                  </a:lnTo>
                  <a:lnTo>
                    <a:pt x="1206743" y="2165738"/>
                  </a:lnTo>
                  <a:lnTo>
                    <a:pt x="1211644" y="2136313"/>
                  </a:lnTo>
                  <a:lnTo>
                    <a:pt x="1214561" y="2106218"/>
                  </a:lnTo>
                  <a:lnTo>
                    <a:pt x="1213744" y="2086076"/>
                  </a:lnTo>
                  <a:lnTo>
                    <a:pt x="1207385" y="2064614"/>
                  </a:lnTo>
                  <a:lnTo>
                    <a:pt x="1185993" y="2036527"/>
                  </a:lnTo>
                  <a:lnTo>
                    <a:pt x="1137804" y="1941736"/>
                  </a:lnTo>
                  <a:lnTo>
                    <a:pt x="1123550" y="1901724"/>
                  </a:lnTo>
                  <a:lnTo>
                    <a:pt x="1113632" y="1885057"/>
                  </a:lnTo>
                  <a:lnTo>
                    <a:pt x="1120769" y="1884152"/>
                  </a:lnTo>
                  <a:lnTo>
                    <a:pt x="1160460" y="1905633"/>
                  </a:lnTo>
                  <a:lnTo>
                    <a:pt x="1169717" y="1902991"/>
                  </a:lnTo>
                  <a:lnTo>
                    <a:pt x="1179440" y="1894920"/>
                  </a:lnTo>
                  <a:lnTo>
                    <a:pt x="1167597" y="1864173"/>
                  </a:lnTo>
                  <a:lnTo>
                    <a:pt x="1157426" y="1850257"/>
                  </a:lnTo>
                  <a:lnTo>
                    <a:pt x="1150523" y="1829446"/>
                  </a:lnTo>
                  <a:lnTo>
                    <a:pt x="1173761" y="1823818"/>
                  </a:lnTo>
                  <a:lnTo>
                    <a:pt x="1190544" y="1825066"/>
                  </a:lnTo>
                  <a:lnTo>
                    <a:pt x="1202912" y="1801649"/>
                  </a:lnTo>
                  <a:lnTo>
                    <a:pt x="1195775" y="1763791"/>
                  </a:lnTo>
                  <a:lnTo>
                    <a:pt x="1177748" y="1752136"/>
                  </a:lnTo>
                  <a:lnTo>
                    <a:pt x="1162696" y="1747069"/>
                  </a:lnTo>
                  <a:lnTo>
                    <a:pt x="1133837" y="1687603"/>
                  </a:lnTo>
                  <a:lnTo>
                    <a:pt x="1103734" y="1656802"/>
                  </a:lnTo>
                  <a:lnTo>
                    <a:pt x="1050041" y="1537997"/>
                  </a:lnTo>
                  <a:lnTo>
                    <a:pt x="1030400" y="1456453"/>
                  </a:lnTo>
                  <a:lnTo>
                    <a:pt x="1012139" y="1464198"/>
                  </a:lnTo>
                  <a:lnTo>
                    <a:pt x="1003271" y="1428674"/>
                  </a:lnTo>
                  <a:lnTo>
                    <a:pt x="996912" y="1395032"/>
                  </a:lnTo>
                  <a:lnTo>
                    <a:pt x="995648" y="1370294"/>
                  </a:lnTo>
                  <a:lnTo>
                    <a:pt x="967023" y="1356124"/>
                  </a:lnTo>
                  <a:lnTo>
                    <a:pt x="965856" y="1338787"/>
                  </a:lnTo>
                  <a:lnTo>
                    <a:pt x="960702" y="1261424"/>
                  </a:lnTo>
                  <a:lnTo>
                    <a:pt x="929996" y="1251036"/>
                  </a:lnTo>
                  <a:lnTo>
                    <a:pt x="910141" y="1207622"/>
                  </a:lnTo>
                  <a:lnTo>
                    <a:pt x="906601" y="1125480"/>
                  </a:lnTo>
                  <a:lnTo>
                    <a:pt x="886377" y="1110533"/>
                  </a:lnTo>
                  <a:lnTo>
                    <a:pt x="870100" y="1114677"/>
                  </a:lnTo>
                  <a:lnTo>
                    <a:pt x="870858" y="1094318"/>
                  </a:lnTo>
                  <a:lnTo>
                    <a:pt x="874747" y="1075208"/>
                  </a:lnTo>
                  <a:lnTo>
                    <a:pt x="865238" y="999491"/>
                  </a:lnTo>
                  <a:lnTo>
                    <a:pt x="862068" y="930379"/>
                  </a:lnTo>
                  <a:lnTo>
                    <a:pt x="854348" y="909513"/>
                  </a:lnTo>
                  <a:lnTo>
                    <a:pt x="849972" y="885083"/>
                  </a:lnTo>
                  <a:lnTo>
                    <a:pt x="853901" y="863982"/>
                  </a:lnTo>
                  <a:lnTo>
                    <a:pt x="859657" y="851857"/>
                  </a:lnTo>
                  <a:lnTo>
                    <a:pt x="879473" y="848672"/>
                  </a:lnTo>
                  <a:lnTo>
                    <a:pt x="897986" y="867330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h23"/>
            <p:cNvSpPr/>
            <p:nvPr/>
          </p:nvSpPr>
          <p:spPr>
            <a:xfrm>
              <a:off x="3414697" y="1695445"/>
              <a:ext cx="952846" cy="914400"/>
            </a:xfrm>
            <a:custGeom>
              <a:avLst/>
              <a:pathLst>
                <a:path w="952846" h="914400">
                  <a:moveTo>
                    <a:pt x="914400" y="914400"/>
                  </a:moveTo>
                  <a:lnTo>
                    <a:pt x="904073" y="912644"/>
                  </a:lnTo>
                  <a:lnTo>
                    <a:pt x="894661" y="895579"/>
                  </a:lnTo>
                  <a:lnTo>
                    <a:pt x="913699" y="869519"/>
                  </a:lnTo>
                  <a:lnTo>
                    <a:pt x="942831" y="870931"/>
                  </a:lnTo>
                  <a:lnTo>
                    <a:pt x="952846" y="876360"/>
                  </a:lnTo>
                  <a:lnTo>
                    <a:pt x="917978" y="891290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h24"/>
            <p:cNvSpPr/>
            <p:nvPr/>
          </p:nvSpPr>
          <p:spPr>
            <a:xfrm>
              <a:off x="3262059" y="1265773"/>
              <a:ext cx="937036" cy="914400"/>
            </a:xfrm>
            <a:custGeom>
              <a:avLst/>
              <a:pathLst>
                <a:path w="937036" h="914400">
                  <a:moveTo>
                    <a:pt x="914400" y="914400"/>
                  </a:moveTo>
                  <a:lnTo>
                    <a:pt x="910024" y="913277"/>
                  </a:lnTo>
                  <a:lnTo>
                    <a:pt x="915469" y="896067"/>
                  </a:lnTo>
                  <a:lnTo>
                    <a:pt x="919514" y="888630"/>
                  </a:lnTo>
                  <a:lnTo>
                    <a:pt x="932932" y="881680"/>
                  </a:lnTo>
                  <a:lnTo>
                    <a:pt x="937036" y="882893"/>
                  </a:lnTo>
                  <a:lnTo>
                    <a:pt x="923228" y="910871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h25"/>
            <p:cNvSpPr/>
            <p:nvPr/>
          </p:nvSpPr>
          <p:spPr>
            <a:xfrm>
              <a:off x="3301575" y="1110973"/>
              <a:ext cx="939914" cy="914399"/>
            </a:xfrm>
            <a:custGeom>
              <a:avLst/>
              <a:pathLst>
                <a:path w="939914" h="914399">
                  <a:moveTo>
                    <a:pt x="914400" y="914399"/>
                  </a:moveTo>
                  <a:lnTo>
                    <a:pt x="909382" y="899361"/>
                  </a:lnTo>
                  <a:lnTo>
                    <a:pt x="911385" y="896411"/>
                  </a:lnTo>
                  <a:lnTo>
                    <a:pt x="914808" y="881572"/>
                  </a:lnTo>
                  <a:lnTo>
                    <a:pt x="924473" y="873428"/>
                  </a:lnTo>
                  <a:lnTo>
                    <a:pt x="939914" y="878314"/>
                  </a:lnTo>
                  <a:lnTo>
                    <a:pt x="939816" y="882024"/>
                  </a:lnTo>
                  <a:lnTo>
                    <a:pt x="925056" y="894041"/>
                  </a:lnTo>
                  <a:lnTo>
                    <a:pt x="919397" y="902130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h26"/>
            <p:cNvSpPr/>
            <p:nvPr/>
          </p:nvSpPr>
          <p:spPr>
            <a:xfrm>
              <a:off x="3571205" y="2965297"/>
              <a:ext cx="929471" cy="915707"/>
            </a:xfrm>
            <a:custGeom>
              <a:avLst/>
              <a:pathLst>
                <a:path w="929471" h="915707">
                  <a:moveTo>
                    <a:pt x="914400" y="914400"/>
                  </a:moveTo>
                  <a:lnTo>
                    <a:pt x="858626" y="909550"/>
                  </a:lnTo>
                  <a:lnTo>
                    <a:pt x="850692" y="905062"/>
                  </a:lnTo>
                  <a:lnTo>
                    <a:pt x="881379" y="873320"/>
                  </a:lnTo>
                  <a:lnTo>
                    <a:pt x="901370" y="840329"/>
                  </a:lnTo>
                  <a:lnTo>
                    <a:pt x="918347" y="797277"/>
                  </a:lnTo>
                  <a:lnTo>
                    <a:pt x="920156" y="767454"/>
                  </a:lnTo>
                  <a:lnTo>
                    <a:pt x="924395" y="733830"/>
                  </a:lnTo>
                  <a:lnTo>
                    <a:pt x="929471" y="731324"/>
                  </a:lnTo>
                  <a:lnTo>
                    <a:pt x="929471" y="915707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h27"/>
            <p:cNvSpPr/>
            <p:nvPr/>
          </p:nvSpPr>
          <p:spPr>
            <a:xfrm>
              <a:off x="2533991" y="3119355"/>
              <a:ext cx="1966685" cy="921186"/>
            </a:xfrm>
            <a:custGeom>
              <a:avLst/>
              <a:pathLst>
                <a:path w="1966685" h="921186">
                  <a:moveTo>
                    <a:pt x="914399" y="914400"/>
                  </a:moveTo>
                  <a:lnTo>
                    <a:pt x="1028436" y="869338"/>
                  </a:lnTo>
                  <a:lnTo>
                    <a:pt x="1150231" y="827064"/>
                  </a:lnTo>
                  <a:lnTo>
                    <a:pt x="1178662" y="822468"/>
                  </a:lnTo>
                  <a:lnTo>
                    <a:pt x="1207249" y="813564"/>
                  </a:lnTo>
                  <a:lnTo>
                    <a:pt x="1217808" y="797748"/>
                  </a:lnTo>
                  <a:lnTo>
                    <a:pt x="1228349" y="787161"/>
                  </a:lnTo>
                  <a:lnTo>
                    <a:pt x="1244937" y="759274"/>
                  </a:lnTo>
                  <a:lnTo>
                    <a:pt x="1281613" y="715932"/>
                  </a:lnTo>
                  <a:lnTo>
                    <a:pt x="1346468" y="700152"/>
                  </a:lnTo>
                  <a:lnTo>
                    <a:pt x="1370680" y="679594"/>
                  </a:lnTo>
                  <a:lnTo>
                    <a:pt x="1421436" y="650802"/>
                  </a:lnTo>
                  <a:lnTo>
                    <a:pt x="1537144" y="618499"/>
                  </a:lnTo>
                  <a:lnTo>
                    <a:pt x="1585470" y="611405"/>
                  </a:lnTo>
                  <a:lnTo>
                    <a:pt x="1632823" y="610536"/>
                  </a:lnTo>
                  <a:lnTo>
                    <a:pt x="1674983" y="636017"/>
                  </a:lnTo>
                  <a:lnTo>
                    <a:pt x="1719614" y="667469"/>
                  </a:lnTo>
                  <a:lnTo>
                    <a:pt x="1727645" y="686452"/>
                  </a:lnTo>
                  <a:lnTo>
                    <a:pt x="1703492" y="674617"/>
                  </a:lnTo>
                  <a:lnTo>
                    <a:pt x="1668294" y="646368"/>
                  </a:lnTo>
                  <a:lnTo>
                    <a:pt x="1655284" y="645174"/>
                  </a:lnTo>
                  <a:lnTo>
                    <a:pt x="1685329" y="731097"/>
                  </a:lnTo>
                  <a:lnTo>
                    <a:pt x="1701761" y="761482"/>
                  </a:lnTo>
                  <a:lnTo>
                    <a:pt x="1734977" y="784211"/>
                  </a:lnTo>
                  <a:lnTo>
                    <a:pt x="1762824" y="791866"/>
                  </a:lnTo>
                  <a:lnTo>
                    <a:pt x="1848624" y="778094"/>
                  </a:lnTo>
                  <a:lnTo>
                    <a:pt x="1879097" y="760106"/>
                  </a:lnTo>
                  <a:lnTo>
                    <a:pt x="1887906" y="751004"/>
                  </a:lnTo>
                  <a:lnTo>
                    <a:pt x="1895841" y="755492"/>
                  </a:lnTo>
                  <a:lnTo>
                    <a:pt x="1951614" y="760342"/>
                  </a:lnTo>
                  <a:lnTo>
                    <a:pt x="1966685" y="761649"/>
                  </a:lnTo>
                  <a:lnTo>
                    <a:pt x="1966685" y="921186"/>
                  </a:lnTo>
                  <a:lnTo>
                    <a:pt x="901484" y="921186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h28"/>
            <p:cNvSpPr/>
            <p:nvPr/>
          </p:nvSpPr>
          <p:spPr>
            <a:xfrm>
              <a:off x="2055852" y="571761"/>
              <a:ext cx="968967" cy="1655318"/>
            </a:xfrm>
            <a:custGeom>
              <a:avLst/>
              <a:pathLst>
                <a:path w="968967" h="1655318">
                  <a:moveTo>
                    <a:pt x="914400" y="914400"/>
                  </a:moveTo>
                  <a:lnTo>
                    <a:pt x="940419" y="989447"/>
                  </a:lnTo>
                  <a:lnTo>
                    <a:pt x="962025" y="1042814"/>
                  </a:lnTo>
                  <a:lnTo>
                    <a:pt x="968967" y="1077995"/>
                  </a:lnTo>
                  <a:lnTo>
                    <a:pt x="961830" y="1113663"/>
                  </a:lnTo>
                  <a:lnTo>
                    <a:pt x="954460" y="1131923"/>
                  </a:lnTo>
                  <a:lnTo>
                    <a:pt x="954227" y="1156516"/>
                  </a:lnTo>
                  <a:lnTo>
                    <a:pt x="948548" y="1205468"/>
                  </a:lnTo>
                  <a:lnTo>
                    <a:pt x="931804" y="1230207"/>
                  </a:lnTo>
                  <a:lnTo>
                    <a:pt x="909888" y="1257189"/>
                  </a:lnTo>
                  <a:lnTo>
                    <a:pt x="885443" y="1277331"/>
                  </a:lnTo>
                  <a:lnTo>
                    <a:pt x="866055" y="1282995"/>
                  </a:lnTo>
                  <a:lnTo>
                    <a:pt x="849408" y="1285329"/>
                  </a:lnTo>
                  <a:lnTo>
                    <a:pt x="838226" y="1295572"/>
                  </a:lnTo>
                  <a:lnTo>
                    <a:pt x="828095" y="1325667"/>
                  </a:lnTo>
                  <a:lnTo>
                    <a:pt x="818741" y="1357282"/>
                  </a:lnTo>
                  <a:lnTo>
                    <a:pt x="788170" y="1396154"/>
                  </a:lnTo>
                  <a:lnTo>
                    <a:pt x="788987" y="1409691"/>
                  </a:lnTo>
                  <a:lnTo>
                    <a:pt x="800636" y="1455765"/>
                  </a:lnTo>
                  <a:lnTo>
                    <a:pt x="811545" y="1508228"/>
                  </a:lnTo>
                  <a:lnTo>
                    <a:pt x="802328" y="1557270"/>
                  </a:lnTo>
                  <a:lnTo>
                    <a:pt x="794432" y="1608755"/>
                  </a:lnTo>
                  <a:lnTo>
                    <a:pt x="780606" y="1643067"/>
                  </a:lnTo>
                  <a:lnTo>
                    <a:pt x="760848" y="1655318"/>
                  </a:lnTo>
                  <a:lnTo>
                    <a:pt x="746340" y="1649202"/>
                  </a:lnTo>
                  <a:lnTo>
                    <a:pt x="729927" y="1602132"/>
                  </a:lnTo>
                  <a:lnTo>
                    <a:pt x="729558" y="1591310"/>
                  </a:lnTo>
                  <a:lnTo>
                    <a:pt x="725474" y="1576923"/>
                  </a:lnTo>
                  <a:lnTo>
                    <a:pt x="678918" y="1562590"/>
                  </a:lnTo>
                  <a:lnTo>
                    <a:pt x="670692" y="1563115"/>
                  </a:lnTo>
                  <a:lnTo>
                    <a:pt x="652393" y="1554718"/>
                  </a:lnTo>
                  <a:lnTo>
                    <a:pt x="641658" y="1552348"/>
                  </a:lnTo>
                  <a:lnTo>
                    <a:pt x="619644" y="1547498"/>
                  </a:lnTo>
                  <a:lnTo>
                    <a:pt x="601345" y="1505966"/>
                  </a:lnTo>
                  <a:lnTo>
                    <a:pt x="581898" y="1471419"/>
                  </a:lnTo>
                  <a:lnTo>
                    <a:pt x="579137" y="1456978"/>
                  </a:lnTo>
                  <a:lnTo>
                    <a:pt x="579798" y="1392372"/>
                  </a:lnTo>
                  <a:lnTo>
                    <a:pt x="573847" y="1363634"/>
                  </a:lnTo>
                  <a:lnTo>
                    <a:pt x="572019" y="1332309"/>
                  </a:lnTo>
                  <a:lnTo>
                    <a:pt x="559787" y="1357789"/>
                  </a:lnTo>
                  <a:lnTo>
                    <a:pt x="566885" y="1398072"/>
                  </a:lnTo>
                  <a:lnTo>
                    <a:pt x="551794" y="1414975"/>
                  </a:lnTo>
                  <a:lnTo>
                    <a:pt x="532756" y="1423191"/>
                  </a:lnTo>
                  <a:lnTo>
                    <a:pt x="534545" y="1446789"/>
                  </a:lnTo>
                  <a:lnTo>
                    <a:pt x="542363" y="1451259"/>
                  </a:lnTo>
                  <a:lnTo>
                    <a:pt x="543996" y="1475762"/>
                  </a:lnTo>
                  <a:lnTo>
                    <a:pt x="539368" y="1512028"/>
                  </a:lnTo>
                  <a:lnTo>
                    <a:pt x="501894" y="1592667"/>
                  </a:lnTo>
                  <a:lnTo>
                    <a:pt x="494329" y="1601336"/>
                  </a:lnTo>
                  <a:lnTo>
                    <a:pt x="489195" y="1612230"/>
                  </a:lnTo>
                  <a:lnTo>
                    <a:pt x="470021" y="1604991"/>
                  </a:lnTo>
                  <a:lnTo>
                    <a:pt x="453471" y="1620099"/>
                  </a:lnTo>
                  <a:lnTo>
                    <a:pt x="453471" y="874424"/>
                  </a:lnTo>
                  <a:lnTo>
                    <a:pt x="910415" y="874424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h29"/>
            <p:cNvSpPr/>
            <p:nvPr/>
          </p:nvSpPr>
          <p:spPr>
            <a:xfrm>
              <a:off x="1599339" y="2876370"/>
              <a:ext cx="915722" cy="956862"/>
            </a:xfrm>
            <a:custGeom>
              <a:avLst/>
              <a:pathLst>
                <a:path w="915722" h="956862">
                  <a:moveTo>
                    <a:pt x="914400" y="914400"/>
                  </a:moveTo>
                  <a:lnTo>
                    <a:pt x="915722" y="948729"/>
                  </a:lnTo>
                  <a:lnTo>
                    <a:pt x="909985" y="956862"/>
                  </a:lnTo>
                  <a:lnTo>
                    <a:pt x="909985" y="906665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h30"/>
            <p:cNvSpPr/>
            <p:nvPr/>
          </p:nvSpPr>
          <p:spPr>
            <a:xfrm>
              <a:off x="1623492" y="2945119"/>
              <a:ext cx="1097783" cy="1095422"/>
            </a:xfrm>
            <a:custGeom>
              <a:avLst/>
              <a:pathLst>
                <a:path w="1097783" h="1095422">
                  <a:moveTo>
                    <a:pt x="914399" y="914400"/>
                  </a:moveTo>
                  <a:lnTo>
                    <a:pt x="919845" y="928569"/>
                  </a:lnTo>
                  <a:lnTo>
                    <a:pt x="928129" y="943861"/>
                  </a:lnTo>
                  <a:lnTo>
                    <a:pt x="957610" y="932967"/>
                  </a:lnTo>
                  <a:lnTo>
                    <a:pt x="1031508" y="978209"/>
                  </a:lnTo>
                  <a:lnTo>
                    <a:pt x="1076197" y="956185"/>
                  </a:lnTo>
                  <a:lnTo>
                    <a:pt x="1087632" y="954900"/>
                  </a:lnTo>
                  <a:lnTo>
                    <a:pt x="1097783" y="991456"/>
                  </a:lnTo>
                  <a:lnTo>
                    <a:pt x="1086679" y="1028283"/>
                  </a:lnTo>
                  <a:lnTo>
                    <a:pt x="1047279" y="1067571"/>
                  </a:lnTo>
                  <a:lnTo>
                    <a:pt x="1056011" y="1091784"/>
                  </a:lnTo>
                  <a:lnTo>
                    <a:pt x="1064526" y="1095422"/>
                  </a:lnTo>
                  <a:lnTo>
                    <a:pt x="885832" y="1095422"/>
                  </a:lnTo>
                  <a:lnTo>
                    <a:pt x="885832" y="917489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h31"/>
            <p:cNvSpPr/>
            <p:nvPr/>
          </p:nvSpPr>
          <p:spPr>
            <a:xfrm>
              <a:off x="1814829" y="3122739"/>
              <a:ext cx="922762" cy="917802"/>
            </a:xfrm>
            <a:custGeom>
              <a:avLst/>
              <a:pathLst>
                <a:path w="922762" h="917802">
                  <a:moveTo>
                    <a:pt x="914400" y="914400"/>
                  </a:moveTo>
                  <a:lnTo>
                    <a:pt x="922762" y="917802"/>
                  </a:lnTo>
                  <a:lnTo>
                    <a:pt x="889812" y="917802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h32"/>
            <p:cNvSpPr/>
            <p:nvPr/>
          </p:nvSpPr>
          <p:spPr>
            <a:xfrm>
              <a:off x="1933571" y="3084066"/>
              <a:ext cx="1337891" cy="956475"/>
            </a:xfrm>
            <a:custGeom>
              <a:avLst/>
              <a:pathLst>
                <a:path w="1337891" h="956475">
                  <a:moveTo>
                    <a:pt x="914400" y="914400"/>
                  </a:moveTo>
                  <a:lnTo>
                    <a:pt x="933457" y="902564"/>
                  </a:lnTo>
                  <a:lnTo>
                    <a:pt x="996193" y="894095"/>
                  </a:lnTo>
                  <a:lnTo>
                    <a:pt x="1007608" y="872759"/>
                  </a:lnTo>
                  <a:lnTo>
                    <a:pt x="1033025" y="851296"/>
                  </a:lnTo>
                  <a:lnTo>
                    <a:pt x="1049399" y="827861"/>
                  </a:lnTo>
                  <a:lnTo>
                    <a:pt x="1088604" y="783252"/>
                  </a:lnTo>
                  <a:lnTo>
                    <a:pt x="1129170" y="791287"/>
                  </a:lnTo>
                  <a:lnTo>
                    <a:pt x="1152856" y="799829"/>
                  </a:lnTo>
                  <a:lnTo>
                    <a:pt x="1178857" y="804136"/>
                  </a:lnTo>
                  <a:lnTo>
                    <a:pt x="1202523" y="851694"/>
                  </a:lnTo>
                  <a:lnTo>
                    <a:pt x="1262381" y="904265"/>
                  </a:lnTo>
                  <a:lnTo>
                    <a:pt x="1317376" y="899687"/>
                  </a:lnTo>
                  <a:lnTo>
                    <a:pt x="1336901" y="949417"/>
                  </a:lnTo>
                  <a:lnTo>
                    <a:pt x="1337891" y="956475"/>
                  </a:lnTo>
                  <a:lnTo>
                    <a:pt x="878015" y="956475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h33"/>
            <p:cNvSpPr/>
            <p:nvPr/>
          </p:nvSpPr>
          <p:spPr>
            <a:xfrm>
              <a:off x="2338531" y="3009236"/>
              <a:ext cx="914400" cy="940187"/>
            </a:xfrm>
            <a:custGeom>
              <a:avLst/>
              <a:pathLst>
                <a:path w="914400" h="940187">
                  <a:moveTo>
                    <a:pt x="914400" y="914400"/>
                  </a:moveTo>
                  <a:lnTo>
                    <a:pt x="909052" y="927103"/>
                  </a:lnTo>
                  <a:lnTo>
                    <a:pt x="886668" y="905966"/>
                  </a:lnTo>
                  <a:lnTo>
                    <a:pt x="864188" y="906256"/>
                  </a:lnTo>
                  <a:lnTo>
                    <a:pt x="850750" y="938812"/>
                  </a:lnTo>
                  <a:lnTo>
                    <a:pt x="840754" y="940187"/>
                  </a:lnTo>
                  <a:lnTo>
                    <a:pt x="806042" y="910617"/>
                  </a:lnTo>
                  <a:lnTo>
                    <a:pt x="800480" y="896194"/>
                  </a:lnTo>
                  <a:lnTo>
                    <a:pt x="799333" y="884196"/>
                  </a:lnTo>
                  <a:lnTo>
                    <a:pt x="804292" y="842664"/>
                  </a:lnTo>
                  <a:lnTo>
                    <a:pt x="803378" y="829598"/>
                  </a:lnTo>
                  <a:lnTo>
                    <a:pt x="814287" y="815320"/>
                  </a:lnTo>
                  <a:lnTo>
                    <a:pt x="815979" y="794689"/>
                  </a:lnTo>
                  <a:lnTo>
                    <a:pt x="835270" y="772937"/>
                  </a:lnTo>
                  <a:lnTo>
                    <a:pt x="852384" y="772123"/>
                  </a:lnTo>
                  <a:lnTo>
                    <a:pt x="857829" y="790545"/>
                  </a:lnTo>
                  <a:lnTo>
                    <a:pt x="866016" y="803231"/>
                  </a:lnTo>
                  <a:lnTo>
                    <a:pt x="894855" y="817455"/>
                  </a:lnTo>
                  <a:lnTo>
                    <a:pt x="899153" y="823916"/>
                  </a:lnTo>
                  <a:lnTo>
                    <a:pt x="901759" y="832855"/>
                  </a:lnTo>
                  <a:lnTo>
                    <a:pt x="888341" y="850373"/>
                  </a:lnTo>
                  <a:lnTo>
                    <a:pt x="883790" y="859349"/>
                  </a:lnTo>
                  <a:lnTo>
                    <a:pt x="888049" y="873736"/>
                  </a:lnTo>
                  <a:lnTo>
                    <a:pt x="909421" y="889462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h34"/>
            <p:cNvSpPr/>
            <p:nvPr/>
          </p:nvSpPr>
          <p:spPr>
            <a:xfrm>
              <a:off x="2366068" y="3112696"/>
              <a:ext cx="961640" cy="927845"/>
            </a:xfrm>
            <a:custGeom>
              <a:avLst/>
              <a:pathLst>
                <a:path w="961640" h="927845">
                  <a:moveTo>
                    <a:pt x="914399" y="914400"/>
                  </a:moveTo>
                  <a:lnTo>
                    <a:pt x="905376" y="905767"/>
                  </a:lnTo>
                  <a:lnTo>
                    <a:pt x="904034" y="893443"/>
                  </a:lnTo>
                  <a:lnTo>
                    <a:pt x="905493" y="880685"/>
                  </a:lnTo>
                  <a:lnTo>
                    <a:pt x="947537" y="915033"/>
                  </a:lnTo>
                  <a:lnTo>
                    <a:pt x="961640" y="927845"/>
                  </a:lnTo>
                  <a:lnTo>
                    <a:pt x="923368" y="927845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h35"/>
            <p:cNvSpPr/>
            <p:nvPr/>
          </p:nvSpPr>
          <p:spPr>
            <a:xfrm>
              <a:off x="1819807" y="2971957"/>
              <a:ext cx="944970" cy="914400"/>
            </a:xfrm>
            <a:custGeom>
              <a:avLst/>
              <a:pathLst>
                <a:path w="944970" h="914400">
                  <a:moveTo>
                    <a:pt x="914400" y="914400"/>
                  </a:moveTo>
                  <a:lnTo>
                    <a:pt x="902731" y="899578"/>
                  </a:lnTo>
                  <a:lnTo>
                    <a:pt x="890986" y="895814"/>
                  </a:lnTo>
                  <a:lnTo>
                    <a:pt x="897306" y="877536"/>
                  </a:lnTo>
                  <a:lnTo>
                    <a:pt x="905571" y="870895"/>
                  </a:lnTo>
                  <a:lnTo>
                    <a:pt x="935169" y="882803"/>
                  </a:lnTo>
                  <a:lnTo>
                    <a:pt x="944464" y="906111"/>
                  </a:lnTo>
                  <a:lnTo>
                    <a:pt x="944970" y="913676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h36"/>
            <p:cNvSpPr/>
            <p:nvPr/>
          </p:nvSpPr>
          <p:spPr>
            <a:xfrm>
              <a:off x="3586276" y="772293"/>
              <a:ext cx="914400" cy="1014221"/>
            </a:xfrm>
            <a:custGeom>
              <a:avLst/>
              <a:pathLst>
                <a:path w="914400" h="1014221">
                  <a:moveTo>
                    <a:pt x="914400" y="914399"/>
                  </a:moveTo>
                  <a:lnTo>
                    <a:pt x="914400" y="1010477"/>
                  </a:lnTo>
                  <a:lnTo>
                    <a:pt x="874534" y="1014221"/>
                  </a:lnTo>
                  <a:lnTo>
                    <a:pt x="863818" y="1007832"/>
                  </a:lnTo>
                  <a:lnTo>
                    <a:pt x="849136" y="958157"/>
                  </a:lnTo>
                  <a:lnTo>
                    <a:pt x="852053" y="945326"/>
                  </a:lnTo>
                  <a:lnTo>
                    <a:pt x="861932" y="939861"/>
                  </a:lnTo>
                  <a:lnTo>
                    <a:pt x="870391" y="938685"/>
                  </a:lnTo>
                  <a:lnTo>
                    <a:pt x="871636" y="965432"/>
                  </a:lnTo>
                  <a:lnTo>
                    <a:pt x="884062" y="962771"/>
                  </a:lnTo>
                  <a:lnTo>
                    <a:pt x="887952" y="945145"/>
                  </a:lnTo>
                  <a:lnTo>
                    <a:pt x="888827" y="932731"/>
                  </a:lnTo>
                  <a:lnTo>
                    <a:pt x="885463" y="926469"/>
                  </a:lnTo>
                  <a:lnTo>
                    <a:pt x="877023" y="921619"/>
                  </a:lnTo>
                  <a:lnTo>
                    <a:pt x="872142" y="913295"/>
                  </a:lnTo>
                  <a:lnTo>
                    <a:pt x="879162" y="899903"/>
                  </a:lnTo>
                  <a:lnTo>
                    <a:pt x="892152" y="894112"/>
                  </a:lnTo>
                  <a:lnTo>
                    <a:pt x="903354" y="912010"/>
                  </a:lnTo>
                  <a:lnTo>
                    <a:pt x="912319" y="914362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h37"/>
            <p:cNvSpPr/>
            <p:nvPr/>
          </p:nvSpPr>
          <p:spPr>
            <a:xfrm>
              <a:off x="3520060" y="841349"/>
              <a:ext cx="914400" cy="925402"/>
            </a:xfrm>
            <a:custGeom>
              <a:avLst/>
              <a:pathLst>
                <a:path w="914400" h="925402">
                  <a:moveTo>
                    <a:pt x="914400" y="914400"/>
                  </a:moveTo>
                  <a:lnTo>
                    <a:pt x="906776" y="912318"/>
                  </a:lnTo>
                  <a:lnTo>
                    <a:pt x="900923" y="915160"/>
                  </a:lnTo>
                  <a:lnTo>
                    <a:pt x="896956" y="925402"/>
                  </a:lnTo>
                  <a:lnTo>
                    <a:pt x="888321" y="921729"/>
                  </a:lnTo>
                  <a:lnTo>
                    <a:pt x="884840" y="907052"/>
                  </a:lnTo>
                  <a:lnTo>
                    <a:pt x="891277" y="885083"/>
                  </a:lnTo>
                  <a:lnTo>
                    <a:pt x="906699" y="884250"/>
                  </a:lnTo>
                  <a:lnTo>
                    <a:pt x="913369" y="906093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h38"/>
            <p:cNvSpPr/>
            <p:nvPr/>
          </p:nvSpPr>
          <p:spPr>
            <a:xfrm>
              <a:off x="2106939" y="2501657"/>
              <a:ext cx="921809" cy="1252538"/>
            </a:xfrm>
            <a:custGeom>
              <a:avLst/>
              <a:pathLst>
                <a:path w="921809" h="1252538">
                  <a:moveTo>
                    <a:pt x="914400" y="914400"/>
                  </a:moveTo>
                  <a:lnTo>
                    <a:pt x="909227" y="925203"/>
                  </a:lnTo>
                  <a:lnTo>
                    <a:pt x="901623" y="932315"/>
                  </a:lnTo>
                  <a:lnTo>
                    <a:pt x="881729" y="939862"/>
                  </a:lnTo>
                  <a:lnTo>
                    <a:pt x="864499" y="950394"/>
                  </a:lnTo>
                  <a:lnTo>
                    <a:pt x="849136" y="968907"/>
                  </a:lnTo>
                  <a:lnTo>
                    <a:pt x="843477" y="995365"/>
                  </a:lnTo>
                  <a:lnTo>
                    <a:pt x="855495" y="1014728"/>
                  </a:lnTo>
                  <a:lnTo>
                    <a:pt x="877353" y="1025333"/>
                  </a:lnTo>
                  <a:lnTo>
                    <a:pt x="882915" y="1062196"/>
                  </a:lnTo>
                  <a:lnTo>
                    <a:pt x="864869" y="1080383"/>
                  </a:lnTo>
                  <a:lnTo>
                    <a:pt x="818566" y="1098534"/>
                  </a:lnTo>
                  <a:lnTo>
                    <a:pt x="813704" y="1142347"/>
                  </a:lnTo>
                  <a:lnTo>
                    <a:pt x="815201" y="1176875"/>
                  </a:lnTo>
                  <a:lnTo>
                    <a:pt x="814365" y="1201976"/>
                  </a:lnTo>
                  <a:lnTo>
                    <a:pt x="810690" y="1236703"/>
                  </a:lnTo>
                  <a:lnTo>
                    <a:pt x="773235" y="1252538"/>
                  </a:lnTo>
                  <a:lnTo>
                    <a:pt x="749063" y="1199641"/>
                  </a:lnTo>
                  <a:lnTo>
                    <a:pt x="748849" y="1178468"/>
                  </a:lnTo>
                  <a:lnTo>
                    <a:pt x="741634" y="1153748"/>
                  </a:lnTo>
                  <a:lnTo>
                    <a:pt x="740273" y="1132683"/>
                  </a:lnTo>
                  <a:lnTo>
                    <a:pt x="731716" y="1098987"/>
                  </a:lnTo>
                  <a:lnTo>
                    <a:pt x="696284" y="1089866"/>
                  </a:lnTo>
                  <a:lnTo>
                    <a:pt x="682535" y="1088672"/>
                  </a:lnTo>
                  <a:lnTo>
                    <a:pt x="663302" y="1094933"/>
                  </a:lnTo>
                  <a:lnTo>
                    <a:pt x="658538" y="1092490"/>
                  </a:lnTo>
                  <a:lnTo>
                    <a:pt x="635513" y="1046470"/>
                  </a:lnTo>
                  <a:lnTo>
                    <a:pt x="639305" y="995690"/>
                  </a:lnTo>
                  <a:lnTo>
                    <a:pt x="627015" y="970065"/>
                  </a:lnTo>
                  <a:lnTo>
                    <a:pt x="625323" y="958465"/>
                  </a:lnTo>
                  <a:lnTo>
                    <a:pt x="625615" y="945616"/>
                  </a:lnTo>
                  <a:lnTo>
                    <a:pt x="615522" y="935030"/>
                  </a:lnTo>
                  <a:lnTo>
                    <a:pt x="603270" y="929420"/>
                  </a:lnTo>
                  <a:lnTo>
                    <a:pt x="597319" y="900845"/>
                  </a:lnTo>
                  <a:lnTo>
                    <a:pt x="611399" y="893914"/>
                  </a:lnTo>
                  <a:lnTo>
                    <a:pt x="646209" y="897262"/>
                  </a:lnTo>
                  <a:lnTo>
                    <a:pt x="656379" y="895307"/>
                  </a:lnTo>
                  <a:lnTo>
                    <a:pt x="665694" y="889354"/>
                  </a:lnTo>
                  <a:lnTo>
                    <a:pt x="693853" y="842374"/>
                  </a:lnTo>
                  <a:lnTo>
                    <a:pt x="693037" y="832023"/>
                  </a:lnTo>
                  <a:lnTo>
                    <a:pt x="696051" y="818595"/>
                  </a:lnTo>
                  <a:lnTo>
                    <a:pt x="726524" y="813618"/>
                  </a:lnTo>
                  <a:lnTo>
                    <a:pt x="740098" y="831770"/>
                  </a:lnTo>
                  <a:lnTo>
                    <a:pt x="737375" y="860833"/>
                  </a:lnTo>
                  <a:lnTo>
                    <a:pt x="739106" y="898076"/>
                  </a:lnTo>
                  <a:lnTo>
                    <a:pt x="757561" y="908210"/>
                  </a:lnTo>
                  <a:lnTo>
                    <a:pt x="764756" y="909694"/>
                  </a:lnTo>
                  <a:lnTo>
                    <a:pt x="772438" y="882187"/>
                  </a:lnTo>
                  <a:lnTo>
                    <a:pt x="777825" y="868814"/>
                  </a:lnTo>
                  <a:lnTo>
                    <a:pt x="785137" y="861358"/>
                  </a:lnTo>
                  <a:lnTo>
                    <a:pt x="787626" y="836221"/>
                  </a:lnTo>
                  <a:lnTo>
                    <a:pt x="783289" y="820875"/>
                  </a:lnTo>
                  <a:lnTo>
                    <a:pt x="774052" y="809438"/>
                  </a:lnTo>
                  <a:lnTo>
                    <a:pt x="808551" y="778312"/>
                  </a:lnTo>
                  <a:lnTo>
                    <a:pt x="844255" y="753664"/>
                  </a:lnTo>
                  <a:lnTo>
                    <a:pt x="865024" y="752379"/>
                  </a:lnTo>
                  <a:lnTo>
                    <a:pt x="885929" y="758405"/>
                  </a:lnTo>
                  <a:lnTo>
                    <a:pt x="905357" y="766730"/>
                  </a:lnTo>
                  <a:lnTo>
                    <a:pt x="915897" y="773896"/>
                  </a:lnTo>
                  <a:lnTo>
                    <a:pt x="921809" y="785406"/>
                  </a:lnTo>
                  <a:lnTo>
                    <a:pt x="908779" y="812840"/>
                  </a:lnTo>
                  <a:lnTo>
                    <a:pt x="905162" y="827861"/>
                  </a:lnTo>
                  <a:lnTo>
                    <a:pt x="913913" y="877301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h39"/>
            <p:cNvSpPr/>
            <p:nvPr/>
          </p:nvSpPr>
          <p:spPr>
            <a:xfrm>
              <a:off x="1646517" y="1785585"/>
              <a:ext cx="1047241" cy="1567893"/>
            </a:xfrm>
            <a:custGeom>
              <a:avLst/>
              <a:pathLst>
                <a:path w="1047241" h="1567893">
                  <a:moveTo>
                    <a:pt x="914400" y="914400"/>
                  </a:moveTo>
                  <a:lnTo>
                    <a:pt x="969006" y="870533"/>
                  </a:lnTo>
                  <a:lnTo>
                    <a:pt x="984272" y="869972"/>
                  </a:lnTo>
                  <a:lnTo>
                    <a:pt x="958583" y="902673"/>
                  </a:lnTo>
                  <a:lnTo>
                    <a:pt x="954460" y="915322"/>
                  </a:lnTo>
                  <a:lnTo>
                    <a:pt x="951348" y="934722"/>
                  </a:lnTo>
                  <a:lnTo>
                    <a:pt x="969765" y="976852"/>
                  </a:lnTo>
                  <a:lnTo>
                    <a:pt x="965875" y="1002495"/>
                  </a:lnTo>
                  <a:lnTo>
                    <a:pt x="967178" y="1052949"/>
                  </a:lnTo>
                  <a:lnTo>
                    <a:pt x="949812" y="1079243"/>
                  </a:lnTo>
                  <a:lnTo>
                    <a:pt x="930210" y="1135180"/>
                  </a:lnTo>
                  <a:lnTo>
                    <a:pt x="921770" y="1143414"/>
                  </a:lnTo>
                  <a:lnTo>
                    <a:pt x="919961" y="1208708"/>
                  </a:lnTo>
                  <a:lnTo>
                    <a:pt x="921887" y="1224289"/>
                  </a:lnTo>
                  <a:lnTo>
                    <a:pt x="919106" y="1283737"/>
                  </a:lnTo>
                  <a:lnTo>
                    <a:pt x="939194" y="1308077"/>
                  </a:lnTo>
                  <a:lnTo>
                    <a:pt x="960430" y="1320799"/>
                  </a:lnTo>
                  <a:lnTo>
                    <a:pt x="1031255" y="1320347"/>
                  </a:lnTo>
                  <a:lnTo>
                    <a:pt x="1038606" y="1331042"/>
                  </a:lnTo>
                  <a:lnTo>
                    <a:pt x="1047241" y="1349428"/>
                  </a:lnTo>
                  <a:lnTo>
                    <a:pt x="1040920" y="1380645"/>
                  </a:lnTo>
                  <a:lnTo>
                    <a:pt x="1033356" y="1404189"/>
                  </a:lnTo>
                  <a:lnTo>
                    <a:pt x="1012839" y="1424023"/>
                  </a:lnTo>
                  <a:lnTo>
                    <a:pt x="986508" y="1438808"/>
                  </a:lnTo>
                  <a:lnTo>
                    <a:pt x="970134" y="1439460"/>
                  </a:lnTo>
                  <a:lnTo>
                    <a:pt x="947829" y="1411356"/>
                  </a:lnTo>
                  <a:lnTo>
                    <a:pt x="937230" y="1420476"/>
                  </a:lnTo>
                  <a:lnTo>
                    <a:pt x="926281" y="1434809"/>
                  </a:lnTo>
                  <a:lnTo>
                    <a:pt x="907943" y="1511720"/>
                  </a:lnTo>
                  <a:lnTo>
                    <a:pt x="899250" y="1563676"/>
                  </a:lnTo>
                  <a:lnTo>
                    <a:pt x="894544" y="1567893"/>
                  </a:lnTo>
                  <a:lnTo>
                    <a:pt x="884179" y="1560238"/>
                  </a:lnTo>
                  <a:lnTo>
                    <a:pt x="866269" y="1559641"/>
                  </a:lnTo>
                  <a:lnTo>
                    <a:pt x="862807" y="1561525"/>
                  </a:lnTo>
                  <a:lnTo>
                    <a:pt x="862807" y="926074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h40"/>
            <p:cNvSpPr/>
            <p:nvPr/>
          </p:nvSpPr>
          <p:spPr>
            <a:xfrm>
              <a:off x="1599630" y="2473318"/>
              <a:ext cx="914400" cy="923610"/>
            </a:xfrm>
            <a:custGeom>
              <a:avLst/>
              <a:pathLst>
                <a:path w="914400" h="923610">
                  <a:moveTo>
                    <a:pt x="914400" y="914399"/>
                  </a:moveTo>
                  <a:lnTo>
                    <a:pt x="909693" y="923610"/>
                  </a:lnTo>
                  <a:lnTo>
                    <a:pt x="909693" y="907057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h41"/>
            <p:cNvSpPr/>
            <p:nvPr/>
          </p:nvSpPr>
          <p:spPr>
            <a:xfrm>
              <a:off x="1731694" y="2548854"/>
              <a:ext cx="940769" cy="1102986"/>
            </a:xfrm>
            <a:custGeom>
              <a:avLst/>
              <a:pathLst>
                <a:path w="940769" h="1102986">
                  <a:moveTo>
                    <a:pt x="914400" y="914400"/>
                  </a:moveTo>
                  <a:lnTo>
                    <a:pt x="924609" y="955642"/>
                  </a:lnTo>
                  <a:lnTo>
                    <a:pt x="940769" y="1001771"/>
                  </a:lnTo>
                  <a:lnTo>
                    <a:pt x="934021" y="1021080"/>
                  </a:lnTo>
                  <a:lnTo>
                    <a:pt x="938611" y="1045818"/>
                  </a:lnTo>
                  <a:lnTo>
                    <a:pt x="934002" y="1071624"/>
                  </a:lnTo>
                  <a:lnTo>
                    <a:pt x="901856" y="1101629"/>
                  </a:lnTo>
                  <a:lnTo>
                    <a:pt x="865802" y="1102986"/>
                  </a:lnTo>
                  <a:lnTo>
                    <a:pt x="828328" y="1088491"/>
                  </a:lnTo>
                  <a:lnTo>
                    <a:pt x="777630" y="1061764"/>
                  </a:lnTo>
                  <a:lnTo>
                    <a:pt x="777630" y="922117"/>
                  </a:lnTo>
                  <a:lnTo>
                    <a:pt x="834609" y="894674"/>
                  </a:lnTo>
                  <a:lnTo>
                    <a:pt x="848047" y="899072"/>
                  </a:lnTo>
                  <a:lnTo>
                    <a:pt x="862068" y="913386"/>
                  </a:lnTo>
                  <a:lnTo>
                    <a:pt x="878209" y="914237"/>
                  </a:lnTo>
                  <a:lnTo>
                    <a:pt x="901642" y="893932"/>
                  </a:lnTo>
                  <a:lnTo>
                    <a:pt x="906096" y="895054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h42"/>
            <p:cNvSpPr/>
            <p:nvPr/>
          </p:nvSpPr>
          <p:spPr>
            <a:xfrm>
              <a:off x="1901270" y="2818677"/>
              <a:ext cx="959711" cy="988795"/>
            </a:xfrm>
            <a:custGeom>
              <a:avLst/>
              <a:pathLst>
                <a:path w="959711" h="988795">
                  <a:moveTo>
                    <a:pt x="914400" y="914400"/>
                  </a:moveTo>
                  <a:lnTo>
                    <a:pt x="938241" y="913078"/>
                  </a:lnTo>
                  <a:lnTo>
                    <a:pt x="954460" y="922615"/>
                  </a:lnTo>
                  <a:lnTo>
                    <a:pt x="958330" y="937346"/>
                  </a:lnTo>
                  <a:lnTo>
                    <a:pt x="959711" y="970047"/>
                  </a:lnTo>
                  <a:lnTo>
                    <a:pt x="942675" y="979584"/>
                  </a:lnTo>
                  <a:lnTo>
                    <a:pt x="923870" y="976345"/>
                  </a:lnTo>
                  <a:lnTo>
                    <a:pt x="898278" y="988795"/>
                  </a:lnTo>
                  <a:lnTo>
                    <a:pt x="814268" y="935337"/>
                  </a:lnTo>
                  <a:lnTo>
                    <a:pt x="815493" y="890765"/>
                  </a:lnTo>
                  <a:lnTo>
                    <a:pt x="818857" y="873265"/>
                  </a:lnTo>
                  <a:lnTo>
                    <a:pt x="858665" y="869103"/>
                  </a:lnTo>
                  <a:lnTo>
                    <a:pt x="879162" y="891398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h43"/>
            <p:cNvSpPr/>
            <p:nvPr/>
          </p:nvSpPr>
          <p:spPr>
            <a:xfrm>
              <a:off x="1732277" y="2850003"/>
              <a:ext cx="966439" cy="914400"/>
            </a:xfrm>
            <a:custGeom>
              <a:avLst/>
              <a:pathLst>
                <a:path w="966439" h="914400">
                  <a:moveTo>
                    <a:pt x="914400" y="914400"/>
                  </a:moveTo>
                  <a:lnTo>
                    <a:pt x="902401" y="884377"/>
                  </a:lnTo>
                  <a:lnTo>
                    <a:pt x="900845" y="874985"/>
                  </a:lnTo>
                  <a:lnTo>
                    <a:pt x="914944" y="855766"/>
                  </a:lnTo>
                  <a:lnTo>
                    <a:pt x="924065" y="833995"/>
                  </a:lnTo>
                  <a:lnTo>
                    <a:pt x="947654" y="800571"/>
                  </a:lnTo>
                  <a:lnTo>
                    <a:pt x="961247" y="761409"/>
                  </a:lnTo>
                  <a:lnTo>
                    <a:pt x="966439" y="762025"/>
                  </a:lnTo>
                  <a:lnTo>
                    <a:pt x="960411" y="796897"/>
                  </a:lnTo>
                  <a:lnTo>
                    <a:pt x="929432" y="894167"/>
                  </a:lnTo>
                  <a:lnTo>
                    <a:pt x="923228" y="912300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h44"/>
            <p:cNvSpPr/>
            <p:nvPr/>
          </p:nvSpPr>
          <p:spPr>
            <a:xfrm>
              <a:off x="2094960" y="2773725"/>
              <a:ext cx="922003" cy="936043"/>
            </a:xfrm>
            <a:custGeom>
              <a:avLst/>
              <a:pathLst>
                <a:path w="922003" h="936043">
                  <a:moveTo>
                    <a:pt x="914400" y="914400"/>
                  </a:moveTo>
                  <a:lnTo>
                    <a:pt x="883829" y="910346"/>
                  </a:lnTo>
                  <a:lnTo>
                    <a:pt x="849369" y="936043"/>
                  </a:lnTo>
                  <a:lnTo>
                    <a:pt x="836301" y="927918"/>
                  </a:lnTo>
                  <a:lnTo>
                    <a:pt x="841241" y="911504"/>
                  </a:lnTo>
                  <a:lnTo>
                    <a:pt x="844838" y="905532"/>
                  </a:lnTo>
                  <a:lnTo>
                    <a:pt x="856429" y="898565"/>
                  </a:lnTo>
                  <a:lnTo>
                    <a:pt x="864168" y="888376"/>
                  </a:lnTo>
                  <a:lnTo>
                    <a:pt x="867202" y="872433"/>
                  </a:lnTo>
                  <a:lnTo>
                    <a:pt x="874378" y="881029"/>
                  </a:lnTo>
                  <a:lnTo>
                    <a:pt x="895711" y="884630"/>
                  </a:lnTo>
                  <a:lnTo>
                    <a:pt x="906135" y="889715"/>
                  </a:lnTo>
                  <a:lnTo>
                    <a:pt x="914847" y="897189"/>
                  </a:lnTo>
                  <a:lnTo>
                    <a:pt x="922003" y="908880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h45"/>
            <p:cNvSpPr/>
            <p:nvPr/>
          </p:nvSpPr>
          <p:spPr>
            <a:xfrm>
              <a:off x="2107017" y="2550193"/>
              <a:ext cx="933146" cy="914400"/>
            </a:xfrm>
            <a:custGeom>
              <a:avLst/>
              <a:pathLst>
                <a:path w="933146" h="914400">
                  <a:moveTo>
                    <a:pt x="914400" y="914400"/>
                  </a:moveTo>
                  <a:lnTo>
                    <a:pt x="910277" y="913567"/>
                  </a:lnTo>
                  <a:lnTo>
                    <a:pt x="904190" y="891941"/>
                  </a:lnTo>
                  <a:lnTo>
                    <a:pt x="914069" y="878785"/>
                  </a:lnTo>
                  <a:lnTo>
                    <a:pt x="919903" y="867619"/>
                  </a:lnTo>
                  <a:lnTo>
                    <a:pt x="924045" y="867945"/>
                  </a:lnTo>
                  <a:lnTo>
                    <a:pt x="929704" y="880016"/>
                  </a:lnTo>
                  <a:lnTo>
                    <a:pt x="933146" y="898637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h46"/>
            <p:cNvSpPr/>
            <p:nvPr/>
          </p:nvSpPr>
          <p:spPr>
            <a:xfrm>
              <a:off x="1678020" y="2815872"/>
              <a:ext cx="931843" cy="914400"/>
            </a:xfrm>
            <a:custGeom>
              <a:avLst/>
              <a:pathLst>
                <a:path w="931843" h="914400">
                  <a:moveTo>
                    <a:pt x="914400" y="914400"/>
                  </a:moveTo>
                  <a:lnTo>
                    <a:pt x="899114" y="906328"/>
                  </a:lnTo>
                  <a:lnTo>
                    <a:pt x="874242" y="875926"/>
                  </a:lnTo>
                  <a:lnTo>
                    <a:pt x="871111" y="867855"/>
                  </a:lnTo>
                  <a:lnTo>
                    <a:pt x="884179" y="873012"/>
                  </a:lnTo>
                  <a:lnTo>
                    <a:pt x="900398" y="888901"/>
                  </a:lnTo>
                  <a:lnTo>
                    <a:pt x="913680" y="892285"/>
                  </a:lnTo>
                  <a:lnTo>
                    <a:pt x="931843" y="905731"/>
                  </a:lnTo>
                  <a:lnTo>
                    <a:pt x="927759" y="910545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h47"/>
            <p:cNvSpPr/>
            <p:nvPr/>
          </p:nvSpPr>
          <p:spPr>
            <a:xfrm>
              <a:off x="1594924" y="2800664"/>
              <a:ext cx="926593" cy="914399"/>
            </a:xfrm>
            <a:custGeom>
              <a:avLst/>
              <a:pathLst>
                <a:path w="926593" h="914399">
                  <a:moveTo>
                    <a:pt x="914400" y="914399"/>
                  </a:moveTo>
                  <a:lnTo>
                    <a:pt x="914400" y="874847"/>
                  </a:lnTo>
                  <a:lnTo>
                    <a:pt x="925893" y="903385"/>
                  </a:lnTo>
                  <a:lnTo>
                    <a:pt x="926593" y="911366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h48"/>
            <p:cNvSpPr/>
            <p:nvPr/>
          </p:nvSpPr>
          <p:spPr>
            <a:xfrm>
              <a:off x="1712480" y="2471961"/>
              <a:ext cx="928615" cy="914400"/>
            </a:xfrm>
            <a:custGeom>
              <a:avLst/>
              <a:pathLst>
                <a:path w="928615" h="914400">
                  <a:moveTo>
                    <a:pt x="914400" y="914400"/>
                  </a:moveTo>
                  <a:lnTo>
                    <a:pt x="901779" y="907468"/>
                  </a:lnTo>
                  <a:lnTo>
                    <a:pt x="900456" y="883490"/>
                  </a:lnTo>
                  <a:lnTo>
                    <a:pt x="905240" y="861955"/>
                  </a:lnTo>
                  <a:lnTo>
                    <a:pt x="899620" y="842700"/>
                  </a:lnTo>
                  <a:lnTo>
                    <a:pt x="905804" y="830322"/>
                  </a:lnTo>
                  <a:lnTo>
                    <a:pt x="923559" y="859150"/>
                  </a:lnTo>
                  <a:lnTo>
                    <a:pt x="928615" y="872704"/>
                  </a:lnTo>
                  <a:lnTo>
                    <a:pt x="921770" y="888901"/>
                  </a:lnTo>
                  <a:lnTo>
                    <a:pt x="917783" y="907740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h49"/>
            <p:cNvSpPr/>
            <p:nvPr/>
          </p:nvSpPr>
          <p:spPr>
            <a:xfrm>
              <a:off x="1796335" y="1929364"/>
              <a:ext cx="946876" cy="914400"/>
            </a:xfrm>
            <a:custGeom>
              <a:avLst/>
              <a:pathLst>
                <a:path w="946876" h="914400">
                  <a:moveTo>
                    <a:pt x="914400" y="914400"/>
                  </a:moveTo>
                  <a:lnTo>
                    <a:pt x="886999" y="902112"/>
                  </a:lnTo>
                  <a:lnTo>
                    <a:pt x="899095" y="884938"/>
                  </a:lnTo>
                  <a:lnTo>
                    <a:pt x="929199" y="877030"/>
                  </a:lnTo>
                  <a:lnTo>
                    <a:pt x="946876" y="879636"/>
                  </a:lnTo>
                  <a:lnTo>
                    <a:pt x="927429" y="896683"/>
                  </a:lnTo>
                  <a:lnTo>
                    <a:pt x="922509" y="905713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h50"/>
            <p:cNvSpPr/>
            <p:nvPr/>
          </p:nvSpPr>
          <p:spPr>
            <a:xfrm>
              <a:off x="2600713" y="2753691"/>
              <a:ext cx="931590" cy="914400"/>
            </a:xfrm>
            <a:custGeom>
              <a:avLst/>
              <a:pathLst>
                <a:path w="931590" h="914400">
                  <a:moveTo>
                    <a:pt x="914399" y="914400"/>
                  </a:moveTo>
                  <a:lnTo>
                    <a:pt x="881496" y="904012"/>
                  </a:lnTo>
                  <a:lnTo>
                    <a:pt x="841396" y="878333"/>
                  </a:lnTo>
                  <a:lnTo>
                    <a:pt x="847269" y="828005"/>
                  </a:lnTo>
                  <a:lnTo>
                    <a:pt x="857557" y="806253"/>
                  </a:lnTo>
                  <a:lnTo>
                    <a:pt x="930696" y="862661"/>
                  </a:lnTo>
                  <a:lnTo>
                    <a:pt x="931590" y="883925"/>
                  </a:lnTo>
                  <a:lnTo>
                    <a:pt x="921750" y="908120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t51"/>
            <p:cNvSpPr/>
            <p:nvPr/>
          </p:nvSpPr>
          <p:spPr>
            <a:xfrm>
              <a:off x="3028490" y="3331293"/>
              <a:ext cx="117405" cy="117405"/>
            </a:xfrm>
            <a:prstGeom prst="ellipse">
              <a:avLst/>
            </a:prstGeom>
            <a:solidFill>
              <a:srgbClr val="FEA06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t52"/>
            <p:cNvSpPr/>
            <p:nvPr/>
          </p:nvSpPr>
          <p:spPr>
            <a:xfrm>
              <a:off x="4258507" y="1819316"/>
              <a:ext cx="117405" cy="117405"/>
            </a:xfrm>
            <a:prstGeom prst="ellipse">
              <a:avLst/>
            </a:prstGeom>
            <a:solidFill>
              <a:srgbClr val="7F7F7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t53"/>
            <p:cNvSpPr/>
            <p:nvPr/>
          </p:nvSpPr>
          <p:spPr>
            <a:xfrm>
              <a:off x="2958697" y="3167619"/>
              <a:ext cx="117405" cy="117405"/>
            </a:xfrm>
            <a:prstGeom prst="ellipse">
              <a:avLst/>
            </a:prstGeom>
            <a:solidFill>
              <a:srgbClr val="EF766B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t54"/>
            <p:cNvSpPr/>
            <p:nvPr/>
          </p:nvSpPr>
          <p:spPr>
            <a:xfrm>
              <a:off x="3790926" y="2612334"/>
              <a:ext cx="117405" cy="117405"/>
            </a:xfrm>
            <a:prstGeom prst="ellipse">
              <a:avLst/>
            </a:prstGeom>
            <a:solidFill>
              <a:srgbClr val="7F7F7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t55"/>
            <p:cNvSpPr/>
            <p:nvPr/>
          </p:nvSpPr>
          <p:spPr>
            <a:xfrm>
              <a:off x="3715510" y="2998048"/>
              <a:ext cx="117405" cy="117405"/>
            </a:xfrm>
            <a:prstGeom prst="ellipse">
              <a:avLst/>
            </a:prstGeom>
            <a:solidFill>
              <a:srgbClr val="FEA16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t56"/>
            <p:cNvSpPr/>
            <p:nvPr/>
          </p:nvSpPr>
          <p:spPr>
            <a:xfrm>
              <a:off x="3044614" y="3464461"/>
              <a:ext cx="117405" cy="117405"/>
            </a:xfrm>
            <a:prstGeom prst="ellipse">
              <a:avLst/>
            </a:prstGeom>
            <a:solidFill>
              <a:srgbClr val="7F7F7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t57"/>
            <p:cNvSpPr/>
            <p:nvPr/>
          </p:nvSpPr>
          <p:spPr>
            <a:xfrm>
              <a:off x="2672786" y="2174205"/>
              <a:ext cx="117405" cy="117405"/>
            </a:xfrm>
            <a:prstGeom prst="ellipse">
              <a:avLst/>
            </a:prstGeom>
            <a:solidFill>
              <a:srgbClr val="9A2E7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t58"/>
            <p:cNvSpPr/>
            <p:nvPr/>
          </p:nvSpPr>
          <p:spPr>
            <a:xfrm>
              <a:off x="2762927" y="2479882"/>
              <a:ext cx="117405" cy="117405"/>
            </a:xfrm>
            <a:prstGeom prst="ellipse">
              <a:avLst/>
            </a:prstGeom>
            <a:solidFill>
              <a:srgbClr val="E9666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g59"/>
            <p:cNvSpPr/>
            <p:nvPr/>
          </p:nvSpPr>
          <p:spPr>
            <a:xfrm>
              <a:off x="3143676" y="3258265"/>
              <a:ext cx="379475" cy="191749"/>
            </a:xfrm>
            <a:custGeom>
              <a:avLst/>
              <a:pathLst>
                <a:path w="379475" h="191749">
                  <a:moveTo>
                    <a:pt x="27431" y="191749"/>
                  </a:moveTo>
                  <a:lnTo>
                    <a:pt x="352044" y="191749"/>
                  </a:lnTo>
                  <a:lnTo>
                    <a:pt x="350939" y="191727"/>
                  </a:lnTo>
                  <a:lnTo>
                    <a:pt x="355350" y="191549"/>
                  </a:lnTo>
                  <a:lnTo>
                    <a:pt x="359676" y="190666"/>
                  </a:lnTo>
                  <a:lnTo>
                    <a:pt x="363803" y="189101"/>
                  </a:lnTo>
                  <a:lnTo>
                    <a:pt x="367627" y="186893"/>
                  </a:lnTo>
                  <a:lnTo>
                    <a:pt x="371046" y="184101"/>
                  </a:lnTo>
                  <a:lnTo>
                    <a:pt x="373974" y="180797"/>
                  </a:lnTo>
                  <a:lnTo>
                    <a:pt x="376333" y="177065"/>
                  </a:lnTo>
                  <a:lnTo>
                    <a:pt x="378064" y="173004"/>
                  </a:lnTo>
                  <a:lnTo>
                    <a:pt x="379120" y="168718"/>
                  </a:lnTo>
                  <a:lnTo>
                    <a:pt x="379475" y="164317"/>
                  </a:lnTo>
                  <a:lnTo>
                    <a:pt x="379475" y="27431"/>
                  </a:lnTo>
                  <a:lnTo>
                    <a:pt x="379120" y="23031"/>
                  </a:lnTo>
                  <a:lnTo>
                    <a:pt x="378064" y="18745"/>
                  </a:lnTo>
                  <a:lnTo>
                    <a:pt x="376333" y="14683"/>
                  </a:lnTo>
                  <a:lnTo>
                    <a:pt x="373974" y="10952"/>
                  </a:lnTo>
                  <a:lnTo>
                    <a:pt x="371046" y="7647"/>
                  </a:lnTo>
                  <a:lnTo>
                    <a:pt x="367627" y="4855"/>
                  </a:lnTo>
                  <a:lnTo>
                    <a:pt x="363803" y="2648"/>
                  </a:lnTo>
                  <a:lnTo>
                    <a:pt x="359676" y="1083"/>
                  </a:lnTo>
                  <a:lnTo>
                    <a:pt x="355350" y="200"/>
                  </a:lnTo>
                  <a:lnTo>
                    <a:pt x="352044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6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1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6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tx60"/>
            <p:cNvSpPr/>
            <p:nvPr/>
          </p:nvSpPr>
          <p:spPr>
            <a:xfrm>
              <a:off x="3189396" y="3303985"/>
              <a:ext cx="288036" cy="1003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3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BAR</a:t>
              </a:r>
            </a:p>
          </p:txBody>
        </p:sp>
        <p:sp>
          <p:nvSpPr>
            <p:cNvPr id="61" name="pg61"/>
            <p:cNvSpPr/>
            <p:nvPr/>
          </p:nvSpPr>
          <p:spPr>
            <a:xfrm>
              <a:off x="4190593" y="1626641"/>
              <a:ext cx="363931" cy="191749"/>
            </a:xfrm>
            <a:custGeom>
              <a:avLst/>
              <a:pathLst>
                <a:path w="363931" h="191749">
                  <a:moveTo>
                    <a:pt x="27431" y="191749"/>
                  </a:moveTo>
                  <a:lnTo>
                    <a:pt x="336499" y="191749"/>
                  </a:lnTo>
                  <a:lnTo>
                    <a:pt x="335394" y="191727"/>
                  </a:lnTo>
                  <a:lnTo>
                    <a:pt x="339805" y="191549"/>
                  </a:lnTo>
                  <a:lnTo>
                    <a:pt x="344131" y="190666"/>
                  </a:lnTo>
                  <a:lnTo>
                    <a:pt x="348259" y="189101"/>
                  </a:lnTo>
                  <a:lnTo>
                    <a:pt x="352082" y="186893"/>
                  </a:lnTo>
                  <a:lnTo>
                    <a:pt x="355502" y="184101"/>
                  </a:lnTo>
                  <a:lnTo>
                    <a:pt x="358429" y="180797"/>
                  </a:lnTo>
                  <a:lnTo>
                    <a:pt x="360789" y="177065"/>
                  </a:lnTo>
                  <a:lnTo>
                    <a:pt x="362519" y="173004"/>
                  </a:lnTo>
                  <a:lnTo>
                    <a:pt x="363575" y="168718"/>
                  </a:lnTo>
                  <a:lnTo>
                    <a:pt x="363931" y="164317"/>
                  </a:lnTo>
                  <a:lnTo>
                    <a:pt x="363931" y="27432"/>
                  </a:lnTo>
                  <a:lnTo>
                    <a:pt x="363575" y="23031"/>
                  </a:lnTo>
                  <a:lnTo>
                    <a:pt x="362519" y="18745"/>
                  </a:lnTo>
                  <a:lnTo>
                    <a:pt x="360789" y="14683"/>
                  </a:lnTo>
                  <a:lnTo>
                    <a:pt x="358429" y="10952"/>
                  </a:lnTo>
                  <a:lnTo>
                    <a:pt x="355502" y="7647"/>
                  </a:lnTo>
                  <a:lnTo>
                    <a:pt x="352082" y="4855"/>
                  </a:lnTo>
                  <a:lnTo>
                    <a:pt x="348259" y="2648"/>
                  </a:lnTo>
                  <a:lnTo>
                    <a:pt x="344131" y="1083"/>
                  </a:lnTo>
                  <a:lnTo>
                    <a:pt x="339805" y="200"/>
                  </a:lnTo>
                  <a:lnTo>
                    <a:pt x="336499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5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2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5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tx62"/>
            <p:cNvSpPr/>
            <p:nvPr/>
          </p:nvSpPr>
          <p:spPr>
            <a:xfrm>
              <a:off x="4236313" y="1672361"/>
              <a:ext cx="272491" cy="1003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3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BJO</a:t>
              </a:r>
            </a:p>
          </p:txBody>
        </p:sp>
        <p:sp>
          <p:nvSpPr>
            <p:cNvPr id="63" name="pg63"/>
            <p:cNvSpPr/>
            <p:nvPr/>
          </p:nvSpPr>
          <p:spPr>
            <a:xfrm>
              <a:off x="2692544" y="2974660"/>
              <a:ext cx="410565" cy="191749"/>
            </a:xfrm>
            <a:custGeom>
              <a:avLst/>
              <a:pathLst>
                <a:path w="410565" h="191749">
                  <a:moveTo>
                    <a:pt x="27431" y="191749"/>
                  </a:moveTo>
                  <a:lnTo>
                    <a:pt x="383133" y="191749"/>
                  </a:lnTo>
                  <a:lnTo>
                    <a:pt x="382029" y="191727"/>
                  </a:lnTo>
                  <a:lnTo>
                    <a:pt x="386440" y="191549"/>
                  </a:lnTo>
                  <a:lnTo>
                    <a:pt x="390765" y="190666"/>
                  </a:lnTo>
                  <a:lnTo>
                    <a:pt x="394893" y="189101"/>
                  </a:lnTo>
                  <a:lnTo>
                    <a:pt x="398716" y="186893"/>
                  </a:lnTo>
                  <a:lnTo>
                    <a:pt x="402136" y="184101"/>
                  </a:lnTo>
                  <a:lnTo>
                    <a:pt x="405063" y="180797"/>
                  </a:lnTo>
                  <a:lnTo>
                    <a:pt x="407423" y="177065"/>
                  </a:lnTo>
                  <a:lnTo>
                    <a:pt x="409153" y="173004"/>
                  </a:lnTo>
                  <a:lnTo>
                    <a:pt x="410210" y="168718"/>
                  </a:lnTo>
                  <a:lnTo>
                    <a:pt x="410565" y="164317"/>
                  </a:lnTo>
                  <a:lnTo>
                    <a:pt x="410565" y="27431"/>
                  </a:lnTo>
                  <a:lnTo>
                    <a:pt x="410210" y="23031"/>
                  </a:lnTo>
                  <a:lnTo>
                    <a:pt x="409153" y="18745"/>
                  </a:lnTo>
                  <a:lnTo>
                    <a:pt x="407423" y="14683"/>
                  </a:lnTo>
                  <a:lnTo>
                    <a:pt x="405063" y="10952"/>
                  </a:lnTo>
                  <a:lnTo>
                    <a:pt x="402136" y="7647"/>
                  </a:lnTo>
                  <a:lnTo>
                    <a:pt x="398716" y="4855"/>
                  </a:lnTo>
                  <a:lnTo>
                    <a:pt x="394893" y="2648"/>
                  </a:lnTo>
                  <a:lnTo>
                    <a:pt x="390765" y="1083"/>
                  </a:lnTo>
                  <a:lnTo>
                    <a:pt x="386440" y="200"/>
                  </a:lnTo>
                  <a:lnTo>
                    <a:pt x="383133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5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1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5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tx64"/>
            <p:cNvSpPr/>
            <p:nvPr/>
          </p:nvSpPr>
          <p:spPr>
            <a:xfrm>
              <a:off x="2738264" y="3020380"/>
              <a:ext cx="319125" cy="1003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3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HOG</a:t>
              </a:r>
            </a:p>
          </p:txBody>
        </p:sp>
        <p:sp>
          <p:nvSpPr>
            <p:cNvPr id="65" name="pg65"/>
            <p:cNvSpPr/>
            <p:nvPr/>
          </p:nvSpPr>
          <p:spPr>
            <a:xfrm>
              <a:off x="3767824" y="2419362"/>
              <a:ext cx="402701" cy="191749"/>
            </a:xfrm>
            <a:custGeom>
              <a:avLst/>
              <a:pathLst>
                <a:path w="402701" h="191749">
                  <a:moveTo>
                    <a:pt x="27432" y="191749"/>
                  </a:moveTo>
                  <a:lnTo>
                    <a:pt x="375269" y="191749"/>
                  </a:lnTo>
                  <a:lnTo>
                    <a:pt x="374165" y="191727"/>
                  </a:lnTo>
                  <a:lnTo>
                    <a:pt x="378576" y="191549"/>
                  </a:lnTo>
                  <a:lnTo>
                    <a:pt x="382901" y="190666"/>
                  </a:lnTo>
                  <a:lnTo>
                    <a:pt x="387029" y="189101"/>
                  </a:lnTo>
                  <a:lnTo>
                    <a:pt x="390852" y="186893"/>
                  </a:lnTo>
                  <a:lnTo>
                    <a:pt x="394272" y="184101"/>
                  </a:lnTo>
                  <a:lnTo>
                    <a:pt x="397200" y="180797"/>
                  </a:lnTo>
                  <a:lnTo>
                    <a:pt x="399559" y="177065"/>
                  </a:lnTo>
                  <a:lnTo>
                    <a:pt x="401290" y="173004"/>
                  </a:lnTo>
                  <a:lnTo>
                    <a:pt x="402346" y="168718"/>
                  </a:lnTo>
                  <a:lnTo>
                    <a:pt x="402701" y="164317"/>
                  </a:lnTo>
                  <a:lnTo>
                    <a:pt x="402701" y="27431"/>
                  </a:lnTo>
                  <a:lnTo>
                    <a:pt x="402346" y="23031"/>
                  </a:lnTo>
                  <a:lnTo>
                    <a:pt x="401290" y="18745"/>
                  </a:lnTo>
                  <a:lnTo>
                    <a:pt x="399559" y="14683"/>
                  </a:lnTo>
                  <a:lnTo>
                    <a:pt x="397200" y="10952"/>
                  </a:lnTo>
                  <a:lnTo>
                    <a:pt x="394272" y="7647"/>
                  </a:lnTo>
                  <a:lnTo>
                    <a:pt x="390852" y="4855"/>
                  </a:lnTo>
                  <a:lnTo>
                    <a:pt x="387029" y="2648"/>
                  </a:lnTo>
                  <a:lnTo>
                    <a:pt x="382901" y="1083"/>
                  </a:lnTo>
                  <a:lnTo>
                    <a:pt x="378576" y="200"/>
                  </a:lnTo>
                  <a:lnTo>
                    <a:pt x="375269" y="0"/>
                  </a:lnTo>
                  <a:lnTo>
                    <a:pt x="27432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5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1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5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tx66"/>
            <p:cNvSpPr/>
            <p:nvPr/>
          </p:nvSpPr>
          <p:spPr>
            <a:xfrm>
              <a:off x="3813544" y="2465082"/>
              <a:ext cx="311261" cy="1003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3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HOR</a:t>
              </a:r>
            </a:p>
          </p:txBody>
        </p:sp>
        <p:sp>
          <p:nvSpPr>
            <p:cNvPr id="67" name="pg67"/>
            <p:cNvSpPr/>
            <p:nvPr/>
          </p:nvSpPr>
          <p:spPr>
            <a:xfrm>
              <a:off x="3715318" y="2805612"/>
              <a:ext cx="356250" cy="191749"/>
            </a:xfrm>
            <a:custGeom>
              <a:avLst/>
              <a:pathLst>
                <a:path w="356250" h="191749">
                  <a:moveTo>
                    <a:pt x="27431" y="191749"/>
                  </a:moveTo>
                  <a:lnTo>
                    <a:pt x="328818" y="191749"/>
                  </a:lnTo>
                  <a:lnTo>
                    <a:pt x="327713" y="191727"/>
                  </a:lnTo>
                  <a:lnTo>
                    <a:pt x="332124" y="191549"/>
                  </a:lnTo>
                  <a:lnTo>
                    <a:pt x="336450" y="190666"/>
                  </a:lnTo>
                  <a:lnTo>
                    <a:pt x="340578" y="189101"/>
                  </a:lnTo>
                  <a:lnTo>
                    <a:pt x="344401" y="186893"/>
                  </a:lnTo>
                  <a:lnTo>
                    <a:pt x="347821" y="184101"/>
                  </a:lnTo>
                  <a:lnTo>
                    <a:pt x="350748" y="180797"/>
                  </a:lnTo>
                  <a:lnTo>
                    <a:pt x="353108" y="177065"/>
                  </a:lnTo>
                  <a:lnTo>
                    <a:pt x="354838" y="173004"/>
                  </a:lnTo>
                  <a:lnTo>
                    <a:pt x="355895" y="168718"/>
                  </a:lnTo>
                  <a:lnTo>
                    <a:pt x="356250" y="164317"/>
                  </a:lnTo>
                  <a:lnTo>
                    <a:pt x="356250" y="27431"/>
                  </a:lnTo>
                  <a:lnTo>
                    <a:pt x="355895" y="23031"/>
                  </a:lnTo>
                  <a:lnTo>
                    <a:pt x="354838" y="18745"/>
                  </a:lnTo>
                  <a:lnTo>
                    <a:pt x="353108" y="14683"/>
                  </a:lnTo>
                  <a:lnTo>
                    <a:pt x="350748" y="10952"/>
                  </a:lnTo>
                  <a:lnTo>
                    <a:pt x="347821" y="7647"/>
                  </a:lnTo>
                  <a:lnTo>
                    <a:pt x="344401" y="4855"/>
                  </a:lnTo>
                  <a:lnTo>
                    <a:pt x="340578" y="2648"/>
                  </a:lnTo>
                  <a:lnTo>
                    <a:pt x="336450" y="1083"/>
                  </a:lnTo>
                  <a:lnTo>
                    <a:pt x="332124" y="200"/>
                  </a:lnTo>
                  <a:lnTo>
                    <a:pt x="328818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6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1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6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tx68"/>
            <p:cNvSpPr/>
            <p:nvPr/>
          </p:nvSpPr>
          <p:spPr>
            <a:xfrm>
              <a:off x="3761038" y="2851332"/>
              <a:ext cx="264810" cy="1003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3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KAL</a:t>
              </a:r>
            </a:p>
          </p:txBody>
        </p:sp>
        <p:sp>
          <p:nvSpPr>
            <p:cNvPr id="69" name="pg69"/>
            <p:cNvSpPr/>
            <p:nvPr/>
          </p:nvSpPr>
          <p:spPr>
            <a:xfrm>
              <a:off x="3029230" y="3582914"/>
              <a:ext cx="387156" cy="191749"/>
            </a:xfrm>
            <a:custGeom>
              <a:avLst/>
              <a:pathLst>
                <a:path w="387156" h="191749">
                  <a:moveTo>
                    <a:pt x="27431" y="191749"/>
                  </a:moveTo>
                  <a:lnTo>
                    <a:pt x="359724" y="191749"/>
                  </a:lnTo>
                  <a:lnTo>
                    <a:pt x="358620" y="191727"/>
                  </a:lnTo>
                  <a:lnTo>
                    <a:pt x="363031" y="191549"/>
                  </a:lnTo>
                  <a:lnTo>
                    <a:pt x="367357" y="190666"/>
                  </a:lnTo>
                  <a:lnTo>
                    <a:pt x="371484" y="189101"/>
                  </a:lnTo>
                  <a:lnTo>
                    <a:pt x="375308" y="186893"/>
                  </a:lnTo>
                  <a:lnTo>
                    <a:pt x="378727" y="184101"/>
                  </a:lnTo>
                  <a:lnTo>
                    <a:pt x="381655" y="180797"/>
                  </a:lnTo>
                  <a:lnTo>
                    <a:pt x="384014" y="177065"/>
                  </a:lnTo>
                  <a:lnTo>
                    <a:pt x="385745" y="173004"/>
                  </a:lnTo>
                  <a:lnTo>
                    <a:pt x="386801" y="168718"/>
                  </a:lnTo>
                  <a:lnTo>
                    <a:pt x="387156" y="164317"/>
                  </a:lnTo>
                  <a:lnTo>
                    <a:pt x="387156" y="27431"/>
                  </a:lnTo>
                  <a:lnTo>
                    <a:pt x="386801" y="23031"/>
                  </a:lnTo>
                  <a:lnTo>
                    <a:pt x="385745" y="18745"/>
                  </a:lnTo>
                  <a:lnTo>
                    <a:pt x="384014" y="14683"/>
                  </a:lnTo>
                  <a:lnTo>
                    <a:pt x="381655" y="10952"/>
                  </a:lnTo>
                  <a:lnTo>
                    <a:pt x="378727" y="7647"/>
                  </a:lnTo>
                  <a:lnTo>
                    <a:pt x="375308" y="4855"/>
                  </a:lnTo>
                  <a:lnTo>
                    <a:pt x="371484" y="2648"/>
                  </a:lnTo>
                  <a:lnTo>
                    <a:pt x="367357" y="1083"/>
                  </a:lnTo>
                  <a:lnTo>
                    <a:pt x="363031" y="200"/>
                  </a:lnTo>
                  <a:lnTo>
                    <a:pt x="359724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6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1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6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tx70"/>
            <p:cNvSpPr/>
            <p:nvPr/>
          </p:nvSpPr>
          <p:spPr>
            <a:xfrm>
              <a:off x="3074950" y="3628634"/>
              <a:ext cx="295716" cy="1003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3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KUR</a:t>
              </a:r>
            </a:p>
          </p:txBody>
        </p:sp>
        <p:sp>
          <p:nvSpPr>
            <p:cNvPr id="71" name="pg71"/>
            <p:cNvSpPr/>
            <p:nvPr/>
          </p:nvSpPr>
          <p:spPr>
            <a:xfrm>
              <a:off x="2679425" y="1981371"/>
              <a:ext cx="343082" cy="191749"/>
            </a:xfrm>
            <a:custGeom>
              <a:avLst/>
              <a:pathLst>
                <a:path w="343082" h="191749">
                  <a:moveTo>
                    <a:pt x="27431" y="191749"/>
                  </a:moveTo>
                  <a:lnTo>
                    <a:pt x="315650" y="191749"/>
                  </a:lnTo>
                  <a:lnTo>
                    <a:pt x="314546" y="191727"/>
                  </a:lnTo>
                  <a:lnTo>
                    <a:pt x="318957" y="191549"/>
                  </a:lnTo>
                  <a:lnTo>
                    <a:pt x="323282" y="190666"/>
                  </a:lnTo>
                  <a:lnTo>
                    <a:pt x="327410" y="189101"/>
                  </a:lnTo>
                  <a:lnTo>
                    <a:pt x="331234" y="186893"/>
                  </a:lnTo>
                  <a:lnTo>
                    <a:pt x="334653" y="184101"/>
                  </a:lnTo>
                  <a:lnTo>
                    <a:pt x="337581" y="180797"/>
                  </a:lnTo>
                  <a:lnTo>
                    <a:pt x="339940" y="177065"/>
                  </a:lnTo>
                  <a:lnTo>
                    <a:pt x="341671" y="173004"/>
                  </a:lnTo>
                  <a:lnTo>
                    <a:pt x="342727" y="168718"/>
                  </a:lnTo>
                  <a:lnTo>
                    <a:pt x="343082" y="164317"/>
                  </a:lnTo>
                  <a:lnTo>
                    <a:pt x="343082" y="27432"/>
                  </a:lnTo>
                  <a:lnTo>
                    <a:pt x="342727" y="23031"/>
                  </a:lnTo>
                  <a:lnTo>
                    <a:pt x="341671" y="18745"/>
                  </a:lnTo>
                  <a:lnTo>
                    <a:pt x="339940" y="14683"/>
                  </a:lnTo>
                  <a:lnTo>
                    <a:pt x="337581" y="10952"/>
                  </a:lnTo>
                  <a:lnTo>
                    <a:pt x="334653" y="7647"/>
                  </a:lnTo>
                  <a:lnTo>
                    <a:pt x="331234" y="4855"/>
                  </a:lnTo>
                  <a:lnTo>
                    <a:pt x="327410" y="2648"/>
                  </a:lnTo>
                  <a:lnTo>
                    <a:pt x="323282" y="1083"/>
                  </a:lnTo>
                  <a:lnTo>
                    <a:pt x="318957" y="200"/>
                  </a:lnTo>
                  <a:lnTo>
                    <a:pt x="315650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5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2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5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tx72"/>
            <p:cNvSpPr/>
            <p:nvPr/>
          </p:nvSpPr>
          <p:spPr>
            <a:xfrm>
              <a:off x="2725145" y="2027091"/>
              <a:ext cx="251642" cy="1003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3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VAT</a:t>
              </a:r>
            </a:p>
          </p:txBody>
        </p:sp>
        <p:sp>
          <p:nvSpPr>
            <p:cNvPr id="73" name="pg73"/>
            <p:cNvSpPr/>
            <p:nvPr/>
          </p:nvSpPr>
          <p:spPr>
            <a:xfrm>
              <a:off x="2543479" y="2598484"/>
              <a:ext cx="317296" cy="191749"/>
            </a:xfrm>
            <a:custGeom>
              <a:avLst/>
              <a:pathLst>
                <a:path w="317296" h="191749">
                  <a:moveTo>
                    <a:pt x="27431" y="191749"/>
                  </a:moveTo>
                  <a:lnTo>
                    <a:pt x="289864" y="191749"/>
                  </a:lnTo>
                  <a:lnTo>
                    <a:pt x="288760" y="191727"/>
                  </a:lnTo>
                  <a:lnTo>
                    <a:pt x="293171" y="191549"/>
                  </a:lnTo>
                  <a:lnTo>
                    <a:pt x="297496" y="190666"/>
                  </a:lnTo>
                  <a:lnTo>
                    <a:pt x="301624" y="189101"/>
                  </a:lnTo>
                  <a:lnTo>
                    <a:pt x="305447" y="186893"/>
                  </a:lnTo>
                  <a:lnTo>
                    <a:pt x="308867" y="184101"/>
                  </a:lnTo>
                  <a:lnTo>
                    <a:pt x="311795" y="180797"/>
                  </a:lnTo>
                  <a:lnTo>
                    <a:pt x="314154" y="177065"/>
                  </a:lnTo>
                  <a:lnTo>
                    <a:pt x="315885" y="173004"/>
                  </a:lnTo>
                  <a:lnTo>
                    <a:pt x="316941" y="168718"/>
                  </a:lnTo>
                  <a:lnTo>
                    <a:pt x="317296" y="164317"/>
                  </a:lnTo>
                  <a:lnTo>
                    <a:pt x="317296" y="27431"/>
                  </a:lnTo>
                  <a:lnTo>
                    <a:pt x="316941" y="23031"/>
                  </a:lnTo>
                  <a:lnTo>
                    <a:pt x="315885" y="18745"/>
                  </a:lnTo>
                  <a:lnTo>
                    <a:pt x="314154" y="14683"/>
                  </a:lnTo>
                  <a:lnTo>
                    <a:pt x="311795" y="10952"/>
                  </a:lnTo>
                  <a:lnTo>
                    <a:pt x="308867" y="7647"/>
                  </a:lnTo>
                  <a:lnTo>
                    <a:pt x="305447" y="4855"/>
                  </a:lnTo>
                  <a:lnTo>
                    <a:pt x="301624" y="2648"/>
                  </a:lnTo>
                  <a:lnTo>
                    <a:pt x="297496" y="1083"/>
                  </a:lnTo>
                  <a:lnTo>
                    <a:pt x="293171" y="200"/>
                  </a:lnTo>
                  <a:lnTo>
                    <a:pt x="289864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6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1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6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tx74"/>
            <p:cNvSpPr/>
            <p:nvPr/>
          </p:nvSpPr>
          <p:spPr>
            <a:xfrm>
              <a:off x="2589199" y="2644204"/>
              <a:ext cx="225856" cy="1003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3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VIK</a:t>
              </a:r>
            </a:p>
          </p:txBody>
        </p:sp>
        <p:sp>
          <p:nvSpPr>
            <p:cNvPr id="75" name="rc75"/>
            <p:cNvSpPr/>
            <p:nvPr/>
          </p:nvSpPr>
          <p:spPr>
            <a:xfrm>
              <a:off x="2409757" y="1316468"/>
              <a:ext cx="2190487" cy="2853791"/>
            </a:xfrm>
            <a:prstGeom prst="rect">
              <a:avLst/>
            </a:prstGeom>
            <a:noFill/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tx76"/>
            <p:cNvSpPr/>
            <p:nvPr/>
          </p:nvSpPr>
          <p:spPr>
            <a:xfrm>
              <a:off x="2097404" y="3999851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54</a:t>
              </a:r>
            </a:p>
          </p:txBody>
        </p:sp>
        <p:sp>
          <p:nvSpPr>
            <p:cNvPr id="77" name="tx77"/>
            <p:cNvSpPr/>
            <p:nvPr/>
          </p:nvSpPr>
          <p:spPr>
            <a:xfrm>
              <a:off x="2221762" y="3981380"/>
              <a:ext cx="44714" cy="984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78" name="tx78"/>
            <p:cNvSpPr/>
            <p:nvPr/>
          </p:nvSpPr>
          <p:spPr>
            <a:xfrm>
              <a:off x="2266476" y="3999851"/>
              <a:ext cx="80650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79" name="tx79"/>
            <p:cNvSpPr/>
            <p:nvPr/>
          </p:nvSpPr>
          <p:spPr>
            <a:xfrm>
              <a:off x="2097404" y="3629228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55</a:t>
              </a:r>
            </a:p>
          </p:txBody>
        </p:sp>
        <p:sp>
          <p:nvSpPr>
            <p:cNvPr id="80" name="tx80"/>
            <p:cNvSpPr/>
            <p:nvPr/>
          </p:nvSpPr>
          <p:spPr>
            <a:xfrm>
              <a:off x="2221762" y="3610758"/>
              <a:ext cx="44714" cy="984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81" name="tx81"/>
            <p:cNvSpPr/>
            <p:nvPr/>
          </p:nvSpPr>
          <p:spPr>
            <a:xfrm>
              <a:off x="2266476" y="3629228"/>
              <a:ext cx="80650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82" name="tx82"/>
            <p:cNvSpPr/>
            <p:nvPr/>
          </p:nvSpPr>
          <p:spPr>
            <a:xfrm>
              <a:off x="2097404" y="3258789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56</a:t>
              </a:r>
            </a:p>
          </p:txBody>
        </p:sp>
        <p:sp>
          <p:nvSpPr>
            <p:cNvPr id="83" name="tx83"/>
            <p:cNvSpPr/>
            <p:nvPr/>
          </p:nvSpPr>
          <p:spPr>
            <a:xfrm>
              <a:off x="2221762" y="3240318"/>
              <a:ext cx="44714" cy="984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84" name="tx84"/>
            <p:cNvSpPr/>
            <p:nvPr/>
          </p:nvSpPr>
          <p:spPr>
            <a:xfrm>
              <a:off x="2266476" y="3258789"/>
              <a:ext cx="80650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85" name="tx85"/>
            <p:cNvSpPr/>
            <p:nvPr/>
          </p:nvSpPr>
          <p:spPr>
            <a:xfrm>
              <a:off x="2097404" y="2887984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57</a:t>
              </a:r>
            </a:p>
          </p:txBody>
        </p:sp>
        <p:sp>
          <p:nvSpPr>
            <p:cNvPr id="86" name="tx86"/>
            <p:cNvSpPr/>
            <p:nvPr/>
          </p:nvSpPr>
          <p:spPr>
            <a:xfrm>
              <a:off x="2221762" y="2869513"/>
              <a:ext cx="44714" cy="984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87" name="tx87"/>
            <p:cNvSpPr/>
            <p:nvPr/>
          </p:nvSpPr>
          <p:spPr>
            <a:xfrm>
              <a:off x="2266476" y="2887984"/>
              <a:ext cx="80650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88" name="tx88"/>
            <p:cNvSpPr/>
            <p:nvPr/>
          </p:nvSpPr>
          <p:spPr>
            <a:xfrm>
              <a:off x="2097404" y="2517544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58</a:t>
              </a:r>
            </a:p>
          </p:txBody>
        </p:sp>
        <p:sp>
          <p:nvSpPr>
            <p:cNvPr id="89" name="tx89"/>
            <p:cNvSpPr/>
            <p:nvPr/>
          </p:nvSpPr>
          <p:spPr>
            <a:xfrm>
              <a:off x="2221762" y="2499073"/>
              <a:ext cx="44714" cy="984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90" name="tx90"/>
            <p:cNvSpPr/>
            <p:nvPr/>
          </p:nvSpPr>
          <p:spPr>
            <a:xfrm>
              <a:off x="2266476" y="2517544"/>
              <a:ext cx="80650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91" name="tx91"/>
            <p:cNvSpPr/>
            <p:nvPr/>
          </p:nvSpPr>
          <p:spPr>
            <a:xfrm>
              <a:off x="2097404" y="2146922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59</a:t>
              </a:r>
            </a:p>
          </p:txBody>
        </p:sp>
        <p:sp>
          <p:nvSpPr>
            <p:cNvPr id="92" name="tx92"/>
            <p:cNvSpPr/>
            <p:nvPr/>
          </p:nvSpPr>
          <p:spPr>
            <a:xfrm>
              <a:off x="2221762" y="2128451"/>
              <a:ext cx="44714" cy="984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93" name="tx93"/>
            <p:cNvSpPr/>
            <p:nvPr/>
          </p:nvSpPr>
          <p:spPr>
            <a:xfrm>
              <a:off x="2266476" y="2146922"/>
              <a:ext cx="80650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94" name="tx94"/>
            <p:cNvSpPr/>
            <p:nvPr/>
          </p:nvSpPr>
          <p:spPr>
            <a:xfrm>
              <a:off x="2097404" y="1776300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60</a:t>
              </a:r>
            </a:p>
          </p:txBody>
        </p:sp>
        <p:sp>
          <p:nvSpPr>
            <p:cNvPr id="95" name="tx95"/>
            <p:cNvSpPr/>
            <p:nvPr/>
          </p:nvSpPr>
          <p:spPr>
            <a:xfrm>
              <a:off x="2221762" y="1757829"/>
              <a:ext cx="44714" cy="984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96" name="tx96"/>
            <p:cNvSpPr/>
            <p:nvPr/>
          </p:nvSpPr>
          <p:spPr>
            <a:xfrm>
              <a:off x="2266476" y="1776300"/>
              <a:ext cx="80650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97" name="tx97"/>
            <p:cNvSpPr/>
            <p:nvPr/>
          </p:nvSpPr>
          <p:spPr>
            <a:xfrm>
              <a:off x="2097404" y="1405677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61</a:t>
              </a:r>
            </a:p>
          </p:txBody>
        </p:sp>
        <p:sp>
          <p:nvSpPr>
            <p:cNvPr id="98" name="tx98"/>
            <p:cNvSpPr/>
            <p:nvPr/>
          </p:nvSpPr>
          <p:spPr>
            <a:xfrm>
              <a:off x="2221762" y="1387207"/>
              <a:ext cx="44714" cy="984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99" name="tx99"/>
            <p:cNvSpPr/>
            <p:nvPr/>
          </p:nvSpPr>
          <p:spPr>
            <a:xfrm>
              <a:off x="2266476" y="1405677"/>
              <a:ext cx="80650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100" name="pl100"/>
            <p:cNvSpPr/>
            <p:nvPr/>
          </p:nvSpPr>
          <p:spPr>
            <a:xfrm>
              <a:off x="2374962" y="4040542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l101"/>
            <p:cNvSpPr/>
            <p:nvPr/>
          </p:nvSpPr>
          <p:spPr>
            <a:xfrm>
              <a:off x="2374962" y="3669919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l102"/>
            <p:cNvSpPr/>
            <p:nvPr/>
          </p:nvSpPr>
          <p:spPr>
            <a:xfrm>
              <a:off x="2374962" y="3299297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l103"/>
            <p:cNvSpPr/>
            <p:nvPr/>
          </p:nvSpPr>
          <p:spPr>
            <a:xfrm>
              <a:off x="2374962" y="2928675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l104"/>
            <p:cNvSpPr/>
            <p:nvPr/>
          </p:nvSpPr>
          <p:spPr>
            <a:xfrm>
              <a:off x="2374962" y="2558052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l105"/>
            <p:cNvSpPr/>
            <p:nvPr/>
          </p:nvSpPr>
          <p:spPr>
            <a:xfrm>
              <a:off x="2374962" y="2187430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l106"/>
            <p:cNvSpPr/>
            <p:nvPr/>
          </p:nvSpPr>
          <p:spPr>
            <a:xfrm>
              <a:off x="2374962" y="1816808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l107"/>
            <p:cNvSpPr/>
            <p:nvPr/>
          </p:nvSpPr>
          <p:spPr>
            <a:xfrm>
              <a:off x="2374962" y="1446185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l108"/>
            <p:cNvSpPr/>
            <p:nvPr/>
          </p:nvSpPr>
          <p:spPr>
            <a:xfrm>
              <a:off x="2509324" y="4170259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l109"/>
            <p:cNvSpPr/>
            <p:nvPr/>
          </p:nvSpPr>
          <p:spPr>
            <a:xfrm>
              <a:off x="2907595" y="4170259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l110"/>
            <p:cNvSpPr/>
            <p:nvPr/>
          </p:nvSpPr>
          <p:spPr>
            <a:xfrm>
              <a:off x="3305865" y="4170259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l111"/>
            <p:cNvSpPr/>
            <p:nvPr/>
          </p:nvSpPr>
          <p:spPr>
            <a:xfrm>
              <a:off x="3704135" y="4170259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l112"/>
            <p:cNvSpPr/>
            <p:nvPr/>
          </p:nvSpPr>
          <p:spPr>
            <a:xfrm>
              <a:off x="4102406" y="4170259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l113"/>
            <p:cNvSpPr/>
            <p:nvPr/>
          </p:nvSpPr>
          <p:spPr>
            <a:xfrm>
              <a:off x="4500676" y="4170259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tx114"/>
            <p:cNvSpPr/>
            <p:nvPr/>
          </p:nvSpPr>
          <p:spPr>
            <a:xfrm>
              <a:off x="2387526" y="4233255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115" name="tx115"/>
            <p:cNvSpPr/>
            <p:nvPr/>
          </p:nvSpPr>
          <p:spPr>
            <a:xfrm>
              <a:off x="2511884" y="4214784"/>
              <a:ext cx="44714" cy="984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116" name="tx116"/>
            <p:cNvSpPr/>
            <p:nvPr/>
          </p:nvSpPr>
          <p:spPr>
            <a:xfrm>
              <a:off x="2556599" y="4233255"/>
              <a:ext cx="74523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E</a:t>
              </a:r>
            </a:p>
          </p:txBody>
        </p:sp>
        <p:sp>
          <p:nvSpPr>
            <p:cNvPr id="117" name="tx117"/>
            <p:cNvSpPr/>
            <p:nvPr/>
          </p:nvSpPr>
          <p:spPr>
            <a:xfrm>
              <a:off x="2785797" y="4233255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12</a:t>
              </a:r>
            </a:p>
          </p:txBody>
        </p:sp>
        <p:sp>
          <p:nvSpPr>
            <p:cNvPr id="118" name="tx118"/>
            <p:cNvSpPr/>
            <p:nvPr/>
          </p:nvSpPr>
          <p:spPr>
            <a:xfrm>
              <a:off x="2910155" y="4214784"/>
              <a:ext cx="44714" cy="984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119" name="tx119"/>
            <p:cNvSpPr/>
            <p:nvPr/>
          </p:nvSpPr>
          <p:spPr>
            <a:xfrm>
              <a:off x="2954869" y="4233255"/>
              <a:ext cx="74523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E</a:t>
              </a:r>
            </a:p>
          </p:txBody>
        </p:sp>
        <p:sp>
          <p:nvSpPr>
            <p:cNvPr id="120" name="tx120"/>
            <p:cNvSpPr/>
            <p:nvPr/>
          </p:nvSpPr>
          <p:spPr>
            <a:xfrm>
              <a:off x="3184067" y="4233255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14</a:t>
              </a:r>
            </a:p>
          </p:txBody>
        </p:sp>
        <p:sp>
          <p:nvSpPr>
            <p:cNvPr id="121" name="tx121"/>
            <p:cNvSpPr/>
            <p:nvPr/>
          </p:nvSpPr>
          <p:spPr>
            <a:xfrm>
              <a:off x="3308425" y="4214784"/>
              <a:ext cx="44714" cy="984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122" name="tx122"/>
            <p:cNvSpPr/>
            <p:nvPr/>
          </p:nvSpPr>
          <p:spPr>
            <a:xfrm>
              <a:off x="3353140" y="4233255"/>
              <a:ext cx="74523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E</a:t>
              </a:r>
            </a:p>
          </p:txBody>
        </p:sp>
        <p:sp>
          <p:nvSpPr>
            <p:cNvPr id="123" name="tx123"/>
            <p:cNvSpPr/>
            <p:nvPr/>
          </p:nvSpPr>
          <p:spPr>
            <a:xfrm>
              <a:off x="3582337" y="4233255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16</a:t>
              </a:r>
            </a:p>
          </p:txBody>
        </p:sp>
        <p:sp>
          <p:nvSpPr>
            <p:cNvPr id="124" name="tx124"/>
            <p:cNvSpPr/>
            <p:nvPr/>
          </p:nvSpPr>
          <p:spPr>
            <a:xfrm>
              <a:off x="3706696" y="4214784"/>
              <a:ext cx="44714" cy="984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125" name="tx125"/>
            <p:cNvSpPr/>
            <p:nvPr/>
          </p:nvSpPr>
          <p:spPr>
            <a:xfrm>
              <a:off x="3751410" y="4233255"/>
              <a:ext cx="74523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E</a:t>
              </a:r>
            </a:p>
          </p:txBody>
        </p:sp>
        <p:sp>
          <p:nvSpPr>
            <p:cNvPr id="126" name="tx126"/>
            <p:cNvSpPr/>
            <p:nvPr/>
          </p:nvSpPr>
          <p:spPr>
            <a:xfrm>
              <a:off x="3980608" y="4233255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18</a:t>
              </a:r>
            </a:p>
          </p:txBody>
        </p:sp>
        <p:sp>
          <p:nvSpPr>
            <p:cNvPr id="127" name="tx127"/>
            <p:cNvSpPr/>
            <p:nvPr/>
          </p:nvSpPr>
          <p:spPr>
            <a:xfrm>
              <a:off x="4104966" y="4214784"/>
              <a:ext cx="44714" cy="984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128" name="tx128"/>
            <p:cNvSpPr/>
            <p:nvPr/>
          </p:nvSpPr>
          <p:spPr>
            <a:xfrm>
              <a:off x="4149680" y="4233255"/>
              <a:ext cx="74523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E</a:t>
              </a:r>
            </a:p>
          </p:txBody>
        </p:sp>
        <p:sp>
          <p:nvSpPr>
            <p:cNvPr id="129" name="tx129"/>
            <p:cNvSpPr/>
            <p:nvPr/>
          </p:nvSpPr>
          <p:spPr>
            <a:xfrm>
              <a:off x="4378878" y="4233255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20</a:t>
              </a:r>
            </a:p>
          </p:txBody>
        </p:sp>
        <p:sp>
          <p:nvSpPr>
            <p:cNvPr id="130" name="tx130"/>
            <p:cNvSpPr/>
            <p:nvPr/>
          </p:nvSpPr>
          <p:spPr>
            <a:xfrm>
              <a:off x="4503237" y="4214784"/>
              <a:ext cx="44714" cy="984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131" name="tx131"/>
            <p:cNvSpPr/>
            <p:nvPr/>
          </p:nvSpPr>
          <p:spPr>
            <a:xfrm>
              <a:off x="4547951" y="4233255"/>
              <a:ext cx="74523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E</a:t>
              </a:r>
            </a:p>
          </p:txBody>
        </p:sp>
        <p:sp>
          <p:nvSpPr>
            <p:cNvPr id="132" name="tx132"/>
            <p:cNvSpPr/>
            <p:nvPr/>
          </p:nvSpPr>
          <p:spPr>
            <a:xfrm>
              <a:off x="3198036" y="4372931"/>
              <a:ext cx="613928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Longitude</a:t>
              </a:r>
            </a:p>
          </p:txBody>
        </p:sp>
        <p:sp>
          <p:nvSpPr>
            <p:cNvPr id="133" name="tx133"/>
            <p:cNvSpPr/>
            <p:nvPr/>
          </p:nvSpPr>
          <p:spPr>
            <a:xfrm rot="-5400000">
              <a:off x="1734477" y="2693346"/>
              <a:ext cx="497342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Latitude</a:t>
              </a:r>
            </a:p>
          </p:txBody>
        </p:sp>
        <p:sp>
          <p:nvSpPr>
            <p:cNvPr id="134" name="rc134"/>
            <p:cNvSpPr/>
            <p:nvPr/>
          </p:nvSpPr>
          <p:spPr>
            <a:xfrm>
              <a:off x="4739422" y="2025600"/>
              <a:ext cx="1099846" cy="143552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5" name="tx135"/>
            <p:cNvSpPr/>
            <p:nvPr/>
          </p:nvSpPr>
          <p:spPr>
            <a:xfrm>
              <a:off x="4809011" y="2109911"/>
              <a:ext cx="960668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Weight Change</a:t>
              </a:r>
            </a:p>
          </p:txBody>
        </p:sp>
        <p:pic>
          <p:nvPicPr>
            <p:cNvPr id="136" name="pic13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809011" y="2294257"/>
              <a:ext cx="219455" cy="1097280"/>
            </a:xfrm>
            <a:prstGeom prst="rect">
              <a:avLst/>
            </a:prstGeom>
          </p:spPr>
        </p:pic>
        <p:sp>
          <p:nvSpPr>
            <p:cNvPr id="137" name="pl137"/>
            <p:cNvSpPr/>
            <p:nvPr/>
          </p:nvSpPr>
          <p:spPr>
            <a:xfrm>
              <a:off x="4984576" y="3389709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l138"/>
            <p:cNvSpPr/>
            <p:nvPr/>
          </p:nvSpPr>
          <p:spPr>
            <a:xfrm>
              <a:off x="4984576" y="3116303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l139"/>
            <p:cNvSpPr/>
            <p:nvPr/>
          </p:nvSpPr>
          <p:spPr>
            <a:xfrm>
              <a:off x="4984576" y="2842897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l140"/>
            <p:cNvSpPr/>
            <p:nvPr/>
          </p:nvSpPr>
          <p:spPr>
            <a:xfrm>
              <a:off x="4984576" y="2569492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l141"/>
            <p:cNvSpPr/>
            <p:nvPr/>
          </p:nvSpPr>
          <p:spPr>
            <a:xfrm>
              <a:off x="4984576" y="2296086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l142"/>
            <p:cNvSpPr/>
            <p:nvPr/>
          </p:nvSpPr>
          <p:spPr>
            <a:xfrm>
              <a:off x="4809011" y="3389709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l143"/>
            <p:cNvSpPr/>
            <p:nvPr/>
          </p:nvSpPr>
          <p:spPr>
            <a:xfrm>
              <a:off x="4809011" y="3116303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l144"/>
            <p:cNvSpPr/>
            <p:nvPr/>
          </p:nvSpPr>
          <p:spPr>
            <a:xfrm>
              <a:off x="4809011" y="2842897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l145"/>
            <p:cNvSpPr/>
            <p:nvPr/>
          </p:nvSpPr>
          <p:spPr>
            <a:xfrm>
              <a:off x="4809011" y="2569492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l146"/>
            <p:cNvSpPr/>
            <p:nvPr/>
          </p:nvSpPr>
          <p:spPr>
            <a:xfrm>
              <a:off x="4809011" y="2296086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tx147"/>
            <p:cNvSpPr/>
            <p:nvPr/>
          </p:nvSpPr>
          <p:spPr>
            <a:xfrm>
              <a:off x="5098056" y="3349704"/>
              <a:ext cx="254843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-1.00</a:t>
              </a:r>
            </a:p>
          </p:txBody>
        </p:sp>
        <p:sp>
          <p:nvSpPr>
            <p:cNvPr id="148" name="tx148"/>
            <p:cNvSpPr/>
            <p:nvPr/>
          </p:nvSpPr>
          <p:spPr>
            <a:xfrm>
              <a:off x="5098056" y="3076298"/>
              <a:ext cx="254843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-0.75</a:t>
              </a:r>
            </a:p>
          </p:txBody>
        </p:sp>
        <p:sp>
          <p:nvSpPr>
            <p:cNvPr id="149" name="tx149"/>
            <p:cNvSpPr/>
            <p:nvPr/>
          </p:nvSpPr>
          <p:spPr>
            <a:xfrm>
              <a:off x="5098056" y="2802892"/>
              <a:ext cx="254843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-0.50</a:t>
              </a:r>
            </a:p>
          </p:txBody>
        </p:sp>
        <p:sp>
          <p:nvSpPr>
            <p:cNvPr id="150" name="tx150"/>
            <p:cNvSpPr/>
            <p:nvPr/>
          </p:nvSpPr>
          <p:spPr>
            <a:xfrm>
              <a:off x="5098056" y="2529487"/>
              <a:ext cx="254843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-0.25</a:t>
              </a:r>
            </a:p>
          </p:txBody>
        </p:sp>
        <p:sp>
          <p:nvSpPr>
            <p:cNvPr id="151" name="tx151"/>
            <p:cNvSpPr/>
            <p:nvPr/>
          </p:nvSpPr>
          <p:spPr>
            <a:xfrm>
              <a:off x="5098056" y="2256081"/>
              <a:ext cx="217627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152" name="tx152"/>
            <p:cNvSpPr/>
            <p:nvPr/>
          </p:nvSpPr>
          <p:spPr>
            <a:xfrm>
              <a:off x="2409757" y="986823"/>
              <a:ext cx="4112331" cy="16367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8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(A) Weight Change in Future Treatments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914400" y="914400"/>
            <a:ext cx="5943600" cy="3657600"/>
            <a:chOff x="914400" y="914400"/>
            <a:chExt cx="5943600" cy="3657600"/>
          </a:xfrm>
        </p:grpSpPr>
        <p:sp>
          <p:nvSpPr>
            <p:cNvPr id="3" name="rc3"/>
            <p:cNvSpPr/>
            <p:nvPr/>
          </p:nvSpPr>
          <p:spPr>
            <a:xfrm>
              <a:off x="914400" y="914400"/>
              <a:ext cx="5943600" cy="36576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1863541" y="914400"/>
              <a:ext cx="4045316" cy="36576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2409757" y="1316468"/>
              <a:ext cx="2190487" cy="2853791"/>
            </a:xfrm>
            <a:prstGeom prst="rect">
              <a:avLst/>
            </a:prstGeom>
            <a:solidFill>
              <a:srgbClr val="F0F8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2509324" y="1316468"/>
              <a:ext cx="0" cy="2853791"/>
            </a:xfrm>
            <a:custGeom>
              <a:avLst/>
              <a:pathLst>
                <a:path w="0" h="2853791">
                  <a:moveTo>
                    <a:pt x="0" y="2853791"/>
                  </a:moveTo>
                  <a:lnTo>
                    <a:pt x="0" y="2825152"/>
                  </a:lnTo>
                  <a:lnTo>
                    <a:pt x="0" y="2791459"/>
                  </a:lnTo>
                  <a:lnTo>
                    <a:pt x="0" y="2757766"/>
                  </a:lnTo>
                  <a:lnTo>
                    <a:pt x="0" y="2724073"/>
                  </a:lnTo>
                  <a:lnTo>
                    <a:pt x="0" y="2690380"/>
                  </a:lnTo>
                  <a:lnTo>
                    <a:pt x="0" y="2656688"/>
                  </a:lnTo>
                  <a:lnTo>
                    <a:pt x="0" y="2622995"/>
                  </a:lnTo>
                  <a:lnTo>
                    <a:pt x="0" y="2589302"/>
                  </a:lnTo>
                  <a:lnTo>
                    <a:pt x="0" y="2555609"/>
                  </a:lnTo>
                  <a:lnTo>
                    <a:pt x="0" y="2521916"/>
                  </a:lnTo>
                  <a:lnTo>
                    <a:pt x="0" y="2488223"/>
                  </a:lnTo>
                  <a:lnTo>
                    <a:pt x="0" y="2454530"/>
                  </a:lnTo>
                  <a:lnTo>
                    <a:pt x="0" y="2420837"/>
                  </a:lnTo>
                  <a:lnTo>
                    <a:pt x="0" y="2387144"/>
                  </a:lnTo>
                  <a:lnTo>
                    <a:pt x="0" y="2353451"/>
                  </a:lnTo>
                  <a:lnTo>
                    <a:pt x="0" y="2319758"/>
                  </a:lnTo>
                  <a:lnTo>
                    <a:pt x="0" y="2286065"/>
                  </a:lnTo>
                  <a:lnTo>
                    <a:pt x="0" y="2252372"/>
                  </a:lnTo>
                  <a:lnTo>
                    <a:pt x="0" y="2218679"/>
                  </a:lnTo>
                  <a:lnTo>
                    <a:pt x="0" y="2184986"/>
                  </a:lnTo>
                  <a:lnTo>
                    <a:pt x="0" y="2151294"/>
                  </a:lnTo>
                  <a:lnTo>
                    <a:pt x="0" y="2117601"/>
                  </a:lnTo>
                  <a:lnTo>
                    <a:pt x="0" y="2083908"/>
                  </a:lnTo>
                  <a:lnTo>
                    <a:pt x="0" y="2050215"/>
                  </a:lnTo>
                  <a:lnTo>
                    <a:pt x="0" y="2016522"/>
                  </a:lnTo>
                  <a:lnTo>
                    <a:pt x="0" y="1982829"/>
                  </a:lnTo>
                  <a:lnTo>
                    <a:pt x="0" y="1949136"/>
                  </a:lnTo>
                  <a:lnTo>
                    <a:pt x="0" y="1915443"/>
                  </a:lnTo>
                  <a:lnTo>
                    <a:pt x="0" y="1881750"/>
                  </a:lnTo>
                  <a:lnTo>
                    <a:pt x="0" y="1848057"/>
                  </a:lnTo>
                  <a:lnTo>
                    <a:pt x="0" y="1814364"/>
                  </a:lnTo>
                  <a:lnTo>
                    <a:pt x="0" y="1780671"/>
                  </a:lnTo>
                  <a:lnTo>
                    <a:pt x="0" y="1746978"/>
                  </a:lnTo>
                  <a:lnTo>
                    <a:pt x="0" y="1713285"/>
                  </a:lnTo>
                  <a:lnTo>
                    <a:pt x="0" y="1679592"/>
                  </a:lnTo>
                  <a:lnTo>
                    <a:pt x="0" y="1645899"/>
                  </a:lnTo>
                  <a:lnTo>
                    <a:pt x="0" y="1612207"/>
                  </a:lnTo>
                  <a:lnTo>
                    <a:pt x="0" y="1578514"/>
                  </a:lnTo>
                  <a:lnTo>
                    <a:pt x="0" y="1544821"/>
                  </a:lnTo>
                  <a:lnTo>
                    <a:pt x="0" y="1511128"/>
                  </a:lnTo>
                  <a:lnTo>
                    <a:pt x="0" y="1477435"/>
                  </a:lnTo>
                  <a:lnTo>
                    <a:pt x="0" y="1443742"/>
                  </a:lnTo>
                  <a:lnTo>
                    <a:pt x="0" y="1410049"/>
                  </a:lnTo>
                  <a:lnTo>
                    <a:pt x="0" y="1376356"/>
                  </a:lnTo>
                  <a:lnTo>
                    <a:pt x="0" y="1342663"/>
                  </a:lnTo>
                  <a:lnTo>
                    <a:pt x="0" y="1308970"/>
                  </a:lnTo>
                  <a:lnTo>
                    <a:pt x="0" y="1275277"/>
                  </a:lnTo>
                  <a:lnTo>
                    <a:pt x="0" y="1241584"/>
                  </a:lnTo>
                  <a:lnTo>
                    <a:pt x="0" y="1207891"/>
                  </a:lnTo>
                  <a:lnTo>
                    <a:pt x="0" y="1174198"/>
                  </a:lnTo>
                  <a:lnTo>
                    <a:pt x="0" y="1140505"/>
                  </a:lnTo>
                  <a:lnTo>
                    <a:pt x="0" y="1106812"/>
                  </a:lnTo>
                  <a:lnTo>
                    <a:pt x="0" y="1073120"/>
                  </a:lnTo>
                  <a:lnTo>
                    <a:pt x="0" y="1039427"/>
                  </a:lnTo>
                  <a:lnTo>
                    <a:pt x="0" y="1005734"/>
                  </a:lnTo>
                  <a:lnTo>
                    <a:pt x="0" y="972041"/>
                  </a:lnTo>
                  <a:lnTo>
                    <a:pt x="0" y="938348"/>
                  </a:lnTo>
                  <a:lnTo>
                    <a:pt x="0" y="904655"/>
                  </a:lnTo>
                  <a:lnTo>
                    <a:pt x="0" y="870962"/>
                  </a:lnTo>
                  <a:lnTo>
                    <a:pt x="0" y="837269"/>
                  </a:lnTo>
                  <a:lnTo>
                    <a:pt x="0" y="803576"/>
                  </a:lnTo>
                  <a:lnTo>
                    <a:pt x="0" y="769883"/>
                  </a:lnTo>
                  <a:lnTo>
                    <a:pt x="0" y="736190"/>
                  </a:lnTo>
                  <a:lnTo>
                    <a:pt x="0" y="702497"/>
                  </a:lnTo>
                  <a:lnTo>
                    <a:pt x="0" y="668804"/>
                  </a:lnTo>
                  <a:lnTo>
                    <a:pt x="0" y="635111"/>
                  </a:lnTo>
                  <a:lnTo>
                    <a:pt x="0" y="601418"/>
                  </a:lnTo>
                  <a:lnTo>
                    <a:pt x="0" y="567725"/>
                  </a:lnTo>
                  <a:lnTo>
                    <a:pt x="0" y="534033"/>
                  </a:lnTo>
                  <a:lnTo>
                    <a:pt x="0" y="500340"/>
                  </a:lnTo>
                  <a:lnTo>
                    <a:pt x="0" y="466647"/>
                  </a:lnTo>
                  <a:lnTo>
                    <a:pt x="0" y="432954"/>
                  </a:lnTo>
                  <a:lnTo>
                    <a:pt x="0" y="399261"/>
                  </a:lnTo>
                  <a:lnTo>
                    <a:pt x="0" y="365568"/>
                  </a:lnTo>
                  <a:lnTo>
                    <a:pt x="0" y="331875"/>
                  </a:lnTo>
                  <a:lnTo>
                    <a:pt x="0" y="298182"/>
                  </a:lnTo>
                  <a:lnTo>
                    <a:pt x="0" y="264489"/>
                  </a:lnTo>
                  <a:lnTo>
                    <a:pt x="0" y="230796"/>
                  </a:lnTo>
                  <a:lnTo>
                    <a:pt x="0" y="197103"/>
                  </a:lnTo>
                  <a:lnTo>
                    <a:pt x="0" y="163410"/>
                  </a:lnTo>
                  <a:lnTo>
                    <a:pt x="0" y="129717"/>
                  </a:lnTo>
                  <a:lnTo>
                    <a:pt x="0" y="96024"/>
                  </a:lnTo>
                  <a:lnTo>
                    <a:pt x="0" y="62331"/>
                  </a:lnTo>
                  <a:lnTo>
                    <a:pt x="0" y="28638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2907595" y="1316468"/>
              <a:ext cx="0" cy="2853791"/>
            </a:xfrm>
            <a:custGeom>
              <a:avLst/>
              <a:pathLst>
                <a:path w="0" h="2853791">
                  <a:moveTo>
                    <a:pt x="0" y="2853791"/>
                  </a:moveTo>
                  <a:lnTo>
                    <a:pt x="0" y="2825152"/>
                  </a:lnTo>
                  <a:lnTo>
                    <a:pt x="0" y="2791459"/>
                  </a:lnTo>
                  <a:lnTo>
                    <a:pt x="0" y="2757766"/>
                  </a:lnTo>
                  <a:lnTo>
                    <a:pt x="0" y="2724073"/>
                  </a:lnTo>
                  <a:lnTo>
                    <a:pt x="0" y="2690380"/>
                  </a:lnTo>
                  <a:lnTo>
                    <a:pt x="0" y="2656688"/>
                  </a:lnTo>
                  <a:lnTo>
                    <a:pt x="0" y="2622995"/>
                  </a:lnTo>
                  <a:lnTo>
                    <a:pt x="0" y="2589302"/>
                  </a:lnTo>
                  <a:lnTo>
                    <a:pt x="0" y="2555609"/>
                  </a:lnTo>
                  <a:lnTo>
                    <a:pt x="0" y="2521916"/>
                  </a:lnTo>
                  <a:lnTo>
                    <a:pt x="0" y="2488223"/>
                  </a:lnTo>
                  <a:lnTo>
                    <a:pt x="0" y="2454530"/>
                  </a:lnTo>
                  <a:lnTo>
                    <a:pt x="0" y="2420837"/>
                  </a:lnTo>
                  <a:lnTo>
                    <a:pt x="0" y="2387144"/>
                  </a:lnTo>
                  <a:lnTo>
                    <a:pt x="0" y="2353451"/>
                  </a:lnTo>
                  <a:lnTo>
                    <a:pt x="0" y="2319758"/>
                  </a:lnTo>
                  <a:lnTo>
                    <a:pt x="0" y="2286065"/>
                  </a:lnTo>
                  <a:lnTo>
                    <a:pt x="0" y="2252372"/>
                  </a:lnTo>
                  <a:lnTo>
                    <a:pt x="0" y="2218679"/>
                  </a:lnTo>
                  <a:lnTo>
                    <a:pt x="0" y="2184986"/>
                  </a:lnTo>
                  <a:lnTo>
                    <a:pt x="0" y="2151294"/>
                  </a:lnTo>
                  <a:lnTo>
                    <a:pt x="0" y="2117601"/>
                  </a:lnTo>
                  <a:lnTo>
                    <a:pt x="0" y="2083908"/>
                  </a:lnTo>
                  <a:lnTo>
                    <a:pt x="0" y="2050215"/>
                  </a:lnTo>
                  <a:lnTo>
                    <a:pt x="0" y="2016522"/>
                  </a:lnTo>
                  <a:lnTo>
                    <a:pt x="0" y="1982829"/>
                  </a:lnTo>
                  <a:lnTo>
                    <a:pt x="0" y="1949136"/>
                  </a:lnTo>
                  <a:lnTo>
                    <a:pt x="0" y="1915443"/>
                  </a:lnTo>
                  <a:lnTo>
                    <a:pt x="0" y="1881750"/>
                  </a:lnTo>
                  <a:lnTo>
                    <a:pt x="0" y="1848057"/>
                  </a:lnTo>
                  <a:lnTo>
                    <a:pt x="0" y="1814364"/>
                  </a:lnTo>
                  <a:lnTo>
                    <a:pt x="0" y="1780671"/>
                  </a:lnTo>
                  <a:lnTo>
                    <a:pt x="0" y="1746978"/>
                  </a:lnTo>
                  <a:lnTo>
                    <a:pt x="0" y="1713285"/>
                  </a:lnTo>
                  <a:lnTo>
                    <a:pt x="0" y="1679592"/>
                  </a:lnTo>
                  <a:lnTo>
                    <a:pt x="0" y="1645899"/>
                  </a:lnTo>
                  <a:lnTo>
                    <a:pt x="0" y="1612207"/>
                  </a:lnTo>
                  <a:lnTo>
                    <a:pt x="0" y="1578514"/>
                  </a:lnTo>
                  <a:lnTo>
                    <a:pt x="0" y="1544821"/>
                  </a:lnTo>
                  <a:lnTo>
                    <a:pt x="0" y="1511128"/>
                  </a:lnTo>
                  <a:lnTo>
                    <a:pt x="0" y="1477435"/>
                  </a:lnTo>
                  <a:lnTo>
                    <a:pt x="0" y="1443742"/>
                  </a:lnTo>
                  <a:lnTo>
                    <a:pt x="0" y="1410049"/>
                  </a:lnTo>
                  <a:lnTo>
                    <a:pt x="0" y="1376356"/>
                  </a:lnTo>
                  <a:lnTo>
                    <a:pt x="0" y="1342663"/>
                  </a:lnTo>
                  <a:lnTo>
                    <a:pt x="0" y="1308970"/>
                  </a:lnTo>
                  <a:lnTo>
                    <a:pt x="0" y="1275277"/>
                  </a:lnTo>
                  <a:lnTo>
                    <a:pt x="0" y="1241584"/>
                  </a:lnTo>
                  <a:lnTo>
                    <a:pt x="0" y="1207891"/>
                  </a:lnTo>
                  <a:lnTo>
                    <a:pt x="0" y="1174198"/>
                  </a:lnTo>
                  <a:lnTo>
                    <a:pt x="0" y="1140505"/>
                  </a:lnTo>
                  <a:lnTo>
                    <a:pt x="0" y="1106812"/>
                  </a:lnTo>
                  <a:lnTo>
                    <a:pt x="0" y="1073120"/>
                  </a:lnTo>
                  <a:lnTo>
                    <a:pt x="0" y="1039427"/>
                  </a:lnTo>
                  <a:lnTo>
                    <a:pt x="0" y="1005734"/>
                  </a:lnTo>
                  <a:lnTo>
                    <a:pt x="0" y="972041"/>
                  </a:lnTo>
                  <a:lnTo>
                    <a:pt x="0" y="938348"/>
                  </a:lnTo>
                  <a:lnTo>
                    <a:pt x="0" y="904655"/>
                  </a:lnTo>
                  <a:lnTo>
                    <a:pt x="0" y="870962"/>
                  </a:lnTo>
                  <a:lnTo>
                    <a:pt x="0" y="837269"/>
                  </a:lnTo>
                  <a:lnTo>
                    <a:pt x="0" y="803576"/>
                  </a:lnTo>
                  <a:lnTo>
                    <a:pt x="0" y="769883"/>
                  </a:lnTo>
                  <a:lnTo>
                    <a:pt x="0" y="736190"/>
                  </a:lnTo>
                  <a:lnTo>
                    <a:pt x="0" y="702497"/>
                  </a:lnTo>
                  <a:lnTo>
                    <a:pt x="0" y="668804"/>
                  </a:lnTo>
                  <a:lnTo>
                    <a:pt x="0" y="635111"/>
                  </a:lnTo>
                  <a:lnTo>
                    <a:pt x="0" y="601418"/>
                  </a:lnTo>
                  <a:lnTo>
                    <a:pt x="0" y="567725"/>
                  </a:lnTo>
                  <a:lnTo>
                    <a:pt x="0" y="534033"/>
                  </a:lnTo>
                  <a:lnTo>
                    <a:pt x="0" y="500340"/>
                  </a:lnTo>
                  <a:lnTo>
                    <a:pt x="0" y="466647"/>
                  </a:lnTo>
                  <a:lnTo>
                    <a:pt x="0" y="432954"/>
                  </a:lnTo>
                  <a:lnTo>
                    <a:pt x="0" y="399261"/>
                  </a:lnTo>
                  <a:lnTo>
                    <a:pt x="0" y="365568"/>
                  </a:lnTo>
                  <a:lnTo>
                    <a:pt x="0" y="331875"/>
                  </a:lnTo>
                  <a:lnTo>
                    <a:pt x="0" y="298182"/>
                  </a:lnTo>
                  <a:lnTo>
                    <a:pt x="0" y="264489"/>
                  </a:lnTo>
                  <a:lnTo>
                    <a:pt x="0" y="230796"/>
                  </a:lnTo>
                  <a:lnTo>
                    <a:pt x="0" y="197103"/>
                  </a:lnTo>
                  <a:lnTo>
                    <a:pt x="0" y="163410"/>
                  </a:lnTo>
                  <a:lnTo>
                    <a:pt x="0" y="129717"/>
                  </a:lnTo>
                  <a:lnTo>
                    <a:pt x="0" y="96024"/>
                  </a:lnTo>
                  <a:lnTo>
                    <a:pt x="0" y="62331"/>
                  </a:lnTo>
                  <a:lnTo>
                    <a:pt x="0" y="28638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3305865" y="1316468"/>
              <a:ext cx="0" cy="2853791"/>
            </a:xfrm>
            <a:custGeom>
              <a:avLst/>
              <a:pathLst>
                <a:path w="0" h="2853791">
                  <a:moveTo>
                    <a:pt x="0" y="2853791"/>
                  </a:moveTo>
                  <a:lnTo>
                    <a:pt x="0" y="2825152"/>
                  </a:lnTo>
                  <a:lnTo>
                    <a:pt x="0" y="2791459"/>
                  </a:lnTo>
                  <a:lnTo>
                    <a:pt x="0" y="2757766"/>
                  </a:lnTo>
                  <a:lnTo>
                    <a:pt x="0" y="2724073"/>
                  </a:lnTo>
                  <a:lnTo>
                    <a:pt x="0" y="2690380"/>
                  </a:lnTo>
                  <a:lnTo>
                    <a:pt x="0" y="2656688"/>
                  </a:lnTo>
                  <a:lnTo>
                    <a:pt x="0" y="2622995"/>
                  </a:lnTo>
                  <a:lnTo>
                    <a:pt x="0" y="2589302"/>
                  </a:lnTo>
                  <a:lnTo>
                    <a:pt x="0" y="2555609"/>
                  </a:lnTo>
                  <a:lnTo>
                    <a:pt x="0" y="2521916"/>
                  </a:lnTo>
                  <a:lnTo>
                    <a:pt x="0" y="2488223"/>
                  </a:lnTo>
                  <a:lnTo>
                    <a:pt x="0" y="2454530"/>
                  </a:lnTo>
                  <a:lnTo>
                    <a:pt x="0" y="2420837"/>
                  </a:lnTo>
                  <a:lnTo>
                    <a:pt x="0" y="2387144"/>
                  </a:lnTo>
                  <a:lnTo>
                    <a:pt x="0" y="2353451"/>
                  </a:lnTo>
                  <a:lnTo>
                    <a:pt x="0" y="2319758"/>
                  </a:lnTo>
                  <a:lnTo>
                    <a:pt x="0" y="2286065"/>
                  </a:lnTo>
                  <a:lnTo>
                    <a:pt x="0" y="2252372"/>
                  </a:lnTo>
                  <a:lnTo>
                    <a:pt x="0" y="2218679"/>
                  </a:lnTo>
                  <a:lnTo>
                    <a:pt x="0" y="2184986"/>
                  </a:lnTo>
                  <a:lnTo>
                    <a:pt x="0" y="2151294"/>
                  </a:lnTo>
                  <a:lnTo>
                    <a:pt x="0" y="2117601"/>
                  </a:lnTo>
                  <a:lnTo>
                    <a:pt x="0" y="2083908"/>
                  </a:lnTo>
                  <a:lnTo>
                    <a:pt x="0" y="2050215"/>
                  </a:lnTo>
                  <a:lnTo>
                    <a:pt x="0" y="2016522"/>
                  </a:lnTo>
                  <a:lnTo>
                    <a:pt x="0" y="1982829"/>
                  </a:lnTo>
                  <a:lnTo>
                    <a:pt x="0" y="1949136"/>
                  </a:lnTo>
                  <a:lnTo>
                    <a:pt x="0" y="1915443"/>
                  </a:lnTo>
                  <a:lnTo>
                    <a:pt x="0" y="1881750"/>
                  </a:lnTo>
                  <a:lnTo>
                    <a:pt x="0" y="1848057"/>
                  </a:lnTo>
                  <a:lnTo>
                    <a:pt x="0" y="1814364"/>
                  </a:lnTo>
                  <a:lnTo>
                    <a:pt x="0" y="1780671"/>
                  </a:lnTo>
                  <a:lnTo>
                    <a:pt x="0" y="1746978"/>
                  </a:lnTo>
                  <a:lnTo>
                    <a:pt x="0" y="1713285"/>
                  </a:lnTo>
                  <a:lnTo>
                    <a:pt x="0" y="1679592"/>
                  </a:lnTo>
                  <a:lnTo>
                    <a:pt x="0" y="1645899"/>
                  </a:lnTo>
                  <a:lnTo>
                    <a:pt x="0" y="1612207"/>
                  </a:lnTo>
                  <a:lnTo>
                    <a:pt x="0" y="1578514"/>
                  </a:lnTo>
                  <a:lnTo>
                    <a:pt x="0" y="1544821"/>
                  </a:lnTo>
                  <a:lnTo>
                    <a:pt x="0" y="1511128"/>
                  </a:lnTo>
                  <a:lnTo>
                    <a:pt x="0" y="1477435"/>
                  </a:lnTo>
                  <a:lnTo>
                    <a:pt x="0" y="1443742"/>
                  </a:lnTo>
                  <a:lnTo>
                    <a:pt x="0" y="1410049"/>
                  </a:lnTo>
                  <a:lnTo>
                    <a:pt x="0" y="1376356"/>
                  </a:lnTo>
                  <a:lnTo>
                    <a:pt x="0" y="1342663"/>
                  </a:lnTo>
                  <a:lnTo>
                    <a:pt x="0" y="1308970"/>
                  </a:lnTo>
                  <a:lnTo>
                    <a:pt x="0" y="1275277"/>
                  </a:lnTo>
                  <a:lnTo>
                    <a:pt x="0" y="1241584"/>
                  </a:lnTo>
                  <a:lnTo>
                    <a:pt x="0" y="1207891"/>
                  </a:lnTo>
                  <a:lnTo>
                    <a:pt x="0" y="1174198"/>
                  </a:lnTo>
                  <a:lnTo>
                    <a:pt x="0" y="1140505"/>
                  </a:lnTo>
                  <a:lnTo>
                    <a:pt x="0" y="1106812"/>
                  </a:lnTo>
                  <a:lnTo>
                    <a:pt x="0" y="1073120"/>
                  </a:lnTo>
                  <a:lnTo>
                    <a:pt x="0" y="1039427"/>
                  </a:lnTo>
                  <a:lnTo>
                    <a:pt x="0" y="1005734"/>
                  </a:lnTo>
                  <a:lnTo>
                    <a:pt x="0" y="972041"/>
                  </a:lnTo>
                  <a:lnTo>
                    <a:pt x="0" y="938348"/>
                  </a:lnTo>
                  <a:lnTo>
                    <a:pt x="0" y="904655"/>
                  </a:lnTo>
                  <a:lnTo>
                    <a:pt x="0" y="870962"/>
                  </a:lnTo>
                  <a:lnTo>
                    <a:pt x="0" y="837269"/>
                  </a:lnTo>
                  <a:lnTo>
                    <a:pt x="0" y="803576"/>
                  </a:lnTo>
                  <a:lnTo>
                    <a:pt x="0" y="769883"/>
                  </a:lnTo>
                  <a:lnTo>
                    <a:pt x="0" y="736190"/>
                  </a:lnTo>
                  <a:lnTo>
                    <a:pt x="0" y="702497"/>
                  </a:lnTo>
                  <a:lnTo>
                    <a:pt x="0" y="668804"/>
                  </a:lnTo>
                  <a:lnTo>
                    <a:pt x="0" y="635111"/>
                  </a:lnTo>
                  <a:lnTo>
                    <a:pt x="0" y="601418"/>
                  </a:lnTo>
                  <a:lnTo>
                    <a:pt x="0" y="567725"/>
                  </a:lnTo>
                  <a:lnTo>
                    <a:pt x="0" y="534033"/>
                  </a:lnTo>
                  <a:lnTo>
                    <a:pt x="0" y="500340"/>
                  </a:lnTo>
                  <a:lnTo>
                    <a:pt x="0" y="466647"/>
                  </a:lnTo>
                  <a:lnTo>
                    <a:pt x="0" y="432954"/>
                  </a:lnTo>
                  <a:lnTo>
                    <a:pt x="0" y="399261"/>
                  </a:lnTo>
                  <a:lnTo>
                    <a:pt x="0" y="365568"/>
                  </a:lnTo>
                  <a:lnTo>
                    <a:pt x="0" y="331875"/>
                  </a:lnTo>
                  <a:lnTo>
                    <a:pt x="0" y="298182"/>
                  </a:lnTo>
                  <a:lnTo>
                    <a:pt x="0" y="264489"/>
                  </a:lnTo>
                  <a:lnTo>
                    <a:pt x="0" y="230796"/>
                  </a:lnTo>
                  <a:lnTo>
                    <a:pt x="0" y="197103"/>
                  </a:lnTo>
                  <a:lnTo>
                    <a:pt x="0" y="163410"/>
                  </a:lnTo>
                  <a:lnTo>
                    <a:pt x="0" y="129717"/>
                  </a:lnTo>
                  <a:lnTo>
                    <a:pt x="0" y="96024"/>
                  </a:lnTo>
                  <a:lnTo>
                    <a:pt x="0" y="62331"/>
                  </a:lnTo>
                  <a:lnTo>
                    <a:pt x="0" y="28638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704135" y="1316468"/>
              <a:ext cx="0" cy="2853791"/>
            </a:xfrm>
            <a:custGeom>
              <a:avLst/>
              <a:pathLst>
                <a:path w="0" h="2853791">
                  <a:moveTo>
                    <a:pt x="0" y="2853791"/>
                  </a:moveTo>
                  <a:lnTo>
                    <a:pt x="0" y="2825152"/>
                  </a:lnTo>
                  <a:lnTo>
                    <a:pt x="0" y="2791459"/>
                  </a:lnTo>
                  <a:lnTo>
                    <a:pt x="0" y="2757766"/>
                  </a:lnTo>
                  <a:lnTo>
                    <a:pt x="0" y="2724073"/>
                  </a:lnTo>
                  <a:lnTo>
                    <a:pt x="0" y="2690380"/>
                  </a:lnTo>
                  <a:lnTo>
                    <a:pt x="0" y="2656688"/>
                  </a:lnTo>
                  <a:lnTo>
                    <a:pt x="0" y="2622995"/>
                  </a:lnTo>
                  <a:lnTo>
                    <a:pt x="0" y="2589302"/>
                  </a:lnTo>
                  <a:lnTo>
                    <a:pt x="0" y="2555609"/>
                  </a:lnTo>
                  <a:lnTo>
                    <a:pt x="0" y="2521916"/>
                  </a:lnTo>
                  <a:lnTo>
                    <a:pt x="0" y="2488223"/>
                  </a:lnTo>
                  <a:lnTo>
                    <a:pt x="0" y="2454530"/>
                  </a:lnTo>
                  <a:lnTo>
                    <a:pt x="0" y="2420837"/>
                  </a:lnTo>
                  <a:lnTo>
                    <a:pt x="0" y="2387144"/>
                  </a:lnTo>
                  <a:lnTo>
                    <a:pt x="0" y="2353451"/>
                  </a:lnTo>
                  <a:lnTo>
                    <a:pt x="0" y="2319758"/>
                  </a:lnTo>
                  <a:lnTo>
                    <a:pt x="0" y="2286065"/>
                  </a:lnTo>
                  <a:lnTo>
                    <a:pt x="0" y="2252372"/>
                  </a:lnTo>
                  <a:lnTo>
                    <a:pt x="0" y="2218679"/>
                  </a:lnTo>
                  <a:lnTo>
                    <a:pt x="0" y="2184986"/>
                  </a:lnTo>
                  <a:lnTo>
                    <a:pt x="0" y="2151294"/>
                  </a:lnTo>
                  <a:lnTo>
                    <a:pt x="0" y="2117601"/>
                  </a:lnTo>
                  <a:lnTo>
                    <a:pt x="0" y="2083908"/>
                  </a:lnTo>
                  <a:lnTo>
                    <a:pt x="0" y="2050215"/>
                  </a:lnTo>
                  <a:lnTo>
                    <a:pt x="0" y="2016522"/>
                  </a:lnTo>
                  <a:lnTo>
                    <a:pt x="0" y="1982829"/>
                  </a:lnTo>
                  <a:lnTo>
                    <a:pt x="0" y="1949136"/>
                  </a:lnTo>
                  <a:lnTo>
                    <a:pt x="0" y="1915443"/>
                  </a:lnTo>
                  <a:lnTo>
                    <a:pt x="0" y="1881750"/>
                  </a:lnTo>
                  <a:lnTo>
                    <a:pt x="0" y="1848057"/>
                  </a:lnTo>
                  <a:lnTo>
                    <a:pt x="0" y="1814364"/>
                  </a:lnTo>
                  <a:lnTo>
                    <a:pt x="0" y="1780671"/>
                  </a:lnTo>
                  <a:lnTo>
                    <a:pt x="0" y="1746978"/>
                  </a:lnTo>
                  <a:lnTo>
                    <a:pt x="0" y="1713285"/>
                  </a:lnTo>
                  <a:lnTo>
                    <a:pt x="0" y="1679592"/>
                  </a:lnTo>
                  <a:lnTo>
                    <a:pt x="0" y="1645899"/>
                  </a:lnTo>
                  <a:lnTo>
                    <a:pt x="0" y="1612207"/>
                  </a:lnTo>
                  <a:lnTo>
                    <a:pt x="0" y="1578514"/>
                  </a:lnTo>
                  <a:lnTo>
                    <a:pt x="0" y="1544821"/>
                  </a:lnTo>
                  <a:lnTo>
                    <a:pt x="0" y="1511128"/>
                  </a:lnTo>
                  <a:lnTo>
                    <a:pt x="0" y="1477435"/>
                  </a:lnTo>
                  <a:lnTo>
                    <a:pt x="0" y="1443742"/>
                  </a:lnTo>
                  <a:lnTo>
                    <a:pt x="0" y="1410049"/>
                  </a:lnTo>
                  <a:lnTo>
                    <a:pt x="0" y="1376356"/>
                  </a:lnTo>
                  <a:lnTo>
                    <a:pt x="0" y="1342663"/>
                  </a:lnTo>
                  <a:lnTo>
                    <a:pt x="0" y="1308970"/>
                  </a:lnTo>
                  <a:lnTo>
                    <a:pt x="0" y="1275277"/>
                  </a:lnTo>
                  <a:lnTo>
                    <a:pt x="0" y="1241584"/>
                  </a:lnTo>
                  <a:lnTo>
                    <a:pt x="0" y="1207891"/>
                  </a:lnTo>
                  <a:lnTo>
                    <a:pt x="0" y="1174198"/>
                  </a:lnTo>
                  <a:lnTo>
                    <a:pt x="0" y="1140505"/>
                  </a:lnTo>
                  <a:lnTo>
                    <a:pt x="0" y="1106812"/>
                  </a:lnTo>
                  <a:lnTo>
                    <a:pt x="0" y="1073120"/>
                  </a:lnTo>
                  <a:lnTo>
                    <a:pt x="0" y="1039427"/>
                  </a:lnTo>
                  <a:lnTo>
                    <a:pt x="0" y="1005734"/>
                  </a:lnTo>
                  <a:lnTo>
                    <a:pt x="0" y="972041"/>
                  </a:lnTo>
                  <a:lnTo>
                    <a:pt x="0" y="938348"/>
                  </a:lnTo>
                  <a:lnTo>
                    <a:pt x="0" y="904655"/>
                  </a:lnTo>
                  <a:lnTo>
                    <a:pt x="0" y="870962"/>
                  </a:lnTo>
                  <a:lnTo>
                    <a:pt x="0" y="837269"/>
                  </a:lnTo>
                  <a:lnTo>
                    <a:pt x="0" y="803576"/>
                  </a:lnTo>
                  <a:lnTo>
                    <a:pt x="0" y="769883"/>
                  </a:lnTo>
                  <a:lnTo>
                    <a:pt x="0" y="736190"/>
                  </a:lnTo>
                  <a:lnTo>
                    <a:pt x="0" y="702497"/>
                  </a:lnTo>
                  <a:lnTo>
                    <a:pt x="0" y="668804"/>
                  </a:lnTo>
                  <a:lnTo>
                    <a:pt x="0" y="635111"/>
                  </a:lnTo>
                  <a:lnTo>
                    <a:pt x="0" y="601418"/>
                  </a:lnTo>
                  <a:lnTo>
                    <a:pt x="0" y="567725"/>
                  </a:lnTo>
                  <a:lnTo>
                    <a:pt x="0" y="534033"/>
                  </a:lnTo>
                  <a:lnTo>
                    <a:pt x="0" y="500340"/>
                  </a:lnTo>
                  <a:lnTo>
                    <a:pt x="0" y="466647"/>
                  </a:lnTo>
                  <a:lnTo>
                    <a:pt x="0" y="432954"/>
                  </a:lnTo>
                  <a:lnTo>
                    <a:pt x="0" y="399261"/>
                  </a:lnTo>
                  <a:lnTo>
                    <a:pt x="0" y="365568"/>
                  </a:lnTo>
                  <a:lnTo>
                    <a:pt x="0" y="331875"/>
                  </a:lnTo>
                  <a:lnTo>
                    <a:pt x="0" y="298182"/>
                  </a:lnTo>
                  <a:lnTo>
                    <a:pt x="0" y="264489"/>
                  </a:lnTo>
                  <a:lnTo>
                    <a:pt x="0" y="230796"/>
                  </a:lnTo>
                  <a:lnTo>
                    <a:pt x="0" y="197103"/>
                  </a:lnTo>
                  <a:lnTo>
                    <a:pt x="0" y="163410"/>
                  </a:lnTo>
                  <a:lnTo>
                    <a:pt x="0" y="129717"/>
                  </a:lnTo>
                  <a:lnTo>
                    <a:pt x="0" y="96024"/>
                  </a:lnTo>
                  <a:lnTo>
                    <a:pt x="0" y="62331"/>
                  </a:lnTo>
                  <a:lnTo>
                    <a:pt x="0" y="28638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4102406" y="1316468"/>
              <a:ext cx="0" cy="2853791"/>
            </a:xfrm>
            <a:custGeom>
              <a:avLst/>
              <a:pathLst>
                <a:path w="0" h="2853791">
                  <a:moveTo>
                    <a:pt x="0" y="2853791"/>
                  </a:moveTo>
                  <a:lnTo>
                    <a:pt x="0" y="2825152"/>
                  </a:lnTo>
                  <a:lnTo>
                    <a:pt x="0" y="2791459"/>
                  </a:lnTo>
                  <a:lnTo>
                    <a:pt x="0" y="2757766"/>
                  </a:lnTo>
                  <a:lnTo>
                    <a:pt x="0" y="2724073"/>
                  </a:lnTo>
                  <a:lnTo>
                    <a:pt x="0" y="2690380"/>
                  </a:lnTo>
                  <a:lnTo>
                    <a:pt x="0" y="2656688"/>
                  </a:lnTo>
                  <a:lnTo>
                    <a:pt x="0" y="2622995"/>
                  </a:lnTo>
                  <a:lnTo>
                    <a:pt x="0" y="2589302"/>
                  </a:lnTo>
                  <a:lnTo>
                    <a:pt x="0" y="2555609"/>
                  </a:lnTo>
                  <a:lnTo>
                    <a:pt x="0" y="2521916"/>
                  </a:lnTo>
                  <a:lnTo>
                    <a:pt x="0" y="2488223"/>
                  </a:lnTo>
                  <a:lnTo>
                    <a:pt x="0" y="2454530"/>
                  </a:lnTo>
                  <a:lnTo>
                    <a:pt x="0" y="2420837"/>
                  </a:lnTo>
                  <a:lnTo>
                    <a:pt x="0" y="2387144"/>
                  </a:lnTo>
                  <a:lnTo>
                    <a:pt x="0" y="2353451"/>
                  </a:lnTo>
                  <a:lnTo>
                    <a:pt x="0" y="2319758"/>
                  </a:lnTo>
                  <a:lnTo>
                    <a:pt x="0" y="2286065"/>
                  </a:lnTo>
                  <a:lnTo>
                    <a:pt x="0" y="2252372"/>
                  </a:lnTo>
                  <a:lnTo>
                    <a:pt x="0" y="2218679"/>
                  </a:lnTo>
                  <a:lnTo>
                    <a:pt x="0" y="2184986"/>
                  </a:lnTo>
                  <a:lnTo>
                    <a:pt x="0" y="2151294"/>
                  </a:lnTo>
                  <a:lnTo>
                    <a:pt x="0" y="2117601"/>
                  </a:lnTo>
                  <a:lnTo>
                    <a:pt x="0" y="2083908"/>
                  </a:lnTo>
                  <a:lnTo>
                    <a:pt x="0" y="2050215"/>
                  </a:lnTo>
                  <a:lnTo>
                    <a:pt x="0" y="2016522"/>
                  </a:lnTo>
                  <a:lnTo>
                    <a:pt x="0" y="1982829"/>
                  </a:lnTo>
                  <a:lnTo>
                    <a:pt x="0" y="1949136"/>
                  </a:lnTo>
                  <a:lnTo>
                    <a:pt x="0" y="1915443"/>
                  </a:lnTo>
                  <a:lnTo>
                    <a:pt x="0" y="1881750"/>
                  </a:lnTo>
                  <a:lnTo>
                    <a:pt x="0" y="1848057"/>
                  </a:lnTo>
                  <a:lnTo>
                    <a:pt x="0" y="1814364"/>
                  </a:lnTo>
                  <a:lnTo>
                    <a:pt x="0" y="1780671"/>
                  </a:lnTo>
                  <a:lnTo>
                    <a:pt x="0" y="1746978"/>
                  </a:lnTo>
                  <a:lnTo>
                    <a:pt x="0" y="1713285"/>
                  </a:lnTo>
                  <a:lnTo>
                    <a:pt x="0" y="1679592"/>
                  </a:lnTo>
                  <a:lnTo>
                    <a:pt x="0" y="1645899"/>
                  </a:lnTo>
                  <a:lnTo>
                    <a:pt x="0" y="1612207"/>
                  </a:lnTo>
                  <a:lnTo>
                    <a:pt x="0" y="1578514"/>
                  </a:lnTo>
                  <a:lnTo>
                    <a:pt x="0" y="1544821"/>
                  </a:lnTo>
                  <a:lnTo>
                    <a:pt x="0" y="1511128"/>
                  </a:lnTo>
                  <a:lnTo>
                    <a:pt x="0" y="1477435"/>
                  </a:lnTo>
                  <a:lnTo>
                    <a:pt x="0" y="1443742"/>
                  </a:lnTo>
                  <a:lnTo>
                    <a:pt x="0" y="1410049"/>
                  </a:lnTo>
                  <a:lnTo>
                    <a:pt x="0" y="1376356"/>
                  </a:lnTo>
                  <a:lnTo>
                    <a:pt x="0" y="1342663"/>
                  </a:lnTo>
                  <a:lnTo>
                    <a:pt x="0" y="1308970"/>
                  </a:lnTo>
                  <a:lnTo>
                    <a:pt x="0" y="1275277"/>
                  </a:lnTo>
                  <a:lnTo>
                    <a:pt x="0" y="1241584"/>
                  </a:lnTo>
                  <a:lnTo>
                    <a:pt x="0" y="1207891"/>
                  </a:lnTo>
                  <a:lnTo>
                    <a:pt x="0" y="1174198"/>
                  </a:lnTo>
                  <a:lnTo>
                    <a:pt x="0" y="1140505"/>
                  </a:lnTo>
                  <a:lnTo>
                    <a:pt x="0" y="1106812"/>
                  </a:lnTo>
                  <a:lnTo>
                    <a:pt x="0" y="1073120"/>
                  </a:lnTo>
                  <a:lnTo>
                    <a:pt x="0" y="1039427"/>
                  </a:lnTo>
                  <a:lnTo>
                    <a:pt x="0" y="1005734"/>
                  </a:lnTo>
                  <a:lnTo>
                    <a:pt x="0" y="972041"/>
                  </a:lnTo>
                  <a:lnTo>
                    <a:pt x="0" y="938348"/>
                  </a:lnTo>
                  <a:lnTo>
                    <a:pt x="0" y="904655"/>
                  </a:lnTo>
                  <a:lnTo>
                    <a:pt x="0" y="870962"/>
                  </a:lnTo>
                  <a:lnTo>
                    <a:pt x="0" y="837269"/>
                  </a:lnTo>
                  <a:lnTo>
                    <a:pt x="0" y="803576"/>
                  </a:lnTo>
                  <a:lnTo>
                    <a:pt x="0" y="769883"/>
                  </a:lnTo>
                  <a:lnTo>
                    <a:pt x="0" y="736190"/>
                  </a:lnTo>
                  <a:lnTo>
                    <a:pt x="0" y="702497"/>
                  </a:lnTo>
                  <a:lnTo>
                    <a:pt x="0" y="668804"/>
                  </a:lnTo>
                  <a:lnTo>
                    <a:pt x="0" y="635111"/>
                  </a:lnTo>
                  <a:lnTo>
                    <a:pt x="0" y="601418"/>
                  </a:lnTo>
                  <a:lnTo>
                    <a:pt x="0" y="567725"/>
                  </a:lnTo>
                  <a:lnTo>
                    <a:pt x="0" y="534033"/>
                  </a:lnTo>
                  <a:lnTo>
                    <a:pt x="0" y="500340"/>
                  </a:lnTo>
                  <a:lnTo>
                    <a:pt x="0" y="466647"/>
                  </a:lnTo>
                  <a:lnTo>
                    <a:pt x="0" y="432954"/>
                  </a:lnTo>
                  <a:lnTo>
                    <a:pt x="0" y="399261"/>
                  </a:lnTo>
                  <a:lnTo>
                    <a:pt x="0" y="365568"/>
                  </a:lnTo>
                  <a:lnTo>
                    <a:pt x="0" y="331875"/>
                  </a:lnTo>
                  <a:lnTo>
                    <a:pt x="0" y="298182"/>
                  </a:lnTo>
                  <a:lnTo>
                    <a:pt x="0" y="264489"/>
                  </a:lnTo>
                  <a:lnTo>
                    <a:pt x="0" y="230796"/>
                  </a:lnTo>
                  <a:lnTo>
                    <a:pt x="0" y="197103"/>
                  </a:lnTo>
                  <a:lnTo>
                    <a:pt x="0" y="163410"/>
                  </a:lnTo>
                  <a:lnTo>
                    <a:pt x="0" y="129717"/>
                  </a:lnTo>
                  <a:lnTo>
                    <a:pt x="0" y="96024"/>
                  </a:lnTo>
                  <a:lnTo>
                    <a:pt x="0" y="62331"/>
                  </a:lnTo>
                  <a:lnTo>
                    <a:pt x="0" y="28638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4500676" y="1316468"/>
              <a:ext cx="0" cy="2853791"/>
            </a:xfrm>
            <a:custGeom>
              <a:avLst/>
              <a:pathLst>
                <a:path w="0" h="2853791">
                  <a:moveTo>
                    <a:pt x="0" y="2853791"/>
                  </a:moveTo>
                  <a:lnTo>
                    <a:pt x="0" y="2825152"/>
                  </a:lnTo>
                  <a:lnTo>
                    <a:pt x="0" y="2791459"/>
                  </a:lnTo>
                  <a:lnTo>
                    <a:pt x="0" y="2757766"/>
                  </a:lnTo>
                  <a:lnTo>
                    <a:pt x="0" y="2724073"/>
                  </a:lnTo>
                  <a:lnTo>
                    <a:pt x="0" y="2690380"/>
                  </a:lnTo>
                  <a:lnTo>
                    <a:pt x="0" y="2656688"/>
                  </a:lnTo>
                  <a:lnTo>
                    <a:pt x="0" y="2622995"/>
                  </a:lnTo>
                  <a:lnTo>
                    <a:pt x="0" y="2589302"/>
                  </a:lnTo>
                  <a:lnTo>
                    <a:pt x="0" y="2555609"/>
                  </a:lnTo>
                  <a:lnTo>
                    <a:pt x="0" y="2521916"/>
                  </a:lnTo>
                  <a:lnTo>
                    <a:pt x="0" y="2488223"/>
                  </a:lnTo>
                  <a:lnTo>
                    <a:pt x="0" y="2454530"/>
                  </a:lnTo>
                  <a:lnTo>
                    <a:pt x="0" y="2420837"/>
                  </a:lnTo>
                  <a:lnTo>
                    <a:pt x="0" y="2387144"/>
                  </a:lnTo>
                  <a:lnTo>
                    <a:pt x="0" y="2353451"/>
                  </a:lnTo>
                  <a:lnTo>
                    <a:pt x="0" y="2319758"/>
                  </a:lnTo>
                  <a:lnTo>
                    <a:pt x="0" y="2286065"/>
                  </a:lnTo>
                  <a:lnTo>
                    <a:pt x="0" y="2252372"/>
                  </a:lnTo>
                  <a:lnTo>
                    <a:pt x="0" y="2218679"/>
                  </a:lnTo>
                  <a:lnTo>
                    <a:pt x="0" y="2184986"/>
                  </a:lnTo>
                  <a:lnTo>
                    <a:pt x="0" y="2151294"/>
                  </a:lnTo>
                  <a:lnTo>
                    <a:pt x="0" y="2117601"/>
                  </a:lnTo>
                  <a:lnTo>
                    <a:pt x="0" y="2083908"/>
                  </a:lnTo>
                  <a:lnTo>
                    <a:pt x="0" y="2050215"/>
                  </a:lnTo>
                  <a:lnTo>
                    <a:pt x="0" y="2016522"/>
                  </a:lnTo>
                  <a:lnTo>
                    <a:pt x="0" y="1982829"/>
                  </a:lnTo>
                  <a:lnTo>
                    <a:pt x="0" y="1949136"/>
                  </a:lnTo>
                  <a:lnTo>
                    <a:pt x="0" y="1915443"/>
                  </a:lnTo>
                  <a:lnTo>
                    <a:pt x="0" y="1881750"/>
                  </a:lnTo>
                  <a:lnTo>
                    <a:pt x="0" y="1848057"/>
                  </a:lnTo>
                  <a:lnTo>
                    <a:pt x="0" y="1814364"/>
                  </a:lnTo>
                  <a:lnTo>
                    <a:pt x="0" y="1780671"/>
                  </a:lnTo>
                  <a:lnTo>
                    <a:pt x="0" y="1746978"/>
                  </a:lnTo>
                  <a:lnTo>
                    <a:pt x="0" y="1713285"/>
                  </a:lnTo>
                  <a:lnTo>
                    <a:pt x="0" y="1679592"/>
                  </a:lnTo>
                  <a:lnTo>
                    <a:pt x="0" y="1645899"/>
                  </a:lnTo>
                  <a:lnTo>
                    <a:pt x="0" y="1612207"/>
                  </a:lnTo>
                  <a:lnTo>
                    <a:pt x="0" y="1578514"/>
                  </a:lnTo>
                  <a:lnTo>
                    <a:pt x="0" y="1544821"/>
                  </a:lnTo>
                  <a:lnTo>
                    <a:pt x="0" y="1511128"/>
                  </a:lnTo>
                  <a:lnTo>
                    <a:pt x="0" y="1477435"/>
                  </a:lnTo>
                  <a:lnTo>
                    <a:pt x="0" y="1443742"/>
                  </a:lnTo>
                  <a:lnTo>
                    <a:pt x="0" y="1410049"/>
                  </a:lnTo>
                  <a:lnTo>
                    <a:pt x="0" y="1376356"/>
                  </a:lnTo>
                  <a:lnTo>
                    <a:pt x="0" y="1342663"/>
                  </a:lnTo>
                  <a:lnTo>
                    <a:pt x="0" y="1308970"/>
                  </a:lnTo>
                  <a:lnTo>
                    <a:pt x="0" y="1275277"/>
                  </a:lnTo>
                  <a:lnTo>
                    <a:pt x="0" y="1241584"/>
                  </a:lnTo>
                  <a:lnTo>
                    <a:pt x="0" y="1207891"/>
                  </a:lnTo>
                  <a:lnTo>
                    <a:pt x="0" y="1174198"/>
                  </a:lnTo>
                  <a:lnTo>
                    <a:pt x="0" y="1140505"/>
                  </a:lnTo>
                  <a:lnTo>
                    <a:pt x="0" y="1106812"/>
                  </a:lnTo>
                  <a:lnTo>
                    <a:pt x="0" y="1073120"/>
                  </a:lnTo>
                  <a:lnTo>
                    <a:pt x="0" y="1039427"/>
                  </a:lnTo>
                  <a:lnTo>
                    <a:pt x="0" y="1005734"/>
                  </a:lnTo>
                  <a:lnTo>
                    <a:pt x="0" y="972041"/>
                  </a:lnTo>
                  <a:lnTo>
                    <a:pt x="0" y="938348"/>
                  </a:lnTo>
                  <a:lnTo>
                    <a:pt x="0" y="904655"/>
                  </a:lnTo>
                  <a:lnTo>
                    <a:pt x="0" y="870962"/>
                  </a:lnTo>
                  <a:lnTo>
                    <a:pt x="0" y="837269"/>
                  </a:lnTo>
                  <a:lnTo>
                    <a:pt x="0" y="803576"/>
                  </a:lnTo>
                  <a:lnTo>
                    <a:pt x="0" y="769883"/>
                  </a:lnTo>
                  <a:lnTo>
                    <a:pt x="0" y="736190"/>
                  </a:lnTo>
                  <a:lnTo>
                    <a:pt x="0" y="702497"/>
                  </a:lnTo>
                  <a:lnTo>
                    <a:pt x="0" y="668804"/>
                  </a:lnTo>
                  <a:lnTo>
                    <a:pt x="0" y="635111"/>
                  </a:lnTo>
                  <a:lnTo>
                    <a:pt x="0" y="601418"/>
                  </a:lnTo>
                  <a:lnTo>
                    <a:pt x="0" y="567725"/>
                  </a:lnTo>
                  <a:lnTo>
                    <a:pt x="0" y="534033"/>
                  </a:lnTo>
                  <a:lnTo>
                    <a:pt x="0" y="500340"/>
                  </a:lnTo>
                  <a:lnTo>
                    <a:pt x="0" y="466647"/>
                  </a:lnTo>
                  <a:lnTo>
                    <a:pt x="0" y="432954"/>
                  </a:lnTo>
                  <a:lnTo>
                    <a:pt x="0" y="399261"/>
                  </a:lnTo>
                  <a:lnTo>
                    <a:pt x="0" y="365568"/>
                  </a:lnTo>
                  <a:lnTo>
                    <a:pt x="0" y="331875"/>
                  </a:lnTo>
                  <a:lnTo>
                    <a:pt x="0" y="298182"/>
                  </a:lnTo>
                  <a:lnTo>
                    <a:pt x="0" y="264489"/>
                  </a:lnTo>
                  <a:lnTo>
                    <a:pt x="0" y="230796"/>
                  </a:lnTo>
                  <a:lnTo>
                    <a:pt x="0" y="197103"/>
                  </a:lnTo>
                  <a:lnTo>
                    <a:pt x="0" y="163410"/>
                  </a:lnTo>
                  <a:lnTo>
                    <a:pt x="0" y="129717"/>
                  </a:lnTo>
                  <a:lnTo>
                    <a:pt x="0" y="96024"/>
                  </a:lnTo>
                  <a:lnTo>
                    <a:pt x="0" y="62331"/>
                  </a:lnTo>
                  <a:lnTo>
                    <a:pt x="0" y="28638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2409757" y="4040542"/>
              <a:ext cx="2190487" cy="0"/>
            </a:xfrm>
            <a:custGeom>
              <a:avLst/>
              <a:pathLst>
                <a:path w="2190487" h="0">
                  <a:moveTo>
                    <a:pt x="0" y="0"/>
                  </a:moveTo>
                  <a:lnTo>
                    <a:pt x="11063" y="0"/>
                  </a:lnTo>
                  <a:lnTo>
                    <a:pt x="39223" y="0"/>
                  </a:lnTo>
                  <a:lnTo>
                    <a:pt x="67384" y="0"/>
                  </a:lnTo>
                  <a:lnTo>
                    <a:pt x="95544" y="0"/>
                  </a:lnTo>
                  <a:lnTo>
                    <a:pt x="123705" y="0"/>
                  </a:lnTo>
                  <a:lnTo>
                    <a:pt x="151865" y="0"/>
                  </a:lnTo>
                  <a:lnTo>
                    <a:pt x="180026" y="0"/>
                  </a:lnTo>
                  <a:lnTo>
                    <a:pt x="208186" y="0"/>
                  </a:lnTo>
                  <a:lnTo>
                    <a:pt x="236347" y="0"/>
                  </a:lnTo>
                  <a:lnTo>
                    <a:pt x="264507" y="0"/>
                  </a:lnTo>
                  <a:lnTo>
                    <a:pt x="292668" y="0"/>
                  </a:lnTo>
                  <a:lnTo>
                    <a:pt x="320828" y="0"/>
                  </a:lnTo>
                  <a:lnTo>
                    <a:pt x="348989" y="0"/>
                  </a:lnTo>
                  <a:lnTo>
                    <a:pt x="377150" y="0"/>
                  </a:lnTo>
                  <a:lnTo>
                    <a:pt x="405310" y="0"/>
                  </a:lnTo>
                  <a:lnTo>
                    <a:pt x="433471" y="0"/>
                  </a:lnTo>
                  <a:lnTo>
                    <a:pt x="461631" y="0"/>
                  </a:lnTo>
                  <a:lnTo>
                    <a:pt x="489792" y="0"/>
                  </a:lnTo>
                  <a:lnTo>
                    <a:pt x="517952" y="0"/>
                  </a:lnTo>
                  <a:lnTo>
                    <a:pt x="546113" y="0"/>
                  </a:lnTo>
                  <a:lnTo>
                    <a:pt x="574273" y="0"/>
                  </a:lnTo>
                  <a:lnTo>
                    <a:pt x="602434" y="0"/>
                  </a:lnTo>
                  <a:lnTo>
                    <a:pt x="630594" y="0"/>
                  </a:lnTo>
                  <a:lnTo>
                    <a:pt x="658755" y="0"/>
                  </a:lnTo>
                  <a:lnTo>
                    <a:pt x="686915" y="0"/>
                  </a:lnTo>
                  <a:lnTo>
                    <a:pt x="715076" y="0"/>
                  </a:lnTo>
                  <a:lnTo>
                    <a:pt x="743237" y="0"/>
                  </a:lnTo>
                  <a:lnTo>
                    <a:pt x="771397" y="0"/>
                  </a:lnTo>
                  <a:lnTo>
                    <a:pt x="799558" y="0"/>
                  </a:lnTo>
                  <a:lnTo>
                    <a:pt x="827718" y="0"/>
                  </a:lnTo>
                  <a:lnTo>
                    <a:pt x="855879" y="0"/>
                  </a:lnTo>
                  <a:lnTo>
                    <a:pt x="884039" y="0"/>
                  </a:lnTo>
                  <a:lnTo>
                    <a:pt x="912200" y="0"/>
                  </a:lnTo>
                  <a:lnTo>
                    <a:pt x="940360" y="0"/>
                  </a:lnTo>
                  <a:lnTo>
                    <a:pt x="968521" y="0"/>
                  </a:lnTo>
                  <a:lnTo>
                    <a:pt x="996681" y="0"/>
                  </a:lnTo>
                  <a:lnTo>
                    <a:pt x="1024842" y="0"/>
                  </a:lnTo>
                  <a:lnTo>
                    <a:pt x="1053002" y="0"/>
                  </a:lnTo>
                  <a:lnTo>
                    <a:pt x="1081163" y="0"/>
                  </a:lnTo>
                  <a:lnTo>
                    <a:pt x="1109323" y="0"/>
                  </a:lnTo>
                  <a:lnTo>
                    <a:pt x="1137484" y="0"/>
                  </a:lnTo>
                  <a:lnTo>
                    <a:pt x="1165645" y="0"/>
                  </a:lnTo>
                  <a:lnTo>
                    <a:pt x="1193805" y="0"/>
                  </a:lnTo>
                  <a:lnTo>
                    <a:pt x="1221966" y="0"/>
                  </a:lnTo>
                  <a:lnTo>
                    <a:pt x="1250126" y="0"/>
                  </a:lnTo>
                  <a:lnTo>
                    <a:pt x="1278287" y="0"/>
                  </a:lnTo>
                  <a:lnTo>
                    <a:pt x="1306447" y="0"/>
                  </a:lnTo>
                  <a:lnTo>
                    <a:pt x="1334608" y="0"/>
                  </a:lnTo>
                  <a:lnTo>
                    <a:pt x="1362768" y="0"/>
                  </a:lnTo>
                  <a:lnTo>
                    <a:pt x="1390929" y="0"/>
                  </a:lnTo>
                  <a:lnTo>
                    <a:pt x="1419089" y="0"/>
                  </a:lnTo>
                  <a:lnTo>
                    <a:pt x="1447250" y="0"/>
                  </a:lnTo>
                  <a:lnTo>
                    <a:pt x="1475410" y="0"/>
                  </a:lnTo>
                  <a:lnTo>
                    <a:pt x="1503571" y="0"/>
                  </a:lnTo>
                  <a:lnTo>
                    <a:pt x="1531732" y="0"/>
                  </a:lnTo>
                  <a:lnTo>
                    <a:pt x="1559892" y="0"/>
                  </a:lnTo>
                  <a:lnTo>
                    <a:pt x="1588053" y="0"/>
                  </a:lnTo>
                  <a:lnTo>
                    <a:pt x="1616213" y="0"/>
                  </a:lnTo>
                  <a:lnTo>
                    <a:pt x="1644374" y="0"/>
                  </a:lnTo>
                  <a:lnTo>
                    <a:pt x="1672534" y="0"/>
                  </a:lnTo>
                  <a:lnTo>
                    <a:pt x="1700695" y="0"/>
                  </a:lnTo>
                  <a:lnTo>
                    <a:pt x="1728855" y="0"/>
                  </a:lnTo>
                  <a:lnTo>
                    <a:pt x="1757016" y="0"/>
                  </a:lnTo>
                  <a:lnTo>
                    <a:pt x="1785176" y="0"/>
                  </a:lnTo>
                  <a:lnTo>
                    <a:pt x="1813337" y="0"/>
                  </a:lnTo>
                  <a:lnTo>
                    <a:pt x="1841497" y="0"/>
                  </a:lnTo>
                  <a:lnTo>
                    <a:pt x="1869658" y="0"/>
                  </a:lnTo>
                  <a:lnTo>
                    <a:pt x="1897818" y="0"/>
                  </a:lnTo>
                  <a:lnTo>
                    <a:pt x="1925979" y="0"/>
                  </a:lnTo>
                  <a:lnTo>
                    <a:pt x="1954140" y="0"/>
                  </a:lnTo>
                  <a:lnTo>
                    <a:pt x="1982300" y="0"/>
                  </a:lnTo>
                  <a:lnTo>
                    <a:pt x="2010461" y="0"/>
                  </a:lnTo>
                  <a:lnTo>
                    <a:pt x="2038621" y="0"/>
                  </a:lnTo>
                  <a:lnTo>
                    <a:pt x="2066782" y="0"/>
                  </a:lnTo>
                  <a:lnTo>
                    <a:pt x="2094942" y="0"/>
                  </a:lnTo>
                  <a:lnTo>
                    <a:pt x="2123103" y="0"/>
                  </a:lnTo>
                  <a:lnTo>
                    <a:pt x="2151263" y="0"/>
                  </a:lnTo>
                  <a:lnTo>
                    <a:pt x="2179424" y="0"/>
                  </a:lnTo>
                  <a:lnTo>
                    <a:pt x="2190487" y="0"/>
                  </a:lnTo>
                  <a:lnTo>
                    <a:pt x="2190487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2409757" y="3669919"/>
              <a:ext cx="2190487" cy="0"/>
            </a:xfrm>
            <a:custGeom>
              <a:avLst/>
              <a:pathLst>
                <a:path w="2190487" h="0">
                  <a:moveTo>
                    <a:pt x="0" y="0"/>
                  </a:moveTo>
                  <a:lnTo>
                    <a:pt x="11063" y="0"/>
                  </a:lnTo>
                  <a:lnTo>
                    <a:pt x="39223" y="0"/>
                  </a:lnTo>
                  <a:lnTo>
                    <a:pt x="67384" y="0"/>
                  </a:lnTo>
                  <a:lnTo>
                    <a:pt x="95544" y="0"/>
                  </a:lnTo>
                  <a:lnTo>
                    <a:pt x="123705" y="0"/>
                  </a:lnTo>
                  <a:lnTo>
                    <a:pt x="151865" y="0"/>
                  </a:lnTo>
                  <a:lnTo>
                    <a:pt x="180026" y="0"/>
                  </a:lnTo>
                  <a:lnTo>
                    <a:pt x="208186" y="0"/>
                  </a:lnTo>
                  <a:lnTo>
                    <a:pt x="236347" y="0"/>
                  </a:lnTo>
                  <a:lnTo>
                    <a:pt x="264507" y="0"/>
                  </a:lnTo>
                  <a:lnTo>
                    <a:pt x="292668" y="0"/>
                  </a:lnTo>
                  <a:lnTo>
                    <a:pt x="320828" y="0"/>
                  </a:lnTo>
                  <a:lnTo>
                    <a:pt x="348989" y="0"/>
                  </a:lnTo>
                  <a:lnTo>
                    <a:pt x="377150" y="0"/>
                  </a:lnTo>
                  <a:lnTo>
                    <a:pt x="405310" y="0"/>
                  </a:lnTo>
                  <a:lnTo>
                    <a:pt x="433471" y="0"/>
                  </a:lnTo>
                  <a:lnTo>
                    <a:pt x="461631" y="0"/>
                  </a:lnTo>
                  <a:lnTo>
                    <a:pt x="489792" y="0"/>
                  </a:lnTo>
                  <a:lnTo>
                    <a:pt x="517952" y="0"/>
                  </a:lnTo>
                  <a:lnTo>
                    <a:pt x="546113" y="0"/>
                  </a:lnTo>
                  <a:lnTo>
                    <a:pt x="574273" y="0"/>
                  </a:lnTo>
                  <a:lnTo>
                    <a:pt x="602434" y="0"/>
                  </a:lnTo>
                  <a:lnTo>
                    <a:pt x="630594" y="0"/>
                  </a:lnTo>
                  <a:lnTo>
                    <a:pt x="658755" y="0"/>
                  </a:lnTo>
                  <a:lnTo>
                    <a:pt x="686915" y="0"/>
                  </a:lnTo>
                  <a:lnTo>
                    <a:pt x="715076" y="0"/>
                  </a:lnTo>
                  <a:lnTo>
                    <a:pt x="743237" y="0"/>
                  </a:lnTo>
                  <a:lnTo>
                    <a:pt x="771397" y="0"/>
                  </a:lnTo>
                  <a:lnTo>
                    <a:pt x="799558" y="0"/>
                  </a:lnTo>
                  <a:lnTo>
                    <a:pt x="827718" y="0"/>
                  </a:lnTo>
                  <a:lnTo>
                    <a:pt x="855879" y="0"/>
                  </a:lnTo>
                  <a:lnTo>
                    <a:pt x="884039" y="0"/>
                  </a:lnTo>
                  <a:lnTo>
                    <a:pt x="912200" y="0"/>
                  </a:lnTo>
                  <a:lnTo>
                    <a:pt x="940360" y="0"/>
                  </a:lnTo>
                  <a:lnTo>
                    <a:pt x="968521" y="0"/>
                  </a:lnTo>
                  <a:lnTo>
                    <a:pt x="996681" y="0"/>
                  </a:lnTo>
                  <a:lnTo>
                    <a:pt x="1024842" y="0"/>
                  </a:lnTo>
                  <a:lnTo>
                    <a:pt x="1053002" y="0"/>
                  </a:lnTo>
                  <a:lnTo>
                    <a:pt x="1081163" y="0"/>
                  </a:lnTo>
                  <a:lnTo>
                    <a:pt x="1109323" y="0"/>
                  </a:lnTo>
                  <a:lnTo>
                    <a:pt x="1137484" y="0"/>
                  </a:lnTo>
                  <a:lnTo>
                    <a:pt x="1165645" y="0"/>
                  </a:lnTo>
                  <a:lnTo>
                    <a:pt x="1193805" y="0"/>
                  </a:lnTo>
                  <a:lnTo>
                    <a:pt x="1221966" y="0"/>
                  </a:lnTo>
                  <a:lnTo>
                    <a:pt x="1250126" y="0"/>
                  </a:lnTo>
                  <a:lnTo>
                    <a:pt x="1278287" y="0"/>
                  </a:lnTo>
                  <a:lnTo>
                    <a:pt x="1306447" y="0"/>
                  </a:lnTo>
                  <a:lnTo>
                    <a:pt x="1334608" y="0"/>
                  </a:lnTo>
                  <a:lnTo>
                    <a:pt x="1362768" y="0"/>
                  </a:lnTo>
                  <a:lnTo>
                    <a:pt x="1390929" y="0"/>
                  </a:lnTo>
                  <a:lnTo>
                    <a:pt x="1419089" y="0"/>
                  </a:lnTo>
                  <a:lnTo>
                    <a:pt x="1447250" y="0"/>
                  </a:lnTo>
                  <a:lnTo>
                    <a:pt x="1475410" y="0"/>
                  </a:lnTo>
                  <a:lnTo>
                    <a:pt x="1503571" y="0"/>
                  </a:lnTo>
                  <a:lnTo>
                    <a:pt x="1531732" y="0"/>
                  </a:lnTo>
                  <a:lnTo>
                    <a:pt x="1559892" y="0"/>
                  </a:lnTo>
                  <a:lnTo>
                    <a:pt x="1588053" y="0"/>
                  </a:lnTo>
                  <a:lnTo>
                    <a:pt x="1616213" y="0"/>
                  </a:lnTo>
                  <a:lnTo>
                    <a:pt x="1644374" y="0"/>
                  </a:lnTo>
                  <a:lnTo>
                    <a:pt x="1672534" y="0"/>
                  </a:lnTo>
                  <a:lnTo>
                    <a:pt x="1700695" y="0"/>
                  </a:lnTo>
                  <a:lnTo>
                    <a:pt x="1728855" y="0"/>
                  </a:lnTo>
                  <a:lnTo>
                    <a:pt x="1757016" y="0"/>
                  </a:lnTo>
                  <a:lnTo>
                    <a:pt x="1785176" y="0"/>
                  </a:lnTo>
                  <a:lnTo>
                    <a:pt x="1813337" y="0"/>
                  </a:lnTo>
                  <a:lnTo>
                    <a:pt x="1841497" y="0"/>
                  </a:lnTo>
                  <a:lnTo>
                    <a:pt x="1869658" y="0"/>
                  </a:lnTo>
                  <a:lnTo>
                    <a:pt x="1897818" y="0"/>
                  </a:lnTo>
                  <a:lnTo>
                    <a:pt x="1925979" y="0"/>
                  </a:lnTo>
                  <a:lnTo>
                    <a:pt x="1954140" y="0"/>
                  </a:lnTo>
                  <a:lnTo>
                    <a:pt x="1982300" y="0"/>
                  </a:lnTo>
                  <a:lnTo>
                    <a:pt x="2010461" y="0"/>
                  </a:lnTo>
                  <a:lnTo>
                    <a:pt x="2038621" y="0"/>
                  </a:lnTo>
                  <a:lnTo>
                    <a:pt x="2066782" y="0"/>
                  </a:lnTo>
                  <a:lnTo>
                    <a:pt x="2094942" y="0"/>
                  </a:lnTo>
                  <a:lnTo>
                    <a:pt x="2123103" y="0"/>
                  </a:lnTo>
                  <a:lnTo>
                    <a:pt x="2151263" y="0"/>
                  </a:lnTo>
                  <a:lnTo>
                    <a:pt x="2179424" y="0"/>
                  </a:lnTo>
                  <a:lnTo>
                    <a:pt x="2190487" y="0"/>
                  </a:lnTo>
                  <a:lnTo>
                    <a:pt x="2190487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2409757" y="3299297"/>
              <a:ext cx="2190487" cy="0"/>
            </a:xfrm>
            <a:custGeom>
              <a:avLst/>
              <a:pathLst>
                <a:path w="2190487" h="0">
                  <a:moveTo>
                    <a:pt x="0" y="0"/>
                  </a:moveTo>
                  <a:lnTo>
                    <a:pt x="11063" y="0"/>
                  </a:lnTo>
                  <a:lnTo>
                    <a:pt x="39223" y="0"/>
                  </a:lnTo>
                  <a:lnTo>
                    <a:pt x="67384" y="0"/>
                  </a:lnTo>
                  <a:lnTo>
                    <a:pt x="95544" y="0"/>
                  </a:lnTo>
                  <a:lnTo>
                    <a:pt x="123705" y="0"/>
                  </a:lnTo>
                  <a:lnTo>
                    <a:pt x="151865" y="0"/>
                  </a:lnTo>
                  <a:lnTo>
                    <a:pt x="180026" y="0"/>
                  </a:lnTo>
                  <a:lnTo>
                    <a:pt x="208186" y="0"/>
                  </a:lnTo>
                  <a:lnTo>
                    <a:pt x="236347" y="0"/>
                  </a:lnTo>
                  <a:lnTo>
                    <a:pt x="264507" y="0"/>
                  </a:lnTo>
                  <a:lnTo>
                    <a:pt x="292668" y="0"/>
                  </a:lnTo>
                  <a:lnTo>
                    <a:pt x="320828" y="0"/>
                  </a:lnTo>
                  <a:lnTo>
                    <a:pt x="348989" y="0"/>
                  </a:lnTo>
                  <a:lnTo>
                    <a:pt x="377150" y="0"/>
                  </a:lnTo>
                  <a:lnTo>
                    <a:pt x="405310" y="0"/>
                  </a:lnTo>
                  <a:lnTo>
                    <a:pt x="433471" y="0"/>
                  </a:lnTo>
                  <a:lnTo>
                    <a:pt x="461631" y="0"/>
                  </a:lnTo>
                  <a:lnTo>
                    <a:pt x="489792" y="0"/>
                  </a:lnTo>
                  <a:lnTo>
                    <a:pt x="517952" y="0"/>
                  </a:lnTo>
                  <a:lnTo>
                    <a:pt x="546113" y="0"/>
                  </a:lnTo>
                  <a:lnTo>
                    <a:pt x="574273" y="0"/>
                  </a:lnTo>
                  <a:lnTo>
                    <a:pt x="602434" y="0"/>
                  </a:lnTo>
                  <a:lnTo>
                    <a:pt x="630594" y="0"/>
                  </a:lnTo>
                  <a:lnTo>
                    <a:pt x="658755" y="0"/>
                  </a:lnTo>
                  <a:lnTo>
                    <a:pt x="686915" y="0"/>
                  </a:lnTo>
                  <a:lnTo>
                    <a:pt x="715076" y="0"/>
                  </a:lnTo>
                  <a:lnTo>
                    <a:pt x="743237" y="0"/>
                  </a:lnTo>
                  <a:lnTo>
                    <a:pt x="771397" y="0"/>
                  </a:lnTo>
                  <a:lnTo>
                    <a:pt x="799558" y="0"/>
                  </a:lnTo>
                  <a:lnTo>
                    <a:pt x="827718" y="0"/>
                  </a:lnTo>
                  <a:lnTo>
                    <a:pt x="855879" y="0"/>
                  </a:lnTo>
                  <a:lnTo>
                    <a:pt x="884039" y="0"/>
                  </a:lnTo>
                  <a:lnTo>
                    <a:pt x="912200" y="0"/>
                  </a:lnTo>
                  <a:lnTo>
                    <a:pt x="940360" y="0"/>
                  </a:lnTo>
                  <a:lnTo>
                    <a:pt x="968521" y="0"/>
                  </a:lnTo>
                  <a:lnTo>
                    <a:pt x="996681" y="0"/>
                  </a:lnTo>
                  <a:lnTo>
                    <a:pt x="1024842" y="0"/>
                  </a:lnTo>
                  <a:lnTo>
                    <a:pt x="1053002" y="0"/>
                  </a:lnTo>
                  <a:lnTo>
                    <a:pt x="1081163" y="0"/>
                  </a:lnTo>
                  <a:lnTo>
                    <a:pt x="1109323" y="0"/>
                  </a:lnTo>
                  <a:lnTo>
                    <a:pt x="1137484" y="0"/>
                  </a:lnTo>
                  <a:lnTo>
                    <a:pt x="1165645" y="0"/>
                  </a:lnTo>
                  <a:lnTo>
                    <a:pt x="1193805" y="0"/>
                  </a:lnTo>
                  <a:lnTo>
                    <a:pt x="1221966" y="0"/>
                  </a:lnTo>
                  <a:lnTo>
                    <a:pt x="1250126" y="0"/>
                  </a:lnTo>
                  <a:lnTo>
                    <a:pt x="1278287" y="0"/>
                  </a:lnTo>
                  <a:lnTo>
                    <a:pt x="1306447" y="0"/>
                  </a:lnTo>
                  <a:lnTo>
                    <a:pt x="1334608" y="0"/>
                  </a:lnTo>
                  <a:lnTo>
                    <a:pt x="1362768" y="0"/>
                  </a:lnTo>
                  <a:lnTo>
                    <a:pt x="1390929" y="0"/>
                  </a:lnTo>
                  <a:lnTo>
                    <a:pt x="1419089" y="0"/>
                  </a:lnTo>
                  <a:lnTo>
                    <a:pt x="1447250" y="0"/>
                  </a:lnTo>
                  <a:lnTo>
                    <a:pt x="1475410" y="0"/>
                  </a:lnTo>
                  <a:lnTo>
                    <a:pt x="1503571" y="0"/>
                  </a:lnTo>
                  <a:lnTo>
                    <a:pt x="1531732" y="0"/>
                  </a:lnTo>
                  <a:lnTo>
                    <a:pt x="1559892" y="0"/>
                  </a:lnTo>
                  <a:lnTo>
                    <a:pt x="1588053" y="0"/>
                  </a:lnTo>
                  <a:lnTo>
                    <a:pt x="1616213" y="0"/>
                  </a:lnTo>
                  <a:lnTo>
                    <a:pt x="1644374" y="0"/>
                  </a:lnTo>
                  <a:lnTo>
                    <a:pt x="1672534" y="0"/>
                  </a:lnTo>
                  <a:lnTo>
                    <a:pt x="1700695" y="0"/>
                  </a:lnTo>
                  <a:lnTo>
                    <a:pt x="1728855" y="0"/>
                  </a:lnTo>
                  <a:lnTo>
                    <a:pt x="1757016" y="0"/>
                  </a:lnTo>
                  <a:lnTo>
                    <a:pt x="1785176" y="0"/>
                  </a:lnTo>
                  <a:lnTo>
                    <a:pt x="1813337" y="0"/>
                  </a:lnTo>
                  <a:lnTo>
                    <a:pt x="1841497" y="0"/>
                  </a:lnTo>
                  <a:lnTo>
                    <a:pt x="1869658" y="0"/>
                  </a:lnTo>
                  <a:lnTo>
                    <a:pt x="1897818" y="0"/>
                  </a:lnTo>
                  <a:lnTo>
                    <a:pt x="1925979" y="0"/>
                  </a:lnTo>
                  <a:lnTo>
                    <a:pt x="1954140" y="0"/>
                  </a:lnTo>
                  <a:lnTo>
                    <a:pt x="1982300" y="0"/>
                  </a:lnTo>
                  <a:lnTo>
                    <a:pt x="2010461" y="0"/>
                  </a:lnTo>
                  <a:lnTo>
                    <a:pt x="2038621" y="0"/>
                  </a:lnTo>
                  <a:lnTo>
                    <a:pt x="2066782" y="0"/>
                  </a:lnTo>
                  <a:lnTo>
                    <a:pt x="2094942" y="0"/>
                  </a:lnTo>
                  <a:lnTo>
                    <a:pt x="2123103" y="0"/>
                  </a:lnTo>
                  <a:lnTo>
                    <a:pt x="2151263" y="0"/>
                  </a:lnTo>
                  <a:lnTo>
                    <a:pt x="2179424" y="0"/>
                  </a:lnTo>
                  <a:lnTo>
                    <a:pt x="2190487" y="0"/>
                  </a:lnTo>
                  <a:lnTo>
                    <a:pt x="2190487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2409757" y="2928675"/>
              <a:ext cx="2190487" cy="0"/>
            </a:xfrm>
            <a:custGeom>
              <a:avLst/>
              <a:pathLst>
                <a:path w="2190487" h="0">
                  <a:moveTo>
                    <a:pt x="0" y="0"/>
                  </a:moveTo>
                  <a:lnTo>
                    <a:pt x="11063" y="0"/>
                  </a:lnTo>
                  <a:lnTo>
                    <a:pt x="39223" y="0"/>
                  </a:lnTo>
                  <a:lnTo>
                    <a:pt x="67384" y="0"/>
                  </a:lnTo>
                  <a:lnTo>
                    <a:pt x="95544" y="0"/>
                  </a:lnTo>
                  <a:lnTo>
                    <a:pt x="123705" y="0"/>
                  </a:lnTo>
                  <a:lnTo>
                    <a:pt x="151865" y="0"/>
                  </a:lnTo>
                  <a:lnTo>
                    <a:pt x="180026" y="0"/>
                  </a:lnTo>
                  <a:lnTo>
                    <a:pt x="208186" y="0"/>
                  </a:lnTo>
                  <a:lnTo>
                    <a:pt x="236347" y="0"/>
                  </a:lnTo>
                  <a:lnTo>
                    <a:pt x="264507" y="0"/>
                  </a:lnTo>
                  <a:lnTo>
                    <a:pt x="292668" y="0"/>
                  </a:lnTo>
                  <a:lnTo>
                    <a:pt x="320828" y="0"/>
                  </a:lnTo>
                  <a:lnTo>
                    <a:pt x="348989" y="0"/>
                  </a:lnTo>
                  <a:lnTo>
                    <a:pt x="377150" y="0"/>
                  </a:lnTo>
                  <a:lnTo>
                    <a:pt x="405310" y="0"/>
                  </a:lnTo>
                  <a:lnTo>
                    <a:pt x="433471" y="0"/>
                  </a:lnTo>
                  <a:lnTo>
                    <a:pt x="461631" y="0"/>
                  </a:lnTo>
                  <a:lnTo>
                    <a:pt x="489792" y="0"/>
                  </a:lnTo>
                  <a:lnTo>
                    <a:pt x="517952" y="0"/>
                  </a:lnTo>
                  <a:lnTo>
                    <a:pt x="546113" y="0"/>
                  </a:lnTo>
                  <a:lnTo>
                    <a:pt x="574273" y="0"/>
                  </a:lnTo>
                  <a:lnTo>
                    <a:pt x="602434" y="0"/>
                  </a:lnTo>
                  <a:lnTo>
                    <a:pt x="630594" y="0"/>
                  </a:lnTo>
                  <a:lnTo>
                    <a:pt x="658755" y="0"/>
                  </a:lnTo>
                  <a:lnTo>
                    <a:pt x="686915" y="0"/>
                  </a:lnTo>
                  <a:lnTo>
                    <a:pt x="715076" y="0"/>
                  </a:lnTo>
                  <a:lnTo>
                    <a:pt x="743237" y="0"/>
                  </a:lnTo>
                  <a:lnTo>
                    <a:pt x="771397" y="0"/>
                  </a:lnTo>
                  <a:lnTo>
                    <a:pt x="799558" y="0"/>
                  </a:lnTo>
                  <a:lnTo>
                    <a:pt x="827718" y="0"/>
                  </a:lnTo>
                  <a:lnTo>
                    <a:pt x="855879" y="0"/>
                  </a:lnTo>
                  <a:lnTo>
                    <a:pt x="884039" y="0"/>
                  </a:lnTo>
                  <a:lnTo>
                    <a:pt x="912200" y="0"/>
                  </a:lnTo>
                  <a:lnTo>
                    <a:pt x="940360" y="0"/>
                  </a:lnTo>
                  <a:lnTo>
                    <a:pt x="968521" y="0"/>
                  </a:lnTo>
                  <a:lnTo>
                    <a:pt x="996681" y="0"/>
                  </a:lnTo>
                  <a:lnTo>
                    <a:pt x="1024842" y="0"/>
                  </a:lnTo>
                  <a:lnTo>
                    <a:pt x="1053002" y="0"/>
                  </a:lnTo>
                  <a:lnTo>
                    <a:pt x="1081163" y="0"/>
                  </a:lnTo>
                  <a:lnTo>
                    <a:pt x="1109323" y="0"/>
                  </a:lnTo>
                  <a:lnTo>
                    <a:pt x="1137484" y="0"/>
                  </a:lnTo>
                  <a:lnTo>
                    <a:pt x="1165645" y="0"/>
                  </a:lnTo>
                  <a:lnTo>
                    <a:pt x="1193805" y="0"/>
                  </a:lnTo>
                  <a:lnTo>
                    <a:pt x="1221966" y="0"/>
                  </a:lnTo>
                  <a:lnTo>
                    <a:pt x="1250126" y="0"/>
                  </a:lnTo>
                  <a:lnTo>
                    <a:pt x="1278287" y="0"/>
                  </a:lnTo>
                  <a:lnTo>
                    <a:pt x="1306447" y="0"/>
                  </a:lnTo>
                  <a:lnTo>
                    <a:pt x="1334608" y="0"/>
                  </a:lnTo>
                  <a:lnTo>
                    <a:pt x="1362768" y="0"/>
                  </a:lnTo>
                  <a:lnTo>
                    <a:pt x="1390929" y="0"/>
                  </a:lnTo>
                  <a:lnTo>
                    <a:pt x="1419089" y="0"/>
                  </a:lnTo>
                  <a:lnTo>
                    <a:pt x="1447250" y="0"/>
                  </a:lnTo>
                  <a:lnTo>
                    <a:pt x="1475410" y="0"/>
                  </a:lnTo>
                  <a:lnTo>
                    <a:pt x="1503571" y="0"/>
                  </a:lnTo>
                  <a:lnTo>
                    <a:pt x="1531732" y="0"/>
                  </a:lnTo>
                  <a:lnTo>
                    <a:pt x="1559892" y="0"/>
                  </a:lnTo>
                  <a:lnTo>
                    <a:pt x="1588053" y="0"/>
                  </a:lnTo>
                  <a:lnTo>
                    <a:pt x="1616213" y="0"/>
                  </a:lnTo>
                  <a:lnTo>
                    <a:pt x="1644374" y="0"/>
                  </a:lnTo>
                  <a:lnTo>
                    <a:pt x="1672534" y="0"/>
                  </a:lnTo>
                  <a:lnTo>
                    <a:pt x="1700695" y="0"/>
                  </a:lnTo>
                  <a:lnTo>
                    <a:pt x="1728855" y="0"/>
                  </a:lnTo>
                  <a:lnTo>
                    <a:pt x="1757016" y="0"/>
                  </a:lnTo>
                  <a:lnTo>
                    <a:pt x="1785176" y="0"/>
                  </a:lnTo>
                  <a:lnTo>
                    <a:pt x="1813337" y="0"/>
                  </a:lnTo>
                  <a:lnTo>
                    <a:pt x="1841497" y="0"/>
                  </a:lnTo>
                  <a:lnTo>
                    <a:pt x="1869658" y="0"/>
                  </a:lnTo>
                  <a:lnTo>
                    <a:pt x="1897818" y="0"/>
                  </a:lnTo>
                  <a:lnTo>
                    <a:pt x="1925979" y="0"/>
                  </a:lnTo>
                  <a:lnTo>
                    <a:pt x="1954140" y="0"/>
                  </a:lnTo>
                  <a:lnTo>
                    <a:pt x="1982300" y="0"/>
                  </a:lnTo>
                  <a:lnTo>
                    <a:pt x="2010461" y="0"/>
                  </a:lnTo>
                  <a:lnTo>
                    <a:pt x="2038621" y="0"/>
                  </a:lnTo>
                  <a:lnTo>
                    <a:pt x="2066782" y="0"/>
                  </a:lnTo>
                  <a:lnTo>
                    <a:pt x="2094942" y="0"/>
                  </a:lnTo>
                  <a:lnTo>
                    <a:pt x="2123103" y="0"/>
                  </a:lnTo>
                  <a:lnTo>
                    <a:pt x="2151263" y="0"/>
                  </a:lnTo>
                  <a:lnTo>
                    <a:pt x="2179424" y="0"/>
                  </a:lnTo>
                  <a:lnTo>
                    <a:pt x="2190487" y="0"/>
                  </a:lnTo>
                  <a:lnTo>
                    <a:pt x="2190487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2409757" y="2558052"/>
              <a:ext cx="2190487" cy="0"/>
            </a:xfrm>
            <a:custGeom>
              <a:avLst/>
              <a:pathLst>
                <a:path w="2190487" h="0">
                  <a:moveTo>
                    <a:pt x="0" y="0"/>
                  </a:moveTo>
                  <a:lnTo>
                    <a:pt x="11063" y="0"/>
                  </a:lnTo>
                  <a:lnTo>
                    <a:pt x="39223" y="0"/>
                  </a:lnTo>
                  <a:lnTo>
                    <a:pt x="67384" y="0"/>
                  </a:lnTo>
                  <a:lnTo>
                    <a:pt x="95544" y="0"/>
                  </a:lnTo>
                  <a:lnTo>
                    <a:pt x="123705" y="0"/>
                  </a:lnTo>
                  <a:lnTo>
                    <a:pt x="151865" y="0"/>
                  </a:lnTo>
                  <a:lnTo>
                    <a:pt x="180026" y="0"/>
                  </a:lnTo>
                  <a:lnTo>
                    <a:pt x="208186" y="0"/>
                  </a:lnTo>
                  <a:lnTo>
                    <a:pt x="236347" y="0"/>
                  </a:lnTo>
                  <a:lnTo>
                    <a:pt x="264507" y="0"/>
                  </a:lnTo>
                  <a:lnTo>
                    <a:pt x="292668" y="0"/>
                  </a:lnTo>
                  <a:lnTo>
                    <a:pt x="320828" y="0"/>
                  </a:lnTo>
                  <a:lnTo>
                    <a:pt x="348989" y="0"/>
                  </a:lnTo>
                  <a:lnTo>
                    <a:pt x="377150" y="0"/>
                  </a:lnTo>
                  <a:lnTo>
                    <a:pt x="405310" y="0"/>
                  </a:lnTo>
                  <a:lnTo>
                    <a:pt x="433471" y="0"/>
                  </a:lnTo>
                  <a:lnTo>
                    <a:pt x="461631" y="0"/>
                  </a:lnTo>
                  <a:lnTo>
                    <a:pt x="489792" y="0"/>
                  </a:lnTo>
                  <a:lnTo>
                    <a:pt x="517952" y="0"/>
                  </a:lnTo>
                  <a:lnTo>
                    <a:pt x="546113" y="0"/>
                  </a:lnTo>
                  <a:lnTo>
                    <a:pt x="574273" y="0"/>
                  </a:lnTo>
                  <a:lnTo>
                    <a:pt x="602434" y="0"/>
                  </a:lnTo>
                  <a:lnTo>
                    <a:pt x="630594" y="0"/>
                  </a:lnTo>
                  <a:lnTo>
                    <a:pt x="658755" y="0"/>
                  </a:lnTo>
                  <a:lnTo>
                    <a:pt x="686915" y="0"/>
                  </a:lnTo>
                  <a:lnTo>
                    <a:pt x="715076" y="0"/>
                  </a:lnTo>
                  <a:lnTo>
                    <a:pt x="743237" y="0"/>
                  </a:lnTo>
                  <a:lnTo>
                    <a:pt x="771397" y="0"/>
                  </a:lnTo>
                  <a:lnTo>
                    <a:pt x="799558" y="0"/>
                  </a:lnTo>
                  <a:lnTo>
                    <a:pt x="827718" y="0"/>
                  </a:lnTo>
                  <a:lnTo>
                    <a:pt x="855879" y="0"/>
                  </a:lnTo>
                  <a:lnTo>
                    <a:pt x="884039" y="0"/>
                  </a:lnTo>
                  <a:lnTo>
                    <a:pt x="912200" y="0"/>
                  </a:lnTo>
                  <a:lnTo>
                    <a:pt x="940360" y="0"/>
                  </a:lnTo>
                  <a:lnTo>
                    <a:pt x="968521" y="0"/>
                  </a:lnTo>
                  <a:lnTo>
                    <a:pt x="996681" y="0"/>
                  </a:lnTo>
                  <a:lnTo>
                    <a:pt x="1024842" y="0"/>
                  </a:lnTo>
                  <a:lnTo>
                    <a:pt x="1053002" y="0"/>
                  </a:lnTo>
                  <a:lnTo>
                    <a:pt x="1081163" y="0"/>
                  </a:lnTo>
                  <a:lnTo>
                    <a:pt x="1109323" y="0"/>
                  </a:lnTo>
                  <a:lnTo>
                    <a:pt x="1137484" y="0"/>
                  </a:lnTo>
                  <a:lnTo>
                    <a:pt x="1165645" y="0"/>
                  </a:lnTo>
                  <a:lnTo>
                    <a:pt x="1193805" y="0"/>
                  </a:lnTo>
                  <a:lnTo>
                    <a:pt x="1221966" y="0"/>
                  </a:lnTo>
                  <a:lnTo>
                    <a:pt x="1250126" y="0"/>
                  </a:lnTo>
                  <a:lnTo>
                    <a:pt x="1278287" y="0"/>
                  </a:lnTo>
                  <a:lnTo>
                    <a:pt x="1306447" y="0"/>
                  </a:lnTo>
                  <a:lnTo>
                    <a:pt x="1334608" y="0"/>
                  </a:lnTo>
                  <a:lnTo>
                    <a:pt x="1362768" y="0"/>
                  </a:lnTo>
                  <a:lnTo>
                    <a:pt x="1390929" y="0"/>
                  </a:lnTo>
                  <a:lnTo>
                    <a:pt x="1419089" y="0"/>
                  </a:lnTo>
                  <a:lnTo>
                    <a:pt x="1447250" y="0"/>
                  </a:lnTo>
                  <a:lnTo>
                    <a:pt x="1475410" y="0"/>
                  </a:lnTo>
                  <a:lnTo>
                    <a:pt x="1503571" y="0"/>
                  </a:lnTo>
                  <a:lnTo>
                    <a:pt x="1531732" y="0"/>
                  </a:lnTo>
                  <a:lnTo>
                    <a:pt x="1559892" y="0"/>
                  </a:lnTo>
                  <a:lnTo>
                    <a:pt x="1588053" y="0"/>
                  </a:lnTo>
                  <a:lnTo>
                    <a:pt x="1616213" y="0"/>
                  </a:lnTo>
                  <a:lnTo>
                    <a:pt x="1644374" y="0"/>
                  </a:lnTo>
                  <a:lnTo>
                    <a:pt x="1672534" y="0"/>
                  </a:lnTo>
                  <a:lnTo>
                    <a:pt x="1700695" y="0"/>
                  </a:lnTo>
                  <a:lnTo>
                    <a:pt x="1728855" y="0"/>
                  </a:lnTo>
                  <a:lnTo>
                    <a:pt x="1757016" y="0"/>
                  </a:lnTo>
                  <a:lnTo>
                    <a:pt x="1785176" y="0"/>
                  </a:lnTo>
                  <a:lnTo>
                    <a:pt x="1813337" y="0"/>
                  </a:lnTo>
                  <a:lnTo>
                    <a:pt x="1841497" y="0"/>
                  </a:lnTo>
                  <a:lnTo>
                    <a:pt x="1869658" y="0"/>
                  </a:lnTo>
                  <a:lnTo>
                    <a:pt x="1897818" y="0"/>
                  </a:lnTo>
                  <a:lnTo>
                    <a:pt x="1925979" y="0"/>
                  </a:lnTo>
                  <a:lnTo>
                    <a:pt x="1954140" y="0"/>
                  </a:lnTo>
                  <a:lnTo>
                    <a:pt x="1982300" y="0"/>
                  </a:lnTo>
                  <a:lnTo>
                    <a:pt x="2010461" y="0"/>
                  </a:lnTo>
                  <a:lnTo>
                    <a:pt x="2038621" y="0"/>
                  </a:lnTo>
                  <a:lnTo>
                    <a:pt x="2066782" y="0"/>
                  </a:lnTo>
                  <a:lnTo>
                    <a:pt x="2094942" y="0"/>
                  </a:lnTo>
                  <a:lnTo>
                    <a:pt x="2123103" y="0"/>
                  </a:lnTo>
                  <a:lnTo>
                    <a:pt x="2151263" y="0"/>
                  </a:lnTo>
                  <a:lnTo>
                    <a:pt x="2179424" y="0"/>
                  </a:lnTo>
                  <a:lnTo>
                    <a:pt x="2190487" y="0"/>
                  </a:lnTo>
                  <a:lnTo>
                    <a:pt x="2190487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409757" y="2187430"/>
              <a:ext cx="2190487" cy="0"/>
            </a:xfrm>
            <a:custGeom>
              <a:avLst/>
              <a:pathLst>
                <a:path w="2190487" h="0">
                  <a:moveTo>
                    <a:pt x="0" y="0"/>
                  </a:moveTo>
                  <a:lnTo>
                    <a:pt x="11063" y="0"/>
                  </a:lnTo>
                  <a:lnTo>
                    <a:pt x="39223" y="0"/>
                  </a:lnTo>
                  <a:lnTo>
                    <a:pt x="67384" y="0"/>
                  </a:lnTo>
                  <a:lnTo>
                    <a:pt x="95544" y="0"/>
                  </a:lnTo>
                  <a:lnTo>
                    <a:pt x="123705" y="0"/>
                  </a:lnTo>
                  <a:lnTo>
                    <a:pt x="151865" y="0"/>
                  </a:lnTo>
                  <a:lnTo>
                    <a:pt x="180026" y="0"/>
                  </a:lnTo>
                  <a:lnTo>
                    <a:pt x="208186" y="0"/>
                  </a:lnTo>
                  <a:lnTo>
                    <a:pt x="236347" y="0"/>
                  </a:lnTo>
                  <a:lnTo>
                    <a:pt x="264507" y="0"/>
                  </a:lnTo>
                  <a:lnTo>
                    <a:pt x="292668" y="0"/>
                  </a:lnTo>
                  <a:lnTo>
                    <a:pt x="320828" y="0"/>
                  </a:lnTo>
                  <a:lnTo>
                    <a:pt x="348989" y="0"/>
                  </a:lnTo>
                  <a:lnTo>
                    <a:pt x="377150" y="0"/>
                  </a:lnTo>
                  <a:lnTo>
                    <a:pt x="405310" y="0"/>
                  </a:lnTo>
                  <a:lnTo>
                    <a:pt x="433471" y="0"/>
                  </a:lnTo>
                  <a:lnTo>
                    <a:pt x="461631" y="0"/>
                  </a:lnTo>
                  <a:lnTo>
                    <a:pt x="489792" y="0"/>
                  </a:lnTo>
                  <a:lnTo>
                    <a:pt x="517952" y="0"/>
                  </a:lnTo>
                  <a:lnTo>
                    <a:pt x="546113" y="0"/>
                  </a:lnTo>
                  <a:lnTo>
                    <a:pt x="574273" y="0"/>
                  </a:lnTo>
                  <a:lnTo>
                    <a:pt x="602434" y="0"/>
                  </a:lnTo>
                  <a:lnTo>
                    <a:pt x="630594" y="0"/>
                  </a:lnTo>
                  <a:lnTo>
                    <a:pt x="658755" y="0"/>
                  </a:lnTo>
                  <a:lnTo>
                    <a:pt x="686915" y="0"/>
                  </a:lnTo>
                  <a:lnTo>
                    <a:pt x="715076" y="0"/>
                  </a:lnTo>
                  <a:lnTo>
                    <a:pt x="743237" y="0"/>
                  </a:lnTo>
                  <a:lnTo>
                    <a:pt x="771397" y="0"/>
                  </a:lnTo>
                  <a:lnTo>
                    <a:pt x="799558" y="0"/>
                  </a:lnTo>
                  <a:lnTo>
                    <a:pt x="827718" y="0"/>
                  </a:lnTo>
                  <a:lnTo>
                    <a:pt x="855879" y="0"/>
                  </a:lnTo>
                  <a:lnTo>
                    <a:pt x="884039" y="0"/>
                  </a:lnTo>
                  <a:lnTo>
                    <a:pt x="912200" y="0"/>
                  </a:lnTo>
                  <a:lnTo>
                    <a:pt x="940360" y="0"/>
                  </a:lnTo>
                  <a:lnTo>
                    <a:pt x="968521" y="0"/>
                  </a:lnTo>
                  <a:lnTo>
                    <a:pt x="996681" y="0"/>
                  </a:lnTo>
                  <a:lnTo>
                    <a:pt x="1024842" y="0"/>
                  </a:lnTo>
                  <a:lnTo>
                    <a:pt x="1053002" y="0"/>
                  </a:lnTo>
                  <a:lnTo>
                    <a:pt x="1081163" y="0"/>
                  </a:lnTo>
                  <a:lnTo>
                    <a:pt x="1109323" y="0"/>
                  </a:lnTo>
                  <a:lnTo>
                    <a:pt x="1137484" y="0"/>
                  </a:lnTo>
                  <a:lnTo>
                    <a:pt x="1165645" y="0"/>
                  </a:lnTo>
                  <a:lnTo>
                    <a:pt x="1193805" y="0"/>
                  </a:lnTo>
                  <a:lnTo>
                    <a:pt x="1221966" y="0"/>
                  </a:lnTo>
                  <a:lnTo>
                    <a:pt x="1250126" y="0"/>
                  </a:lnTo>
                  <a:lnTo>
                    <a:pt x="1278287" y="0"/>
                  </a:lnTo>
                  <a:lnTo>
                    <a:pt x="1306447" y="0"/>
                  </a:lnTo>
                  <a:lnTo>
                    <a:pt x="1334608" y="0"/>
                  </a:lnTo>
                  <a:lnTo>
                    <a:pt x="1362768" y="0"/>
                  </a:lnTo>
                  <a:lnTo>
                    <a:pt x="1390929" y="0"/>
                  </a:lnTo>
                  <a:lnTo>
                    <a:pt x="1419089" y="0"/>
                  </a:lnTo>
                  <a:lnTo>
                    <a:pt x="1447250" y="0"/>
                  </a:lnTo>
                  <a:lnTo>
                    <a:pt x="1475410" y="0"/>
                  </a:lnTo>
                  <a:lnTo>
                    <a:pt x="1503571" y="0"/>
                  </a:lnTo>
                  <a:lnTo>
                    <a:pt x="1531732" y="0"/>
                  </a:lnTo>
                  <a:lnTo>
                    <a:pt x="1559892" y="0"/>
                  </a:lnTo>
                  <a:lnTo>
                    <a:pt x="1588053" y="0"/>
                  </a:lnTo>
                  <a:lnTo>
                    <a:pt x="1616213" y="0"/>
                  </a:lnTo>
                  <a:lnTo>
                    <a:pt x="1644374" y="0"/>
                  </a:lnTo>
                  <a:lnTo>
                    <a:pt x="1672534" y="0"/>
                  </a:lnTo>
                  <a:lnTo>
                    <a:pt x="1700695" y="0"/>
                  </a:lnTo>
                  <a:lnTo>
                    <a:pt x="1728855" y="0"/>
                  </a:lnTo>
                  <a:lnTo>
                    <a:pt x="1757016" y="0"/>
                  </a:lnTo>
                  <a:lnTo>
                    <a:pt x="1785176" y="0"/>
                  </a:lnTo>
                  <a:lnTo>
                    <a:pt x="1813337" y="0"/>
                  </a:lnTo>
                  <a:lnTo>
                    <a:pt x="1841497" y="0"/>
                  </a:lnTo>
                  <a:lnTo>
                    <a:pt x="1869658" y="0"/>
                  </a:lnTo>
                  <a:lnTo>
                    <a:pt x="1897818" y="0"/>
                  </a:lnTo>
                  <a:lnTo>
                    <a:pt x="1925979" y="0"/>
                  </a:lnTo>
                  <a:lnTo>
                    <a:pt x="1954140" y="0"/>
                  </a:lnTo>
                  <a:lnTo>
                    <a:pt x="1982300" y="0"/>
                  </a:lnTo>
                  <a:lnTo>
                    <a:pt x="2010461" y="0"/>
                  </a:lnTo>
                  <a:lnTo>
                    <a:pt x="2038621" y="0"/>
                  </a:lnTo>
                  <a:lnTo>
                    <a:pt x="2066782" y="0"/>
                  </a:lnTo>
                  <a:lnTo>
                    <a:pt x="2094942" y="0"/>
                  </a:lnTo>
                  <a:lnTo>
                    <a:pt x="2123103" y="0"/>
                  </a:lnTo>
                  <a:lnTo>
                    <a:pt x="2151263" y="0"/>
                  </a:lnTo>
                  <a:lnTo>
                    <a:pt x="2179424" y="0"/>
                  </a:lnTo>
                  <a:lnTo>
                    <a:pt x="2190487" y="0"/>
                  </a:lnTo>
                  <a:lnTo>
                    <a:pt x="2190487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2409757" y="1816808"/>
              <a:ext cx="2190487" cy="0"/>
            </a:xfrm>
            <a:custGeom>
              <a:avLst/>
              <a:pathLst>
                <a:path w="2190487" h="0">
                  <a:moveTo>
                    <a:pt x="0" y="0"/>
                  </a:moveTo>
                  <a:lnTo>
                    <a:pt x="11063" y="0"/>
                  </a:lnTo>
                  <a:lnTo>
                    <a:pt x="39223" y="0"/>
                  </a:lnTo>
                  <a:lnTo>
                    <a:pt x="67384" y="0"/>
                  </a:lnTo>
                  <a:lnTo>
                    <a:pt x="95544" y="0"/>
                  </a:lnTo>
                  <a:lnTo>
                    <a:pt x="123705" y="0"/>
                  </a:lnTo>
                  <a:lnTo>
                    <a:pt x="151865" y="0"/>
                  </a:lnTo>
                  <a:lnTo>
                    <a:pt x="180026" y="0"/>
                  </a:lnTo>
                  <a:lnTo>
                    <a:pt x="208186" y="0"/>
                  </a:lnTo>
                  <a:lnTo>
                    <a:pt x="236347" y="0"/>
                  </a:lnTo>
                  <a:lnTo>
                    <a:pt x="264507" y="0"/>
                  </a:lnTo>
                  <a:lnTo>
                    <a:pt x="292668" y="0"/>
                  </a:lnTo>
                  <a:lnTo>
                    <a:pt x="320828" y="0"/>
                  </a:lnTo>
                  <a:lnTo>
                    <a:pt x="348989" y="0"/>
                  </a:lnTo>
                  <a:lnTo>
                    <a:pt x="377150" y="0"/>
                  </a:lnTo>
                  <a:lnTo>
                    <a:pt x="405310" y="0"/>
                  </a:lnTo>
                  <a:lnTo>
                    <a:pt x="433471" y="0"/>
                  </a:lnTo>
                  <a:lnTo>
                    <a:pt x="461631" y="0"/>
                  </a:lnTo>
                  <a:lnTo>
                    <a:pt x="489792" y="0"/>
                  </a:lnTo>
                  <a:lnTo>
                    <a:pt x="517952" y="0"/>
                  </a:lnTo>
                  <a:lnTo>
                    <a:pt x="546113" y="0"/>
                  </a:lnTo>
                  <a:lnTo>
                    <a:pt x="574273" y="0"/>
                  </a:lnTo>
                  <a:lnTo>
                    <a:pt x="602434" y="0"/>
                  </a:lnTo>
                  <a:lnTo>
                    <a:pt x="630594" y="0"/>
                  </a:lnTo>
                  <a:lnTo>
                    <a:pt x="658755" y="0"/>
                  </a:lnTo>
                  <a:lnTo>
                    <a:pt x="686915" y="0"/>
                  </a:lnTo>
                  <a:lnTo>
                    <a:pt x="715076" y="0"/>
                  </a:lnTo>
                  <a:lnTo>
                    <a:pt x="743237" y="0"/>
                  </a:lnTo>
                  <a:lnTo>
                    <a:pt x="771397" y="0"/>
                  </a:lnTo>
                  <a:lnTo>
                    <a:pt x="799558" y="0"/>
                  </a:lnTo>
                  <a:lnTo>
                    <a:pt x="827718" y="0"/>
                  </a:lnTo>
                  <a:lnTo>
                    <a:pt x="855879" y="0"/>
                  </a:lnTo>
                  <a:lnTo>
                    <a:pt x="884039" y="0"/>
                  </a:lnTo>
                  <a:lnTo>
                    <a:pt x="912200" y="0"/>
                  </a:lnTo>
                  <a:lnTo>
                    <a:pt x="940360" y="0"/>
                  </a:lnTo>
                  <a:lnTo>
                    <a:pt x="968521" y="0"/>
                  </a:lnTo>
                  <a:lnTo>
                    <a:pt x="996681" y="0"/>
                  </a:lnTo>
                  <a:lnTo>
                    <a:pt x="1024842" y="0"/>
                  </a:lnTo>
                  <a:lnTo>
                    <a:pt x="1053002" y="0"/>
                  </a:lnTo>
                  <a:lnTo>
                    <a:pt x="1081163" y="0"/>
                  </a:lnTo>
                  <a:lnTo>
                    <a:pt x="1109323" y="0"/>
                  </a:lnTo>
                  <a:lnTo>
                    <a:pt x="1137484" y="0"/>
                  </a:lnTo>
                  <a:lnTo>
                    <a:pt x="1165645" y="0"/>
                  </a:lnTo>
                  <a:lnTo>
                    <a:pt x="1193805" y="0"/>
                  </a:lnTo>
                  <a:lnTo>
                    <a:pt x="1221966" y="0"/>
                  </a:lnTo>
                  <a:lnTo>
                    <a:pt x="1250126" y="0"/>
                  </a:lnTo>
                  <a:lnTo>
                    <a:pt x="1278287" y="0"/>
                  </a:lnTo>
                  <a:lnTo>
                    <a:pt x="1306447" y="0"/>
                  </a:lnTo>
                  <a:lnTo>
                    <a:pt x="1334608" y="0"/>
                  </a:lnTo>
                  <a:lnTo>
                    <a:pt x="1362768" y="0"/>
                  </a:lnTo>
                  <a:lnTo>
                    <a:pt x="1390929" y="0"/>
                  </a:lnTo>
                  <a:lnTo>
                    <a:pt x="1419089" y="0"/>
                  </a:lnTo>
                  <a:lnTo>
                    <a:pt x="1447250" y="0"/>
                  </a:lnTo>
                  <a:lnTo>
                    <a:pt x="1475410" y="0"/>
                  </a:lnTo>
                  <a:lnTo>
                    <a:pt x="1503571" y="0"/>
                  </a:lnTo>
                  <a:lnTo>
                    <a:pt x="1531732" y="0"/>
                  </a:lnTo>
                  <a:lnTo>
                    <a:pt x="1559892" y="0"/>
                  </a:lnTo>
                  <a:lnTo>
                    <a:pt x="1588053" y="0"/>
                  </a:lnTo>
                  <a:lnTo>
                    <a:pt x="1616213" y="0"/>
                  </a:lnTo>
                  <a:lnTo>
                    <a:pt x="1644374" y="0"/>
                  </a:lnTo>
                  <a:lnTo>
                    <a:pt x="1672534" y="0"/>
                  </a:lnTo>
                  <a:lnTo>
                    <a:pt x="1700695" y="0"/>
                  </a:lnTo>
                  <a:lnTo>
                    <a:pt x="1728855" y="0"/>
                  </a:lnTo>
                  <a:lnTo>
                    <a:pt x="1757016" y="0"/>
                  </a:lnTo>
                  <a:lnTo>
                    <a:pt x="1785176" y="0"/>
                  </a:lnTo>
                  <a:lnTo>
                    <a:pt x="1813337" y="0"/>
                  </a:lnTo>
                  <a:lnTo>
                    <a:pt x="1841497" y="0"/>
                  </a:lnTo>
                  <a:lnTo>
                    <a:pt x="1869658" y="0"/>
                  </a:lnTo>
                  <a:lnTo>
                    <a:pt x="1897818" y="0"/>
                  </a:lnTo>
                  <a:lnTo>
                    <a:pt x="1925979" y="0"/>
                  </a:lnTo>
                  <a:lnTo>
                    <a:pt x="1954140" y="0"/>
                  </a:lnTo>
                  <a:lnTo>
                    <a:pt x="1982300" y="0"/>
                  </a:lnTo>
                  <a:lnTo>
                    <a:pt x="2010461" y="0"/>
                  </a:lnTo>
                  <a:lnTo>
                    <a:pt x="2038621" y="0"/>
                  </a:lnTo>
                  <a:lnTo>
                    <a:pt x="2066782" y="0"/>
                  </a:lnTo>
                  <a:lnTo>
                    <a:pt x="2094942" y="0"/>
                  </a:lnTo>
                  <a:lnTo>
                    <a:pt x="2123103" y="0"/>
                  </a:lnTo>
                  <a:lnTo>
                    <a:pt x="2151263" y="0"/>
                  </a:lnTo>
                  <a:lnTo>
                    <a:pt x="2179424" y="0"/>
                  </a:lnTo>
                  <a:lnTo>
                    <a:pt x="2190487" y="0"/>
                  </a:lnTo>
                  <a:lnTo>
                    <a:pt x="2190487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2409757" y="1446185"/>
              <a:ext cx="2190487" cy="0"/>
            </a:xfrm>
            <a:custGeom>
              <a:avLst/>
              <a:pathLst>
                <a:path w="2190487" h="0">
                  <a:moveTo>
                    <a:pt x="0" y="0"/>
                  </a:moveTo>
                  <a:lnTo>
                    <a:pt x="11063" y="0"/>
                  </a:lnTo>
                  <a:lnTo>
                    <a:pt x="39223" y="0"/>
                  </a:lnTo>
                  <a:lnTo>
                    <a:pt x="67384" y="0"/>
                  </a:lnTo>
                  <a:lnTo>
                    <a:pt x="95544" y="0"/>
                  </a:lnTo>
                  <a:lnTo>
                    <a:pt x="123705" y="0"/>
                  </a:lnTo>
                  <a:lnTo>
                    <a:pt x="151865" y="0"/>
                  </a:lnTo>
                  <a:lnTo>
                    <a:pt x="180026" y="0"/>
                  </a:lnTo>
                  <a:lnTo>
                    <a:pt x="208186" y="0"/>
                  </a:lnTo>
                  <a:lnTo>
                    <a:pt x="236347" y="0"/>
                  </a:lnTo>
                  <a:lnTo>
                    <a:pt x="264507" y="0"/>
                  </a:lnTo>
                  <a:lnTo>
                    <a:pt x="292668" y="0"/>
                  </a:lnTo>
                  <a:lnTo>
                    <a:pt x="320828" y="0"/>
                  </a:lnTo>
                  <a:lnTo>
                    <a:pt x="348989" y="0"/>
                  </a:lnTo>
                  <a:lnTo>
                    <a:pt x="377150" y="0"/>
                  </a:lnTo>
                  <a:lnTo>
                    <a:pt x="405310" y="0"/>
                  </a:lnTo>
                  <a:lnTo>
                    <a:pt x="433471" y="0"/>
                  </a:lnTo>
                  <a:lnTo>
                    <a:pt x="461631" y="0"/>
                  </a:lnTo>
                  <a:lnTo>
                    <a:pt x="489792" y="0"/>
                  </a:lnTo>
                  <a:lnTo>
                    <a:pt x="517952" y="0"/>
                  </a:lnTo>
                  <a:lnTo>
                    <a:pt x="546113" y="0"/>
                  </a:lnTo>
                  <a:lnTo>
                    <a:pt x="574273" y="0"/>
                  </a:lnTo>
                  <a:lnTo>
                    <a:pt x="602434" y="0"/>
                  </a:lnTo>
                  <a:lnTo>
                    <a:pt x="630594" y="0"/>
                  </a:lnTo>
                  <a:lnTo>
                    <a:pt x="658755" y="0"/>
                  </a:lnTo>
                  <a:lnTo>
                    <a:pt x="686915" y="0"/>
                  </a:lnTo>
                  <a:lnTo>
                    <a:pt x="715076" y="0"/>
                  </a:lnTo>
                  <a:lnTo>
                    <a:pt x="743237" y="0"/>
                  </a:lnTo>
                  <a:lnTo>
                    <a:pt x="771397" y="0"/>
                  </a:lnTo>
                  <a:lnTo>
                    <a:pt x="799558" y="0"/>
                  </a:lnTo>
                  <a:lnTo>
                    <a:pt x="827718" y="0"/>
                  </a:lnTo>
                  <a:lnTo>
                    <a:pt x="855879" y="0"/>
                  </a:lnTo>
                  <a:lnTo>
                    <a:pt x="884039" y="0"/>
                  </a:lnTo>
                  <a:lnTo>
                    <a:pt x="912200" y="0"/>
                  </a:lnTo>
                  <a:lnTo>
                    <a:pt x="940360" y="0"/>
                  </a:lnTo>
                  <a:lnTo>
                    <a:pt x="968521" y="0"/>
                  </a:lnTo>
                  <a:lnTo>
                    <a:pt x="996681" y="0"/>
                  </a:lnTo>
                  <a:lnTo>
                    <a:pt x="1024842" y="0"/>
                  </a:lnTo>
                  <a:lnTo>
                    <a:pt x="1053002" y="0"/>
                  </a:lnTo>
                  <a:lnTo>
                    <a:pt x="1081163" y="0"/>
                  </a:lnTo>
                  <a:lnTo>
                    <a:pt x="1109323" y="0"/>
                  </a:lnTo>
                  <a:lnTo>
                    <a:pt x="1137484" y="0"/>
                  </a:lnTo>
                  <a:lnTo>
                    <a:pt x="1165645" y="0"/>
                  </a:lnTo>
                  <a:lnTo>
                    <a:pt x="1193805" y="0"/>
                  </a:lnTo>
                  <a:lnTo>
                    <a:pt x="1221966" y="0"/>
                  </a:lnTo>
                  <a:lnTo>
                    <a:pt x="1250126" y="0"/>
                  </a:lnTo>
                  <a:lnTo>
                    <a:pt x="1278287" y="0"/>
                  </a:lnTo>
                  <a:lnTo>
                    <a:pt x="1306447" y="0"/>
                  </a:lnTo>
                  <a:lnTo>
                    <a:pt x="1334608" y="0"/>
                  </a:lnTo>
                  <a:lnTo>
                    <a:pt x="1362768" y="0"/>
                  </a:lnTo>
                  <a:lnTo>
                    <a:pt x="1390929" y="0"/>
                  </a:lnTo>
                  <a:lnTo>
                    <a:pt x="1419089" y="0"/>
                  </a:lnTo>
                  <a:lnTo>
                    <a:pt x="1447250" y="0"/>
                  </a:lnTo>
                  <a:lnTo>
                    <a:pt x="1475410" y="0"/>
                  </a:lnTo>
                  <a:lnTo>
                    <a:pt x="1503571" y="0"/>
                  </a:lnTo>
                  <a:lnTo>
                    <a:pt x="1531732" y="0"/>
                  </a:lnTo>
                  <a:lnTo>
                    <a:pt x="1559892" y="0"/>
                  </a:lnTo>
                  <a:lnTo>
                    <a:pt x="1588053" y="0"/>
                  </a:lnTo>
                  <a:lnTo>
                    <a:pt x="1616213" y="0"/>
                  </a:lnTo>
                  <a:lnTo>
                    <a:pt x="1644374" y="0"/>
                  </a:lnTo>
                  <a:lnTo>
                    <a:pt x="1672534" y="0"/>
                  </a:lnTo>
                  <a:lnTo>
                    <a:pt x="1700695" y="0"/>
                  </a:lnTo>
                  <a:lnTo>
                    <a:pt x="1728855" y="0"/>
                  </a:lnTo>
                  <a:lnTo>
                    <a:pt x="1757016" y="0"/>
                  </a:lnTo>
                  <a:lnTo>
                    <a:pt x="1785176" y="0"/>
                  </a:lnTo>
                  <a:lnTo>
                    <a:pt x="1813337" y="0"/>
                  </a:lnTo>
                  <a:lnTo>
                    <a:pt x="1841497" y="0"/>
                  </a:lnTo>
                  <a:lnTo>
                    <a:pt x="1869658" y="0"/>
                  </a:lnTo>
                  <a:lnTo>
                    <a:pt x="1897818" y="0"/>
                  </a:lnTo>
                  <a:lnTo>
                    <a:pt x="1925979" y="0"/>
                  </a:lnTo>
                  <a:lnTo>
                    <a:pt x="1954140" y="0"/>
                  </a:lnTo>
                  <a:lnTo>
                    <a:pt x="1982300" y="0"/>
                  </a:lnTo>
                  <a:lnTo>
                    <a:pt x="2010461" y="0"/>
                  </a:lnTo>
                  <a:lnTo>
                    <a:pt x="2038621" y="0"/>
                  </a:lnTo>
                  <a:lnTo>
                    <a:pt x="2066782" y="0"/>
                  </a:lnTo>
                  <a:lnTo>
                    <a:pt x="2094942" y="0"/>
                  </a:lnTo>
                  <a:lnTo>
                    <a:pt x="2123103" y="0"/>
                  </a:lnTo>
                  <a:lnTo>
                    <a:pt x="2151263" y="0"/>
                  </a:lnTo>
                  <a:lnTo>
                    <a:pt x="2179424" y="0"/>
                  </a:lnTo>
                  <a:lnTo>
                    <a:pt x="2190487" y="0"/>
                  </a:lnTo>
                  <a:lnTo>
                    <a:pt x="2190487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h20"/>
            <p:cNvSpPr/>
            <p:nvPr/>
          </p:nvSpPr>
          <p:spPr>
            <a:xfrm>
              <a:off x="3385897" y="1713289"/>
              <a:ext cx="930871" cy="1244847"/>
            </a:xfrm>
            <a:custGeom>
              <a:avLst/>
              <a:pathLst>
                <a:path w="930871" h="1244847">
                  <a:moveTo>
                    <a:pt x="914400" y="914400"/>
                  </a:moveTo>
                  <a:lnTo>
                    <a:pt x="904715" y="940531"/>
                  </a:lnTo>
                  <a:lnTo>
                    <a:pt x="891374" y="944947"/>
                  </a:lnTo>
                  <a:lnTo>
                    <a:pt x="878578" y="953651"/>
                  </a:lnTo>
                  <a:lnTo>
                    <a:pt x="874008" y="1036336"/>
                  </a:lnTo>
                  <a:lnTo>
                    <a:pt x="897306" y="1067752"/>
                  </a:lnTo>
                  <a:lnTo>
                    <a:pt x="884510" y="1072149"/>
                  </a:lnTo>
                  <a:lnTo>
                    <a:pt x="872803" y="1081560"/>
                  </a:lnTo>
                  <a:lnTo>
                    <a:pt x="864441" y="1095476"/>
                  </a:lnTo>
                  <a:lnTo>
                    <a:pt x="855884" y="1125426"/>
                  </a:lnTo>
                  <a:lnTo>
                    <a:pt x="823739" y="1142401"/>
                  </a:lnTo>
                  <a:lnTo>
                    <a:pt x="811565" y="1154960"/>
                  </a:lnTo>
                  <a:lnTo>
                    <a:pt x="793615" y="1182902"/>
                  </a:lnTo>
                  <a:lnTo>
                    <a:pt x="784262" y="1223457"/>
                  </a:lnTo>
                  <a:lnTo>
                    <a:pt x="766079" y="1240757"/>
                  </a:lnTo>
                  <a:lnTo>
                    <a:pt x="745660" y="1244847"/>
                  </a:lnTo>
                  <a:lnTo>
                    <a:pt x="757639" y="1211621"/>
                  </a:lnTo>
                  <a:lnTo>
                    <a:pt x="773332" y="1184548"/>
                  </a:lnTo>
                  <a:lnTo>
                    <a:pt x="758242" y="1165981"/>
                  </a:lnTo>
                  <a:lnTo>
                    <a:pt x="749160" y="1136918"/>
                  </a:lnTo>
                  <a:lnTo>
                    <a:pt x="737434" y="1114622"/>
                  </a:lnTo>
                  <a:lnTo>
                    <a:pt x="746768" y="1089721"/>
                  </a:lnTo>
                  <a:lnTo>
                    <a:pt x="742179" y="1048913"/>
                  </a:lnTo>
                  <a:lnTo>
                    <a:pt x="743696" y="1009082"/>
                  </a:lnTo>
                  <a:lnTo>
                    <a:pt x="757308" y="988976"/>
                  </a:lnTo>
                  <a:lnTo>
                    <a:pt x="772905" y="972581"/>
                  </a:lnTo>
                  <a:lnTo>
                    <a:pt x="797194" y="934885"/>
                  </a:lnTo>
                  <a:lnTo>
                    <a:pt x="823525" y="907559"/>
                  </a:lnTo>
                  <a:lnTo>
                    <a:pt x="860260" y="895271"/>
                  </a:lnTo>
                  <a:lnTo>
                    <a:pt x="876848" y="906600"/>
                  </a:lnTo>
                  <a:lnTo>
                    <a:pt x="884004" y="881753"/>
                  </a:lnTo>
                  <a:lnTo>
                    <a:pt x="895847" y="876089"/>
                  </a:lnTo>
                  <a:lnTo>
                    <a:pt x="906971" y="881825"/>
                  </a:lnTo>
                  <a:lnTo>
                    <a:pt x="930871" y="905568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h21"/>
            <p:cNvSpPr/>
            <p:nvPr/>
          </p:nvSpPr>
          <p:spPr>
            <a:xfrm>
              <a:off x="2884753" y="2295879"/>
              <a:ext cx="1041951" cy="914400"/>
            </a:xfrm>
            <a:custGeom>
              <a:avLst/>
              <a:pathLst>
                <a:path w="1041951" h="914400">
                  <a:moveTo>
                    <a:pt x="914400" y="914400"/>
                  </a:moveTo>
                  <a:lnTo>
                    <a:pt x="905337" y="913078"/>
                  </a:lnTo>
                  <a:lnTo>
                    <a:pt x="899289" y="888195"/>
                  </a:lnTo>
                  <a:lnTo>
                    <a:pt x="897870" y="824169"/>
                  </a:lnTo>
                  <a:lnTo>
                    <a:pt x="901487" y="792536"/>
                  </a:lnTo>
                  <a:lnTo>
                    <a:pt x="944912" y="678435"/>
                  </a:lnTo>
                  <a:lnTo>
                    <a:pt x="964300" y="669116"/>
                  </a:lnTo>
                  <a:lnTo>
                    <a:pt x="991564" y="599190"/>
                  </a:lnTo>
                  <a:lnTo>
                    <a:pt x="998915" y="568081"/>
                  </a:lnTo>
                  <a:lnTo>
                    <a:pt x="1010739" y="540067"/>
                  </a:lnTo>
                  <a:lnTo>
                    <a:pt x="1017720" y="515021"/>
                  </a:lnTo>
                  <a:lnTo>
                    <a:pt x="1023574" y="504905"/>
                  </a:lnTo>
                  <a:lnTo>
                    <a:pt x="1036292" y="509647"/>
                  </a:lnTo>
                  <a:lnTo>
                    <a:pt x="1041951" y="514261"/>
                  </a:lnTo>
                  <a:lnTo>
                    <a:pt x="1028552" y="528847"/>
                  </a:lnTo>
                  <a:lnTo>
                    <a:pt x="1030108" y="547831"/>
                  </a:lnTo>
                  <a:lnTo>
                    <a:pt x="1029175" y="555703"/>
                  </a:lnTo>
                  <a:lnTo>
                    <a:pt x="995357" y="638279"/>
                  </a:lnTo>
                  <a:lnTo>
                    <a:pt x="986314" y="691899"/>
                  </a:lnTo>
                  <a:lnTo>
                    <a:pt x="974315" y="704983"/>
                  </a:lnTo>
                  <a:lnTo>
                    <a:pt x="924629" y="895742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h22"/>
            <p:cNvSpPr/>
            <p:nvPr/>
          </p:nvSpPr>
          <p:spPr>
            <a:xfrm>
              <a:off x="1887793" y="1306563"/>
              <a:ext cx="2411842" cy="2234977"/>
            </a:xfrm>
            <a:custGeom>
              <a:avLst/>
              <a:pathLst>
                <a:path w="2411842" h="2234977">
                  <a:moveTo>
                    <a:pt x="914400" y="914400"/>
                  </a:moveTo>
                  <a:lnTo>
                    <a:pt x="928907" y="920516"/>
                  </a:lnTo>
                  <a:lnTo>
                    <a:pt x="948665" y="908265"/>
                  </a:lnTo>
                  <a:lnTo>
                    <a:pt x="962491" y="873953"/>
                  </a:lnTo>
                  <a:lnTo>
                    <a:pt x="970387" y="822468"/>
                  </a:lnTo>
                  <a:lnTo>
                    <a:pt x="979605" y="773425"/>
                  </a:lnTo>
                  <a:lnTo>
                    <a:pt x="968695" y="720963"/>
                  </a:lnTo>
                  <a:lnTo>
                    <a:pt x="957046" y="674888"/>
                  </a:lnTo>
                  <a:lnTo>
                    <a:pt x="956230" y="661352"/>
                  </a:lnTo>
                  <a:lnTo>
                    <a:pt x="986800" y="622480"/>
                  </a:lnTo>
                  <a:lnTo>
                    <a:pt x="996154" y="590865"/>
                  </a:lnTo>
                  <a:lnTo>
                    <a:pt x="1006286" y="560770"/>
                  </a:lnTo>
                  <a:lnTo>
                    <a:pt x="1017468" y="550527"/>
                  </a:lnTo>
                  <a:lnTo>
                    <a:pt x="1034114" y="548193"/>
                  </a:lnTo>
                  <a:lnTo>
                    <a:pt x="1053502" y="542529"/>
                  </a:lnTo>
                  <a:lnTo>
                    <a:pt x="1077947" y="522387"/>
                  </a:lnTo>
                  <a:lnTo>
                    <a:pt x="1099864" y="495404"/>
                  </a:lnTo>
                  <a:lnTo>
                    <a:pt x="1116607" y="470666"/>
                  </a:lnTo>
                  <a:lnTo>
                    <a:pt x="1122286" y="421714"/>
                  </a:lnTo>
                  <a:lnTo>
                    <a:pt x="1122519" y="397121"/>
                  </a:lnTo>
                  <a:lnTo>
                    <a:pt x="1129889" y="378861"/>
                  </a:lnTo>
                  <a:lnTo>
                    <a:pt x="1137026" y="343192"/>
                  </a:lnTo>
                  <a:lnTo>
                    <a:pt x="1130084" y="308012"/>
                  </a:lnTo>
                  <a:lnTo>
                    <a:pt x="1108479" y="254645"/>
                  </a:lnTo>
                  <a:lnTo>
                    <a:pt x="1082459" y="179597"/>
                  </a:lnTo>
                  <a:lnTo>
                    <a:pt x="1078474" y="139622"/>
                  </a:lnTo>
                  <a:lnTo>
                    <a:pt x="2057395" y="139622"/>
                  </a:lnTo>
                  <a:lnTo>
                    <a:pt x="2057871" y="144870"/>
                  </a:lnTo>
                  <a:lnTo>
                    <a:pt x="2055888" y="157465"/>
                  </a:lnTo>
                  <a:lnTo>
                    <a:pt x="2071017" y="209240"/>
                  </a:lnTo>
                  <a:lnTo>
                    <a:pt x="2067497" y="227391"/>
                  </a:lnTo>
                  <a:lnTo>
                    <a:pt x="2065456" y="250519"/>
                  </a:lnTo>
                  <a:lnTo>
                    <a:pt x="2087139" y="272742"/>
                  </a:lnTo>
                  <a:lnTo>
                    <a:pt x="2106488" y="272380"/>
                  </a:lnTo>
                  <a:lnTo>
                    <a:pt x="2126091" y="272036"/>
                  </a:lnTo>
                  <a:lnTo>
                    <a:pt x="2133578" y="277610"/>
                  </a:lnTo>
                  <a:lnTo>
                    <a:pt x="2141084" y="293336"/>
                  </a:lnTo>
                  <a:lnTo>
                    <a:pt x="2147132" y="311903"/>
                  </a:lnTo>
                  <a:lnTo>
                    <a:pt x="2163273" y="310365"/>
                  </a:lnTo>
                  <a:lnTo>
                    <a:pt x="2189040" y="295254"/>
                  </a:lnTo>
                  <a:lnTo>
                    <a:pt x="2205803" y="291653"/>
                  </a:lnTo>
                  <a:lnTo>
                    <a:pt x="2216868" y="320698"/>
                  </a:lnTo>
                  <a:lnTo>
                    <a:pt x="2246972" y="359063"/>
                  </a:lnTo>
                  <a:lnTo>
                    <a:pt x="2264493" y="376255"/>
                  </a:lnTo>
                  <a:lnTo>
                    <a:pt x="2294267" y="385304"/>
                  </a:lnTo>
                  <a:lnTo>
                    <a:pt x="2325634" y="416267"/>
                  </a:lnTo>
                  <a:lnTo>
                    <a:pt x="2321239" y="453583"/>
                  </a:lnTo>
                  <a:lnTo>
                    <a:pt x="2334327" y="466051"/>
                  </a:lnTo>
                  <a:lnTo>
                    <a:pt x="2371334" y="480782"/>
                  </a:lnTo>
                  <a:lnTo>
                    <a:pt x="2384422" y="500653"/>
                  </a:lnTo>
                  <a:lnTo>
                    <a:pt x="2390703" y="517591"/>
                  </a:lnTo>
                  <a:lnTo>
                    <a:pt x="2400446" y="531634"/>
                  </a:lnTo>
                  <a:lnTo>
                    <a:pt x="2411842" y="574071"/>
                  </a:lnTo>
                  <a:lnTo>
                    <a:pt x="2407875" y="600221"/>
                  </a:lnTo>
                  <a:lnTo>
                    <a:pt x="2392959" y="609215"/>
                  </a:lnTo>
                  <a:lnTo>
                    <a:pt x="2357741" y="637229"/>
                  </a:lnTo>
                  <a:lnTo>
                    <a:pt x="2342047" y="658149"/>
                  </a:lnTo>
                  <a:lnTo>
                    <a:pt x="2329738" y="671179"/>
                  </a:lnTo>
                  <a:lnTo>
                    <a:pt x="2294753" y="699120"/>
                  </a:lnTo>
                  <a:lnTo>
                    <a:pt x="2281937" y="704133"/>
                  </a:lnTo>
                  <a:lnTo>
                    <a:pt x="2269666" y="718665"/>
                  </a:lnTo>
                  <a:lnTo>
                    <a:pt x="2257804" y="725017"/>
                  </a:lnTo>
                  <a:lnTo>
                    <a:pt x="2247186" y="721361"/>
                  </a:lnTo>
                  <a:lnTo>
                    <a:pt x="2207495" y="747674"/>
                  </a:lnTo>
                  <a:lnTo>
                    <a:pt x="2210587" y="758912"/>
                  </a:lnTo>
                  <a:lnTo>
                    <a:pt x="2241021" y="763671"/>
                  </a:lnTo>
                  <a:lnTo>
                    <a:pt x="2256540" y="758025"/>
                  </a:lnTo>
                  <a:lnTo>
                    <a:pt x="2268480" y="744796"/>
                  </a:lnTo>
                  <a:lnTo>
                    <a:pt x="2281529" y="741756"/>
                  </a:lnTo>
                  <a:lnTo>
                    <a:pt x="2293430" y="744253"/>
                  </a:lnTo>
                  <a:lnTo>
                    <a:pt x="2306051" y="733830"/>
                  </a:lnTo>
                  <a:lnTo>
                    <a:pt x="2315950" y="729667"/>
                  </a:lnTo>
                  <a:lnTo>
                    <a:pt x="2326179" y="734662"/>
                  </a:lnTo>
                  <a:lnTo>
                    <a:pt x="2337594" y="759654"/>
                  </a:lnTo>
                  <a:lnTo>
                    <a:pt x="2313908" y="772665"/>
                  </a:lnTo>
                  <a:lnTo>
                    <a:pt x="2297106" y="773263"/>
                  </a:lnTo>
                  <a:lnTo>
                    <a:pt x="2288899" y="814252"/>
                  </a:lnTo>
                  <a:lnTo>
                    <a:pt x="2278729" y="831860"/>
                  </a:lnTo>
                  <a:lnTo>
                    <a:pt x="2271436" y="840329"/>
                  </a:lnTo>
                  <a:lnTo>
                    <a:pt x="2234156" y="857775"/>
                  </a:lnTo>
                  <a:lnTo>
                    <a:pt x="2209556" y="879889"/>
                  </a:lnTo>
                  <a:lnTo>
                    <a:pt x="2180561" y="897696"/>
                  </a:lnTo>
                  <a:lnTo>
                    <a:pt x="2167901" y="893823"/>
                  </a:lnTo>
                  <a:lnTo>
                    <a:pt x="2148824" y="911920"/>
                  </a:lnTo>
                  <a:lnTo>
                    <a:pt x="2106430" y="933347"/>
                  </a:lnTo>
                  <a:lnTo>
                    <a:pt x="2084708" y="962211"/>
                  </a:lnTo>
                  <a:lnTo>
                    <a:pt x="2035955" y="988035"/>
                  </a:lnTo>
                  <a:lnTo>
                    <a:pt x="2011121" y="1009046"/>
                  </a:lnTo>
                  <a:lnTo>
                    <a:pt x="1943660" y="1010150"/>
                  </a:lnTo>
                  <a:lnTo>
                    <a:pt x="1879233" y="1005535"/>
                  </a:lnTo>
                  <a:lnTo>
                    <a:pt x="1859008" y="1015524"/>
                  </a:lnTo>
                  <a:lnTo>
                    <a:pt x="1879680" y="1018619"/>
                  </a:lnTo>
                  <a:lnTo>
                    <a:pt x="1894168" y="1028427"/>
                  </a:lnTo>
                  <a:lnTo>
                    <a:pt x="1911534" y="1024338"/>
                  </a:lnTo>
                  <a:lnTo>
                    <a:pt x="1952353" y="1029242"/>
                  </a:lnTo>
                  <a:lnTo>
                    <a:pt x="1973355" y="1034580"/>
                  </a:lnTo>
                  <a:lnTo>
                    <a:pt x="2000309" y="1068928"/>
                  </a:lnTo>
                  <a:lnTo>
                    <a:pt x="1980492" y="1081143"/>
                  </a:lnTo>
                  <a:lnTo>
                    <a:pt x="1946169" y="1090517"/>
                  </a:lnTo>
                  <a:lnTo>
                    <a:pt x="1959043" y="1139234"/>
                  </a:lnTo>
                  <a:lnTo>
                    <a:pt x="1969661" y="1172080"/>
                  </a:lnTo>
                  <a:lnTo>
                    <a:pt x="1955756" y="1191896"/>
                  </a:lnTo>
                  <a:lnTo>
                    <a:pt x="1954725" y="1282054"/>
                  </a:lnTo>
                  <a:lnTo>
                    <a:pt x="1935220" y="1283773"/>
                  </a:lnTo>
                  <a:lnTo>
                    <a:pt x="1926936" y="1321071"/>
                  </a:lnTo>
                  <a:lnTo>
                    <a:pt x="1933081" y="1340090"/>
                  </a:lnTo>
                  <a:lnTo>
                    <a:pt x="1932595" y="1384265"/>
                  </a:lnTo>
                  <a:lnTo>
                    <a:pt x="1936659" y="1411482"/>
                  </a:lnTo>
                  <a:lnTo>
                    <a:pt x="1946227" y="1436546"/>
                  </a:lnTo>
                  <a:lnTo>
                    <a:pt x="1941968" y="1462678"/>
                  </a:lnTo>
                  <a:lnTo>
                    <a:pt x="1911126" y="1523845"/>
                  </a:lnTo>
                  <a:lnTo>
                    <a:pt x="1911826" y="1552547"/>
                  </a:lnTo>
                  <a:lnTo>
                    <a:pt x="1917368" y="1569594"/>
                  </a:lnTo>
                  <a:lnTo>
                    <a:pt x="1921471" y="1596848"/>
                  </a:lnTo>
                  <a:lnTo>
                    <a:pt x="1907450" y="1649238"/>
                  </a:lnTo>
                  <a:lnTo>
                    <a:pt x="1897552" y="1693014"/>
                  </a:lnTo>
                  <a:lnTo>
                    <a:pt x="1885787" y="1729859"/>
                  </a:lnTo>
                  <a:lnTo>
                    <a:pt x="1859456" y="1774070"/>
                  </a:lnTo>
                  <a:lnTo>
                    <a:pt x="1846348" y="1807114"/>
                  </a:lnTo>
                  <a:lnTo>
                    <a:pt x="1815681" y="1910230"/>
                  </a:lnTo>
                  <a:lnTo>
                    <a:pt x="1800473" y="1930697"/>
                  </a:lnTo>
                  <a:lnTo>
                    <a:pt x="1781824" y="1946423"/>
                  </a:lnTo>
                  <a:lnTo>
                    <a:pt x="1761035" y="1931874"/>
                  </a:lnTo>
                  <a:lnTo>
                    <a:pt x="1741977" y="1923947"/>
                  </a:lnTo>
                  <a:lnTo>
                    <a:pt x="1718700" y="1924906"/>
                  </a:lnTo>
                  <a:lnTo>
                    <a:pt x="1682237" y="1936832"/>
                  </a:lnTo>
                  <a:lnTo>
                    <a:pt x="1627397" y="1928906"/>
                  </a:lnTo>
                  <a:lnTo>
                    <a:pt x="1573802" y="1932724"/>
                  </a:lnTo>
                  <a:lnTo>
                    <a:pt x="1560247" y="1943021"/>
                  </a:lnTo>
                  <a:lnTo>
                    <a:pt x="1568376" y="1980445"/>
                  </a:lnTo>
                  <a:lnTo>
                    <a:pt x="1548618" y="1985350"/>
                  </a:lnTo>
                  <a:lnTo>
                    <a:pt x="1529307" y="1974709"/>
                  </a:lnTo>
                  <a:lnTo>
                    <a:pt x="1512311" y="1987413"/>
                  </a:lnTo>
                  <a:lnTo>
                    <a:pt x="1498115" y="2001347"/>
                  </a:lnTo>
                  <a:lnTo>
                    <a:pt x="1470228" y="2034410"/>
                  </a:lnTo>
                  <a:lnTo>
                    <a:pt x="1460893" y="2054769"/>
                  </a:lnTo>
                  <a:lnTo>
                    <a:pt x="1458482" y="2093116"/>
                  </a:lnTo>
                  <a:lnTo>
                    <a:pt x="1473125" y="2127500"/>
                  </a:lnTo>
                  <a:lnTo>
                    <a:pt x="1486116" y="2167765"/>
                  </a:lnTo>
                  <a:lnTo>
                    <a:pt x="1452667" y="2216355"/>
                  </a:lnTo>
                  <a:lnTo>
                    <a:pt x="1433999" y="2218002"/>
                  </a:lnTo>
                  <a:lnTo>
                    <a:pt x="1379509" y="2204520"/>
                  </a:lnTo>
                  <a:lnTo>
                    <a:pt x="1282936" y="2234977"/>
                  </a:lnTo>
                  <a:lnTo>
                    <a:pt x="1196203" y="2210890"/>
                  </a:lnTo>
                  <a:lnTo>
                    <a:pt x="1207113" y="2184867"/>
                  </a:lnTo>
                  <a:lnTo>
                    <a:pt x="1206743" y="2165738"/>
                  </a:lnTo>
                  <a:lnTo>
                    <a:pt x="1211644" y="2136313"/>
                  </a:lnTo>
                  <a:lnTo>
                    <a:pt x="1214561" y="2106218"/>
                  </a:lnTo>
                  <a:lnTo>
                    <a:pt x="1213744" y="2086076"/>
                  </a:lnTo>
                  <a:lnTo>
                    <a:pt x="1207385" y="2064614"/>
                  </a:lnTo>
                  <a:lnTo>
                    <a:pt x="1185993" y="2036527"/>
                  </a:lnTo>
                  <a:lnTo>
                    <a:pt x="1137804" y="1941736"/>
                  </a:lnTo>
                  <a:lnTo>
                    <a:pt x="1123550" y="1901724"/>
                  </a:lnTo>
                  <a:lnTo>
                    <a:pt x="1113632" y="1885057"/>
                  </a:lnTo>
                  <a:lnTo>
                    <a:pt x="1120769" y="1884152"/>
                  </a:lnTo>
                  <a:lnTo>
                    <a:pt x="1160460" y="1905633"/>
                  </a:lnTo>
                  <a:lnTo>
                    <a:pt x="1169717" y="1902991"/>
                  </a:lnTo>
                  <a:lnTo>
                    <a:pt x="1179440" y="1894920"/>
                  </a:lnTo>
                  <a:lnTo>
                    <a:pt x="1167597" y="1864173"/>
                  </a:lnTo>
                  <a:lnTo>
                    <a:pt x="1157426" y="1850257"/>
                  </a:lnTo>
                  <a:lnTo>
                    <a:pt x="1150523" y="1829446"/>
                  </a:lnTo>
                  <a:lnTo>
                    <a:pt x="1173761" y="1823818"/>
                  </a:lnTo>
                  <a:lnTo>
                    <a:pt x="1190544" y="1825066"/>
                  </a:lnTo>
                  <a:lnTo>
                    <a:pt x="1202912" y="1801649"/>
                  </a:lnTo>
                  <a:lnTo>
                    <a:pt x="1195775" y="1763791"/>
                  </a:lnTo>
                  <a:lnTo>
                    <a:pt x="1177748" y="1752136"/>
                  </a:lnTo>
                  <a:lnTo>
                    <a:pt x="1162696" y="1747069"/>
                  </a:lnTo>
                  <a:lnTo>
                    <a:pt x="1133837" y="1687603"/>
                  </a:lnTo>
                  <a:lnTo>
                    <a:pt x="1103734" y="1656802"/>
                  </a:lnTo>
                  <a:lnTo>
                    <a:pt x="1050041" y="1537997"/>
                  </a:lnTo>
                  <a:lnTo>
                    <a:pt x="1030400" y="1456453"/>
                  </a:lnTo>
                  <a:lnTo>
                    <a:pt x="1012139" y="1464198"/>
                  </a:lnTo>
                  <a:lnTo>
                    <a:pt x="1003271" y="1428674"/>
                  </a:lnTo>
                  <a:lnTo>
                    <a:pt x="996912" y="1395032"/>
                  </a:lnTo>
                  <a:lnTo>
                    <a:pt x="995648" y="1370294"/>
                  </a:lnTo>
                  <a:lnTo>
                    <a:pt x="967023" y="1356124"/>
                  </a:lnTo>
                  <a:lnTo>
                    <a:pt x="965856" y="1338787"/>
                  </a:lnTo>
                  <a:lnTo>
                    <a:pt x="960702" y="1261424"/>
                  </a:lnTo>
                  <a:lnTo>
                    <a:pt x="929996" y="1251036"/>
                  </a:lnTo>
                  <a:lnTo>
                    <a:pt x="910141" y="1207622"/>
                  </a:lnTo>
                  <a:lnTo>
                    <a:pt x="906601" y="1125480"/>
                  </a:lnTo>
                  <a:lnTo>
                    <a:pt x="886377" y="1110533"/>
                  </a:lnTo>
                  <a:lnTo>
                    <a:pt x="870100" y="1114677"/>
                  </a:lnTo>
                  <a:lnTo>
                    <a:pt x="870858" y="1094318"/>
                  </a:lnTo>
                  <a:lnTo>
                    <a:pt x="874747" y="1075208"/>
                  </a:lnTo>
                  <a:lnTo>
                    <a:pt x="865238" y="999491"/>
                  </a:lnTo>
                  <a:lnTo>
                    <a:pt x="862068" y="930379"/>
                  </a:lnTo>
                  <a:lnTo>
                    <a:pt x="854348" y="909513"/>
                  </a:lnTo>
                  <a:lnTo>
                    <a:pt x="849972" y="885083"/>
                  </a:lnTo>
                  <a:lnTo>
                    <a:pt x="853901" y="863982"/>
                  </a:lnTo>
                  <a:lnTo>
                    <a:pt x="859657" y="851857"/>
                  </a:lnTo>
                  <a:lnTo>
                    <a:pt x="879473" y="848672"/>
                  </a:lnTo>
                  <a:lnTo>
                    <a:pt x="897986" y="867330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h23"/>
            <p:cNvSpPr/>
            <p:nvPr/>
          </p:nvSpPr>
          <p:spPr>
            <a:xfrm>
              <a:off x="3414697" y="1695445"/>
              <a:ext cx="952846" cy="914400"/>
            </a:xfrm>
            <a:custGeom>
              <a:avLst/>
              <a:pathLst>
                <a:path w="952846" h="914400">
                  <a:moveTo>
                    <a:pt x="914400" y="914400"/>
                  </a:moveTo>
                  <a:lnTo>
                    <a:pt x="904073" y="912644"/>
                  </a:lnTo>
                  <a:lnTo>
                    <a:pt x="894661" y="895579"/>
                  </a:lnTo>
                  <a:lnTo>
                    <a:pt x="913699" y="869519"/>
                  </a:lnTo>
                  <a:lnTo>
                    <a:pt x="942831" y="870931"/>
                  </a:lnTo>
                  <a:lnTo>
                    <a:pt x="952846" y="876360"/>
                  </a:lnTo>
                  <a:lnTo>
                    <a:pt x="917978" y="891290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h24"/>
            <p:cNvSpPr/>
            <p:nvPr/>
          </p:nvSpPr>
          <p:spPr>
            <a:xfrm>
              <a:off x="3262059" y="1265773"/>
              <a:ext cx="937036" cy="914400"/>
            </a:xfrm>
            <a:custGeom>
              <a:avLst/>
              <a:pathLst>
                <a:path w="937036" h="914400">
                  <a:moveTo>
                    <a:pt x="914400" y="914400"/>
                  </a:moveTo>
                  <a:lnTo>
                    <a:pt x="910024" y="913277"/>
                  </a:lnTo>
                  <a:lnTo>
                    <a:pt x="915469" y="896067"/>
                  </a:lnTo>
                  <a:lnTo>
                    <a:pt x="919514" y="888630"/>
                  </a:lnTo>
                  <a:lnTo>
                    <a:pt x="932932" y="881680"/>
                  </a:lnTo>
                  <a:lnTo>
                    <a:pt x="937036" y="882893"/>
                  </a:lnTo>
                  <a:lnTo>
                    <a:pt x="923228" y="910871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h25"/>
            <p:cNvSpPr/>
            <p:nvPr/>
          </p:nvSpPr>
          <p:spPr>
            <a:xfrm>
              <a:off x="3301575" y="1110973"/>
              <a:ext cx="939914" cy="914399"/>
            </a:xfrm>
            <a:custGeom>
              <a:avLst/>
              <a:pathLst>
                <a:path w="939914" h="914399">
                  <a:moveTo>
                    <a:pt x="914400" y="914399"/>
                  </a:moveTo>
                  <a:lnTo>
                    <a:pt x="909382" y="899361"/>
                  </a:lnTo>
                  <a:lnTo>
                    <a:pt x="911385" y="896411"/>
                  </a:lnTo>
                  <a:lnTo>
                    <a:pt x="914808" y="881572"/>
                  </a:lnTo>
                  <a:lnTo>
                    <a:pt x="924473" y="873428"/>
                  </a:lnTo>
                  <a:lnTo>
                    <a:pt x="939914" y="878314"/>
                  </a:lnTo>
                  <a:lnTo>
                    <a:pt x="939816" y="882024"/>
                  </a:lnTo>
                  <a:lnTo>
                    <a:pt x="925056" y="894041"/>
                  </a:lnTo>
                  <a:lnTo>
                    <a:pt x="919397" y="902130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h26"/>
            <p:cNvSpPr/>
            <p:nvPr/>
          </p:nvSpPr>
          <p:spPr>
            <a:xfrm>
              <a:off x="3571205" y="2965297"/>
              <a:ext cx="929471" cy="915707"/>
            </a:xfrm>
            <a:custGeom>
              <a:avLst/>
              <a:pathLst>
                <a:path w="929471" h="915707">
                  <a:moveTo>
                    <a:pt x="914400" y="914400"/>
                  </a:moveTo>
                  <a:lnTo>
                    <a:pt x="858626" y="909550"/>
                  </a:lnTo>
                  <a:lnTo>
                    <a:pt x="850692" y="905062"/>
                  </a:lnTo>
                  <a:lnTo>
                    <a:pt x="881379" y="873320"/>
                  </a:lnTo>
                  <a:lnTo>
                    <a:pt x="901370" y="840329"/>
                  </a:lnTo>
                  <a:lnTo>
                    <a:pt x="918347" y="797277"/>
                  </a:lnTo>
                  <a:lnTo>
                    <a:pt x="920156" y="767454"/>
                  </a:lnTo>
                  <a:lnTo>
                    <a:pt x="924395" y="733830"/>
                  </a:lnTo>
                  <a:lnTo>
                    <a:pt x="929471" y="731324"/>
                  </a:lnTo>
                  <a:lnTo>
                    <a:pt x="929471" y="915707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h27"/>
            <p:cNvSpPr/>
            <p:nvPr/>
          </p:nvSpPr>
          <p:spPr>
            <a:xfrm>
              <a:off x="2533991" y="3119355"/>
              <a:ext cx="1966685" cy="921186"/>
            </a:xfrm>
            <a:custGeom>
              <a:avLst/>
              <a:pathLst>
                <a:path w="1966685" h="921186">
                  <a:moveTo>
                    <a:pt x="914399" y="914400"/>
                  </a:moveTo>
                  <a:lnTo>
                    <a:pt x="1028436" y="869338"/>
                  </a:lnTo>
                  <a:lnTo>
                    <a:pt x="1150231" y="827064"/>
                  </a:lnTo>
                  <a:lnTo>
                    <a:pt x="1178662" y="822468"/>
                  </a:lnTo>
                  <a:lnTo>
                    <a:pt x="1207249" y="813564"/>
                  </a:lnTo>
                  <a:lnTo>
                    <a:pt x="1217808" y="797748"/>
                  </a:lnTo>
                  <a:lnTo>
                    <a:pt x="1228349" y="787161"/>
                  </a:lnTo>
                  <a:lnTo>
                    <a:pt x="1244937" y="759274"/>
                  </a:lnTo>
                  <a:lnTo>
                    <a:pt x="1281613" y="715932"/>
                  </a:lnTo>
                  <a:lnTo>
                    <a:pt x="1346468" y="700152"/>
                  </a:lnTo>
                  <a:lnTo>
                    <a:pt x="1370680" y="679594"/>
                  </a:lnTo>
                  <a:lnTo>
                    <a:pt x="1421436" y="650802"/>
                  </a:lnTo>
                  <a:lnTo>
                    <a:pt x="1537144" y="618499"/>
                  </a:lnTo>
                  <a:lnTo>
                    <a:pt x="1585470" y="611405"/>
                  </a:lnTo>
                  <a:lnTo>
                    <a:pt x="1632823" y="610536"/>
                  </a:lnTo>
                  <a:lnTo>
                    <a:pt x="1674983" y="636017"/>
                  </a:lnTo>
                  <a:lnTo>
                    <a:pt x="1719614" y="667469"/>
                  </a:lnTo>
                  <a:lnTo>
                    <a:pt x="1727645" y="686452"/>
                  </a:lnTo>
                  <a:lnTo>
                    <a:pt x="1703492" y="674617"/>
                  </a:lnTo>
                  <a:lnTo>
                    <a:pt x="1668294" y="646368"/>
                  </a:lnTo>
                  <a:lnTo>
                    <a:pt x="1655284" y="645174"/>
                  </a:lnTo>
                  <a:lnTo>
                    <a:pt x="1685329" y="731097"/>
                  </a:lnTo>
                  <a:lnTo>
                    <a:pt x="1701761" y="761482"/>
                  </a:lnTo>
                  <a:lnTo>
                    <a:pt x="1734977" y="784211"/>
                  </a:lnTo>
                  <a:lnTo>
                    <a:pt x="1762824" y="791866"/>
                  </a:lnTo>
                  <a:lnTo>
                    <a:pt x="1848624" y="778094"/>
                  </a:lnTo>
                  <a:lnTo>
                    <a:pt x="1879097" y="760106"/>
                  </a:lnTo>
                  <a:lnTo>
                    <a:pt x="1887906" y="751004"/>
                  </a:lnTo>
                  <a:lnTo>
                    <a:pt x="1895841" y="755492"/>
                  </a:lnTo>
                  <a:lnTo>
                    <a:pt x="1951614" y="760342"/>
                  </a:lnTo>
                  <a:lnTo>
                    <a:pt x="1966685" y="761649"/>
                  </a:lnTo>
                  <a:lnTo>
                    <a:pt x="1966685" y="921186"/>
                  </a:lnTo>
                  <a:lnTo>
                    <a:pt x="901484" y="921186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h28"/>
            <p:cNvSpPr/>
            <p:nvPr/>
          </p:nvSpPr>
          <p:spPr>
            <a:xfrm>
              <a:off x="2055852" y="571761"/>
              <a:ext cx="968967" cy="1655318"/>
            </a:xfrm>
            <a:custGeom>
              <a:avLst/>
              <a:pathLst>
                <a:path w="968967" h="1655318">
                  <a:moveTo>
                    <a:pt x="914400" y="914400"/>
                  </a:moveTo>
                  <a:lnTo>
                    <a:pt x="940419" y="989447"/>
                  </a:lnTo>
                  <a:lnTo>
                    <a:pt x="962025" y="1042814"/>
                  </a:lnTo>
                  <a:lnTo>
                    <a:pt x="968967" y="1077995"/>
                  </a:lnTo>
                  <a:lnTo>
                    <a:pt x="961830" y="1113663"/>
                  </a:lnTo>
                  <a:lnTo>
                    <a:pt x="954460" y="1131923"/>
                  </a:lnTo>
                  <a:lnTo>
                    <a:pt x="954227" y="1156516"/>
                  </a:lnTo>
                  <a:lnTo>
                    <a:pt x="948548" y="1205468"/>
                  </a:lnTo>
                  <a:lnTo>
                    <a:pt x="931804" y="1230207"/>
                  </a:lnTo>
                  <a:lnTo>
                    <a:pt x="909888" y="1257189"/>
                  </a:lnTo>
                  <a:lnTo>
                    <a:pt x="885443" y="1277331"/>
                  </a:lnTo>
                  <a:lnTo>
                    <a:pt x="866055" y="1282995"/>
                  </a:lnTo>
                  <a:lnTo>
                    <a:pt x="849408" y="1285329"/>
                  </a:lnTo>
                  <a:lnTo>
                    <a:pt x="838226" y="1295572"/>
                  </a:lnTo>
                  <a:lnTo>
                    <a:pt x="828095" y="1325667"/>
                  </a:lnTo>
                  <a:lnTo>
                    <a:pt x="818741" y="1357282"/>
                  </a:lnTo>
                  <a:lnTo>
                    <a:pt x="788170" y="1396154"/>
                  </a:lnTo>
                  <a:lnTo>
                    <a:pt x="788987" y="1409691"/>
                  </a:lnTo>
                  <a:lnTo>
                    <a:pt x="800636" y="1455765"/>
                  </a:lnTo>
                  <a:lnTo>
                    <a:pt x="811545" y="1508228"/>
                  </a:lnTo>
                  <a:lnTo>
                    <a:pt x="802328" y="1557270"/>
                  </a:lnTo>
                  <a:lnTo>
                    <a:pt x="794432" y="1608755"/>
                  </a:lnTo>
                  <a:lnTo>
                    <a:pt x="780606" y="1643067"/>
                  </a:lnTo>
                  <a:lnTo>
                    <a:pt x="760848" y="1655318"/>
                  </a:lnTo>
                  <a:lnTo>
                    <a:pt x="746340" y="1649202"/>
                  </a:lnTo>
                  <a:lnTo>
                    <a:pt x="729927" y="1602132"/>
                  </a:lnTo>
                  <a:lnTo>
                    <a:pt x="729558" y="1591310"/>
                  </a:lnTo>
                  <a:lnTo>
                    <a:pt x="725474" y="1576923"/>
                  </a:lnTo>
                  <a:lnTo>
                    <a:pt x="678918" y="1562590"/>
                  </a:lnTo>
                  <a:lnTo>
                    <a:pt x="670692" y="1563115"/>
                  </a:lnTo>
                  <a:lnTo>
                    <a:pt x="652393" y="1554718"/>
                  </a:lnTo>
                  <a:lnTo>
                    <a:pt x="641658" y="1552348"/>
                  </a:lnTo>
                  <a:lnTo>
                    <a:pt x="619644" y="1547498"/>
                  </a:lnTo>
                  <a:lnTo>
                    <a:pt x="601345" y="1505966"/>
                  </a:lnTo>
                  <a:lnTo>
                    <a:pt x="581898" y="1471419"/>
                  </a:lnTo>
                  <a:lnTo>
                    <a:pt x="579137" y="1456978"/>
                  </a:lnTo>
                  <a:lnTo>
                    <a:pt x="579798" y="1392372"/>
                  </a:lnTo>
                  <a:lnTo>
                    <a:pt x="573847" y="1363634"/>
                  </a:lnTo>
                  <a:lnTo>
                    <a:pt x="572019" y="1332309"/>
                  </a:lnTo>
                  <a:lnTo>
                    <a:pt x="559787" y="1357789"/>
                  </a:lnTo>
                  <a:lnTo>
                    <a:pt x="566885" y="1398072"/>
                  </a:lnTo>
                  <a:lnTo>
                    <a:pt x="551794" y="1414975"/>
                  </a:lnTo>
                  <a:lnTo>
                    <a:pt x="532756" y="1423191"/>
                  </a:lnTo>
                  <a:lnTo>
                    <a:pt x="534545" y="1446789"/>
                  </a:lnTo>
                  <a:lnTo>
                    <a:pt x="542363" y="1451259"/>
                  </a:lnTo>
                  <a:lnTo>
                    <a:pt x="543996" y="1475762"/>
                  </a:lnTo>
                  <a:lnTo>
                    <a:pt x="539368" y="1512028"/>
                  </a:lnTo>
                  <a:lnTo>
                    <a:pt x="501894" y="1592667"/>
                  </a:lnTo>
                  <a:lnTo>
                    <a:pt x="494329" y="1601336"/>
                  </a:lnTo>
                  <a:lnTo>
                    <a:pt x="489195" y="1612230"/>
                  </a:lnTo>
                  <a:lnTo>
                    <a:pt x="470021" y="1604991"/>
                  </a:lnTo>
                  <a:lnTo>
                    <a:pt x="453471" y="1620099"/>
                  </a:lnTo>
                  <a:lnTo>
                    <a:pt x="453471" y="874424"/>
                  </a:lnTo>
                  <a:lnTo>
                    <a:pt x="910415" y="874424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h29"/>
            <p:cNvSpPr/>
            <p:nvPr/>
          </p:nvSpPr>
          <p:spPr>
            <a:xfrm>
              <a:off x="1599339" y="2876370"/>
              <a:ext cx="915722" cy="956862"/>
            </a:xfrm>
            <a:custGeom>
              <a:avLst/>
              <a:pathLst>
                <a:path w="915722" h="956862">
                  <a:moveTo>
                    <a:pt x="914400" y="914400"/>
                  </a:moveTo>
                  <a:lnTo>
                    <a:pt x="915722" y="948729"/>
                  </a:lnTo>
                  <a:lnTo>
                    <a:pt x="909985" y="956862"/>
                  </a:lnTo>
                  <a:lnTo>
                    <a:pt x="909985" y="906665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h30"/>
            <p:cNvSpPr/>
            <p:nvPr/>
          </p:nvSpPr>
          <p:spPr>
            <a:xfrm>
              <a:off x="1623492" y="2945119"/>
              <a:ext cx="1097783" cy="1095422"/>
            </a:xfrm>
            <a:custGeom>
              <a:avLst/>
              <a:pathLst>
                <a:path w="1097783" h="1095422">
                  <a:moveTo>
                    <a:pt x="914399" y="914400"/>
                  </a:moveTo>
                  <a:lnTo>
                    <a:pt x="919845" y="928569"/>
                  </a:lnTo>
                  <a:lnTo>
                    <a:pt x="928129" y="943861"/>
                  </a:lnTo>
                  <a:lnTo>
                    <a:pt x="957610" y="932967"/>
                  </a:lnTo>
                  <a:lnTo>
                    <a:pt x="1031508" y="978209"/>
                  </a:lnTo>
                  <a:lnTo>
                    <a:pt x="1076197" y="956185"/>
                  </a:lnTo>
                  <a:lnTo>
                    <a:pt x="1087632" y="954900"/>
                  </a:lnTo>
                  <a:lnTo>
                    <a:pt x="1097783" y="991456"/>
                  </a:lnTo>
                  <a:lnTo>
                    <a:pt x="1086679" y="1028283"/>
                  </a:lnTo>
                  <a:lnTo>
                    <a:pt x="1047279" y="1067571"/>
                  </a:lnTo>
                  <a:lnTo>
                    <a:pt x="1056011" y="1091784"/>
                  </a:lnTo>
                  <a:lnTo>
                    <a:pt x="1064526" y="1095422"/>
                  </a:lnTo>
                  <a:lnTo>
                    <a:pt x="885832" y="1095422"/>
                  </a:lnTo>
                  <a:lnTo>
                    <a:pt x="885832" y="917489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h31"/>
            <p:cNvSpPr/>
            <p:nvPr/>
          </p:nvSpPr>
          <p:spPr>
            <a:xfrm>
              <a:off x="1814829" y="3122739"/>
              <a:ext cx="922762" cy="917802"/>
            </a:xfrm>
            <a:custGeom>
              <a:avLst/>
              <a:pathLst>
                <a:path w="922762" h="917802">
                  <a:moveTo>
                    <a:pt x="914400" y="914400"/>
                  </a:moveTo>
                  <a:lnTo>
                    <a:pt x="922762" y="917802"/>
                  </a:lnTo>
                  <a:lnTo>
                    <a:pt x="889812" y="917802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h32"/>
            <p:cNvSpPr/>
            <p:nvPr/>
          </p:nvSpPr>
          <p:spPr>
            <a:xfrm>
              <a:off x="1933571" y="3084066"/>
              <a:ext cx="1337891" cy="956475"/>
            </a:xfrm>
            <a:custGeom>
              <a:avLst/>
              <a:pathLst>
                <a:path w="1337891" h="956475">
                  <a:moveTo>
                    <a:pt x="914400" y="914400"/>
                  </a:moveTo>
                  <a:lnTo>
                    <a:pt x="933457" y="902564"/>
                  </a:lnTo>
                  <a:lnTo>
                    <a:pt x="996193" y="894095"/>
                  </a:lnTo>
                  <a:lnTo>
                    <a:pt x="1007608" y="872759"/>
                  </a:lnTo>
                  <a:lnTo>
                    <a:pt x="1033025" y="851296"/>
                  </a:lnTo>
                  <a:lnTo>
                    <a:pt x="1049399" y="827861"/>
                  </a:lnTo>
                  <a:lnTo>
                    <a:pt x="1088604" y="783252"/>
                  </a:lnTo>
                  <a:lnTo>
                    <a:pt x="1129170" y="791287"/>
                  </a:lnTo>
                  <a:lnTo>
                    <a:pt x="1152856" y="799829"/>
                  </a:lnTo>
                  <a:lnTo>
                    <a:pt x="1178857" y="804136"/>
                  </a:lnTo>
                  <a:lnTo>
                    <a:pt x="1202523" y="851694"/>
                  </a:lnTo>
                  <a:lnTo>
                    <a:pt x="1262381" y="904265"/>
                  </a:lnTo>
                  <a:lnTo>
                    <a:pt x="1317376" y="899687"/>
                  </a:lnTo>
                  <a:lnTo>
                    <a:pt x="1336901" y="949417"/>
                  </a:lnTo>
                  <a:lnTo>
                    <a:pt x="1337891" y="956475"/>
                  </a:lnTo>
                  <a:lnTo>
                    <a:pt x="878015" y="956475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h33"/>
            <p:cNvSpPr/>
            <p:nvPr/>
          </p:nvSpPr>
          <p:spPr>
            <a:xfrm>
              <a:off x="2338531" y="3009236"/>
              <a:ext cx="914400" cy="940187"/>
            </a:xfrm>
            <a:custGeom>
              <a:avLst/>
              <a:pathLst>
                <a:path w="914400" h="940187">
                  <a:moveTo>
                    <a:pt x="914400" y="914400"/>
                  </a:moveTo>
                  <a:lnTo>
                    <a:pt x="909052" y="927103"/>
                  </a:lnTo>
                  <a:lnTo>
                    <a:pt x="886668" y="905966"/>
                  </a:lnTo>
                  <a:lnTo>
                    <a:pt x="864188" y="906256"/>
                  </a:lnTo>
                  <a:lnTo>
                    <a:pt x="850750" y="938812"/>
                  </a:lnTo>
                  <a:lnTo>
                    <a:pt x="840754" y="940187"/>
                  </a:lnTo>
                  <a:lnTo>
                    <a:pt x="806042" y="910617"/>
                  </a:lnTo>
                  <a:lnTo>
                    <a:pt x="800480" y="896194"/>
                  </a:lnTo>
                  <a:lnTo>
                    <a:pt x="799333" y="884196"/>
                  </a:lnTo>
                  <a:lnTo>
                    <a:pt x="804292" y="842664"/>
                  </a:lnTo>
                  <a:lnTo>
                    <a:pt x="803378" y="829598"/>
                  </a:lnTo>
                  <a:lnTo>
                    <a:pt x="814287" y="815320"/>
                  </a:lnTo>
                  <a:lnTo>
                    <a:pt x="815979" y="794689"/>
                  </a:lnTo>
                  <a:lnTo>
                    <a:pt x="835270" y="772937"/>
                  </a:lnTo>
                  <a:lnTo>
                    <a:pt x="852384" y="772123"/>
                  </a:lnTo>
                  <a:lnTo>
                    <a:pt x="857829" y="790545"/>
                  </a:lnTo>
                  <a:lnTo>
                    <a:pt x="866016" y="803231"/>
                  </a:lnTo>
                  <a:lnTo>
                    <a:pt x="894855" y="817455"/>
                  </a:lnTo>
                  <a:lnTo>
                    <a:pt x="899153" y="823916"/>
                  </a:lnTo>
                  <a:lnTo>
                    <a:pt x="901759" y="832855"/>
                  </a:lnTo>
                  <a:lnTo>
                    <a:pt x="888341" y="850373"/>
                  </a:lnTo>
                  <a:lnTo>
                    <a:pt x="883790" y="859349"/>
                  </a:lnTo>
                  <a:lnTo>
                    <a:pt x="888049" y="873736"/>
                  </a:lnTo>
                  <a:lnTo>
                    <a:pt x="909421" y="889462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h34"/>
            <p:cNvSpPr/>
            <p:nvPr/>
          </p:nvSpPr>
          <p:spPr>
            <a:xfrm>
              <a:off x="2366068" y="3112696"/>
              <a:ext cx="961640" cy="927845"/>
            </a:xfrm>
            <a:custGeom>
              <a:avLst/>
              <a:pathLst>
                <a:path w="961640" h="927845">
                  <a:moveTo>
                    <a:pt x="914399" y="914400"/>
                  </a:moveTo>
                  <a:lnTo>
                    <a:pt x="905376" y="905767"/>
                  </a:lnTo>
                  <a:lnTo>
                    <a:pt x="904034" y="893443"/>
                  </a:lnTo>
                  <a:lnTo>
                    <a:pt x="905493" y="880685"/>
                  </a:lnTo>
                  <a:lnTo>
                    <a:pt x="947537" y="915033"/>
                  </a:lnTo>
                  <a:lnTo>
                    <a:pt x="961640" y="927845"/>
                  </a:lnTo>
                  <a:lnTo>
                    <a:pt x="923368" y="927845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h35"/>
            <p:cNvSpPr/>
            <p:nvPr/>
          </p:nvSpPr>
          <p:spPr>
            <a:xfrm>
              <a:off x="1819807" y="2971957"/>
              <a:ext cx="944970" cy="914400"/>
            </a:xfrm>
            <a:custGeom>
              <a:avLst/>
              <a:pathLst>
                <a:path w="944970" h="914400">
                  <a:moveTo>
                    <a:pt x="914400" y="914400"/>
                  </a:moveTo>
                  <a:lnTo>
                    <a:pt x="902731" y="899578"/>
                  </a:lnTo>
                  <a:lnTo>
                    <a:pt x="890986" y="895814"/>
                  </a:lnTo>
                  <a:lnTo>
                    <a:pt x="897306" y="877536"/>
                  </a:lnTo>
                  <a:lnTo>
                    <a:pt x="905571" y="870895"/>
                  </a:lnTo>
                  <a:lnTo>
                    <a:pt x="935169" y="882803"/>
                  </a:lnTo>
                  <a:lnTo>
                    <a:pt x="944464" y="906111"/>
                  </a:lnTo>
                  <a:lnTo>
                    <a:pt x="944970" y="913676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h36"/>
            <p:cNvSpPr/>
            <p:nvPr/>
          </p:nvSpPr>
          <p:spPr>
            <a:xfrm>
              <a:off x="3586276" y="772293"/>
              <a:ext cx="914400" cy="1014221"/>
            </a:xfrm>
            <a:custGeom>
              <a:avLst/>
              <a:pathLst>
                <a:path w="914400" h="1014221">
                  <a:moveTo>
                    <a:pt x="914400" y="914399"/>
                  </a:moveTo>
                  <a:lnTo>
                    <a:pt x="914400" y="1010477"/>
                  </a:lnTo>
                  <a:lnTo>
                    <a:pt x="874534" y="1014221"/>
                  </a:lnTo>
                  <a:lnTo>
                    <a:pt x="863818" y="1007832"/>
                  </a:lnTo>
                  <a:lnTo>
                    <a:pt x="849136" y="958157"/>
                  </a:lnTo>
                  <a:lnTo>
                    <a:pt x="852053" y="945326"/>
                  </a:lnTo>
                  <a:lnTo>
                    <a:pt x="861932" y="939861"/>
                  </a:lnTo>
                  <a:lnTo>
                    <a:pt x="870391" y="938685"/>
                  </a:lnTo>
                  <a:lnTo>
                    <a:pt x="871636" y="965432"/>
                  </a:lnTo>
                  <a:lnTo>
                    <a:pt x="884062" y="962771"/>
                  </a:lnTo>
                  <a:lnTo>
                    <a:pt x="887952" y="945145"/>
                  </a:lnTo>
                  <a:lnTo>
                    <a:pt x="888827" y="932731"/>
                  </a:lnTo>
                  <a:lnTo>
                    <a:pt x="885463" y="926469"/>
                  </a:lnTo>
                  <a:lnTo>
                    <a:pt x="877023" y="921619"/>
                  </a:lnTo>
                  <a:lnTo>
                    <a:pt x="872142" y="913295"/>
                  </a:lnTo>
                  <a:lnTo>
                    <a:pt x="879162" y="899903"/>
                  </a:lnTo>
                  <a:lnTo>
                    <a:pt x="892152" y="894112"/>
                  </a:lnTo>
                  <a:lnTo>
                    <a:pt x="903354" y="912010"/>
                  </a:lnTo>
                  <a:lnTo>
                    <a:pt x="912319" y="914362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h37"/>
            <p:cNvSpPr/>
            <p:nvPr/>
          </p:nvSpPr>
          <p:spPr>
            <a:xfrm>
              <a:off x="3520060" y="841349"/>
              <a:ext cx="914400" cy="925402"/>
            </a:xfrm>
            <a:custGeom>
              <a:avLst/>
              <a:pathLst>
                <a:path w="914400" h="925402">
                  <a:moveTo>
                    <a:pt x="914400" y="914400"/>
                  </a:moveTo>
                  <a:lnTo>
                    <a:pt x="906776" y="912318"/>
                  </a:lnTo>
                  <a:lnTo>
                    <a:pt x="900923" y="915160"/>
                  </a:lnTo>
                  <a:lnTo>
                    <a:pt x="896956" y="925402"/>
                  </a:lnTo>
                  <a:lnTo>
                    <a:pt x="888321" y="921729"/>
                  </a:lnTo>
                  <a:lnTo>
                    <a:pt x="884840" y="907052"/>
                  </a:lnTo>
                  <a:lnTo>
                    <a:pt x="891277" y="885083"/>
                  </a:lnTo>
                  <a:lnTo>
                    <a:pt x="906699" y="884250"/>
                  </a:lnTo>
                  <a:lnTo>
                    <a:pt x="913369" y="906093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h38"/>
            <p:cNvSpPr/>
            <p:nvPr/>
          </p:nvSpPr>
          <p:spPr>
            <a:xfrm>
              <a:off x="2106939" y="2501657"/>
              <a:ext cx="921809" cy="1252538"/>
            </a:xfrm>
            <a:custGeom>
              <a:avLst/>
              <a:pathLst>
                <a:path w="921809" h="1252538">
                  <a:moveTo>
                    <a:pt x="914400" y="914400"/>
                  </a:moveTo>
                  <a:lnTo>
                    <a:pt x="909227" y="925203"/>
                  </a:lnTo>
                  <a:lnTo>
                    <a:pt x="901623" y="932315"/>
                  </a:lnTo>
                  <a:lnTo>
                    <a:pt x="881729" y="939862"/>
                  </a:lnTo>
                  <a:lnTo>
                    <a:pt x="864499" y="950394"/>
                  </a:lnTo>
                  <a:lnTo>
                    <a:pt x="849136" y="968907"/>
                  </a:lnTo>
                  <a:lnTo>
                    <a:pt x="843477" y="995365"/>
                  </a:lnTo>
                  <a:lnTo>
                    <a:pt x="855495" y="1014728"/>
                  </a:lnTo>
                  <a:lnTo>
                    <a:pt x="877353" y="1025333"/>
                  </a:lnTo>
                  <a:lnTo>
                    <a:pt x="882915" y="1062196"/>
                  </a:lnTo>
                  <a:lnTo>
                    <a:pt x="864869" y="1080383"/>
                  </a:lnTo>
                  <a:lnTo>
                    <a:pt x="818566" y="1098534"/>
                  </a:lnTo>
                  <a:lnTo>
                    <a:pt x="813704" y="1142347"/>
                  </a:lnTo>
                  <a:lnTo>
                    <a:pt x="815201" y="1176875"/>
                  </a:lnTo>
                  <a:lnTo>
                    <a:pt x="814365" y="1201976"/>
                  </a:lnTo>
                  <a:lnTo>
                    <a:pt x="810690" y="1236703"/>
                  </a:lnTo>
                  <a:lnTo>
                    <a:pt x="773235" y="1252538"/>
                  </a:lnTo>
                  <a:lnTo>
                    <a:pt x="749063" y="1199641"/>
                  </a:lnTo>
                  <a:lnTo>
                    <a:pt x="748849" y="1178468"/>
                  </a:lnTo>
                  <a:lnTo>
                    <a:pt x="741634" y="1153748"/>
                  </a:lnTo>
                  <a:lnTo>
                    <a:pt x="740273" y="1132683"/>
                  </a:lnTo>
                  <a:lnTo>
                    <a:pt x="731716" y="1098987"/>
                  </a:lnTo>
                  <a:lnTo>
                    <a:pt x="696284" y="1089866"/>
                  </a:lnTo>
                  <a:lnTo>
                    <a:pt x="682535" y="1088672"/>
                  </a:lnTo>
                  <a:lnTo>
                    <a:pt x="663302" y="1094933"/>
                  </a:lnTo>
                  <a:lnTo>
                    <a:pt x="658538" y="1092490"/>
                  </a:lnTo>
                  <a:lnTo>
                    <a:pt x="635513" y="1046470"/>
                  </a:lnTo>
                  <a:lnTo>
                    <a:pt x="639305" y="995690"/>
                  </a:lnTo>
                  <a:lnTo>
                    <a:pt x="627015" y="970065"/>
                  </a:lnTo>
                  <a:lnTo>
                    <a:pt x="625323" y="958465"/>
                  </a:lnTo>
                  <a:lnTo>
                    <a:pt x="625615" y="945616"/>
                  </a:lnTo>
                  <a:lnTo>
                    <a:pt x="615522" y="935030"/>
                  </a:lnTo>
                  <a:lnTo>
                    <a:pt x="603270" y="929420"/>
                  </a:lnTo>
                  <a:lnTo>
                    <a:pt x="597319" y="900845"/>
                  </a:lnTo>
                  <a:lnTo>
                    <a:pt x="611399" y="893914"/>
                  </a:lnTo>
                  <a:lnTo>
                    <a:pt x="646209" y="897262"/>
                  </a:lnTo>
                  <a:lnTo>
                    <a:pt x="656379" y="895307"/>
                  </a:lnTo>
                  <a:lnTo>
                    <a:pt x="665694" y="889354"/>
                  </a:lnTo>
                  <a:lnTo>
                    <a:pt x="693853" y="842374"/>
                  </a:lnTo>
                  <a:lnTo>
                    <a:pt x="693037" y="832023"/>
                  </a:lnTo>
                  <a:lnTo>
                    <a:pt x="696051" y="818595"/>
                  </a:lnTo>
                  <a:lnTo>
                    <a:pt x="726524" y="813618"/>
                  </a:lnTo>
                  <a:lnTo>
                    <a:pt x="740098" y="831770"/>
                  </a:lnTo>
                  <a:lnTo>
                    <a:pt x="737375" y="860833"/>
                  </a:lnTo>
                  <a:lnTo>
                    <a:pt x="739106" y="898076"/>
                  </a:lnTo>
                  <a:lnTo>
                    <a:pt x="757561" y="908210"/>
                  </a:lnTo>
                  <a:lnTo>
                    <a:pt x="764756" y="909694"/>
                  </a:lnTo>
                  <a:lnTo>
                    <a:pt x="772438" y="882187"/>
                  </a:lnTo>
                  <a:lnTo>
                    <a:pt x="777825" y="868814"/>
                  </a:lnTo>
                  <a:lnTo>
                    <a:pt x="785137" y="861358"/>
                  </a:lnTo>
                  <a:lnTo>
                    <a:pt x="787626" y="836221"/>
                  </a:lnTo>
                  <a:lnTo>
                    <a:pt x="783289" y="820875"/>
                  </a:lnTo>
                  <a:lnTo>
                    <a:pt x="774052" y="809438"/>
                  </a:lnTo>
                  <a:lnTo>
                    <a:pt x="808551" y="778312"/>
                  </a:lnTo>
                  <a:lnTo>
                    <a:pt x="844255" y="753664"/>
                  </a:lnTo>
                  <a:lnTo>
                    <a:pt x="865024" y="752379"/>
                  </a:lnTo>
                  <a:lnTo>
                    <a:pt x="885929" y="758405"/>
                  </a:lnTo>
                  <a:lnTo>
                    <a:pt x="905357" y="766730"/>
                  </a:lnTo>
                  <a:lnTo>
                    <a:pt x="915897" y="773896"/>
                  </a:lnTo>
                  <a:lnTo>
                    <a:pt x="921809" y="785406"/>
                  </a:lnTo>
                  <a:lnTo>
                    <a:pt x="908779" y="812840"/>
                  </a:lnTo>
                  <a:lnTo>
                    <a:pt x="905162" y="827861"/>
                  </a:lnTo>
                  <a:lnTo>
                    <a:pt x="913913" y="877301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h39"/>
            <p:cNvSpPr/>
            <p:nvPr/>
          </p:nvSpPr>
          <p:spPr>
            <a:xfrm>
              <a:off x="1646517" y="1785585"/>
              <a:ext cx="1047241" cy="1567893"/>
            </a:xfrm>
            <a:custGeom>
              <a:avLst/>
              <a:pathLst>
                <a:path w="1047241" h="1567893">
                  <a:moveTo>
                    <a:pt x="914400" y="914400"/>
                  </a:moveTo>
                  <a:lnTo>
                    <a:pt x="969006" y="870533"/>
                  </a:lnTo>
                  <a:lnTo>
                    <a:pt x="984272" y="869972"/>
                  </a:lnTo>
                  <a:lnTo>
                    <a:pt x="958583" y="902673"/>
                  </a:lnTo>
                  <a:lnTo>
                    <a:pt x="954460" y="915322"/>
                  </a:lnTo>
                  <a:lnTo>
                    <a:pt x="951348" y="934722"/>
                  </a:lnTo>
                  <a:lnTo>
                    <a:pt x="969765" y="976852"/>
                  </a:lnTo>
                  <a:lnTo>
                    <a:pt x="965875" y="1002495"/>
                  </a:lnTo>
                  <a:lnTo>
                    <a:pt x="967178" y="1052949"/>
                  </a:lnTo>
                  <a:lnTo>
                    <a:pt x="949812" y="1079243"/>
                  </a:lnTo>
                  <a:lnTo>
                    <a:pt x="930210" y="1135180"/>
                  </a:lnTo>
                  <a:lnTo>
                    <a:pt x="921770" y="1143414"/>
                  </a:lnTo>
                  <a:lnTo>
                    <a:pt x="919961" y="1208708"/>
                  </a:lnTo>
                  <a:lnTo>
                    <a:pt x="921887" y="1224289"/>
                  </a:lnTo>
                  <a:lnTo>
                    <a:pt x="919106" y="1283737"/>
                  </a:lnTo>
                  <a:lnTo>
                    <a:pt x="939194" y="1308077"/>
                  </a:lnTo>
                  <a:lnTo>
                    <a:pt x="960430" y="1320799"/>
                  </a:lnTo>
                  <a:lnTo>
                    <a:pt x="1031255" y="1320347"/>
                  </a:lnTo>
                  <a:lnTo>
                    <a:pt x="1038606" y="1331042"/>
                  </a:lnTo>
                  <a:lnTo>
                    <a:pt x="1047241" y="1349428"/>
                  </a:lnTo>
                  <a:lnTo>
                    <a:pt x="1040920" y="1380645"/>
                  </a:lnTo>
                  <a:lnTo>
                    <a:pt x="1033356" y="1404189"/>
                  </a:lnTo>
                  <a:lnTo>
                    <a:pt x="1012839" y="1424023"/>
                  </a:lnTo>
                  <a:lnTo>
                    <a:pt x="986508" y="1438808"/>
                  </a:lnTo>
                  <a:lnTo>
                    <a:pt x="970134" y="1439460"/>
                  </a:lnTo>
                  <a:lnTo>
                    <a:pt x="947829" y="1411356"/>
                  </a:lnTo>
                  <a:lnTo>
                    <a:pt x="937230" y="1420476"/>
                  </a:lnTo>
                  <a:lnTo>
                    <a:pt x="926281" y="1434809"/>
                  </a:lnTo>
                  <a:lnTo>
                    <a:pt x="907943" y="1511720"/>
                  </a:lnTo>
                  <a:lnTo>
                    <a:pt x="899250" y="1563676"/>
                  </a:lnTo>
                  <a:lnTo>
                    <a:pt x="894544" y="1567893"/>
                  </a:lnTo>
                  <a:lnTo>
                    <a:pt x="884179" y="1560238"/>
                  </a:lnTo>
                  <a:lnTo>
                    <a:pt x="866269" y="1559641"/>
                  </a:lnTo>
                  <a:lnTo>
                    <a:pt x="862807" y="1561525"/>
                  </a:lnTo>
                  <a:lnTo>
                    <a:pt x="862807" y="926074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h40"/>
            <p:cNvSpPr/>
            <p:nvPr/>
          </p:nvSpPr>
          <p:spPr>
            <a:xfrm>
              <a:off x="1599630" y="2473318"/>
              <a:ext cx="914400" cy="923610"/>
            </a:xfrm>
            <a:custGeom>
              <a:avLst/>
              <a:pathLst>
                <a:path w="914400" h="923610">
                  <a:moveTo>
                    <a:pt x="914400" y="914399"/>
                  </a:moveTo>
                  <a:lnTo>
                    <a:pt x="909693" y="923610"/>
                  </a:lnTo>
                  <a:lnTo>
                    <a:pt x="909693" y="907057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h41"/>
            <p:cNvSpPr/>
            <p:nvPr/>
          </p:nvSpPr>
          <p:spPr>
            <a:xfrm>
              <a:off x="1731694" y="2548854"/>
              <a:ext cx="940769" cy="1102986"/>
            </a:xfrm>
            <a:custGeom>
              <a:avLst/>
              <a:pathLst>
                <a:path w="940769" h="1102986">
                  <a:moveTo>
                    <a:pt x="914400" y="914400"/>
                  </a:moveTo>
                  <a:lnTo>
                    <a:pt x="924609" y="955642"/>
                  </a:lnTo>
                  <a:lnTo>
                    <a:pt x="940769" y="1001771"/>
                  </a:lnTo>
                  <a:lnTo>
                    <a:pt x="934021" y="1021080"/>
                  </a:lnTo>
                  <a:lnTo>
                    <a:pt x="938611" y="1045818"/>
                  </a:lnTo>
                  <a:lnTo>
                    <a:pt x="934002" y="1071624"/>
                  </a:lnTo>
                  <a:lnTo>
                    <a:pt x="901856" y="1101629"/>
                  </a:lnTo>
                  <a:lnTo>
                    <a:pt x="865802" y="1102986"/>
                  </a:lnTo>
                  <a:lnTo>
                    <a:pt x="828328" y="1088491"/>
                  </a:lnTo>
                  <a:lnTo>
                    <a:pt x="777630" y="1061764"/>
                  </a:lnTo>
                  <a:lnTo>
                    <a:pt x="777630" y="922117"/>
                  </a:lnTo>
                  <a:lnTo>
                    <a:pt x="834609" y="894674"/>
                  </a:lnTo>
                  <a:lnTo>
                    <a:pt x="848047" y="899072"/>
                  </a:lnTo>
                  <a:lnTo>
                    <a:pt x="862068" y="913386"/>
                  </a:lnTo>
                  <a:lnTo>
                    <a:pt x="878209" y="914237"/>
                  </a:lnTo>
                  <a:lnTo>
                    <a:pt x="901642" y="893932"/>
                  </a:lnTo>
                  <a:lnTo>
                    <a:pt x="906096" y="895054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h42"/>
            <p:cNvSpPr/>
            <p:nvPr/>
          </p:nvSpPr>
          <p:spPr>
            <a:xfrm>
              <a:off x="1901270" y="2818677"/>
              <a:ext cx="959711" cy="988795"/>
            </a:xfrm>
            <a:custGeom>
              <a:avLst/>
              <a:pathLst>
                <a:path w="959711" h="988795">
                  <a:moveTo>
                    <a:pt x="914400" y="914400"/>
                  </a:moveTo>
                  <a:lnTo>
                    <a:pt x="938241" y="913078"/>
                  </a:lnTo>
                  <a:lnTo>
                    <a:pt x="954460" y="922615"/>
                  </a:lnTo>
                  <a:lnTo>
                    <a:pt x="958330" y="937346"/>
                  </a:lnTo>
                  <a:lnTo>
                    <a:pt x="959711" y="970047"/>
                  </a:lnTo>
                  <a:lnTo>
                    <a:pt x="942675" y="979584"/>
                  </a:lnTo>
                  <a:lnTo>
                    <a:pt x="923870" y="976345"/>
                  </a:lnTo>
                  <a:lnTo>
                    <a:pt x="898278" y="988795"/>
                  </a:lnTo>
                  <a:lnTo>
                    <a:pt x="814268" y="935337"/>
                  </a:lnTo>
                  <a:lnTo>
                    <a:pt x="815493" y="890765"/>
                  </a:lnTo>
                  <a:lnTo>
                    <a:pt x="818857" y="873265"/>
                  </a:lnTo>
                  <a:lnTo>
                    <a:pt x="858665" y="869103"/>
                  </a:lnTo>
                  <a:lnTo>
                    <a:pt x="879162" y="891398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h43"/>
            <p:cNvSpPr/>
            <p:nvPr/>
          </p:nvSpPr>
          <p:spPr>
            <a:xfrm>
              <a:off x="1732277" y="2850003"/>
              <a:ext cx="966439" cy="914400"/>
            </a:xfrm>
            <a:custGeom>
              <a:avLst/>
              <a:pathLst>
                <a:path w="966439" h="914400">
                  <a:moveTo>
                    <a:pt x="914400" y="914400"/>
                  </a:moveTo>
                  <a:lnTo>
                    <a:pt x="902401" y="884377"/>
                  </a:lnTo>
                  <a:lnTo>
                    <a:pt x="900845" y="874985"/>
                  </a:lnTo>
                  <a:lnTo>
                    <a:pt x="914944" y="855766"/>
                  </a:lnTo>
                  <a:lnTo>
                    <a:pt x="924065" y="833995"/>
                  </a:lnTo>
                  <a:lnTo>
                    <a:pt x="947654" y="800571"/>
                  </a:lnTo>
                  <a:lnTo>
                    <a:pt x="961247" y="761409"/>
                  </a:lnTo>
                  <a:lnTo>
                    <a:pt x="966439" y="762025"/>
                  </a:lnTo>
                  <a:lnTo>
                    <a:pt x="960411" y="796897"/>
                  </a:lnTo>
                  <a:lnTo>
                    <a:pt x="929432" y="894167"/>
                  </a:lnTo>
                  <a:lnTo>
                    <a:pt x="923228" y="912300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h44"/>
            <p:cNvSpPr/>
            <p:nvPr/>
          </p:nvSpPr>
          <p:spPr>
            <a:xfrm>
              <a:off x="2094960" y="2773725"/>
              <a:ext cx="922003" cy="936043"/>
            </a:xfrm>
            <a:custGeom>
              <a:avLst/>
              <a:pathLst>
                <a:path w="922003" h="936043">
                  <a:moveTo>
                    <a:pt x="914400" y="914400"/>
                  </a:moveTo>
                  <a:lnTo>
                    <a:pt x="883829" y="910346"/>
                  </a:lnTo>
                  <a:lnTo>
                    <a:pt x="849369" y="936043"/>
                  </a:lnTo>
                  <a:lnTo>
                    <a:pt x="836301" y="927918"/>
                  </a:lnTo>
                  <a:lnTo>
                    <a:pt x="841241" y="911504"/>
                  </a:lnTo>
                  <a:lnTo>
                    <a:pt x="844838" y="905532"/>
                  </a:lnTo>
                  <a:lnTo>
                    <a:pt x="856429" y="898565"/>
                  </a:lnTo>
                  <a:lnTo>
                    <a:pt x="864168" y="888376"/>
                  </a:lnTo>
                  <a:lnTo>
                    <a:pt x="867202" y="872433"/>
                  </a:lnTo>
                  <a:lnTo>
                    <a:pt x="874378" y="881029"/>
                  </a:lnTo>
                  <a:lnTo>
                    <a:pt x="895711" y="884630"/>
                  </a:lnTo>
                  <a:lnTo>
                    <a:pt x="906135" y="889715"/>
                  </a:lnTo>
                  <a:lnTo>
                    <a:pt x="914847" y="897189"/>
                  </a:lnTo>
                  <a:lnTo>
                    <a:pt x="922003" y="908880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h45"/>
            <p:cNvSpPr/>
            <p:nvPr/>
          </p:nvSpPr>
          <p:spPr>
            <a:xfrm>
              <a:off x="2107017" y="2550193"/>
              <a:ext cx="933146" cy="914400"/>
            </a:xfrm>
            <a:custGeom>
              <a:avLst/>
              <a:pathLst>
                <a:path w="933146" h="914400">
                  <a:moveTo>
                    <a:pt x="914400" y="914400"/>
                  </a:moveTo>
                  <a:lnTo>
                    <a:pt x="910277" y="913567"/>
                  </a:lnTo>
                  <a:lnTo>
                    <a:pt x="904190" y="891941"/>
                  </a:lnTo>
                  <a:lnTo>
                    <a:pt x="914069" y="878785"/>
                  </a:lnTo>
                  <a:lnTo>
                    <a:pt x="919903" y="867619"/>
                  </a:lnTo>
                  <a:lnTo>
                    <a:pt x="924045" y="867945"/>
                  </a:lnTo>
                  <a:lnTo>
                    <a:pt x="929704" y="880016"/>
                  </a:lnTo>
                  <a:lnTo>
                    <a:pt x="933146" y="898637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h46"/>
            <p:cNvSpPr/>
            <p:nvPr/>
          </p:nvSpPr>
          <p:spPr>
            <a:xfrm>
              <a:off x="1678020" y="2815872"/>
              <a:ext cx="931843" cy="914400"/>
            </a:xfrm>
            <a:custGeom>
              <a:avLst/>
              <a:pathLst>
                <a:path w="931843" h="914400">
                  <a:moveTo>
                    <a:pt x="914400" y="914400"/>
                  </a:moveTo>
                  <a:lnTo>
                    <a:pt x="899114" y="906328"/>
                  </a:lnTo>
                  <a:lnTo>
                    <a:pt x="874242" y="875926"/>
                  </a:lnTo>
                  <a:lnTo>
                    <a:pt x="871111" y="867855"/>
                  </a:lnTo>
                  <a:lnTo>
                    <a:pt x="884179" y="873012"/>
                  </a:lnTo>
                  <a:lnTo>
                    <a:pt x="900398" y="888901"/>
                  </a:lnTo>
                  <a:lnTo>
                    <a:pt x="913680" y="892285"/>
                  </a:lnTo>
                  <a:lnTo>
                    <a:pt x="931843" y="905731"/>
                  </a:lnTo>
                  <a:lnTo>
                    <a:pt x="927759" y="910545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h47"/>
            <p:cNvSpPr/>
            <p:nvPr/>
          </p:nvSpPr>
          <p:spPr>
            <a:xfrm>
              <a:off x="1594924" y="2800664"/>
              <a:ext cx="926593" cy="914399"/>
            </a:xfrm>
            <a:custGeom>
              <a:avLst/>
              <a:pathLst>
                <a:path w="926593" h="914399">
                  <a:moveTo>
                    <a:pt x="914400" y="914399"/>
                  </a:moveTo>
                  <a:lnTo>
                    <a:pt x="914400" y="874847"/>
                  </a:lnTo>
                  <a:lnTo>
                    <a:pt x="925893" y="903385"/>
                  </a:lnTo>
                  <a:lnTo>
                    <a:pt x="926593" y="911366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h48"/>
            <p:cNvSpPr/>
            <p:nvPr/>
          </p:nvSpPr>
          <p:spPr>
            <a:xfrm>
              <a:off x="1712480" y="2471961"/>
              <a:ext cx="928615" cy="914400"/>
            </a:xfrm>
            <a:custGeom>
              <a:avLst/>
              <a:pathLst>
                <a:path w="928615" h="914400">
                  <a:moveTo>
                    <a:pt x="914400" y="914400"/>
                  </a:moveTo>
                  <a:lnTo>
                    <a:pt x="901779" y="907468"/>
                  </a:lnTo>
                  <a:lnTo>
                    <a:pt x="900456" y="883490"/>
                  </a:lnTo>
                  <a:lnTo>
                    <a:pt x="905240" y="861955"/>
                  </a:lnTo>
                  <a:lnTo>
                    <a:pt x="899620" y="842700"/>
                  </a:lnTo>
                  <a:lnTo>
                    <a:pt x="905804" y="830322"/>
                  </a:lnTo>
                  <a:lnTo>
                    <a:pt x="923559" y="859150"/>
                  </a:lnTo>
                  <a:lnTo>
                    <a:pt x="928615" y="872704"/>
                  </a:lnTo>
                  <a:lnTo>
                    <a:pt x="921770" y="888901"/>
                  </a:lnTo>
                  <a:lnTo>
                    <a:pt x="917783" y="907740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h49"/>
            <p:cNvSpPr/>
            <p:nvPr/>
          </p:nvSpPr>
          <p:spPr>
            <a:xfrm>
              <a:off x="1796335" y="1929364"/>
              <a:ext cx="946876" cy="914400"/>
            </a:xfrm>
            <a:custGeom>
              <a:avLst/>
              <a:pathLst>
                <a:path w="946876" h="914400">
                  <a:moveTo>
                    <a:pt x="914400" y="914400"/>
                  </a:moveTo>
                  <a:lnTo>
                    <a:pt x="886999" y="902112"/>
                  </a:lnTo>
                  <a:lnTo>
                    <a:pt x="899095" y="884938"/>
                  </a:lnTo>
                  <a:lnTo>
                    <a:pt x="929199" y="877030"/>
                  </a:lnTo>
                  <a:lnTo>
                    <a:pt x="946876" y="879636"/>
                  </a:lnTo>
                  <a:lnTo>
                    <a:pt x="927429" y="896683"/>
                  </a:lnTo>
                  <a:lnTo>
                    <a:pt x="922509" y="905713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h50"/>
            <p:cNvSpPr/>
            <p:nvPr/>
          </p:nvSpPr>
          <p:spPr>
            <a:xfrm>
              <a:off x="2600713" y="2753691"/>
              <a:ext cx="931590" cy="914400"/>
            </a:xfrm>
            <a:custGeom>
              <a:avLst/>
              <a:pathLst>
                <a:path w="931590" h="914400">
                  <a:moveTo>
                    <a:pt x="914399" y="914400"/>
                  </a:moveTo>
                  <a:lnTo>
                    <a:pt x="881496" y="904012"/>
                  </a:lnTo>
                  <a:lnTo>
                    <a:pt x="841396" y="878333"/>
                  </a:lnTo>
                  <a:lnTo>
                    <a:pt x="847269" y="828005"/>
                  </a:lnTo>
                  <a:lnTo>
                    <a:pt x="857557" y="806253"/>
                  </a:lnTo>
                  <a:lnTo>
                    <a:pt x="930696" y="862661"/>
                  </a:lnTo>
                  <a:lnTo>
                    <a:pt x="931590" y="883925"/>
                  </a:lnTo>
                  <a:lnTo>
                    <a:pt x="921750" y="908120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t51"/>
            <p:cNvSpPr/>
            <p:nvPr/>
          </p:nvSpPr>
          <p:spPr>
            <a:xfrm>
              <a:off x="3028490" y="3331293"/>
              <a:ext cx="117405" cy="117405"/>
            </a:xfrm>
            <a:prstGeom prst="ellipse">
              <a:avLst/>
            </a:prstGeom>
            <a:solidFill>
              <a:srgbClr val="A2307B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t52"/>
            <p:cNvSpPr/>
            <p:nvPr/>
          </p:nvSpPr>
          <p:spPr>
            <a:xfrm>
              <a:off x="4258507" y="1819316"/>
              <a:ext cx="117405" cy="117405"/>
            </a:xfrm>
            <a:prstGeom prst="ellipse">
              <a:avLst/>
            </a:prstGeom>
            <a:solidFill>
              <a:srgbClr val="7F7F7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t53"/>
            <p:cNvSpPr/>
            <p:nvPr/>
          </p:nvSpPr>
          <p:spPr>
            <a:xfrm>
              <a:off x="2958697" y="3167619"/>
              <a:ext cx="117405" cy="117405"/>
            </a:xfrm>
            <a:prstGeom prst="ellipse">
              <a:avLst/>
            </a:prstGeom>
            <a:solidFill>
              <a:srgbClr val="FD9E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t54"/>
            <p:cNvSpPr/>
            <p:nvPr/>
          </p:nvSpPr>
          <p:spPr>
            <a:xfrm>
              <a:off x="3790926" y="2612334"/>
              <a:ext cx="117405" cy="117405"/>
            </a:xfrm>
            <a:prstGeom prst="ellipse">
              <a:avLst/>
            </a:prstGeom>
            <a:solidFill>
              <a:srgbClr val="7F7F7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t55"/>
            <p:cNvSpPr/>
            <p:nvPr/>
          </p:nvSpPr>
          <p:spPr>
            <a:xfrm>
              <a:off x="3715510" y="2998048"/>
              <a:ext cx="117405" cy="117405"/>
            </a:xfrm>
            <a:prstGeom prst="ellipse">
              <a:avLst/>
            </a:prstGeom>
            <a:solidFill>
              <a:srgbClr val="D143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t56"/>
            <p:cNvSpPr/>
            <p:nvPr/>
          </p:nvSpPr>
          <p:spPr>
            <a:xfrm>
              <a:off x="3044614" y="3464461"/>
              <a:ext cx="117405" cy="117405"/>
            </a:xfrm>
            <a:prstGeom prst="ellipse">
              <a:avLst/>
            </a:prstGeom>
            <a:solidFill>
              <a:srgbClr val="7F7F7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t57"/>
            <p:cNvSpPr/>
            <p:nvPr/>
          </p:nvSpPr>
          <p:spPr>
            <a:xfrm>
              <a:off x="2672786" y="2174205"/>
              <a:ext cx="117405" cy="117405"/>
            </a:xfrm>
            <a:prstGeom prst="ellipse">
              <a:avLst/>
            </a:prstGeom>
            <a:solidFill>
              <a:srgbClr val="1608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t58"/>
            <p:cNvSpPr/>
            <p:nvPr/>
          </p:nvSpPr>
          <p:spPr>
            <a:xfrm>
              <a:off x="2762927" y="2479882"/>
              <a:ext cx="117405" cy="117405"/>
            </a:xfrm>
            <a:prstGeom prst="ellipse">
              <a:avLst/>
            </a:prstGeom>
            <a:solidFill>
              <a:srgbClr val="FFE8AC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g59"/>
            <p:cNvSpPr/>
            <p:nvPr/>
          </p:nvSpPr>
          <p:spPr>
            <a:xfrm>
              <a:off x="3143371" y="3258344"/>
              <a:ext cx="379476" cy="191749"/>
            </a:xfrm>
            <a:custGeom>
              <a:avLst/>
              <a:pathLst>
                <a:path w="379476" h="191749">
                  <a:moveTo>
                    <a:pt x="27431" y="191749"/>
                  </a:moveTo>
                  <a:lnTo>
                    <a:pt x="352043" y="191749"/>
                  </a:lnTo>
                  <a:lnTo>
                    <a:pt x="350939" y="191727"/>
                  </a:lnTo>
                  <a:lnTo>
                    <a:pt x="355350" y="191549"/>
                  </a:lnTo>
                  <a:lnTo>
                    <a:pt x="359676" y="190666"/>
                  </a:lnTo>
                  <a:lnTo>
                    <a:pt x="363803" y="189101"/>
                  </a:lnTo>
                  <a:lnTo>
                    <a:pt x="367627" y="186893"/>
                  </a:lnTo>
                  <a:lnTo>
                    <a:pt x="371046" y="184101"/>
                  </a:lnTo>
                  <a:lnTo>
                    <a:pt x="373974" y="180797"/>
                  </a:lnTo>
                  <a:lnTo>
                    <a:pt x="376333" y="177065"/>
                  </a:lnTo>
                  <a:lnTo>
                    <a:pt x="378064" y="173004"/>
                  </a:lnTo>
                  <a:lnTo>
                    <a:pt x="379120" y="168718"/>
                  </a:lnTo>
                  <a:lnTo>
                    <a:pt x="379476" y="164317"/>
                  </a:lnTo>
                  <a:lnTo>
                    <a:pt x="379476" y="27432"/>
                  </a:lnTo>
                  <a:lnTo>
                    <a:pt x="379120" y="23031"/>
                  </a:lnTo>
                  <a:lnTo>
                    <a:pt x="378064" y="18745"/>
                  </a:lnTo>
                  <a:lnTo>
                    <a:pt x="376333" y="14683"/>
                  </a:lnTo>
                  <a:lnTo>
                    <a:pt x="373974" y="10952"/>
                  </a:lnTo>
                  <a:lnTo>
                    <a:pt x="371046" y="7647"/>
                  </a:lnTo>
                  <a:lnTo>
                    <a:pt x="367627" y="4855"/>
                  </a:lnTo>
                  <a:lnTo>
                    <a:pt x="363803" y="2648"/>
                  </a:lnTo>
                  <a:lnTo>
                    <a:pt x="359676" y="1083"/>
                  </a:lnTo>
                  <a:lnTo>
                    <a:pt x="355350" y="200"/>
                  </a:lnTo>
                  <a:lnTo>
                    <a:pt x="352043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6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2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6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tx60"/>
            <p:cNvSpPr/>
            <p:nvPr/>
          </p:nvSpPr>
          <p:spPr>
            <a:xfrm>
              <a:off x="3189091" y="3304064"/>
              <a:ext cx="288036" cy="1003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3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BAR</a:t>
              </a:r>
            </a:p>
          </p:txBody>
        </p:sp>
        <p:sp>
          <p:nvSpPr>
            <p:cNvPr id="61" name="pg61"/>
            <p:cNvSpPr/>
            <p:nvPr/>
          </p:nvSpPr>
          <p:spPr>
            <a:xfrm>
              <a:off x="4015776" y="1937740"/>
              <a:ext cx="363931" cy="191749"/>
            </a:xfrm>
            <a:custGeom>
              <a:avLst/>
              <a:pathLst>
                <a:path w="363931" h="191749">
                  <a:moveTo>
                    <a:pt x="27431" y="191749"/>
                  </a:moveTo>
                  <a:lnTo>
                    <a:pt x="336499" y="191749"/>
                  </a:lnTo>
                  <a:lnTo>
                    <a:pt x="335394" y="191727"/>
                  </a:lnTo>
                  <a:lnTo>
                    <a:pt x="339805" y="191549"/>
                  </a:lnTo>
                  <a:lnTo>
                    <a:pt x="344131" y="190666"/>
                  </a:lnTo>
                  <a:lnTo>
                    <a:pt x="348259" y="189101"/>
                  </a:lnTo>
                  <a:lnTo>
                    <a:pt x="352082" y="186893"/>
                  </a:lnTo>
                  <a:lnTo>
                    <a:pt x="355502" y="184101"/>
                  </a:lnTo>
                  <a:lnTo>
                    <a:pt x="358429" y="180797"/>
                  </a:lnTo>
                  <a:lnTo>
                    <a:pt x="360789" y="177065"/>
                  </a:lnTo>
                  <a:lnTo>
                    <a:pt x="362519" y="173004"/>
                  </a:lnTo>
                  <a:lnTo>
                    <a:pt x="363575" y="168718"/>
                  </a:lnTo>
                  <a:lnTo>
                    <a:pt x="363931" y="164317"/>
                  </a:lnTo>
                  <a:lnTo>
                    <a:pt x="363931" y="27432"/>
                  </a:lnTo>
                  <a:lnTo>
                    <a:pt x="363575" y="23031"/>
                  </a:lnTo>
                  <a:lnTo>
                    <a:pt x="362519" y="18745"/>
                  </a:lnTo>
                  <a:lnTo>
                    <a:pt x="360789" y="14683"/>
                  </a:lnTo>
                  <a:lnTo>
                    <a:pt x="358429" y="10952"/>
                  </a:lnTo>
                  <a:lnTo>
                    <a:pt x="355502" y="7647"/>
                  </a:lnTo>
                  <a:lnTo>
                    <a:pt x="352082" y="4855"/>
                  </a:lnTo>
                  <a:lnTo>
                    <a:pt x="348259" y="2648"/>
                  </a:lnTo>
                  <a:lnTo>
                    <a:pt x="344131" y="1083"/>
                  </a:lnTo>
                  <a:lnTo>
                    <a:pt x="339805" y="200"/>
                  </a:lnTo>
                  <a:lnTo>
                    <a:pt x="336499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5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2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5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tx62"/>
            <p:cNvSpPr/>
            <p:nvPr/>
          </p:nvSpPr>
          <p:spPr>
            <a:xfrm>
              <a:off x="4061496" y="1983460"/>
              <a:ext cx="272491" cy="1003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3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BJO</a:t>
              </a:r>
            </a:p>
          </p:txBody>
        </p:sp>
        <p:sp>
          <p:nvSpPr>
            <p:cNvPr id="63" name="pg63"/>
            <p:cNvSpPr/>
            <p:nvPr/>
          </p:nvSpPr>
          <p:spPr>
            <a:xfrm>
              <a:off x="2692714" y="2974886"/>
              <a:ext cx="410565" cy="191749"/>
            </a:xfrm>
            <a:custGeom>
              <a:avLst/>
              <a:pathLst>
                <a:path w="410565" h="191749">
                  <a:moveTo>
                    <a:pt x="27431" y="191749"/>
                  </a:moveTo>
                  <a:lnTo>
                    <a:pt x="383133" y="191749"/>
                  </a:lnTo>
                  <a:lnTo>
                    <a:pt x="382029" y="191727"/>
                  </a:lnTo>
                  <a:lnTo>
                    <a:pt x="386440" y="191549"/>
                  </a:lnTo>
                  <a:lnTo>
                    <a:pt x="390765" y="190666"/>
                  </a:lnTo>
                  <a:lnTo>
                    <a:pt x="394893" y="189101"/>
                  </a:lnTo>
                  <a:lnTo>
                    <a:pt x="398716" y="186893"/>
                  </a:lnTo>
                  <a:lnTo>
                    <a:pt x="402136" y="184101"/>
                  </a:lnTo>
                  <a:lnTo>
                    <a:pt x="405063" y="180797"/>
                  </a:lnTo>
                  <a:lnTo>
                    <a:pt x="407423" y="177065"/>
                  </a:lnTo>
                  <a:lnTo>
                    <a:pt x="409153" y="173004"/>
                  </a:lnTo>
                  <a:lnTo>
                    <a:pt x="410210" y="168718"/>
                  </a:lnTo>
                  <a:lnTo>
                    <a:pt x="410565" y="164317"/>
                  </a:lnTo>
                  <a:lnTo>
                    <a:pt x="410565" y="27431"/>
                  </a:lnTo>
                  <a:lnTo>
                    <a:pt x="410210" y="23031"/>
                  </a:lnTo>
                  <a:lnTo>
                    <a:pt x="409153" y="18745"/>
                  </a:lnTo>
                  <a:lnTo>
                    <a:pt x="407423" y="14683"/>
                  </a:lnTo>
                  <a:lnTo>
                    <a:pt x="405063" y="10952"/>
                  </a:lnTo>
                  <a:lnTo>
                    <a:pt x="402136" y="7647"/>
                  </a:lnTo>
                  <a:lnTo>
                    <a:pt x="398716" y="4855"/>
                  </a:lnTo>
                  <a:lnTo>
                    <a:pt x="394893" y="2648"/>
                  </a:lnTo>
                  <a:lnTo>
                    <a:pt x="390765" y="1083"/>
                  </a:lnTo>
                  <a:lnTo>
                    <a:pt x="386440" y="200"/>
                  </a:lnTo>
                  <a:lnTo>
                    <a:pt x="383133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6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1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6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tx64"/>
            <p:cNvSpPr/>
            <p:nvPr/>
          </p:nvSpPr>
          <p:spPr>
            <a:xfrm>
              <a:off x="2738434" y="3020606"/>
              <a:ext cx="319125" cy="1003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3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HOG</a:t>
              </a:r>
            </a:p>
          </p:txBody>
        </p:sp>
        <p:sp>
          <p:nvSpPr>
            <p:cNvPr id="65" name="pg65"/>
            <p:cNvSpPr/>
            <p:nvPr/>
          </p:nvSpPr>
          <p:spPr>
            <a:xfrm>
              <a:off x="3767408" y="2419861"/>
              <a:ext cx="402701" cy="191749"/>
            </a:xfrm>
            <a:custGeom>
              <a:avLst/>
              <a:pathLst>
                <a:path w="402701" h="191749">
                  <a:moveTo>
                    <a:pt x="27432" y="191749"/>
                  </a:moveTo>
                  <a:lnTo>
                    <a:pt x="375269" y="191749"/>
                  </a:lnTo>
                  <a:lnTo>
                    <a:pt x="374165" y="191727"/>
                  </a:lnTo>
                  <a:lnTo>
                    <a:pt x="378576" y="191549"/>
                  </a:lnTo>
                  <a:lnTo>
                    <a:pt x="382901" y="190666"/>
                  </a:lnTo>
                  <a:lnTo>
                    <a:pt x="387029" y="189101"/>
                  </a:lnTo>
                  <a:lnTo>
                    <a:pt x="390852" y="186893"/>
                  </a:lnTo>
                  <a:lnTo>
                    <a:pt x="394272" y="184101"/>
                  </a:lnTo>
                  <a:lnTo>
                    <a:pt x="397200" y="180797"/>
                  </a:lnTo>
                  <a:lnTo>
                    <a:pt x="399559" y="177065"/>
                  </a:lnTo>
                  <a:lnTo>
                    <a:pt x="401290" y="173004"/>
                  </a:lnTo>
                  <a:lnTo>
                    <a:pt x="402346" y="168718"/>
                  </a:lnTo>
                  <a:lnTo>
                    <a:pt x="402701" y="164317"/>
                  </a:lnTo>
                  <a:lnTo>
                    <a:pt x="402701" y="27431"/>
                  </a:lnTo>
                  <a:lnTo>
                    <a:pt x="402346" y="23031"/>
                  </a:lnTo>
                  <a:lnTo>
                    <a:pt x="401290" y="18745"/>
                  </a:lnTo>
                  <a:lnTo>
                    <a:pt x="399559" y="14683"/>
                  </a:lnTo>
                  <a:lnTo>
                    <a:pt x="397200" y="10952"/>
                  </a:lnTo>
                  <a:lnTo>
                    <a:pt x="394272" y="7647"/>
                  </a:lnTo>
                  <a:lnTo>
                    <a:pt x="390852" y="4855"/>
                  </a:lnTo>
                  <a:lnTo>
                    <a:pt x="387029" y="2648"/>
                  </a:lnTo>
                  <a:lnTo>
                    <a:pt x="382901" y="1083"/>
                  </a:lnTo>
                  <a:lnTo>
                    <a:pt x="378576" y="200"/>
                  </a:lnTo>
                  <a:lnTo>
                    <a:pt x="375269" y="0"/>
                  </a:lnTo>
                  <a:lnTo>
                    <a:pt x="27432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5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1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5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tx66"/>
            <p:cNvSpPr/>
            <p:nvPr/>
          </p:nvSpPr>
          <p:spPr>
            <a:xfrm>
              <a:off x="3813128" y="2465581"/>
              <a:ext cx="311261" cy="1003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3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HOR</a:t>
              </a:r>
            </a:p>
          </p:txBody>
        </p:sp>
        <p:sp>
          <p:nvSpPr>
            <p:cNvPr id="67" name="pg67"/>
            <p:cNvSpPr/>
            <p:nvPr/>
          </p:nvSpPr>
          <p:spPr>
            <a:xfrm>
              <a:off x="3715317" y="3116319"/>
              <a:ext cx="356250" cy="191749"/>
            </a:xfrm>
            <a:custGeom>
              <a:avLst/>
              <a:pathLst>
                <a:path w="356250" h="191749">
                  <a:moveTo>
                    <a:pt x="27432" y="191749"/>
                  </a:moveTo>
                  <a:lnTo>
                    <a:pt x="328818" y="191749"/>
                  </a:lnTo>
                  <a:lnTo>
                    <a:pt x="327713" y="191727"/>
                  </a:lnTo>
                  <a:lnTo>
                    <a:pt x="332124" y="191549"/>
                  </a:lnTo>
                  <a:lnTo>
                    <a:pt x="336450" y="190666"/>
                  </a:lnTo>
                  <a:lnTo>
                    <a:pt x="340578" y="189101"/>
                  </a:lnTo>
                  <a:lnTo>
                    <a:pt x="344401" y="186893"/>
                  </a:lnTo>
                  <a:lnTo>
                    <a:pt x="347821" y="184101"/>
                  </a:lnTo>
                  <a:lnTo>
                    <a:pt x="350748" y="180797"/>
                  </a:lnTo>
                  <a:lnTo>
                    <a:pt x="353108" y="177065"/>
                  </a:lnTo>
                  <a:lnTo>
                    <a:pt x="354838" y="173004"/>
                  </a:lnTo>
                  <a:lnTo>
                    <a:pt x="355895" y="168718"/>
                  </a:lnTo>
                  <a:lnTo>
                    <a:pt x="356250" y="164317"/>
                  </a:lnTo>
                  <a:lnTo>
                    <a:pt x="356250" y="27431"/>
                  </a:lnTo>
                  <a:lnTo>
                    <a:pt x="355895" y="23031"/>
                  </a:lnTo>
                  <a:lnTo>
                    <a:pt x="354838" y="18745"/>
                  </a:lnTo>
                  <a:lnTo>
                    <a:pt x="353108" y="14683"/>
                  </a:lnTo>
                  <a:lnTo>
                    <a:pt x="350748" y="10952"/>
                  </a:lnTo>
                  <a:lnTo>
                    <a:pt x="347821" y="7647"/>
                  </a:lnTo>
                  <a:lnTo>
                    <a:pt x="344401" y="4855"/>
                  </a:lnTo>
                  <a:lnTo>
                    <a:pt x="340578" y="2648"/>
                  </a:lnTo>
                  <a:lnTo>
                    <a:pt x="336450" y="1083"/>
                  </a:lnTo>
                  <a:lnTo>
                    <a:pt x="332124" y="200"/>
                  </a:lnTo>
                  <a:lnTo>
                    <a:pt x="328818" y="0"/>
                  </a:lnTo>
                  <a:lnTo>
                    <a:pt x="27432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5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1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5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tx68"/>
            <p:cNvSpPr/>
            <p:nvPr/>
          </p:nvSpPr>
          <p:spPr>
            <a:xfrm>
              <a:off x="3761037" y="3162039"/>
              <a:ext cx="264810" cy="1003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3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KAL</a:t>
              </a:r>
            </a:p>
          </p:txBody>
        </p:sp>
        <p:sp>
          <p:nvSpPr>
            <p:cNvPr id="69" name="pg69"/>
            <p:cNvSpPr/>
            <p:nvPr/>
          </p:nvSpPr>
          <p:spPr>
            <a:xfrm>
              <a:off x="3029369" y="3583085"/>
              <a:ext cx="387156" cy="191749"/>
            </a:xfrm>
            <a:custGeom>
              <a:avLst/>
              <a:pathLst>
                <a:path w="387156" h="191749">
                  <a:moveTo>
                    <a:pt x="27431" y="191749"/>
                  </a:moveTo>
                  <a:lnTo>
                    <a:pt x="359724" y="191749"/>
                  </a:lnTo>
                  <a:lnTo>
                    <a:pt x="358620" y="191727"/>
                  </a:lnTo>
                  <a:lnTo>
                    <a:pt x="363031" y="191549"/>
                  </a:lnTo>
                  <a:lnTo>
                    <a:pt x="367357" y="190666"/>
                  </a:lnTo>
                  <a:lnTo>
                    <a:pt x="371484" y="189101"/>
                  </a:lnTo>
                  <a:lnTo>
                    <a:pt x="375308" y="186893"/>
                  </a:lnTo>
                  <a:lnTo>
                    <a:pt x="378727" y="184101"/>
                  </a:lnTo>
                  <a:lnTo>
                    <a:pt x="381655" y="180797"/>
                  </a:lnTo>
                  <a:lnTo>
                    <a:pt x="384014" y="177065"/>
                  </a:lnTo>
                  <a:lnTo>
                    <a:pt x="385745" y="173004"/>
                  </a:lnTo>
                  <a:lnTo>
                    <a:pt x="386801" y="168718"/>
                  </a:lnTo>
                  <a:lnTo>
                    <a:pt x="387156" y="164317"/>
                  </a:lnTo>
                  <a:lnTo>
                    <a:pt x="387156" y="27431"/>
                  </a:lnTo>
                  <a:lnTo>
                    <a:pt x="386801" y="23031"/>
                  </a:lnTo>
                  <a:lnTo>
                    <a:pt x="385745" y="18745"/>
                  </a:lnTo>
                  <a:lnTo>
                    <a:pt x="384014" y="14683"/>
                  </a:lnTo>
                  <a:lnTo>
                    <a:pt x="381655" y="10952"/>
                  </a:lnTo>
                  <a:lnTo>
                    <a:pt x="378727" y="7647"/>
                  </a:lnTo>
                  <a:lnTo>
                    <a:pt x="375308" y="4855"/>
                  </a:lnTo>
                  <a:lnTo>
                    <a:pt x="371484" y="2648"/>
                  </a:lnTo>
                  <a:lnTo>
                    <a:pt x="367357" y="1083"/>
                  </a:lnTo>
                  <a:lnTo>
                    <a:pt x="363031" y="200"/>
                  </a:lnTo>
                  <a:lnTo>
                    <a:pt x="359724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6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1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6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tx70"/>
            <p:cNvSpPr/>
            <p:nvPr/>
          </p:nvSpPr>
          <p:spPr>
            <a:xfrm>
              <a:off x="3075089" y="3628805"/>
              <a:ext cx="295716" cy="1003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3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KUR</a:t>
              </a:r>
            </a:p>
          </p:txBody>
        </p:sp>
        <p:sp>
          <p:nvSpPr>
            <p:cNvPr id="71" name="pg71"/>
            <p:cNvSpPr/>
            <p:nvPr/>
          </p:nvSpPr>
          <p:spPr>
            <a:xfrm>
              <a:off x="2455477" y="1981343"/>
              <a:ext cx="343082" cy="191749"/>
            </a:xfrm>
            <a:custGeom>
              <a:avLst/>
              <a:pathLst>
                <a:path w="343082" h="191749">
                  <a:moveTo>
                    <a:pt x="27431" y="191749"/>
                  </a:moveTo>
                  <a:lnTo>
                    <a:pt x="315650" y="191749"/>
                  </a:lnTo>
                  <a:lnTo>
                    <a:pt x="314546" y="191727"/>
                  </a:lnTo>
                  <a:lnTo>
                    <a:pt x="318957" y="191549"/>
                  </a:lnTo>
                  <a:lnTo>
                    <a:pt x="323282" y="190666"/>
                  </a:lnTo>
                  <a:lnTo>
                    <a:pt x="327410" y="189101"/>
                  </a:lnTo>
                  <a:lnTo>
                    <a:pt x="331234" y="186893"/>
                  </a:lnTo>
                  <a:lnTo>
                    <a:pt x="334653" y="184101"/>
                  </a:lnTo>
                  <a:lnTo>
                    <a:pt x="337581" y="180797"/>
                  </a:lnTo>
                  <a:lnTo>
                    <a:pt x="339940" y="177065"/>
                  </a:lnTo>
                  <a:lnTo>
                    <a:pt x="341671" y="173004"/>
                  </a:lnTo>
                  <a:lnTo>
                    <a:pt x="342727" y="168718"/>
                  </a:lnTo>
                  <a:lnTo>
                    <a:pt x="343082" y="164317"/>
                  </a:lnTo>
                  <a:lnTo>
                    <a:pt x="343082" y="27431"/>
                  </a:lnTo>
                  <a:lnTo>
                    <a:pt x="342727" y="23031"/>
                  </a:lnTo>
                  <a:lnTo>
                    <a:pt x="341671" y="18745"/>
                  </a:lnTo>
                  <a:lnTo>
                    <a:pt x="339940" y="14683"/>
                  </a:lnTo>
                  <a:lnTo>
                    <a:pt x="337581" y="10952"/>
                  </a:lnTo>
                  <a:lnTo>
                    <a:pt x="334653" y="7647"/>
                  </a:lnTo>
                  <a:lnTo>
                    <a:pt x="331234" y="4855"/>
                  </a:lnTo>
                  <a:lnTo>
                    <a:pt x="327410" y="2648"/>
                  </a:lnTo>
                  <a:lnTo>
                    <a:pt x="323282" y="1083"/>
                  </a:lnTo>
                  <a:lnTo>
                    <a:pt x="318957" y="200"/>
                  </a:lnTo>
                  <a:lnTo>
                    <a:pt x="315650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5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1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5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tx72"/>
            <p:cNvSpPr/>
            <p:nvPr/>
          </p:nvSpPr>
          <p:spPr>
            <a:xfrm>
              <a:off x="2501197" y="2027063"/>
              <a:ext cx="251642" cy="1003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3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VAT</a:t>
              </a:r>
            </a:p>
          </p:txBody>
        </p:sp>
        <p:sp>
          <p:nvSpPr>
            <p:cNvPr id="73" name="pg73"/>
            <p:cNvSpPr/>
            <p:nvPr/>
          </p:nvSpPr>
          <p:spPr>
            <a:xfrm>
              <a:off x="2785750" y="2287168"/>
              <a:ext cx="317296" cy="191749"/>
            </a:xfrm>
            <a:custGeom>
              <a:avLst/>
              <a:pathLst>
                <a:path w="317296" h="191749">
                  <a:moveTo>
                    <a:pt x="27431" y="191749"/>
                  </a:moveTo>
                  <a:lnTo>
                    <a:pt x="289864" y="191749"/>
                  </a:lnTo>
                  <a:lnTo>
                    <a:pt x="288760" y="191727"/>
                  </a:lnTo>
                  <a:lnTo>
                    <a:pt x="293171" y="191549"/>
                  </a:lnTo>
                  <a:lnTo>
                    <a:pt x="297496" y="190666"/>
                  </a:lnTo>
                  <a:lnTo>
                    <a:pt x="301624" y="189101"/>
                  </a:lnTo>
                  <a:lnTo>
                    <a:pt x="305447" y="186893"/>
                  </a:lnTo>
                  <a:lnTo>
                    <a:pt x="308867" y="184101"/>
                  </a:lnTo>
                  <a:lnTo>
                    <a:pt x="311795" y="180797"/>
                  </a:lnTo>
                  <a:lnTo>
                    <a:pt x="314154" y="177065"/>
                  </a:lnTo>
                  <a:lnTo>
                    <a:pt x="315885" y="173004"/>
                  </a:lnTo>
                  <a:lnTo>
                    <a:pt x="316941" y="168718"/>
                  </a:lnTo>
                  <a:lnTo>
                    <a:pt x="317296" y="164317"/>
                  </a:lnTo>
                  <a:lnTo>
                    <a:pt x="317296" y="27431"/>
                  </a:lnTo>
                  <a:lnTo>
                    <a:pt x="316941" y="23031"/>
                  </a:lnTo>
                  <a:lnTo>
                    <a:pt x="315885" y="18745"/>
                  </a:lnTo>
                  <a:lnTo>
                    <a:pt x="314154" y="14683"/>
                  </a:lnTo>
                  <a:lnTo>
                    <a:pt x="311795" y="10952"/>
                  </a:lnTo>
                  <a:lnTo>
                    <a:pt x="308867" y="7647"/>
                  </a:lnTo>
                  <a:lnTo>
                    <a:pt x="305447" y="4855"/>
                  </a:lnTo>
                  <a:lnTo>
                    <a:pt x="301624" y="2648"/>
                  </a:lnTo>
                  <a:lnTo>
                    <a:pt x="297496" y="1083"/>
                  </a:lnTo>
                  <a:lnTo>
                    <a:pt x="293171" y="200"/>
                  </a:lnTo>
                  <a:lnTo>
                    <a:pt x="289864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6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1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6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tx74"/>
            <p:cNvSpPr/>
            <p:nvPr/>
          </p:nvSpPr>
          <p:spPr>
            <a:xfrm>
              <a:off x="2831470" y="2332888"/>
              <a:ext cx="225856" cy="1003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3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VIK</a:t>
              </a:r>
            </a:p>
          </p:txBody>
        </p:sp>
        <p:sp>
          <p:nvSpPr>
            <p:cNvPr id="75" name="rc75"/>
            <p:cNvSpPr/>
            <p:nvPr/>
          </p:nvSpPr>
          <p:spPr>
            <a:xfrm>
              <a:off x="2409757" y="1316468"/>
              <a:ext cx="2190487" cy="2853791"/>
            </a:xfrm>
            <a:prstGeom prst="rect">
              <a:avLst/>
            </a:prstGeom>
            <a:noFill/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tx76"/>
            <p:cNvSpPr/>
            <p:nvPr/>
          </p:nvSpPr>
          <p:spPr>
            <a:xfrm>
              <a:off x="2097404" y="3999851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54</a:t>
              </a:r>
            </a:p>
          </p:txBody>
        </p:sp>
        <p:sp>
          <p:nvSpPr>
            <p:cNvPr id="77" name="tx77"/>
            <p:cNvSpPr/>
            <p:nvPr/>
          </p:nvSpPr>
          <p:spPr>
            <a:xfrm>
              <a:off x="2221762" y="3981380"/>
              <a:ext cx="44714" cy="984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78" name="tx78"/>
            <p:cNvSpPr/>
            <p:nvPr/>
          </p:nvSpPr>
          <p:spPr>
            <a:xfrm>
              <a:off x="2266476" y="3999851"/>
              <a:ext cx="80650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79" name="tx79"/>
            <p:cNvSpPr/>
            <p:nvPr/>
          </p:nvSpPr>
          <p:spPr>
            <a:xfrm>
              <a:off x="2097404" y="3629228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55</a:t>
              </a:r>
            </a:p>
          </p:txBody>
        </p:sp>
        <p:sp>
          <p:nvSpPr>
            <p:cNvPr id="80" name="tx80"/>
            <p:cNvSpPr/>
            <p:nvPr/>
          </p:nvSpPr>
          <p:spPr>
            <a:xfrm>
              <a:off x="2221762" y="3610758"/>
              <a:ext cx="44714" cy="984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81" name="tx81"/>
            <p:cNvSpPr/>
            <p:nvPr/>
          </p:nvSpPr>
          <p:spPr>
            <a:xfrm>
              <a:off x="2266476" y="3629228"/>
              <a:ext cx="80650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82" name="tx82"/>
            <p:cNvSpPr/>
            <p:nvPr/>
          </p:nvSpPr>
          <p:spPr>
            <a:xfrm>
              <a:off x="2097404" y="3258789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56</a:t>
              </a:r>
            </a:p>
          </p:txBody>
        </p:sp>
        <p:sp>
          <p:nvSpPr>
            <p:cNvPr id="83" name="tx83"/>
            <p:cNvSpPr/>
            <p:nvPr/>
          </p:nvSpPr>
          <p:spPr>
            <a:xfrm>
              <a:off x="2221762" y="3240318"/>
              <a:ext cx="44714" cy="984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84" name="tx84"/>
            <p:cNvSpPr/>
            <p:nvPr/>
          </p:nvSpPr>
          <p:spPr>
            <a:xfrm>
              <a:off x="2266476" y="3258789"/>
              <a:ext cx="80650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85" name="tx85"/>
            <p:cNvSpPr/>
            <p:nvPr/>
          </p:nvSpPr>
          <p:spPr>
            <a:xfrm>
              <a:off x="2097404" y="2887984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57</a:t>
              </a:r>
            </a:p>
          </p:txBody>
        </p:sp>
        <p:sp>
          <p:nvSpPr>
            <p:cNvPr id="86" name="tx86"/>
            <p:cNvSpPr/>
            <p:nvPr/>
          </p:nvSpPr>
          <p:spPr>
            <a:xfrm>
              <a:off x="2221762" y="2869513"/>
              <a:ext cx="44714" cy="984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87" name="tx87"/>
            <p:cNvSpPr/>
            <p:nvPr/>
          </p:nvSpPr>
          <p:spPr>
            <a:xfrm>
              <a:off x="2266476" y="2887984"/>
              <a:ext cx="80650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88" name="tx88"/>
            <p:cNvSpPr/>
            <p:nvPr/>
          </p:nvSpPr>
          <p:spPr>
            <a:xfrm>
              <a:off x="2097404" y="2517544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58</a:t>
              </a:r>
            </a:p>
          </p:txBody>
        </p:sp>
        <p:sp>
          <p:nvSpPr>
            <p:cNvPr id="89" name="tx89"/>
            <p:cNvSpPr/>
            <p:nvPr/>
          </p:nvSpPr>
          <p:spPr>
            <a:xfrm>
              <a:off x="2221762" y="2499073"/>
              <a:ext cx="44714" cy="984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90" name="tx90"/>
            <p:cNvSpPr/>
            <p:nvPr/>
          </p:nvSpPr>
          <p:spPr>
            <a:xfrm>
              <a:off x="2266476" y="2517544"/>
              <a:ext cx="80650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91" name="tx91"/>
            <p:cNvSpPr/>
            <p:nvPr/>
          </p:nvSpPr>
          <p:spPr>
            <a:xfrm>
              <a:off x="2097404" y="2146922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59</a:t>
              </a:r>
            </a:p>
          </p:txBody>
        </p:sp>
        <p:sp>
          <p:nvSpPr>
            <p:cNvPr id="92" name="tx92"/>
            <p:cNvSpPr/>
            <p:nvPr/>
          </p:nvSpPr>
          <p:spPr>
            <a:xfrm>
              <a:off x="2221762" y="2128451"/>
              <a:ext cx="44714" cy="984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93" name="tx93"/>
            <p:cNvSpPr/>
            <p:nvPr/>
          </p:nvSpPr>
          <p:spPr>
            <a:xfrm>
              <a:off x="2266476" y="2146922"/>
              <a:ext cx="80650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94" name="tx94"/>
            <p:cNvSpPr/>
            <p:nvPr/>
          </p:nvSpPr>
          <p:spPr>
            <a:xfrm>
              <a:off x="2097404" y="1776300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60</a:t>
              </a:r>
            </a:p>
          </p:txBody>
        </p:sp>
        <p:sp>
          <p:nvSpPr>
            <p:cNvPr id="95" name="tx95"/>
            <p:cNvSpPr/>
            <p:nvPr/>
          </p:nvSpPr>
          <p:spPr>
            <a:xfrm>
              <a:off x="2221762" y="1757829"/>
              <a:ext cx="44714" cy="984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96" name="tx96"/>
            <p:cNvSpPr/>
            <p:nvPr/>
          </p:nvSpPr>
          <p:spPr>
            <a:xfrm>
              <a:off x="2266476" y="1776300"/>
              <a:ext cx="80650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97" name="tx97"/>
            <p:cNvSpPr/>
            <p:nvPr/>
          </p:nvSpPr>
          <p:spPr>
            <a:xfrm>
              <a:off x="2097404" y="1405677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61</a:t>
              </a:r>
            </a:p>
          </p:txBody>
        </p:sp>
        <p:sp>
          <p:nvSpPr>
            <p:cNvPr id="98" name="tx98"/>
            <p:cNvSpPr/>
            <p:nvPr/>
          </p:nvSpPr>
          <p:spPr>
            <a:xfrm>
              <a:off x="2221762" y="1387207"/>
              <a:ext cx="44714" cy="984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99" name="tx99"/>
            <p:cNvSpPr/>
            <p:nvPr/>
          </p:nvSpPr>
          <p:spPr>
            <a:xfrm>
              <a:off x="2266476" y="1405677"/>
              <a:ext cx="80650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100" name="pl100"/>
            <p:cNvSpPr/>
            <p:nvPr/>
          </p:nvSpPr>
          <p:spPr>
            <a:xfrm>
              <a:off x="2374962" y="4040542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l101"/>
            <p:cNvSpPr/>
            <p:nvPr/>
          </p:nvSpPr>
          <p:spPr>
            <a:xfrm>
              <a:off x="2374962" y="3669919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l102"/>
            <p:cNvSpPr/>
            <p:nvPr/>
          </p:nvSpPr>
          <p:spPr>
            <a:xfrm>
              <a:off x="2374962" y="3299297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l103"/>
            <p:cNvSpPr/>
            <p:nvPr/>
          </p:nvSpPr>
          <p:spPr>
            <a:xfrm>
              <a:off x="2374962" y="2928675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l104"/>
            <p:cNvSpPr/>
            <p:nvPr/>
          </p:nvSpPr>
          <p:spPr>
            <a:xfrm>
              <a:off x="2374962" y="2558052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l105"/>
            <p:cNvSpPr/>
            <p:nvPr/>
          </p:nvSpPr>
          <p:spPr>
            <a:xfrm>
              <a:off x="2374962" y="2187430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l106"/>
            <p:cNvSpPr/>
            <p:nvPr/>
          </p:nvSpPr>
          <p:spPr>
            <a:xfrm>
              <a:off x="2374962" y="1816808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l107"/>
            <p:cNvSpPr/>
            <p:nvPr/>
          </p:nvSpPr>
          <p:spPr>
            <a:xfrm>
              <a:off x="2374962" y="1446185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l108"/>
            <p:cNvSpPr/>
            <p:nvPr/>
          </p:nvSpPr>
          <p:spPr>
            <a:xfrm>
              <a:off x="2509324" y="4170259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l109"/>
            <p:cNvSpPr/>
            <p:nvPr/>
          </p:nvSpPr>
          <p:spPr>
            <a:xfrm>
              <a:off x="2907595" y="4170259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l110"/>
            <p:cNvSpPr/>
            <p:nvPr/>
          </p:nvSpPr>
          <p:spPr>
            <a:xfrm>
              <a:off x="3305865" y="4170259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l111"/>
            <p:cNvSpPr/>
            <p:nvPr/>
          </p:nvSpPr>
          <p:spPr>
            <a:xfrm>
              <a:off x="3704135" y="4170259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l112"/>
            <p:cNvSpPr/>
            <p:nvPr/>
          </p:nvSpPr>
          <p:spPr>
            <a:xfrm>
              <a:off x="4102406" y="4170259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l113"/>
            <p:cNvSpPr/>
            <p:nvPr/>
          </p:nvSpPr>
          <p:spPr>
            <a:xfrm>
              <a:off x="4500676" y="4170259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tx114"/>
            <p:cNvSpPr/>
            <p:nvPr/>
          </p:nvSpPr>
          <p:spPr>
            <a:xfrm>
              <a:off x="2387526" y="4233255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115" name="tx115"/>
            <p:cNvSpPr/>
            <p:nvPr/>
          </p:nvSpPr>
          <p:spPr>
            <a:xfrm>
              <a:off x="2511884" y="4214784"/>
              <a:ext cx="44714" cy="984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116" name="tx116"/>
            <p:cNvSpPr/>
            <p:nvPr/>
          </p:nvSpPr>
          <p:spPr>
            <a:xfrm>
              <a:off x="2556599" y="4233255"/>
              <a:ext cx="74523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E</a:t>
              </a:r>
            </a:p>
          </p:txBody>
        </p:sp>
        <p:sp>
          <p:nvSpPr>
            <p:cNvPr id="117" name="tx117"/>
            <p:cNvSpPr/>
            <p:nvPr/>
          </p:nvSpPr>
          <p:spPr>
            <a:xfrm>
              <a:off x="2785797" y="4233255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12</a:t>
              </a:r>
            </a:p>
          </p:txBody>
        </p:sp>
        <p:sp>
          <p:nvSpPr>
            <p:cNvPr id="118" name="tx118"/>
            <p:cNvSpPr/>
            <p:nvPr/>
          </p:nvSpPr>
          <p:spPr>
            <a:xfrm>
              <a:off x="2910155" y="4214784"/>
              <a:ext cx="44714" cy="984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119" name="tx119"/>
            <p:cNvSpPr/>
            <p:nvPr/>
          </p:nvSpPr>
          <p:spPr>
            <a:xfrm>
              <a:off x="2954869" y="4233255"/>
              <a:ext cx="74523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E</a:t>
              </a:r>
            </a:p>
          </p:txBody>
        </p:sp>
        <p:sp>
          <p:nvSpPr>
            <p:cNvPr id="120" name="tx120"/>
            <p:cNvSpPr/>
            <p:nvPr/>
          </p:nvSpPr>
          <p:spPr>
            <a:xfrm>
              <a:off x="3184067" y="4233255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14</a:t>
              </a:r>
            </a:p>
          </p:txBody>
        </p:sp>
        <p:sp>
          <p:nvSpPr>
            <p:cNvPr id="121" name="tx121"/>
            <p:cNvSpPr/>
            <p:nvPr/>
          </p:nvSpPr>
          <p:spPr>
            <a:xfrm>
              <a:off x="3308425" y="4214784"/>
              <a:ext cx="44714" cy="984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122" name="tx122"/>
            <p:cNvSpPr/>
            <p:nvPr/>
          </p:nvSpPr>
          <p:spPr>
            <a:xfrm>
              <a:off x="3353140" y="4233255"/>
              <a:ext cx="74523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E</a:t>
              </a:r>
            </a:p>
          </p:txBody>
        </p:sp>
        <p:sp>
          <p:nvSpPr>
            <p:cNvPr id="123" name="tx123"/>
            <p:cNvSpPr/>
            <p:nvPr/>
          </p:nvSpPr>
          <p:spPr>
            <a:xfrm>
              <a:off x="3582337" y="4233255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16</a:t>
              </a:r>
            </a:p>
          </p:txBody>
        </p:sp>
        <p:sp>
          <p:nvSpPr>
            <p:cNvPr id="124" name="tx124"/>
            <p:cNvSpPr/>
            <p:nvPr/>
          </p:nvSpPr>
          <p:spPr>
            <a:xfrm>
              <a:off x="3706696" y="4214784"/>
              <a:ext cx="44714" cy="984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125" name="tx125"/>
            <p:cNvSpPr/>
            <p:nvPr/>
          </p:nvSpPr>
          <p:spPr>
            <a:xfrm>
              <a:off x="3751410" y="4233255"/>
              <a:ext cx="74523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E</a:t>
              </a:r>
            </a:p>
          </p:txBody>
        </p:sp>
        <p:sp>
          <p:nvSpPr>
            <p:cNvPr id="126" name="tx126"/>
            <p:cNvSpPr/>
            <p:nvPr/>
          </p:nvSpPr>
          <p:spPr>
            <a:xfrm>
              <a:off x="3980608" y="4233255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18</a:t>
              </a:r>
            </a:p>
          </p:txBody>
        </p:sp>
        <p:sp>
          <p:nvSpPr>
            <p:cNvPr id="127" name="tx127"/>
            <p:cNvSpPr/>
            <p:nvPr/>
          </p:nvSpPr>
          <p:spPr>
            <a:xfrm>
              <a:off x="4104966" y="4214784"/>
              <a:ext cx="44714" cy="984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128" name="tx128"/>
            <p:cNvSpPr/>
            <p:nvPr/>
          </p:nvSpPr>
          <p:spPr>
            <a:xfrm>
              <a:off x="4149680" y="4233255"/>
              <a:ext cx="74523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E</a:t>
              </a:r>
            </a:p>
          </p:txBody>
        </p:sp>
        <p:sp>
          <p:nvSpPr>
            <p:cNvPr id="129" name="tx129"/>
            <p:cNvSpPr/>
            <p:nvPr/>
          </p:nvSpPr>
          <p:spPr>
            <a:xfrm>
              <a:off x="4378878" y="4233255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20</a:t>
              </a:r>
            </a:p>
          </p:txBody>
        </p:sp>
        <p:sp>
          <p:nvSpPr>
            <p:cNvPr id="130" name="tx130"/>
            <p:cNvSpPr/>
            <p:nvPr/>
          </p:nvSpPr>
          <p:spPr>
            <a:xfrm>
              <a:off x="4503237" y="4214784"/>
              <a:ext cx="44714" cy="984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131" name="tx131"/>
            <p:cNvSpPr/>
            <p:nvPr/>
          </p:nvSpPr>
          <p:spPr>
            <a:xfrm>
              <a:off x="4547951" y="4233255"/>
              <a:ext cx="74523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E</a:t>
              </a:r>
            </a:p>
          </p:txBody>
        </p:sp>
        <p:sp>
          <p:nvSpPr>
            <p:cNvPr id="132" name="tx132"/>
            <p:cNvSpPr/>
            <p:nvPr/>
          </p:nvSpPr>
          <p:spPr>
            <a:xfrm>
              <a:off x="3198036" y="4372931"/>
              <a:ext cx="613928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Longitude</a:t>
              </a:r>
            </a:p>
          </p:txBody>
        </p:sp>
        <p:sp>
          <p:nvSpPr>
            <p:cNvPr id="133" name="tx133"/>
            <p:cNvSpPr/>
            <p:nvPr/>
          </p:nvSpPr>
          <p:spPr>
            <a:xfrm rot="-5400000">
              <a:off x="1734477" y="2693346"/>
              <a:ext cx="497342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Latitude</a:t>
              </a:r>
            </a:p>
          </p:txBody>
        </p:sp>
        <p:sp>
          <p:nvSpPr>
            <p:cNvPr id="134" name="rc134"/>
            <p:cNvSpPr/>
            <p:nvPr/>
          </p:nvSpPr>
          <p:spPr>
            <a:xfrm>
              <a:off x="4739422" y="1950162"/>
              <a:ext cx="1099846" cy="158640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5" name="tx135"/>
            <p:cNvSpPr/>
            <p:nvPr/>
          </p:nvSpPr>
          <p:spPr>
            <a:xfrm>
              <a:off x="4809011" y="2034473"/>
              <a:ext cx="543610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Relative </a:t>
              </a:r>
            </a:p>
          </p:txBody>
        </p:sp>
        <p:sp>
          <p:nvSpPr>
            <p:cNvPr id="136" name="tx136"/>
            <p:cNvSpPr/>
            <p:nvPr/>
          </p:nvSpPr>
          <p:spPr>
            <a:xfrm>
              <a:off x="4809011" y="2185349"/>
              <a:ext cx="960668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Weight Change</a:t>
              </a:r>
            </a:p>
          </p:txBody>
        </p:sp>
        <p:pic>
          <p:nvPicPr>
            <p:cNvPr id="137" name="pic13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809011" y="2369695"/>
              <a:ext cx="219455" cy="1097280"/>
            </a:xfrm>
            <a:prstGeom prst="rect">
              <a:avLst/>
            </a:prstGeom>
          </p:spPr>
        </p:pic>
        <p:sp>
          <p:nvSpPr>
            <p:cNvPr id="138" name="pl138"/>
            <p:cNvSpPr/>
            <p:nvPr/>
          </p:nvSpPr>
          <p:spPr>
            <a:xfrm>
              <a:off x="4984576" y="3343633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l139"/>
            <p:cNvSpPr/>
            <p:nvPr/>
          </p:nvSpPr>
          <p:spPr>
            <a:xfrm>
              <a:off x="4984576" y="3039849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l140"/>
            <p:cNvSpPr/>
            <p:nvPr/>
          </p:nvSpPr>
          <p:spPr>
            <a:xfrm>
              <a:off x="4984576" y="2736065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l141"/>
            <p:cNvSpPr/>
            <p:nvPr/>
          </p:nvSpPr>
          <p:spPr>
            <a:xfrm>
              <a:off x="4984576" y="2432281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l142"/>
            <p:cNvSpPr/>
            <p:nvPr/>
          </p:nvSpPr>
          <p:spPr>
            <a:xfrm>
              <a:off x="4809011" y="3343633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l143"/>
            <p:cNvSpPr/>
            <p:nvPr/>
          </p:nvSpPr>
          <p:spPr>
            <a:xfrm>
              <a:off x="4809011" y="3039849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l144"/>
            <p:cNvSpPr/>
            <p:nvPr/>
          </p:nvSpPr>
          <p:spPr>
            <a:xfrm>
              <a:off x="4809011" y="2736065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l145"/>
            <p:cNvSpPr/>
            <p:nvPr/>
          </p:nvSpPr>
          <p:spPr>
            <a:xfrm>
              <a:off x="4809011" y="2432281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tx146"/>
            <p:cNvSpPr/>
            <p:nvPr/>
          </p:nvSpPr>
          <p:spPr>
            <a:xfrm>
              <a:off x="5098056" y="3303628"/>
              <a:ext cx="161574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-10</a:t>
              </a:r>
            </a:p>
          </p:txBody>
        </p:sp>
        <p:sp>
          <p:nvSpPr>
            <p:cNvPr id="147" name="tx147"/>
            <p:cNvSpPr/>
            <p:nvPr/>
          </p:nvSpPr>
          <p:spPr>
            <a:xfrm>
              <a:off x="5098056" y="2999844"/>
              <a:ext cx="99395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-5</a:t>
              </a:r>
            </a:p>
          </p:txBody>
        </p:sp>
        <p:sp>
          <p:nvSpPr>
            <p:cNvPr id="148" name="tx148"/>
            <p:cNvSpPr/>
            <p:nvPr/>
          </p:nvSpPr>
          <p:spPr>
            <a:xfrm>
              <a:off x="5098056" y="2696060"/>
              <a:ext cx="62179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149" name="tx149"/>
            <p:cNvSpPr/>
            <p:nvPr/>
          </p:nvSpPr>
          <p:spPr>
            <a:xfrm>
              <a:off x="5098056" y="2392276"/>
              <a:ext cx="62179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5</a:t>
              </a:r>
            </a:p>
          </p:txBody>
        </p:sp>
        <p:sp>
          <p:nvSpPr>
            <p:cNvPr id="150" name="tx150"/>
            <p:cNvSpPr/>
            <p:nvPr/>
          </p:nvSpPr>
          <p:spPr>
            <a:xfrm>
              <a:off x="2409757" y="739935"/>
              <a:ext cx="4607570" cy="16367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8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(B) Common Future Relative Weight Change </a:t>
              </a:r>
            </a:p>
          </p:txBody>
        </p:sp>
        <p:sp>
          <p:nvSpPr>
            <p:cNvPr id="151" name="tx151"/>
            <p:cNvSpPr/>
            <p:nvPr/>
          </p:nvSpPr>
          <p:spPr>
            <a:xfrm>
              <a:off x="2409757" y="986823"/>
              <a:ext cx="2109063" cy="16367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8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in Future Treatments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914400" y="914400"/>
            <a:ext cx="5943600" cy="3657600"/>
            <a:chOff x="914400" y="914400"/>
            <a:chExt cx="5943600" cy="3657600"/>
          </a:xfrm>
        </p:grpSpPr>
        <p:sp>
          <p:nvSpPr>
            <p:cNvPr id="3" name="rc3"/>
            <p:cNvSpPr/>
            <p:nvPr/>
          </p:nvSpPr>
          <p:spPr>
            <a:xfrm>
              <a:off x="914400" y="914400"/>
              <a:ext cx="5943600" cy="36576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1914143" y="914400"/>
              <a:ext cx="3944113" cy="36576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2460358" y="1316559"/>
              <a:ext cx="2190417" cy="2853700"/>
            </a:xfrm>
            <a:prstGeom prst="rect">
              <a:avLst/>
            </a:prstGeom>
            <a:solidFill>
              <a:srgbClr val="F0F8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2559922" y="1316559"/>
              <a:ext cx="0" cy="2853700"/>
            </a:xfrm>
            <a:custGeom>
              <a:avLst/>
              <a:pathLst>
                <a:path w="0" h="2853700">
                  <a:moveTo>
                    <a:pt x="0" y="2853700"/>
                  </a:moveTo>
                  <a:lnTo>
                    <a:pt x="0" y="2825062"/>
                  </a:lnTo>
                  <a:lnTo>
                    <a:pt x="0" y="2791370"/>
                  </a:lnTo>
                  <a:lnTo>
                    <a:pt x="0" y="2757678"/>
                  </a:lnTo>
                  <a:lnTo>
                    <a:pt x="0" y="2723986"/>
                  </a:lnTo>
                  <a:lnTo>
                    <a:pt x="0" y="2690294"/>
                  </a:lnTo>
                  <a:lnTo>
                    <a:pt x="0" y="2656602"/>
                  </a:lnTo>
                  <a:lnTo>
                    <a:pt x="0" y="2622911"/>
                  </a:lnTo>
                  <a:lnTo>
                    <a:pt x="0" y="2589219"/>
                  </a:lnTo>
                  <a:lnTo>
                    <a:pt x="0" y="2555527"/>
                  </a:lnTo>
                  <a:lnTo>
                    <a:pt x="0" y="2521835"/>
                  </a:lnTo>
                  <a:lnTo>
                    <a:pt x="0" y="2488143"/>
                  </a:lnTo>
                  <a:lnTo>
                    <a:pt x="0" y="2454451"/>
                  </a:lnTo>
                  <a:lnTo>
                    <a:pt x="0" y="2420759"/>
                  </a:lnTo>
                  <a:lnTo>
                    <a:pt x="0" y="2387068"/>
                  </a:lnTo>
                  <a:lnTo>
                    <a:pt x="0" y="2353376"/>
                  </a:lnTo>
                  <a:lnTo>
                    <a:pt x="0" y="2319684"/>
                  </a:lnTo>
                  <a:lnTo>
                    <a:pt x="0" y="2285992"/>
                  </a:lnTo>
                  <a:lnTo>
                    <a:pt x="0" y="2252300"/>
                  </a:lnTo>
                  <a:lnTo>
                    <a:pt x="0" y="2218608"/>
                  </a:lnTo>
                  <a:lnTo>
                    <a:pt x="0" y="2184916"/>
                  </a:lnTo>
                  <a:lnTo>
                    <a:pt x="0" y="2151225"/>
                  </a:lnTo>
                  <a:lnTo>
                    <a:pt x="0" y="2117533"/>
                  </a:lnTo>
                  <a:lnTo>
                    <a:pt x="0" y="2083841"/>
                  </a:lnTo>
                  <a:lnTo>
                    <a:pt x="0" y="2050149"/>
                  </a:lnTo>
                  <a:lnTo>
                    <a:pt x="0" y="2016457"/>
                  </a:lnTo>
                  <a:lnTo>
                    <a:pt x="0" y="1982765"/>
                  </a:lnTo>
                  <a:lnTo>
                    <a:pt x="0" y="1949073"/>
                  </a:lnTo>
                  <a:lnTo>
                    <a:pt x="0" y="1915382"/>
                  </a:lnTo>
                  <a:lnTo>
                    <a:pt x="0" y="1881690"/>
                  </a:lnTo>
                  <a:lnTo>
                    <a:pt x="0" y="1847998"/>
                  </a:lnTo>
                  <a:lnTo>
                    <a:pt x="0" y="1814306"/>
                  </a:lnTo>
                  <a:lnTo>
                    <a:pt x="0" y="1780614"/>
                  </a:lnTo>
                  <a:lnTo>
                    <a:pt x="0" y="1746922"/>
                  </a:lnTo>
                  <a:lnTo>
                    <a:pt x="0" y="1713230"/>
                  </a:lnTo>
                  <a:lnTo>
                    <a:pt x="0" y="1679539"/>
                  </a:lnTo>
                  <a:lnTo>
                    <a:pt x="0" y="1645847"/>
                  </a:lnTo>
                  <a:lnTo>
                    <a:pt x="0" y="1612155"/>
                  </a:lnTo>
                  <a:lnTo>
                    <a:pt x="0" y="1578463"/>
                  </a:lnTo>
                  <a:lnTo>
                    <a:pt x="0" y="1544771"/>
                  </a:lnTo>
                  <a:lnTo>
                    <a:pt x="0" y="1511079"/>
                  </a:lnTo>
                  <a:lnTo>
                    <a:pt x="0" y="1477387"/>
                  </a:lnTo>
                  <a:lnTo>
                    <a:pt x="0" y="1443696"/>
                  </a:lnTo>
                  <a:lnTo>
                    <a:pt x="0" y="1410004"/>
                  </a:lnTo>
                  <a:lnTo>
                    <a:pt x="0" y="1376312"/>
                  </a:lnTo>
                  <a:lnTo>
                    <a:pt x="0" y="1342620"/>
                  </a:lnTo>
                  <a:lnTo>
                    <a:pt x="0" y="1308928"/>
                  </a:lnTo>
                  <a:lnTo>
                    <a:pt x="0" y="1275236"/>
                  </a:lnTo>
                  <a:lnTo>
                    <a:pt x="0" y="1241544"/>
                  </a:lnTo>
                  <a:lnTo>
                    <a:pt x="0" y="1207853"/>
                  </a:lnTo>
                  <a:lnTo>
                    <a:pt x="0" y="1174161"/>
                  </a:lnTo>
                  <a:lnTo>
                    <a:pt x="0" y="1140469"/>
                  </a:lnTo>
                  <a:lnTo>
                    <a:pt x="0" y="1106777"/>
                  </a:lnTo>
                  <a:lnTo>
                    <a:pt x="0" y="1073085"/>
                  </a:lnTo>
                  <a:lnTo>
                    <a:pt x="0" y="1039393"/>
                  </a:lnTo>
                  <a:lnTo>
                    <a:pt x="0" y="1005701"/>
                  </a:lnTo>
                  <a:lnTo>
                    <a:pt x="0" y="972010"/>
                  </a:lnTo>
                  <a:lnTo>
                    <a:pt x="0" y="938318"/>
                  </a:lnTo>
                  <a:lnTo>
                    <a:pt x="0" y="904626"/>
                  </a:lnTo>
                  <a:lnTo>
                    <a:pt x="0" y="870934"/>
                  </a:lnTo>
                  <a:lnTo>
                    <a:pt x="0" y="837242"/>
                  </a:lnTo>
                  <a:lnTo>
                    <a:pt x="0" y="803550"/>
                  </a:lnTo>
                  <a:lnTo>
                    <a:pt x="0" y="769858"/>
                  </a:lnTo>
                  <a:lnTo>
                    <a:pt x="0" y="736167"/>
                  </a:lnTo>
                  <a:lnTo>
                    <a:pt x="0" y="702475"/>
                  </a:lnTo>
                  <a:lnTo>
                    <a:pt x="0" y="668783"/>
                  </a:lnTo>
                  <a:lnTo>
                    <a:pt x="0" y="635091"/>
                  </a:lnTo>
                  <a:lnTo>
                    <a:pt x="0" y="601399"/>
                  </a:lnTo>
                  <a:lnTo>
                    <a:pt x="0" y="567707"/>
                  </a:lnTo>
                  <a:lnTo>
                    <a:pt x="0" y="534015"/>
                  </a:lnTo>
                  <a:lnTo>
                    <a:pt x="0" y="500324"/>
                  </a:lnTo>
                  <a:lnTo>
                    <a:pt x="0" y="466632"/>
                  </a:lnTo>
                  <a:lnTo>
                    <a:pt x="0" y="432940"/>
                  </a:lnTo>
                  <a:lnTo>
                    <a:pt x="0" y="399248"/>
                  </a:lnTo>
                  <a:lnTo>
                    <a:pt x="0" y="365556"/>
                  </a:lnTo>
                  <a:lnTo>
                    <a:pt x="0" y="331864"/>
                  </a:lnTo>
                  <a:lnTo>
                    <a:pt x="0" y="298172"/>
                  </a:lnTo>
                  <a:lnTo>
                    <a:pt x="0" y="264481"/>
                  </a:lnTo>
                  <a:lnTo>
                    <a:pt x="0" y="230789"/>
                  </a:lnTo>
                  <a:lnTo>
                    <a:pt x="0" y="197097"/>
                  </a:lnTo>
                  <a:lnTo>
                    <a:pt x="0" y="163405"/>
                  </a:lnTo>
                  <a:lnTo>
                    <a:pt x="0" y="129713"/>
                  </a:lnTo>
                  <a:lnTo>
                    <a:pt x="0" y="96021"/>
                  </a:lnTo>
                  <a:lnTo>
                    <a:pt x="0" y="62329"/>
                  </a:lnTo>
                  <a:lnTo>
                    <a:pt x="0" y="28638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2958180" y="1316559"/>
              <a:ext cx="0" cy="2853700"/>
            </a:xfrm>
            <a:custGeom>
              <a:avLst/>
              <a:pathLst>
                <a:path w="0" h="2853700">
                  <a:moveTo>
                    <a:pt x="0" y="2853700"/>
                  </a:moveTo>
                  <a:lnTo>
                    <a:pt x="0" y="2825062"/>
                  </a:lnTo>
                  <a:lnTo>
                    <a:pt x="0" y="2791370"/>
                  </a:lnTo>
                  <a:lnTo>
                    <a:pt x="0" y="2757678"/>
                  </a:lnTo>
                  <a:lnTo>
                    <a:pt x="0" y="2723986"/>
                  </a:lnTo>
                  <a:lnTo>
                    <a:pt x="0" y="2690294"/>
                  </a:lnTo>
                  <a:lnTo>
                    <a:pt x="0" y="2656602"/>
                  </a:lnTo>
                  <a:lnTo>
                    <a:pt x="0" y="2622911"/>
                  </a:lnTo>
                  <a:lnTo>
                    <a:pt x="0" y="2589219"/>
                  </a:lnTo>
                  <a:lnTo>
                    <a:pt x="0" y="2555527"/>
                  </a:lnTo>
                  <a:lnTo>
                    <a:pt x="0" y="2521835"/>
                  </a:lnTo>
                  <a:lnTo>
                    <a:pt x="0" y="2488143"/>
                  </a:lnTo>
                  <a:lnTo>
                    <a:pt x="0" y="2454451"/>
                  </a:lnTo>
                  <a:lnTo>
                    <a:pt x="0" y="2420759"/>
                  </a:lnTo>
                  <a:lnTo>
                    <a:pt x="0" y="2387068"/>
                  </a:lnTo>
                  <a:lnTo>
                    <a:pt x="0" y="2353376"/>
                  </a:lnTo>
                  <a:lnTo>
                    <a:pt x="0" y="2319684"/>
                  </a:lnTo>
                  <a:lnTo>
                    <a:pt x="0" y="2285992"/>
                  </a:lnTo>
                  <a:lnTo>
                    <a:pt x="0" y="2252300"/>
                  </a:lnTo>
                  <a:lnTo>
                    <a:pt x="0" y="2218608"/>
                  </a:lnTo>
                  <a:lnTo>
                    <a:pt x="0" y="2184916"/>
                  </a:lnTo>
                  <a:lnTo>
                    <a:pt x="0" y="2151225"/>
                  </a:lnTo>
                  <a:lnTo>
                    <a:pt x="0" y="2117533"/>
                  </a:lnTo>
                  <a:lnTo>
                    <a:pt x="0" y="2083841"/>
                  </a:lnTo>
                  <a:lnTo>
                    <a:pt x="0" y="2050149"/>
                  </a:lnTo>
                  <a:lnTo>
                    <a:pt x="0" y="2016457"/>
                  </a:lnTo>
                  <a:lnTo>
                    <a:pt x="0" y="1982765"/>
                  </a:lnTo>
                  <a:lnTo>
                    <a:pt x="0" y="1949073"/>
                  </a:lnTo>
                  <a:lnTo>
                    <a:pt x="0" y="1915382"/>
                  </a:lnTo>
                  <a:lnTo>
                    <a:pt x="0" y="1881690"/>
                  </a:lnTo>
                  <a:lnTo>
                    <a:pt x="0" y="1847998"/>
                  </a:lnTo>
                  <a:lnTo>
                    <a:pt x="0" y="1814306"/>
                  </a:lnTo>
                  <a:lnTo>
                    <a:pt x="0" y="1780614"/>
                  </a:lnTo>
                  <a:lnTo>
                    <a:pt x="0" y="1746922"/>
                  </a:lnTo>
                  <a:lnTo>
                    <a:pt x="0" y="1713230"/>
                  </a:lnTo>
                  <a:lnTo>
                    <a:pt x="0" y="1679539"/>
                  </a:lnTo>
                  <a:lnTo>
                    <a:pt x="0" y="1645847"/>
                  </a:lnTo>
                  <a:lnTo>
                    <a:pt x="0" y="1612155"/>
                  </a:lnTo>
                  <a:lnTo>
                    <a:pt x="0" y="1578463"/>
                  </a:lnTo>
                  <a:lnTo>
                    <a:pt x="0" y="1544771"/>
                  </a:lnTo>
                  <a:lnTo>
                    <a:pt x="0" y="1511079"/>
                  </a:lnTo>
                  <a:lnTo>
                    <a:pt x="0" y="1477387"/>
                  </a:lnTo>
                  <a:lnTo>
                    <a:pt x="0" y="1443696"/>
                  </a:lnTo>
                  <a:lnTo>
                    <a:pt x="0" y="1410004"/>
                  </a:lnTo>
                  <a:lnTo>
                    <a:pt x="0" y="1376312"/>
                  </a:lnTo>
                  <a:lnTo>
                    <a:pt x="0" y="1342620"/>
                  </a:lnTo>
                  <a:lnTo>
                    <a:pt x="0" y="1308928"/>
                  </a:lnTo>
                  <a:lnTo>
                    <a:pt x="0" y="1275236"/>
                  </a:lnTo>
                  <a:lnTo>
                    <a:pt x="0" y="1241544"/>
                  </a:lnTo>
                  <a:lnTo>
                    <a:pt x="0" y="1207853"/>
                  </a:lnTo>
                  <a:lnTo>
                    <a:pt x="0" y="1174161"/>
                  </a:lnTo>
                  <a:lnTo>
                    <a:pt x="0" y="1140469"/>
                  </a:lnTo>
                  <a:lnTo>
                    <a:pt x="0" y="1106777"/>
                  </a:lnTo>
                  <a:lnTo>
                    <a:pt x="0" y="1073085"/>
                  </a:lnTo>
                  <a:lnTo>
                    <a:pt x="0" y="1039393"/>
                  </a:lnTo>
                  <a:lnTo>
                    <a:pt x="0" y="1005701"/>
                  </a:lnTo>
                  <a:lnTo>
                    <a:pt x="0" y="972010"/>
                  </a:lnTo>
                  <a:lnTo>
                    <a:pt x="0" y="938318"/>
                  </a:lnTo>
                  <a:lnTo>
                    <a:pt x="0" y="904626"/>
                  </a:lnTo>
                  <a:lnTo>
                    <a:pt x="0" y="870934"/>
                  </a:lnTo>
                  <a:lnTo>
                    <a:pt x="0" y="837242"/>
                  </a:lnTo>
                  <a:lnTo>
                    <a:pt x="0" y="803550"/>
                  </a:lnTo>
                  <a:lnTo>
                    <a:pt x="0" y="769858"/>
                  </a:lnTo>
                  <a:lnTo>
                    <a:pt x="0" y="736167"/>
                  </a:lnTo>
                  <a:lnTo>
                    <a:pt x="0" y="702475"/>
                  </a:lnTo>
                  <a:lnTo>
                    <a:pt x="0" y="668783"/>
                  </a:lnTo>
                  <a:lnTo>
                    <a:pt x="0" y="635091"/>
                  </a:lnTo>
                  <a:lnTo>
                    <a:pt x="0" y="601399"/>
                  </a:lnTo>
                  <a:lnTo>
                    <a:pt x="0" y="567707"/>
                  </a:lnTo>
                  <a:lnTo>
                    <a:pt x="0" y="534015"/>
                  </a:lnTo>
                  <a:lnTo>
                    <a:pt x="0" y="500324"/>
                  </a:lnTo>
                  <a:lnTo>
                    <a:pt x="0" y="466632"/>
                  </a:lnTo>
                  <a:lnTo>
                    <a:pt x="0" y="432940"/>
                  </a:lnTo>
                  <a:lnTo>
                    <a:pt x="0" y="399248"/>
                  </a:lnTo>
                  <a:lnTo>
                    <a:pt x="0" y="365556"/>
                  </a:lnTo>
                  <a:lnTo>
                    <a:pt x="0" y="331864"/>
                  </a:lnTo>
                  <a:lnTo>
                    <a:pt x="0" y="298172"/>
                  </a:lnTo>
                  <a:lnTo>
                    <a:pt x="0" y="264481"/>
                  </a:lnTo>
                  <a:lnTo>
                    <a:pt x="0" y="230789"/>
                  </a:lnTo>
                  <a:lnTo>
                    <a:pt x="0" y="197097"/>
                  </a:lnTo>
                  <a:lnTo>
                    <a:pt x="0" y="163405"/>
                  </a:lnTo>
                  <a:lnTo>
                    <a:pt x="0" y="129713"/>
                  </a:lnTo>
                  <a:lnTo>
                    <a:pt x="0" y="96021"/>
                  </a:lnTo>
                  <a:lnTo>
                    <a:pt x="0" y="62329"/>
                  </a:lnTo>
                  <a:lnTo>
                    <a:pt x="0" y="28638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3356438" y="1316559"/>
              <a:ext cx="0" cy="2853700"/>
            </a:xfrm>
            <a:custGeom>
              <a:avLst/>
              <a:pathLst>
                <a:path w="0" h="2853700">
                  <a:moveTo>
                    <a:pt x="0" y="2853700"/>
                  </a:moveTo>
                  <a:lnTo>
                    <a:pt x="0" y="2825062"/>
                  </a:lnTo>
                  <a:lnTo>
                    <a:pt x="0" y="2791370"/>
                  </a:lnTo>
                  <a:lnTo>
                    <a:pt x="0" y="2757678"/>
                  </a:lnTo>
                  <a:lnTo>
                    <a:pt x="0" y="2723986"/>
                  </a:lnTo>
                  <a:lnTo>
                    <a:pt x="0" y="2690294"/>
                  </a:lnTo>
                  <a:lnTo>
                    <a:pt x="0" y="2656602"/>
                  </a:lnTo>
                  <a:lnTo>
                    <a:pt x="0" y="2622911"/>
                  </a:lnTo>
                  <a:lnTo>
                    <a:pt x="0" y="2589219"/>
                  </a:lnTo>
                  <a:lnTo>
                    <a:pt x="0" y="2555527"/>
                  </a:lnTo>
                  <a:lnTo>
                    <a:pt x="0" y="2521835"/>
                  </a:lnTo>
                  <a:lnTo>
                    <a:pt x="0" y="2488143"/>
                  </a:lnTo>
                  <a:lnTo>
                    <a:pt x="0" y="2454451"/>
                  </a:lnTo>
                  <a:lnTo>
                    <a:pt x="0" y="2420759"/>
                  </a:lnTo>
                  <a:lnTo>
                    <a:pt x="0" y="2387068"/>
                  </a:lnTo>
                  <a:lnTo>
                    <a:pt x="0" y="2353376"/>
                  </a:lnTo>
                  <a:lnTo>
                    <a:pt x="0" y="2319684"/>
                  </a:lnTo>
                  <a:lnTo>
                    <a:pt x="0" y="2285992"/>
                  </a:lnTo>
                  <a:lnTo>
                    <a:pt x="0" y="2252300"/>
                  </a:lnTo>
                  <a:lnTo>
                    <a:pt x="0" y="2218608"/>
                  </a:lnTo>
                  <a:lnTo>
                    <a:pt x="0" y="2184916"/>
                  </a:lnTo>
                  <a:lnTo>
                    <a:pt x="0" y="2151225"/>
                  </a:lnTo>
                  <a:lnTo>
                    <a:pt x="0" y="2117533"/>
                  </a:lnTo>
                  <a:lnTo>
                    <a:pt x="0" y="2083841"/>
                  </a:lnTo>
                  <a:lnTo>
                    <a:pt x="0" y="2050149"/>
                  </a:lnTo>
                  <a:lnTo>
                    <a:pt x="0" y="2016457"/>
                  </a:lnTo>
                  <a:lnTo>
                    <a:pt x="0" y="1982765"/>
                  </a:lnTo>
                  <a:lnTo>
                    <a:pt x="0" y="1949073"/>
                  </a:lnTo>
                  <a:lnTo>
                    <a:pt x="0" y="1915382"/>
                  </a:lnTo>
                  <a:lnTo>
                    <a:pt x="0" y="1881690"/>
                  </a:lnTo>
                  <a:lnTo>
                    <a:pt x="0" y="1847998"/>
                  </a:lnTo>
                  <a:lnTo>
                    <a:pt x="0" y="1814306"/>
                  </a:lnTo>
                  <a:lnTo>
                    <a:pt x="0" y="1780614"/>
                  </a:lnTo>
                  <a:lnTo>
                    <a:pt x="0" y="1746922"/>
                  </a:lnTo>
                  <a:lnTo>
                    <a:pt x="0" y="1713230"/>
                  </a:lnTo>
                  <a:lnTo>
                    <a:pt x="0" y="1679539"/>
                  </a:lnTo>
                  <a:lnTo>
                    <a:pt x="0" y="1645847"/>
                  </a:lnTo>
                  <a:lnTo>
                    <a:pt x="0" y="1612155"/>
                  </a:lnTo>
                  <a:lnTo>
                    <a:pt x="0" y="1578463"/>
                  </a:lnTo>
                  <a:lnTo>
                    <a:pt x="0" y="1544771"/>
                  </a:lnTo>
                  <a:lnTo>
                    <a:pt x="0" y="1511079"/>
                  </a:lnTo>
                  <a:lnTo>
                    <a:pt x="0" y="1477387"/>
                  </a:lnTo>
                  <a:lnTo>
                    <a:pt x="0" y="1443696"/>
                  </a:lnTo>
                  <a:lnTo>
                    <a:pt x="0" y="1410004"/>
                  </a:lnTo>
                  <a:lnTo>
                    <a:pt x="0" y="1376312"/>
                  </a:lnTo>
                  <a:lnTo>
                    <a:pt x="0" y="1342620"/>
                  </a:lnTo>
                  <a:lnTo>
                    <a:pt x="0" y="1308928"/>
                  </a:lnTo>
                  <a:lnTo>
                    <a:pt x="0" y="1275236"/>
                  </a:lnTo>
                  <a:lnTo>
                    <a:pt x="0" y="1241544"/>
                  </a:lnTo>
                  <a:lnTo>
                    <a:pt x="0" y="1207853"/>
                  </a:lnTo>
                  <a:lnTo>
                    <a:pt x="0" y="1174161"/>
                  </a:lnTo>
                  <a:lnTo>
                    <a:pt x="0" y="1140469"/>
                  </a:lnTo>
                  <a:lnTo>
                    <a:pt x="0" y="1106777"/>
                  </a:lnTo>
                  <a:lnTo>
                    <a:pt x="0" y="1073085"/>
                  </a:lnTo>
                  <a:lnTo>
                    <a:pt x="0" y="1039393"/>
                  </a:lnTo>
                  <a:lnTo>
                    <a:pt x="0" y="1005701"/>
                  </a:lnTo>
                  <a:lnTo>
                    <a:pt x="0" y="972010"/>
                  </a:lnTo>
                  <a:lnTo>
                    <a:pt x="0" y="938318"/>
                  </a:lnTo>
                  <a:lnTo>
                    <a:pt x="0" y="904626"/>
                  </a:lnTo>
                  <a:lnTo>
                    <a:pt x="0" y="870934"/>
                  </a:lnTo>
                  <a:lnTo>
                    <a:pt x="0" y="837242"/>
                  </a:lnTo>
                  <a:lnTo>
                    <a:pt x="0" y="803550"/>
                  </a:lnTo>
                  <a:lnTo>
                    <a:pt x="0" y="769858"/>
                  </a:lnTo>
                  <a:lnTo>
                    <a:pt x="0" y="736167"/>
                  </a:lnTo>
                  <a:lnTo>
                    <a:pt x="0" y="702475"/>
                  </a:lnTo>
                  <a:lnTo>
                    <a:pt x="0" y="668783"/>
                  </a:lnTo>
                  <a:lnTo>
                    <a:pt x="0" y="635091"/>
                  </a:lnTo>
                  <a:lnTo>
                    <a:pt x="0" y="601399"/>
                  </a:lnTo>
                  <a:lnTo>
                    <a:pt x="0" y="567707"/>
                  </a:lnTo>
                  <a:lnTo>
                    <a:pt x="0" y="534015"/>
                  </a:lnTo>
                  <a:lnTo>
                    <a:pt x="0" y="500324"/>
                  </a:lnTo>
                  <a:lnTo>
                    <a:pt x="0" y="466632"/>
                  </a:lnTo>
                  <a:lnTo>
                    <a:pt x="0" y="432940"/>
                  </a:lnTo>
                  <a:lnTo>
                    <a:pt x="0" y="399248"/>
                  </a:lnTo>
                  <a:lnTo>
                    <a:pt x="0" y="365556"/>
                  </a:lnTo>
                  <a:lnTo>
                    <a:pt x="0" y="331864"/>
                  </a:lnTo>
                  <a:lnTo>
                    <a:pt x="0" y="298172"/>
                  </a:lnTo>
                  <a:lnTo>
                    <a:pt x="0" y="264481"/>
                  </a:lnTo>
                  <a:lnTo>
                    <a:pt x="0" y="230789"/>
                  </a:lnTo>
                  <a:lnTo>
                    <a:pt x="0" y="197097"/>
                  </a:lnTo>
                  <a:lnTo>
                    <a:pt x="0" y="163405"/>
                  </a:lnTo>
                  <a:lnTo>
                    <a:pt x="0" y="129713"/>
                  </a:lnTo>
                  <a:lnTo>
                    <a:pt x="0" y="96021"/>
                  </a:lnTo>
                  <a:lnTo>
                    <a:pt x="0" y="62329"/>
                  </a:lnTo>
                  <a:lnTo>
                    <a:pt x="0" y="28638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754695" y="1316559"/>
              <a:ext cx="0" cy="2853700"/>
            </a:xfrm>
            <a:custGeom>
              <a:avLst/>
              <a:pathLst>
                <a:path w="0" h="2853700">
                  <a:moveTo>
                    <a:pt x="0" y="2853700"/>
                  </a:moveTo>
                  <a:lnTo>
                    <a:pt x="0" y="2825062"/>
                  </a:lnTo>
                  <a:lnTo>
                    <a:pt x="0" y="2791370"/>
                  </a:lnTo>
                  <a:lnTo>
                    <a:pt x="0" y="2757678"/>
                  </a:lnTo>
                  <a:lnTo>
                    <a:pt x="0" y="2723986"/>
                  </a:lnTo>
                  <a:lnTo>
                    <a:pt x="0" y="2690294"/>
                  </a:lnTo>
                  <a:lnTo>
                    <a:pt x="0" y="2656602"/>
                  </a:lnTo>
                  <a:lnTo>
                    <a:pt x="0" y="2622911"/>
                  </a:lnTo>
                  <a:lnTo>
                    <a:pt x="0" y="2589219"/>
                  </a:lnTo>
                  <a:lnTo>
                    <a:pt x="0" y="2555527"/>
                  </a:lnTo>
                  <a:lnTo>
                    <a:pt x="0" y="2521835"/>
                  </a:lnTo>
                  <a:lnTo>
                    <a:pt x="0" y="2488143"/>
                  </a:lnTo>
                  <a:lnTo>
                    <a:pt x="0" y="2454451"/>
                  </a:lnTo>
                  <a:lnTo>
                    <a:pt x="0" y="2420759"/>
                  </a:lnTo>
                  <a:lnTo>
                    <a:pt x="0" y="2387068"/>
                  </a:lnTo>
                  <a:lnTo>
                    <a:pt x="0" y="2353376"/>
                  </a:lnTo>
                  <a:lnTo>
                    <a:pt x="0" y="2319684"/>
                  </a:lnTo>
                  <a:lnTo>
                    <a:pt x="0" y="2285992"/>
                  </a:lnTo>
                  <a:lnTo>
                    <a:pt x="0" y="2252300"/>
                  </a:lnTo>
                  <a:lnTo>
                    <a:pt x="0" y="2218608"/>
                  </a:lnTo>
                  <a:lnTo>
                    <a:pt x="0" y="2184916"/>
                  </a:lnTo>
                  <a:lnTo>
                    <a:pt x="0" y="2151225"/>
                  </a:lnTo>
                  <a:lnTo>
                    <a:pt x="0" y="2117533"/>
                  </a:lnTo>
                  <a:lnTo>
                    <a:pt x="0" y="2083841"/>
                  </a:lnTo>
                  <a:lnTo>
                    <a:pt x="0" y="2050149"/>
                  </a:lnTo>
                  <a:lnTo>
                    <a:pt x="0" y="2016457"/>
                  </a:lnTo>
                  <a:lnTo>
                    <a:pt x="0" y="1982765"/>
                  </a:lnTo>
                  <a:lnTo>
                    <a:pt x="0" y="1949073"/>
                  </a:lnTo>
                  <a:lnTo>
                    <a:pt x="0" y="1915382"/>
                  </a:lnTo>
                  <a:lnTo>
                    <a:pt x="0" y="1881690"/>
                  </a:lnTo>
                  <a:lnTo>
                    <a:pt x="0" y="1847998"/>
                  </a:lnTo>
                  <a:lnTo>
                    <a:pt x="0" y="1814306"/>
                  </a:lnTo>
                  <a:lnTo>
                    <a:pt x="0" y="1780614"/>
                  </a:lnTo>
                  <a:lnTo>
                    <a:pt x="0" y="1746922"/>
                  </a:lnTo>
                  <a:lnTo>
                    <a:pt x="0" y="1713230"/>
                  </a:lnTo>
                  <a:lnTo>
                    <a:pt x="0" y="1679539"/>
                  </a:lnTo>
                  <a:lnTo>
                    <a:pt x="0" y="1645847"/>
                  </a:lnTo>
                  <a:lnTo>
                    <a:pt x="0" y="1612155"/>
                  </a:lnTo>
                  <a:lnTo>
                    <a:pt x="0" y="1578463"/>
                  </a:lnTo>
                  <a:lnTo>
                    <a:pt x="0" y="1544771"/>
                  </a:lnTo>
                  <a:lnTo>
                    <a:pt x="0" y="1511079"/>
                  </a:lnTo>
                  <a:lnTo>
                    <a:pt x="0" y="1477387"/>
                  </a:lnTo>
                  <a:lnTo>
                    <a:pt x="0" y="1443696"/>
                  </a:lnTo>
                  <a:lnTo>
                    <a:pt x="0" y="1410004"/>
                  </a:lnTo>
                  <a:lnTo>
                    <a:pt x="0" y="1376312"/>
                  </a:lnTo>
                  <a:lnTo>
                    <a:pt x="0" y="1342620"/>
                  </a:lnTo>
                  <a:lnTo>
                    <a:pt x="0" y="1308928"/>
                  </a:lnTo>
                  <a:lnTo>
                    <a:pt x="0" y="1275236"/>
                  </a:lnTo>
                  <a:lnTo>
                    <a:pt x="0" y="1241544"/>
                  </a:lnTo>
                  <a:lnTo>
                    <a:pt x="0" y="1207853"/>
                  </a:lnTo>
                  <a:lnTo>
                    <a:pt x="0" y="1174161"/>
                  </a:lnTo>
                  <a:lnTo>
                    <a:pt x="0" y="1140469"/>
                  </a:lnTo>
                  <a:lnTo>
                    <a:pt x="0" y="1106777"/>
                  </a:lnTo>
                  <a:lnTo>
                    <a:pt x="0" y="1073085"/>
                  </a:lnTo>
                  <a:lnTo>
                    <a:pt x="0" y="1039393"/>
                  </a:lnTo>
                  <a:lnTo>
                    <a:pt x="0" y="1005701"/>
                  </a:lnTo>
                  <a:lnTo>
                    <a:pt x="0" y="972010"/>
                  </a:lnTo>
                  <a:lnTo>
                    <a:pt x="0" y="938318"/>
                  </a:lnTo>
                  <a:lnTo>
                    <a:pt x="0" y="904626"/>
                  </a:lnTo>
                  <a:lnTo>
                    <a:pt x="0" y="870934"/>
                  </a:lnTo>
                  <a:lnTo>
                    <a:pt x="0" y="837242"/>
                  </a:lnTo>
                  <a:lnTo>
                    <a:pt x="0" y="803550"/>
                  </a:lnTo>
                  <a:lnTo>
                    <a:pt x="0" y="769858"/>
                  </a:lnTo>
                  <a:lnTo>
                    <a:pt x="0" y="736167"/>
                  </a:lnTo>
                  <a:lnTo>
                    <a:pt x="0" y="702475"/>
                  </a:lnTo>
                  <a:lnTo>
                    <a:pt x="0" y="668783"/>
                  </a:lnTo>
                  <a:lnTo>
                    <a:pt x="0" y="635091"/>
                  </a:lnTo>
                  <a:lnTo>
                    <a:pt x="0" y="601399"/>
                  </a:lnTo>
                  <a:lnTo>
                    <a:pt x="0" y="567707"/>
                  </a:lnTo>
                  <a:lnTo>
                    <a:pt x="0" y="534015"/>
                  </a:lnTo>
                  <a:lnTo>
                    <a:pt x="0" y="500324"/>
                  </a:lnTo>
                  <a:lnTo>
                    <a:pt x="0" y="466632"/>
                  </a:lnTo>
                  <a:lnTo>
                    <a:pt x="0" y="432940"/>
                  </a:lnTo>
                  <a:lnTo>
                    <a:pt x="0" y="399248"/>
                  </a:lnTo>
                  <a:lnTo>
                    <a:pt x="0" y="365556"/>
                  </a:lnTo>
                  <a:lnTo>
                    <a:pt x="0" y="331864"/>
                  </a:lnTo>
                  <a:lnTo>
                    <a:pt x="0" y="298172"/>
                  </a:lnTo>
                  <a:lnTo>
                    <a:pt x="0" y="264481"/>
                  </a:lnTo>
                  <a:lnTo>
                    <a:pt x="0" y="230789"/>
                  </a:lnTo>
                  <a:lnTo>
                    <a:pt x="0" y="197097"/>
                  </a:lnTo>
                  <a:lnTo>
                    <a:pt x="0" y="163405"/>
                  </a:lnTo>
                  <a:lnTo>
                    <a:pt x="0" y="129713"/>
                  </a:lnTo>
                  <a:lnTo>
                    <a:pt x="0" y="96021"/>
                  </a:lnTo>
                  <a:lnTo>
                    <a:pt x="0" y="62329"/>
                  </a:lnTo>
                  <a:lnTo>
                    <a:pt x="0" y="28638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4152953" y="1316559"/>
              <a:ext cx="0" cy="2853700"/>
            </a:xfrm>
            <a:custGeom>
              <a:avLst/>
              <a:pathLst>
                <a:path w="0" h="2853700">
                  <a:moveTo>
                    <a:pt x="0" y="2853700"/>
                  </a:moveTo>
                  <a:lnTo>
                    <a:pt x="0" y="2825062"/>
                  </a:lnTo>
                  <a:lnTo>
                    <a:pt x="0" y="2791370"/>
                  </a:lnTo>
                  <a:lnTo>
                    <a:pt x="0" y="2757678"/>
                  </a:lnTo>
                  <a:lnTo>
                    <a:pt x="0" y="2723986"/>
                  </a:lnTo>
                  <a:lnTo>
                    <a:pt x="0" y="2690294"/>
                  </a:lnTo>
                  <a:lnTo>
                    <a:pt x="0" y="2656602"/>
                  </a:lnTo>
                  <a:lnTo>
                    <a:pt x="0" y="2622911"/>
                  </a:lnTo>
                  <a:lnTo>
                    <a:pt x="0" y="2589219"/>
                  </a:lnTo>
                  <a:lnTo>
                    <a:pt x="0" y="2555527"/>
                  </a:lnTo>
                  <a:lnTo>
                    <a:pt x="0" y="2521835"/>
                  </a:lnTo>
                  <a:lnTo>
                    <a:pt x="0" y="2488143"/>
                  </a:lnTo>
                  <a:lnTo>
                    <a:pt x="0" y="2454451"/>
                  </a:lnTo>
                  <a:lnTo>
                    <a:pt x="0" y="2420759"/>
                  </a:lnTo>
                  <a:lnTo>
                    <a:pt x="0" y="2387068"/>
                  </a:lnTo>
                  <a:lnTo>
                    <a:pt x="0" y="2353376"/>
                  </a:lnTo>
                  <a:lnTo>
                    <a:pt x="0" y="2319684"/>
                  </a:lnTo>
                  <a:lnTo>
                    <a:pt x="0" y="2285992"/>
                  </a:lnTo>
                  <a:lnTo>
                    <a:pt x="0" y="2252300"/>
                  </a:lnTo>
                  <a:lnTo>
                    <a:pt x="0" y="2218608"/>
                  </a:lnTo>
                  <a:lnTo>
                    <a:pt x="0" y="2184916"/>
                  </a:lnTo>
                  <a:lnTo>
                    <a:pt x="0" y="2151225"/>
                  </a:lnTo>
                  <a:lnTo>
                    <a:pt x="0" y="2117533"/>
                  </a:lnTo>
                  <a:lnTo>
                    <a:pt x="0" y="2083841"/>
                  </a:lnTo>
                  <a:lnTo>
                    <a:pt x="0" y="2050149"/>
                  </a:lnTo>
                  <a:lnTo>
                    <a:pt x="0" y="2016457"/>
                  </a:lnTo>
                  <a:lnTo>
                    <a:pt x="0" y="1982765"/>
                  </a:lnTo>
                  <a:lnTo>
                    <a:pt x="0" y="1949073"/>
                  </a:lnTo>
                  <a:lnTo>
                    <a:pt x="0" y="1915382"/>
                  </a:lnTo>
                  <a:lnTo>
                    <a:pt x="0" y="1881690"/>
                  </a:lnTo>
                  <a:lnTo>
                    <a:pt x="0" y="1847998"/>
                  </a:lnTo>
                  <a:lnTo>
                    <a:pt x="0" y="1814306"/>
                  </a:lnTo>
                  <a:lnTo>
                    <a:pt x="0" y="1780614"/>
                  </a:lnTo>
                  <a:lnTo>
                    <a:pt x="0" y="1746922"/>
                  </a:lnTo>
                  <a:lnTo>
                    <a:pt x="0" y="1713230"/>
                  </a:lnTo>
                  <a:lnTo>
                    <a:pt x="0" y="1679539"/>
                  </a:lnTo>
                  <a:lnTo>
                    <a:pt x="0" y="1645847"/>
                  </a:lnTo>
                  <a:lnTo>
                    <a:pt x="0" y="1612155"/>
                  </a:lnTo>
                  <a:lnTo>
                    <a:pt x="0" y="1578463"/>
                  </a:lnTo>
                  <a:lnTo>
                    <a:pt x="0" y="1544771"/>
                  </a:lnTo>
                  <a:lnTo>
                    <a:pt x="0" y="1511079"/>
                  </a:lnTo>
                  <a:lnTo>
                    <a:pt x="0" y="1477387"/>
                  </a:lnTo>
                  <a:lnTo>
                    <a:pt x="0" y="1443696"/>
                  </a:lnTo>
                  <a:lnTo>
                    <a:pt x="0" y="1410004"/>
                  </a:lnTo>
                  <a:lnTo>
                    <a:pt x="0" y="1376312"/>
                  </a:lnTo>
                  <a:lnTo>
                    <a:pt x="0" y="1342620"/>
                  </a:lnTo>
                  <a:lnTo>
                    <a:pt x="0" y="1308928"/>
                  </a:lnTo>
                  <a:lnTo>
                    <a:pt x="0" y="1275236"/>
                  </a:lnTo>
                  <a:lnTo>
                    <a:pt x="0" y="1241544"/>
                  </a:lnTo>
                  <a:lnTo>
                    <a:pt x="0" y="1207853"/>
                  </a:lnTo>
                  <a:lnTo>
                    <a:pt x="0" y="1174161"/>
                  </a:lnTo>
                  <a:lnTo>
                    <a:pt x="0" y="1140469"/>
                  </a:lnTo>
                  <a:lnTo>
                    <a:pt x="0" y="1106777"/>
                  </a:lnTo>
                  <a:lnTo>
                    <a:pt x="0" y="1073085"/>
                  </a:lnTo>
                  <a:lnTo>
                    <a:pt x="0" y="1039393"/>
                  </a:lnTo>
                  <a:lnTo>
                    <a:pt x="0" y="1005701"/>
                  </a:lnTo>
                  <a:lnTo>
                    <a:pt x="0" y="972010"/>
                  </a:lnTo>
                  <a:lnTo>
                    <a:pt x="0" y="938318"/>
                  </a:lnTo>
                  <a:lnTo>
                    <a:pt x="0" y="904626"/>
                  </a:lnTo>
                  <a:lnTo>
                    <a:pt x="0" y="870934"/>
                  </a:lnTo>
                  <a:lnTo>
                    <a:pt x="0" y="837242"/>
                  </a:lnTo>
                  <a:lnTo>
                    <a:pt x="0" y="803550"/>
                  </a:lnTo>
                  <a:lnTo>
                    <a:pt x="0" y="769858"/>
                  </a:lnTo>
                  <a:lnTo>
                    <a:pt x="0" y="736167"/>
                  </a:lnTo>
                  <a:lnTo>
                    <a:pt x="0" y="702475"/>
                  </a:lnTo>
                  <a:lnTo>
                    <a:pt x="0" y="668783"/>
                  </a:lnTo>
                  <a:lnTo>
                    <a:pt x="0" y="635091"/>
                  </a:lnTo>
                  <a:lnTo>
                    <a:pt x="0" y="601399"/>
                  </a:lnTo>
                  <a:lnTo>
                    <a:pt x="0" y="567707"/>
                  </a:lnTo>
                  <a:lnTo>
                    <a:pt x="0" y="534015"/>
                  </a:lnTo>
                  <a:lnTo>
                    <a:pt x="0" y="500324"/>
                  </a:lnTo>
                  <a:lnTo>
                    <a:pt x="0" y="466632"/>
                  </a:lnTo>
                  <a:lnTo>
                    <a:pt x="0" y="432940"/>
                  </a:lnTo>
                  <a:lnTo>
                    <a:pt x="0" y="399248"/>
                  </a:lnTo>
                  <a:lnTo>
                    <a:pt x="0" y="365556"/>
                  </a:lnTo>
                  <a:lnTo>
                    <a:pt x="0" y="331864"/>
                  </a:lnTo>
                  <a:lnTo>
                    <a:pt x="0" y="298172"/>
                  </a:lnTo>
                  <a:lnTo>
                    <a:pt x="0" y="264481"/>
                  </a:lnTo>
                  <a:lnTo>
                    <a:pt x="0" y="230789"/>
                  </a:lnTo>
                  <a:lnTo>
                    <a:pt x="0" y="197097"/>
                  </a:lnTo>
                  <a:lnTo>
                    <a:pt x="0" y="163405"/>
                  </a:lnTo>
                  <a:lnTo>
                    <a:pt x="0" y="129713"/>
                  </a:lnTo>
                  <a:lnTo>
                    <a:pt x="0" y="96021"/>
                  </a:lnTo>
                  <a:lnTo>
                    <a:pt x="0" y="62329"/>
                  </a:lnTo>
                  <a:lnTo>
                    <a:pt x="0" y="28638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4551211" y="1316559"/>
              <a:ext cx="0" cy="2853700"/>
            </a:xfrm>
            <a:custGeom>
              <a:avLst/>
              <a:pathLst>
                <a:path w="0" h="2853700">
                  <a:moveTo>
                    <a:pt x="0" y="2853700"/>
                  </a:moveTo>
                  <a:lnTo>
                    <a:pt x="0" y="2825062"/>
                  </a:lnTo>
                  <a:lnTo>
                    <a:pt x="0" y="2791370"/>
                  </a:lnTo>
                  <a:lnTo>
                    <a:pt x="0" y="2757678"/>
                  </a:lnTo>
                  <a:lnTo>
                    <a:pt x="0" y="2723986"/>
                  </a:lnTo>
                  <a:lnTo>
                    <a:pt x="0" y="2690294"/>
                  </a:lnTo>
                  <a:lnTo>
                    <a:pt x="0" y="2656602"/>
                  </a:lnTo>
                  <a:lnTo>
                    <a:pt x="0" y="2622911"/>
                  </a:lnTo>
                  <a:lnTo>
                    <a:pt x="0" y="2589219"/>
                  </a:lnTo>
                  <a:lnTo>
                    <a:pt x="0" y="2555527"/>
                  </a:lnTo>
                  <a:lnTo>
                    <a:pt x="0" y="2521835"/>
                  </a:lnTo>
                  <a:lnTo>
                    <a:pt x="0" y="2488143"/>
                  </a:lnTo>
                  <a:lnTo>
                    <a:pt x="0" y="2454451"/>
                  </a:lnTo>
                  <a:lnTo>
                    <a:pt x="0" y="2420759"/>
                  </a:lnTo>
                  <a:lnTo>
                    <a:pt x="0" y="2387068"/>
                  </a:lnTo>
                  <a:lnTo>
                    <a:pt x="0" y="2353376"/>
                  </a:lnTo>
                  <a:lnTo>
                    <a:pt x="0" y="2319684"/>
                  </a:lnTo>
                  <a:lnTo>
                    <a:pt x="0" y="2285992"/>
                  </a:lnTo>
                  <a:lnTo>
                    <a:pt x="0" y="2252300"/>
                  </a:lnTo>
                  <a:lnTo>
                    <a:pt x="0" y="2218608"/>
                  </a:lnTo>
                  <a:lnTo>
                    <a:pt x="0" y="2184916"/>
                  </a:lnTo>
                  <a:lnTo>
                    <a:pt x="0" y="2151225"/>
                  </a:lnTo>
                  <a:lnTo>
                    <a:pt x="0" y="2117533"/>
                  </a:lnTo>
                  <a:lnTo>
                    <a:pt x="0" y="2083841"/>
                  </a:lnTo>
                  <a:lnTo>
                    <a:pt x="0" y="2050149"/>
                  </a:lnTo>
                  <a:lnTo>
                    <a:pt x="0" y="2016457"/>
                  </a:lnTo>
                  <a:lnTo>
                    <a:pt x="0" y="1982765"/>
                  </a:lnTo>
                  <a:lnTo>
                    <a:pt x="0" y="1949073"/>
                  </a:lnTo>
                  <a:lnTo>
                    <a:pt x="0" y="1915382"/>
                  </a:lnTo>
                  <a:lnTo>
                    <a:pt x="0" y="1881690"/>
                  </a:lnTo>
                  <a:lnTo>
                    <a:pt x="0" y="1847998"/>
                  </a:lnTo>
                  <a:lnTo>
                    <a:pt x="0" y="1814306"/>
                  </a:lnTo>
                  <a:lnTo>
                    <a:pt x="0" y="1780614"/>
                  </a:lnTo>
                  <a:lnTo>
                    <a:pt x="0" y="1746922"/>
                  </a:lnTo>
                  <a:lnTo>
                    <a:pt x="0" y="1713230"/>
                  </a:lnTo>
                  <a:lnTo>
                    <a:pt x="0" y="1679539"/>
                  </a:lnTo>
                  <a:lnTo>
                    <a:pt x="0" y="1645847"/>
                  </a:lnTo>
                  <a:lnTo>
                    <a:pt x="0" y="1612155"/>
                  </a:lnTo>
                  <a:lnTo>
                    <a:pt x="0" y="1578463"/>
                  </a:lnTo>
                  <a:lnTo>
                    <a:pt x="0" y="1544771"/>
                  </a:lnTo>
                  <a:lnTo>
                    <a:pt x="0" y="1511079"/>
                  </a:lnTo>
                  <a:lnTo>
                    <a:pt x="0" y="1477387"/>
                  </a:lnTo>
                  <a:lnTo>
                    <a:pt x="0" y="1443696"/>
                  </a:lnTo>
                  <a:lnTo>
                    <a:pt x="0" y="1410004"/>
                  </a:lnTo>
                  <a:lnTo>
                    <a:pt x="0" y="1376312"/>
                  </a:lnTo>
                  <a:lnTo>
                    <a:pt x="0" y="1342620"/>
                  </a:lnTo>
                  <a:lnTo>
                    <a:pt x="0" y="1308928"/>
                  </a:lnTo>
                  <a:lnTo>
                    <a:pt x="0" y="1275236"/>
                  </a:lnTo>
                  <a:lnTo>
                    <a:pt x="0" y="1241544"/>
                  </a:lnTo>
                  <a:lnTo>
                    <a:pt x="0" y="1207853"/>
                  </a:lnTo>
                  <a:lnTo>
                    <a:pt x="0" y="1174161"/>
                  </a:lnTo>
                  <a:lnTo>
                    <a:pt x="0" y="1140469"/>
                  </a:lnTo>
                  <a:lnTo>
                    <a:pt x="0" y="1106777"/>
                  </a:lnTo>
                  <a:lnTo>
                    <a:pt x="0" y="1073085"/>
                  </a:lnTo>
                  <a:lnTo>
                    <a:pt x="0" y="1039393"/>
                  </a:lnTo>
                  <a:lnTo>
                    <a:pt x="0" y="1005701"/>
                  </a:lnTo>
                  <a:lnTo>
                    <a:pt x="0" y="972010"/>
                  </a:lnTo>
                  <a:lnTo>
                    <a:pt x="0" y="938318"/>
                  </a:lnTo>
                  <a:lnTo>
                    <a:pt x="0" y="904626"/>
                  </a:lnTo>
                  <a:lnTo>
                    <a:pt x="0" y="870934"/>
                  </a:lnTo>
                  <a:lnTo>
                    <a:pt x="0" y="837242"/>
                  </a:lnTo>
                  <a:lnTo>
                    <a:pt x="0" y="803550"/>
                  </a:lnTo>
                  <a:lnTo>
                    <a:pt x="0" y="769858"/>
                  </a:lnTo>
                  <a:lnTo>
                    <a:pt x="0" y="736167"/>
                  </a:lnTo>
                  <a:lnTo>
                    <a:pt x="0" y="702475"/>
                  </a:lnTo>
                  <a:lnTo>
                    <a:pt x="0" y="668783"/>
                  </a:lnTo>
                  <a:lnTo>
                    <a:pt x="0" y="635091"/>
                  </a:lnTo>
                  <a:lnTo>
                    <a:pt x="0" y="601399"/>
                  </a:lnTo>
                  <a:lnTo>
                    <a:pt x="0" y="567707"/>
                  </a:lnTo>
                  <a:lnTo>
                    <a:pt x="0" y="534015"/>
                  </a:lnTo>
                  <a:lnTo>
                    <a:pt x="0" y="500324"/>
                  </a:lnTo>
                  <a:lnTo>
                    <a:pt x="0" y="466632"/>
                  </a:lnTo>
                  <a:lnTo>
                    <a:pt x="0" y="432940"/>
                  </a:lnTo>
                  <a:lnTo>
                    <a:pt x="0" y="399248"/>
                  </a:lnTo>
                  <a:lnTo>
                    <a:pt x="0" y="365556"/>
                  </a:lnTo>
                  <a:lnTo>
                    <a:pt x="0" y="331864"/>
                  </a:lnTo>
                  <a:lnTo>
                    <a:pt x="0" y="298172"/>
                  </a:lnTo>
                  <a:lnTo>
                    <a:pt x="0" y="264481"/>
                  </a:lnTo>
                  <a:lnTo>
                    <a:pt x="0" y="230789"/>
                  </a:lnTo>
                  <a:lnTo>
                    <a:pt x="0" y="197097"/>
                  </a:lnTo>
                  <a:lnTo>
                    <a:pt x="0" y="163405"/>
                  </a:lnTo>
                  <a:lnTo>
                    <a:pt x="0" y="129713"/>
                  </a:lnTo>
                  <a:lnTo>
                    <a:pt x="0" y="96021"/>
                  </a:lnTo>
                  <a:lnTo>
                    <a:pt x="0" y="62329"/>
                  </a:lnTo>
                  <a:lnTo>
                    <a:pt x="0" y="28638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2460358" y="4040546"/>
              <a:ext cx="2190417" cy="0"/>
            </a:xfrm>
            <a:custGeom>
              <a:avLst/>
              <a:pathLst>
                <a:path w="2190417" h="0">
                  <a:moveTo>
                    <a:pt x="0" y="0"/>
                  </a:moveTo>
                  <a:lnTo>
                    <a:pt x="11062" y="0"/>
                  </a:lnTo>
                  <a:lnTo>
                    <a:pt x="39222" y="0"/>
                  </a:lnTo>
                  <a:lnTo>
                    <a:pt x="67381" y="0"/>
                  </a:lnTo>
                  <a:lnTo>
                    <a:pt x="95541" y="0"/>
                  </a:lnTo>
                  <a:lnTo>
                    <a:pt x="123701" y="0"/>
                  </a:lnTo>
                  <a:lnTo>
                    <a:pt x="151860" y="0"/>
                  </a:lnTo>
                  <a:lnTo>
                    <a:pt x="180020" y="0"/>
                  </a:lnTo>
                  <a:lnTo>
                    <a:pt x="208180" y="0"/>
                  </a:lnTo>
                  <a:lnTo>
                    <a:pt x="236339" y="0"/>
                  </a:lnTo>
                  <a:lnTo>
                    <a:pt x="264499" y="0"/>
                  </a:lnTo>
                  <a:lnTo>
                    <a:pt x="292659" y="0"/>
                  </a:lnTo>
                  <a:lnTo>
                    <a:pt x="320818" y="0"/>
                  </a:lnTo>
                  <a:lnTo>
                    <a:pt x="348978" y="0"/>
                  </a:lnTo>
                  <a:lnTo>
                    <a:pt x="377137" y="0"/>
                  </a:lnTo>
                  <a:lnTo>
                    <a:pt x="405297" y="0"/>
                  </a:lnTo>
                  <a:lnTo>
                    <a:pt x="433457" y="0"/>
                  </a:lnTo>
                  <a:lnTo>
                    <a:pt x="461616" y="0"/>
                  </a:lnTo>
                  <a:lnTo>
                    <a:pt x="489776" y="0"/>
                  </a:lnTo>
                  <a:lnTo>
                    <a:pt x="517936" y="0"/>
                  </a:lnTo>
                  <a:lnTo>
                    <a:pt x="546095" y="0"/>
                  </a:lnTo>
                  <a:lnTo>
                    <a:pt x="574255" y="0"/>
                  </a:lnTo>
                  <a:lnTo>
                    <a:pt x="602415" y="0"/>
                  </a:lnTo>
                  <a:lnTo>
                    <a:pt x="630574" y="0"/>
                  </a:lnTo>
                  <a:lnTo>
                    <a:pt x="658734" y="0"/>
                  </a:lnTo>
                  <a:lnTo>
                    <a:pt x="686893" y="0"/>
                  </a:lnTo>
                  <a:lnTo>
                    <a:pt x="715053" y="0"/>
                  </a:lnTo>
                  <a:lnTo>
                    <a:pt x="743213" y="0"/>
                  </a:lnTo>
                  <a:lnTo>
                    <a:pt x="771372" y="0"/>
                  </a:lnTo>
                  <a:lnTo>
                    <a:pt x="799532" y="0"/>
                  </a:lnTo>
                  <a:lnTo>
                    <a:pt x="827692" y="0"/>
                  </a:lnTo>
                  <a:lnTo>
                    <a:pt x="855851" y="0"/>
                  </a:lnTo>
                  <a:lnTo>
                    <a:pt x="884011" y="0"/>
                  </a:lnTo>
                  <a:lnTo>
                    <a:pt x="912170" y="0"/>
                  </a:lnTo>
                  <a:lnTo>
                    <a:pt x="940330" y="0"/>
                  </a:lnTo>
                  <a:lnTo>
                    <a:pt x="968490" y="0"/>
                  </a:lnTo>
                  <a:lnTo>
                    <a:pt x="996649" y="0"/>
                  </a:lnTo>
                  <a:lnTo>
                    <a:pt x="1024809" y="0"/>
                  </a:lnTo>
                  <a:lnTo>
                    <a:pt x="1052969" y="0"/>
                  </a:lnTo>
                  <a:lnTo>
                    <a:pt x="1081128" y="0"/>
                  </a:lnTo>
                  <a:lnTo>
                    <a:pt x="1109288" y="0"/>
                  </a:lnTo>
                  <a:lnTo>
                    <a:pt x="1137448" y="0"/>
                  </a:lnTo>
                  <a:lnTo>
                    <a:pt x="1165607" y="0"/>
                  </a:lnTo>
                  <a:lnTo>
                    <a:pt x="1193767" y="0"/>
                  </a:lnTo>
                  <a:lnTo>
                    <a:pt x="1221926" y="0"/>
                  </a:lnTo>
                  <a:lnTo>
                    <a:pt x="1250086" y="0"/>
                  </a:lnTo>
                  <a:lnTo>
                    <a:pt x="1278246" y="0"/>
                  </a:lnTo>
                  <a:lnTo>
                    <a:pt x="1306405" y="0"/>
                  </a:lnTo>
                  <a:lnTo>
                    <a:pt x="1334565" y="0"/>
                  </a:lnTo>
                  <a:lnTo>
                    <a:pt x="1362725" y="0"/>
                  </a:lnTo>
                  <a:lnTo>
                    <a:pt x="1390884" y="0"/>
                  </a:lnTo>
                  <a:lnTo>
                    <a:pt x="1419044" y="0"/>
                  </a:lnTo>
                  <a:lnTo>
                    <a:pt x="1447204" y="0"/>
                  </a:lnTo>
                  <a:lnTo>
                    <a:pt x="1475363" y="0"/>
                  </a:lnTo>
                  <a:lnTo>
                    <a:pt x="1503523" y="0"/>
                  </a:lnTo>
                  <a:lnTo>
                    <a:pt x="1531682" y="0"/>
                  </a:lnTo>
                  <a:lnTo>
                    <a:pt x="1559842" y="0"/>
                  </a:lnTo>
                  <a:lnTo>
                    <a:pt x="1588002" y="0"/>
                  </a:lnTo>
                  <a:lnTo>
                    <a:pt x="1616161" y="0"/>
                  </a:lnTo>
                  <a:lnTo>
                    <a:pt x="1644321" y="0"/>
                  </a:lnTo>
                  <a:lnTo>
                    <a:pt x="1672481" y="0"/>
                  </a:lnTo>
                  <a:lnTo>
                    <a:pt x="1700640" y="0"/>
                  </a:lnTo>
                  <a:lnTo>
                    <a:pt x="1728800" y="0"/>
                  </a:lnTo>
                  <a:lnTo>
                    <a:pt x="1756960" y="0"/>
                  </a:lnTo>
                  <a:lnTo>
                    <a:pt x="1785119" y="0"/>
                  </a:lnTo>
                  <a:lnTo>
                    <a:pt x="1813279" y="0"/>
                  </a:lnTo>
                  <a:lnTo>
                    <a:pt x="1841438" y="0"/>
                  </a:lnTo>
                  <a:lnTo>
                    <a:pt x="1869598" y="0"/>
                  </a:lnTo>
                  <a:lnTo>
                    <a:pt x="1897758" y="0"/>
                  </a:lnTo>
                  <a:lnTo>
                    <a:pt x="1925917" y="0"/>
                  </a:lnTo>
                  <a:lnTo>
                    <a:pt x="1954077" y="0"/>
                  </a:lnTo>
                  <a:lnTo>
                    <a:pt x="1982237" y="0"/>
                  </a:lnTo>
                  <a:lnTo>
                    <a:pt x="2010396" y="0"/>
                  </a:lnTo>
                  <a:lnTo>
                    <a:pt x="2038556" y="0"/>
                  </a:lnTo>
                  <a:lnTo>
                    <a:pt x="2066715" y="0"/>
                  </a:lnTo>
                  <a:lnTo>
                    <a:pt x="2094875" y="0"/>
                  </a:lnTo>
                  <a:lnTo>
                    <a:pt x="2123035" y="0"/>
                  </a:lnTo>
                  <a:lnTo>
                    <a:pt x="2151194" y="0"/>
                  </a:lnTo>
                  <a:lnTo>
                    <a:pt x="2179354" y="0"/>
                  </a:lnTo>
                  <a:lnTo>
                    <a:pt x="2190417" y="0"/>
                  </a:lnTo>
                  <a:lnTo>
                    <a:pt x="2190417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2460358" y="3669935"/>
              <a:ext cx="2190417" cy="0"/>
            </a:xfrm>
            <a:custGeom>
              <a:avLst/>
              <a:pathLst>
                <a:path w="2190417" h="0">
                  <a:moveTo>
                    <a:pt x="0" y="0"/>
                  </a:moveTo>
                  <a:lnTo>
                    <a:pt x="11062" y="0"/>
                  </a:lnTo>
                  <a:lnTo>
                    <a:pt x="39222" y="0"/>
                  </a:lnTo>
                  <a:lnTo>
                    <a:pt x="67381" y="0"/>
                  </a:lnTo>
                  <a:lnTo>
                    <a:pt x="95541" y="0"/>
                  </a:lnTo>
                  <a:lnTo>
                    <a:pt x="123701" y="0"/>
                  </a:lnTo>
                  <a:lnTo>
                    <a:pt x="151860" y="0"/>
                  </a:lnTo>
                  <a:lnTo>
                    <a:pt x="180020" y="0"/>
                  </a:lnTo>
                  <a:lnTo>
                    <a:pt x="208180" y="0"/>
                  </a:lnTo>
                  <a:lnTo>
                    <a:pt x="236339" y="0"/>
                  </a:lnTo>
                  <a:lnTo>
                    <a:pt x="264499" y="0"/>
                  </a:lnTo>
                  <a:lnTo>
                    <a:pt x="292659" y="0"/>
                  </a:lnTo>
                  <a:lnTo>
                    <a:pt x="320818" y="0"/>
                  </a:lnTo>
                  <a:lnTo>
                    <a:pt x="348978" y="0"/>
                  </a:lnTo>
                  <a:lnTo>
                    <a:pt x="377137" y="0"/>
                  </a:lnTo>
                  <a:lnTo>
                    <a:pt x="405297" y="0"/>
                  </a:lnTo>
                  <a:lnTo>
                    <a:pt x="433457" y="0"/>
                  </a:lnTo>
                  <a:lnTo>
                    <a:pt x="461616" y="0"/>
                  </a:lnTo>
                  <a:lnTo>
                    <a:pt x="489776" y="0"/>
                  </a:lnTo>
                  <a:lnTo>
                    <a:pt x="517936" y="0"/>
                  </a:lnTo>
                  <a:lnTo>
                    <a:pt x="546095" y="0"/>
                  </a:lnTo>
                  <a:lnTo>
                    <a:pt x="574255" y="0"/>
                  </a:lnTo>
                  <a:lnTo>
                    <a:pt x="602415" y="0"/>
                  </a:lnTo>
                  <a:lnTo>
                    <a:pt x="630574" y="0"/>
                  </a:lnTo>
                  <a:lnTo>
                    <a:pt x="658734" y="0"/>
                  </a:lnTo>
                  <a:lnTo>
                    <a:pt x="686893" y="0"/>
                  </a:lnTo>
                  <a:lnTo>
                    <a:pt x="715053" y="0"/>
                  </a:lnTo>
                  <a:lnTo>
                    <a:pt x="743213" y="0"/>
                  </a:lnTo>
                  <a:lnTo>
                    <a:pt x="771372" y="0"/>
                  </a:lnTo>
                  <a:lnTo>
                    <a:pt x="799532" y="0"/>
                  </a:lnTo>
                  <a:lnTo>
                    <a:pt x="827692" y="0"/>
                  </a:lnTo>
                  <a:lnTo>
                    <a:pt x="855851" y="0"/>
                  </a:lnTo>
                  <a:lnTo>
                    <a:pt x="884011" y="0"/>
                  </a:lnTo>
                  <a:lnTo>
                    <a:pt x="912170" y="0"/>
                  </a:lnTo>
                  <a:lnTo>
                    <a:pt x="940330" y="0"/>
                  </a:lnTo>
                  <a:lnTo>
                    <a:pt x="968490" y="0"/>
                  </a:lnTo>
                  <a:lnTo>
                    <a:pt x="996649" y="0"/>
                  </a:lnTo>
                  <a:lnTo>
                    <a:pt x="1024809" y="0"/>
                  </a:lnTo>
                  <a:lnTo>
                    <a:pt x="1052969" y="0"/>
                  </a:lnTo>
                  <a:lnTo>
                    <a:pt x="1081128" y="0"/>
                  </a:lnTo>
                  <a:lnTo>
                    <a:pt x="1109288" y="0"/>
                  </a:lnTo>
                  <a:lnTo>
                    <a:pt x="1137448" y="0"/>
                  </a:lnTo>
                  <a:lnTo>
                    <a:pt x="1165607" y="0"/>
                  </a:lnTo>
                  <a:lnTo>
                    <a:pt x="1193767" y="0"/>
                  </a:lnTo>
                  <a:lnTo>
                    <a:pt x="1221926" y="0"/>
                  </a:lnTo>
                  <a:lnTo>
                    <a:pt x="1250086" y="0"/>
                  </a:lnTo>
                  <a:lnTo>
                    <a:pt x="1278246" y="0"/>
                  </a:lnTo>
                  <a:lnTo>
                    <a:pt x="1306405" y="0"/>
                  </a:lnTo>
                  <a:lnTo>
                    <a:pt x="1334565" y="0"/>
                  </a:lnTo>
                  <a:lnTo>
                    <a:pt x="1362725" y="0"/>
                  </a:lnTo>
                  <a:lnTo>
                    <a:pt x="1390884" y="0"/>
                  </a:lnTo>
                  <a:lnTo>
                    <a:pt x="1419044" y="0"/>
                  </a:lnTo>
                  <a:lnTo>
                    <a:pt x="1447204" y="0"/>
                  </a:lnTo>
                  <a:lnTo>
                    <a:pt x="1475363" y="0"/>
                  </a:lnTo>
                  <a:lnTo>
                    <a:pt x="1503523" y="0"/>
                  </a:lnTo>
                  <a:lnTo>
                    <a:pt x="1531682" y="0"/>
                  </a:lnTo>
                  <a:lnTo>
                    <a:pt x="1559842" y="0"/>
                  </a:lnTo>
                  <a:lnTo>
                    <a:pt x="1588002" y="0"/>
                  </a:lnTo>
                  <a:lnTo>
                    <a:pt x="1616161" y="0"/>
                  </a:lnTo>
                  <a:lnTo>
                    <a:pt x="1644321" y="0"/>
                  </a:lnTo>
                  <a:lnTo>
                    <a:pt x="1672481" y="0"/>
                  </a:lnTo>
                  <a:lnTo>
                    <a:pt x="1700640" y="0"/>
                  </a:lnTo>
                  <a:lnTo>
                    <a:pt x="1728800" y="0"/>
                  </a:lnTo>
                  <a:lnTo>
                    <a:pt x="1756960" y="0"/>
                  </a:lnTo>
                  <a:lnTo>
                    <a:pt x="1785119" y="0"/>
                  </a:lnTo>
                  <a:lnTo>
                    <a:pt x="1813279" y="0"/>
                  </a:lnTo>
                  <a:lnTo>
                    <a:pt x="1841438" y="0"/>
                  </a:lnTo>
                  <a:lnTo>
                    <a:pt x="1869598" y="0"/>
                  </a:lnTo>
                  <a:lnTo>
                    <a:pt x="1897758" y="0"/>
                  </a:lnTo>
                  <a:lnTo>
                    <a:pt x="1925917" y="0"/>
                  </a:lnTo>
                  <a:lnTo>
                    <a:pt x="1954077" y="0"/>
                  </a:lnTo>
                  <a:lnTo>
                    <a:pt x="1982237" y="0"/>
                  </a:lnTo>
                  <a:lnTo>
                    <a:pt x="2010396" y="0"/>
                  </a:lnTo>
                  <a:lnTo>
                    <a:pt x="2038556" y="0"/>
                  </a:lnTo>
                  <a:lnTo>
                    <a:pt x="2066715" y="0"/>
                  </a:lnTo>
                  <a:lnTo>
                    <a:pt x="2094875" y="0"/>
                  </a:lnTo>
                  <a:lnTo>
                    <a:pt x="2123035" y="0"/>
                  </a:lnTo>
                  <a:lnTo>
                    <a:pt x="2151194" y="0"/>
                  </a:lnTo>
                  <a:lnTo>
                    <a:pt x="2179354" y="0"/>
                  </a:lnTo>
                  <a:lnTo>
                    <a:pt x="2190417" y="0"/>
                  </a:lnTo>
                  <a:lnTo>
                    <a:pt x="2190417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2460358" y="3299325"/>
              <a:ext cx="2190417" cy="0"/>
            </a:xfrm>
            <a:custGeom>
              <a:avLst/>
              <a:pathLst>
                <a:path w="2190417" h="0">
                  <a:moveTo>
                    <a:pt x="0" y="0"/>
                  </a:moveTo>
                  <a:lnTo>
                    <a:pt x="11062" y="0"/>
                  </a:lnTo>
                  <a:lnTo>
                    <a:pt x="39222" y="0"/>
                  </a:lnTo>
                  <a:lnTo>
                    <a:pt x="67381" y="0"/>
                  </a:lnTo>
                  <a:lnTo>
                    <a:pt x="95541" y="0"/>
                  </a:lnTo>
                  <a:lnTo>
                    <a:pt x="123701" y="0"/>
                  </a:lnTo>
                  <a:lnTo>
                    <a:pt x="151860" y="0"/>
                  </a:lnTo>
                  <a:lnTo>
                    <a:pt x="180020" y="0"/>
                  </a:lnTo>
                  <a:lnTo>
                    <a:pt x="208180" y="0"/>
                  </a:lnTo>
                  <a:lnTo>
                    <a:pt x="236339" y="0"/>
                  </a:lnTo>
                  <a:lnTo>
                    <a:pt x="264499" y="0"/>
                  </a:lnTo>
                  <a:lnTo>
                    <a:pt x="292659" y="0"/>
                  </a:lnTo>
                  <a:lnTo>
                    <a:pt x="320818" y="0"/>
                  </a:lnTo>
                  <a:lnTo>
                    <a:pt x="348978" y="0"/>
                  </a:lnTo>
                  <a:lnTo>
                    <a:pt x="377137" y="0"/>
                  </a:lnTo>
                  <a:lnTo>
                    <a:pt x="405297" y="0"/>
                  </a:lnTo>
                  <a:lnTo>
                    <a:pt x="433457" y="0"/>
                  </a:lnTo>
                  <a:lnTo>
                    <a:pt x="461616" y="0"/>
                  </a:lnTo>
                  <a:lnTo>
                    <a:pt x="489776" y="0"/>
                  </a:lnTo>
                  <a:lnTo>
                    <a:pt x="517936" y="0"/>
                  </a:lnTo>
                  <a:lnTo>
                    <a:pt x="546095" y="0"/>
                  </a:lnTo>
                  <a:lnTo>
                    <a:pt x="574255" y="0"/>
                  </a:lnTo>
                  <a:lnTo>
                    <a:pt x="602415" y="0"/>
                  </a:lnTo>
                  <a:lnTo>
                    <a:pt x="630574" y="0"/>
                  </a:lnTo>
                  <a:lnTo>
                    <a:pt x="658734" y="0"/>
                  </a:lnTo>
                  <a:lnTo>
                    <a:pt x="686893" y="0"/>
                  </a:lnTo>
                  <a:lnTo>
                    <a:pt x="715053" y="0"/>
                  </a:lnTo>
                  <a:lnTo>
                    <a:pt x="743213" y="0"/>
                  </a:lnTo>
                  <a:lnTo>
                    <a:pt x="771372" y="0"/>
                  </a:lnTo>
                  <a:lnTo>
                    <a:pt x="799532" y="0"/>
                  </a:lnTo>
                  <a:lnTo>
                    <a:pt x="827692" y="0"/>
                  </a:lnTo>
                  <a:lnTo>
                    <a:pt x="855851" y="0"/>
                  </a:lnTo>
                  <a:lnTo>
                    <a:pt x="884011" y="0"/>
                  </a:lnTo>
                  <a:lnTo>
                    <a:pt x="912170" y="0"/>
                  </a:lnTo>
                  <a:lnTo>
                    <a:pt x="940330" y="0"/>
                  </a:lnTo>
                  <a:lnTo>
                    <a:pt x="968490" y="0"/>
                  </a:lnTo>
                  <a:lnTo>
                    <a:pt x="996649" y="0"/>
                  </a:lnTo>
                  <a:lnTo>
                    <a:pt x="1024809" y="0"/>
                  </a:lnTo>
                  <a:lnTo>
                    <a:pt x="1052969" y="0"/>
                  </a:lnTo>
                  <a:lnTo>
                    <a:pt x="1081128" y="0"/>
                  </a:lnTo>
                  <a:lnTo>
                    <a:pt x="1109288" y="0"/>
                  </a:lnTo>
                  <a:lnTo>
                    <a:pt x="1137448" y="0"/>
                  </a:lnTo>
                  <a:lnTo>
                    <a:pt x="1165607" y="0"/>
                  </a:lnTo>
                  <a:lnTo>
                    <a:pt x="1193767" y="0"/>
                  </a:lnTo>
                  <a:lnTo>
                    <a:pt x="1221926" y="0"/>
                  </a:lnTo>
                  <a:lnTo>
                    <a:pt x="1250086" y="0"/>
                  </a:lnTo>
                  <a:lnTo>
                    <a:pt x="1278246" y="0"/>
                  </a:lnTo>
                  <a:lnTo>
                    <a:pt x="1306405" y="0"/>
                  </a:lnTo>
                  <a:lnTo>
                    <a:pt x="1334565" y="0"/>
                  </a:lnTo>
                  <a:lnTo>
                    <a:pt x="1362725" y="0"/>
                  </a:lnTo>
                  <a:lnTo>
                    <a:pt x="1390884" y="0"/>
                  </a:lnTo>
                  <a:lnTo>
                    <a:pt x="1419044" y="0"/>
                  </a:lnTo>
                  <a:lnTo>
                    <a:pt x="1447204" y="0"/>
                  </a:lnTo>
                  <a:lnTo>
                    <a:pt x="1475363" y="0"/>
                  </a:lnTo>
                  <a:lnTo>
                    <a:pt x="1503523" y="0"/>
                  </a:lnTo>
                  <a:lnTo>
                    <a:pt x="1531682" y="0"/>
                  </a:lnTo>
                  <a:lnTo>
                    <a:pt x="1559842" y="0"/>
                  </a:lnTo>
                  <a:lnTo>
                    <a:pt x="1588002" y="0"/>
                  </a:lnTo>
                  <a:lnTo>
                    <a:pt x="1616161" y="0"/>
                  </a:lnTo>
                  <a:lnTo>
                    <a:pt x="1644321" y="0"/>
                  </a:lnTo>
                  <a:lnTo>
                    <a:pt x="1672481" y="0"/>
                  </a:lnTo>
                  <a:lnTo>
                    <a:pt x="1700640" y="0"/>
                  </a:lnTo>
                  <a:lnTo>
                    <a:pt x="1728800" y="0"/>
                  </a:lnTo>
                  <a:lnTo>
                    <a:pt x="1756960" y="0"/>
                  </a:lnTo>
                  <a:lnTo>
                    <a:pt x="1785119" y="0"/>
                  </a:lnTo>
                  <a:lnTo>
                    <a:pt x="1813279" y="0"/>
                  </a:lnTo>
                  <a:lnTo>
                    <a:pt x="1841438" y="0"/>
                  </a:lnTo>
                  <a:lnTo>
                    <a:pt x="1869598" y="0"/>
                  </a:lnTo>
                  <a:lnTo>
                    <a:pt x="1897758" y="0"/>
                  </a:lnTo>
                  <a:lnTo>
                    <a:pt x="1925917" y="0"/>
                  </a:lnTo>
                  <a:lnTo>
                    <a:pt x="1954077" y="0"/>
                  </a:lnTo>
                  <a:lnTo>
                    <a:pt x="1982237" y="0"/>
                  </a:lnTo>
                  <a:lnTo>
                    <a:pt x="2010396" y="0"/>
                  </a:lnTo>
                  <a:lnTo>
                    <a:pt x="2038556" y="0"/>
                  </a:lnTo>
                  <a:lnTo>
                    <a:pt x="2066715" y="0"/>
                  </a:lnTo>
                  <a:lnTo>
                    <a:pt x="2094875" y="0"/>
                  </a:lnTo>
                  <a:lnTo>
                    <a:pt x="2123035" y="0"/>
                  </a:lnTo>
                  <a:lnTo>
                    <a:pt x="2151194" y="0"/>
                  </a:lnTo>
                  <a:lnTo>
                    <a:pt x="2179354" y="0"/>
                  </a:lnTo>
                  <a:lnTo>
                    <a:pt x="2190417" y="0"/>
                  </a:lnTo>
                  <a:lnTo>
                    <a:pt x="2190417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2460358" y="2928714"/>
              <a:ext cx="2190417" cy="0"/>
            </a:xfrm>
            <a:custGeom>
              <a:avLst/>
              <a:pathLst>
                <a:path w="2190417" h="0">
                  <a:moveTo>
                    <a:pt x="0" y="0"/>
                  </a:moveTo>
                  <a:lnTo>
                    <a:pt x="11062" y="0"/>
                  </a:lnTo>
                  <a:lnTo>
                    <a:pt x="39222" y="0"/>
                  </a:lnTo>
                  <a:lnTo>
                    <a:pt x="67381" y="0"/>
                  </a:lnTo>
                  <a:lnTo>
                    <a:pt x="95541" y="0"/>
                  </a:lnTo>
                  <a:lnTo>
                    <a:pt x="123701" y="0"/>
                  </a:lnTo>
                  <a:lnTo>
                    <a:pt x="151860" y="0"/>
                  </a:lnTo>
                  <a:lnTo>
                    <a:pt x="180020" y="0"/>
                  </a:lnTo>
                  <a:lnTo>
                    <a:pt x="208180" y="0"/>
                  </a:lnTo>
                  <a:lnTo>
                    <a:pt x="236339" y="0"/>
                  </a:lnTo>
                  <a:lnTo>
                    <a:pt x="264499" y="0"/>
                  </a:lnTo>
                  <a:lnTo>
                    <a:pt x="292659" y="0"/>
                  </a:lnTo>
                  <a:lnTo>
                    <a:pt x="320818" y="0"/>
                  </a:lnTo>
                  <a:lnTo>
                    <a:pt x="348978" y="0"/>
                  </a:lnTo>
                  <a:lnTo>
                    <a:pt x="377137" y="0"/>
                  </a:lnTo>
                  <a:lnTo>
                    <a:pt x="405297" y="0"/>
                  </a:lnTo>
                  <a:lnTo>
                    <a:pt x="433457" y="0"/>
                  </a:lnTo>
                  <a:lnTo>
                    <a:pt x="461616" y="0"/>
                  </a:lnTo>
                  <a:lnTo>
                    <a:pt x="489776" y="0"/>
                  </a:lnTo>
                  <a:lnTo>
                    <a:pt x="517936" y="0"/>
                  </a:lnTo>
                  <a:lnTo>
                    <a:pt x="546095" y="0"/>
                  </a:lnTo>
                  <a:lnTo>
                    <a:pt x="574255" y="0"/>
                  </a:lnTo>
                  <a:lnTo>
                    <a:pt x="602415" y="0"/>
                  </a:lnTo>
                  <a:lnTo>
                    <a:pt x="630574" y="0"/>
                  </a:lnTo>
                  <a:lnTo>
                    <a:pt x="658734" y="0"/>
                  </a:lnTo>
                  <a:lnTo>
                    <a:pt x="686893" y="0"/>
                  </a:lnTo>
                  <a:lnTo>
                    <a:pt x="715053" y="0"/>
                  </a:lnTo>
                  <a:lnTo>
                    <a:pt x="743213" y="0"/>
                  </a:lnTo>
                  <a:lnTo>
                    <a:pt x="771372" y="0"/>
                  </a:lnTo>
                  <a:lnTo>
                    <a:pt x="799532" y="0"/>
                  </a:lnTo>
                  <a:lnTo>
                    <a:pt x="827692" y="0"/>
                  </a:lnTo>
                  <a:lnTo>
                    <a:pt x="855851" y="0"/>
                  </a:lnTo>
                  <a:lnTo>
                    <a:pt x="884011" y="0"/>
                  </a:lnTo>
                  <a:lnTo>
                    <a:pt x="912170" y="0"/>
                  </a:lnTo>
                  <a:lnTo>
                    <a:pt x="940330" y="0"/>
                  </a:lnTo>
                  <a:lnTo>
                    <a:pt x="968490" y="0"/>
                  </a:lnTo>
                  <a:lnTo>
                    <a:pt x="996649" y="0"/>
                  </a:lnTo>
                  <a:lnTo>
                    <a:pt x="1024809" y="0"/>
                  </a:lnTo>
                  <a:lnTo>
                    <a:pt x="1052969" y="0"/>
                  </a:lnTo>
                  <a:lnTo>
                    <a:pt x="1081128" y="0"/>
                  </a:lnTo>
                  <a:lnTo>
                    <a:pt x="1109288" y="0"/>
                  </a:lnTo>
                  <a:lnTo>
                    <a:pt x="1137448" y="0"/>
                  </a:lnTo>
                  <a:lnTo>
                    <a:pt x="1165607" y="0"/>
                  </a:lnTo>
                  <a:lnTo>
                    <a:pt x="1193767" y="0"/>
                  </a:lnTo>
                  <a:lnTo>
                    <a:pt x="1221926" y="0"/>
                  </a:lnTo>
                  <a:lnTo>
                    <a:pt x="1250086" y="0"/>
                  </a:lnTo>
                  <a:lnTo>
                    <a:pt x="1278246" y="0"/>
                  </a:lnTo>
                  <a:lnTo>
                    <a:pt x="1306405" y="0"/>
                  </a:lnTo>
                  <a:lnTo>
                    <a:pt x="1334565" y="0"/>
                  </a:lnTo>
                  <a:lnTo>
                    <a:pt x="1362725" y="0"/>
                  </a:lnTo>
                  <a:lnTo>
                    <a:pt x="1390884" y="0"/>
                  </a:lnTo>
                  <a:lnTo>
                    <a:pt x="1419044" y="0"/>
                  </a:lnTo>
                  <a:lnTo>
                    <a:pt x="1447204" y="0"/>
                  </a:lnTo>
                  <a:lnTo>
                    <a:pt x="1475363" y="0"/>
                  </a:lnTo>
                  <a:lnTo>
                    <a:pt x="1503523" y="0"/>
                  </a:lnTo>
                  <a:lnTo>
                    <a:pt x="1531682" y="0"/>
                  </a:lnTo>
                  <a:lnTo>
                    <a:pt x="1559842" y="0"/>
                  </a:lnTo>
                  <a:lnTo>
                    <a:pt x="1588002" y="0"/>
                  </a:lnTo>
                  <a:lnTo>
                    <a:pt x="1616161" y="0"/>
                  </a:lnTo>
                  <a:lnTo>
                    <a:pt x="1644321" y="0"/>
                  </a:lnTo>
                  <a:lnTo>
                    <a:pt x="1672481" y="0"/>
                  </a:lnTo>
                  <a:lnTo>
                    <a:pt x="1700640" y="0"/>
                  </a:lnTo>
                  <a:lnTo>
                    <a:pt x="1728800" y="0"/>
                  </a:lnTo>
                  <a:lnTo>
                    <a:pt x="1756960" y="0"/>
                  </a:lnTo>
                  <a:lnTo>
                    <a:pt x="1785119" y="0"/>
                  </a:lnTo>
                  <a:lnTo>
                    <a:pt x="1813279" y="0"/>
                  </a:lnTo>
                  <a:lnTo>
                    <a:pt x="1841438" y="0"/>
                  </a:lnTo>
                  <a:lnTo>
                    <a:pt x="1869598" y="0"/>
                  </a:lnTo>
                  <a:lnTo>
                    <a:pt x="1897758" y="0"/>
                  </a:lnTo>
                  <a:lnTo>
                    <a:pt x="1925917" y="0"/>
                  </a:lnTo>
                  <a:lnTo>
                    <a:pt x="1954077" y="0"/>
                  </a:lnTo>
                  <a:lnTo>
                    <a:pt x="1982237" y="0"/>
                  </a:lnTo>
                  <a:lnTo>
                    <a:pt x="2010396" y="0"/>
                  </a:lnTo>
                  <a:lnTo>
                    <a:pt x="2038556" y="0"/>
                  </a:lnTo>
                  <a:lnTo>
                    <a:pt x="2066715" y="0"/>
                  </a:lnTo>
                  <a:lnTo>
                    <a:pt x="2094875" y="0"/>
                  </a:lnTo>
                  <a:lnTo>
                    <a:pt x="2123035" y="0"/>
                  </a:lnTo>
                  <a:lnTo>
                    <a:pt x="2151194" y="0"/>
                  </a:lnTo>
                  <a:lnTo>
                    <a:pt x="2179354" y="0"/>
                  </a:lnTo>
                  <a:lnTo>
                    <a:pt x="2190417" y="0"/>
                  </a:lnTo>
                  <a:lnTo>
                    <a:pt x="2190417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2460358" y="2558104"/>
              <a:ext cx="2190417" cy="0"/>
            </a:xfrm>
            <a:custGeom>
              <a:avLst/>
              <a:pathLst>
                <a:path w="2190417" h="0">
                  <a:moveTo>
                    <a:pt x="0" y="0"/>
                  </a:moveTo>
                  <a:lnTo>
                    <a:pt x="11062" y="0"/>
                  </a:lnTo>
                  <a:lnTo>
                    <a:pt x="39222" y="0"/>
                  </a:lnTo>
                  <a:lnTo>
                    <a:pt x="67381" y="0"/>
                  </a:lnTo>
                  <a:lnTo>
                    <a:pt x="95541" y="0"/>
                  </a:lnTo>
                  <a:lnTo>
                    <a:pt x="123701" y="0"/>
                  </a:lnTo>
                  <a:lnTo>
                    <a:pt x="151860" y="0"/>
                  </a:lnTo>
                  <a:lnTo>
                    <a:pt x="180020" y="0"/>
                  </a:lnTo>
                  <a:lnTo>
                    <a:pt x="208180" y="0"/>
                  </a:lnTo>
                  <a:lnTo>
                    <a:pt x="236339" y="0"/>
                  </a:lnTo>
                  <a:lnTo>
                    <a:pt x="264499" y="0"/>
                  </a:lnTo>
                  <a:lnTo>
                    <a:pt x="292659" y="0"/>
                  </a:lnTo>
                  <a:lnTo>
                    <a:pt x="320818" y="0"/>
                  </a:lnTo>
                  <a:lnTo>
                    <a:pt x="348978" y="0"/>
                  </a:lnTo>
                  <a:lnTo>
                    <a:pt x="377137" y="0"/>
                  </a:lnTo>
                  <a:lnTo>
                    <a:pt x="405297" y="0"/>
                  </a:lnTo>
                  <a:lnTo>
                    <a:pt x="433457" y="0"/>
                  </a:lnTo>
                  <a:lnTo>
                    <a:pt x="461616" y="0"/>
                  </a:lnTo>
                  <a:lnTo>
                    <a:pt x="489776" y="0"/>
                  </a:lnTo>
                  <a:lnTo>
                    <a:pt x="517936" y="0"/>
                  </a:lnTo>
                  <a:lnTo>
                    <a:pt x="546095" y="0"/>
                  </a:lnTo>
                  <a:lnTo>
                    <a:pt x="574255" y="0"/>
                  </a:lnTo>
                  <a:lnTo>
                    <a:pt x="602415" y="0"/>
                  </a:lnTo>
                  <a:lnTo>
                    <a:pt x="630574" y="0"/>
                  </a:lnTo>
                  <a:lnTo>
                    <a:pt x="658734" y="0"/>
                  </a:lnTo>
                  <a:lnTo>
                    <a:pt x="686893" y="0"/>
                  </a:lnTo>
                  <a:lnTo>
                    <a:pt x="715053" y="0"/>
                  </a:lnTo>
                  <a:lnTo>
                    <a:pt x="743213" y="0"/>
                  </a:lnTo>
                  <a:lnTo>
                    <a:pt x="771372" y="0"/>
                  </a:lnTo>
                  <a:lnTo>
                    <a:pt x="799532" y="0"/>
                  </a:lnTo>
                  <a:lnTo>
                    <a:pt x="827692" y="0"/>
                  </a:lnTo>
                  <a:lnTo>
                    <a:pt x="855851" y="0"/>
                  </a:lnTo>
                  <a:lnTo>
                    <a:pt x="884011" y="0"/>
                  </a:lnTo>
                  <a:lnTo>
                    <a:pt x="912170" y="0"/>
                  </a:lnTo>
                  <a:lnTo>
                    <a:pt x="940330" y="0"/>
                  </a:lnTo>
                  <a:lnTo>
                    <a:pt x="968490" y="0"/>
                  </a:lnTo>
                  <a:lnTo>
                    <a:pt x="996649" y="0"/>
                  </a:lnTo>
                  <a:lnTo>
                    <a:pt x="1024809" y="0"/>
                  </a:lnTo>
                  <a:lnTo>
                    <a:pt x="1052969" y="0"/>
                  </a:lnTo>
                  <a:lnTo>
                    <a:pt x="1081128" y="0"/>
                  </a:lnTo>
                  <a:lnTo>
                    <a:pt x="1109288" y="0"/>
                  </a:lnTo>
                  <a:lnTo>
                    <a:pt x="1137448" y="0"/>
                  </a:lnTo>
                  <a:lnTo>
                    <a:pt x="1165607" y="0"/>
                  </a:lnTo>
                  <a:lnTo>
                    <a:pt x="1193767" y="0"/>
                  </a:lnTo>
                  <a:lnTo>
                    <a:pt x="1221926" y="0"/>
                  </a:lnTo>
                  <a:lnTo>
                    <a:pt x="1250086" y="0"/>
                  </a:lnTo>
                  <a:lnTo>
                    <a:pt x="1278246" y="0"/>
                  </a:lnTo>
                  <a:lnTo>
                    <a:pt x="1306405" y="0"/>
                  </a:lnTo>
                  <a:lnTo>
                    <a:pt x="1334565" y="0"/>
                  </a:lnTo>
                  <a:lnTo>
                    <a:pt x="1362725" y="0"/>
                  </a:lnTo>
                  <a:lnTo>
                    <a:pt x="1390884" y="0"/>
                  </a:lnTo>
                  <a:lnTo>
                    <a:pt x="1419044" y="0"/>
                  </a:lnTo>
                  <a:lnTo>
                    <a:pt x="1447204" y="0"/>
                  </a:lnTo>
                  <a:lnTo>
                    <a:pt x="1475363" y="0"/>
                  </a:lnTo>
                  <a:lnTo>
                    <a:pt x="1503523" y="0"/>
                  </a:lnTo>
                  <a:lnTo>
                    <a:pt x="1531682" y="0"/>
                  </a:lnTo>
                  <a:lnTo>
                    <a:pt x="1559842" y="0"/>
                  </a:lnTo>
                  <a:lnTo>
                    <a:pt x="1588002" y="0"/>
                  </a:lnTo>
                  <a:lnTo>
                    <a:pt x="1616161" y="0"/>
                  </a:lnTo>
                  <a:lnTo>
                    <a:pt x="1644321" y="0"/>
                  </a:lnTo>
                  <a:lnTo>
                    <a:pt x="1672481" y="0"/>
                  </a:lnTo>
                  <a:lnTo>
                    <a:pt x="1700640" y="0"/>
                  </a:lnTo>
                  <a:lnTo>
                    <a:pt x="1728800" y="0"/>
                  </a:lnTo>
                  <a:lnTo>
                    <a:pt x="1756960" y="0"/>
                  </a:lnTo>
                  <a:lnTo>
                    <a:pt x="1785119" y="0"/>
                  </a:lnTo>
                  <a:lnTo>
                    <a:pt x="1813279" y="0"/>
                  </a:lnTo>
                  <a:lnTo>
                    <a:pt x="1841438" y="0"/>
                  </a:lnTo>
                  <a:lnTo>
                    <a:pt x="1869598" y="0"/>
                  </a:lnTo>
                  <a:lnTo>
                    <a:pt x="1897758" y="0"/>
                  </a:lnTo>
                  <a:lnTo>
                    <a:pt x="1925917" y="0"/>
                  </a:lnTo>
                  <a:lnTo>
                    <a:pt x="1954077" y="0"/>
                  </a:lnTo>
                  <a:lnTo>
                    <a:pt x="1982237" y="0"/>
                  </a:lnTo>
                  <a:lnTo>
                    <a:pt x="2010396" y="0"/>
                  </a:lnTo>
                  <a:lnTo>
                    <a:pt x="2038556" y="0"/>
                  </a:lnTo>
                  <a:lnTo>
                    <a:pt x="2066715" y="0"/>
                  </a:lnTo>
                  <a:lnTo>
                    <a:pt x="2094875" y="0"/>
                  </a:lnTo>
                  <a:lnTo>
                    <a:pt x="2123035" y="0"/>
                  </a:lnTo>
                  <a:lnTo>
                    <a:pt x="2151194" y="0"/>
                  </a:lnTo>
                  <a:lnTo>
                    <a:pt x="2179354" y="0"/>
                  </a:lnTo>
                  <a:lnTo>
                    <a:pt x="2190417" y="0"/>
                  </a:lnTo>
                  <a:lnTo>
                    <a:pt x="2190417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460358" y="2187494"/>
              <a:ext cx="2190417" cy="0"/>
            </a:xfrm>
            <a:custGeom>
              <a:avLst/>
              <a:pathLst>
                <a:path w="2190417" h="0">
                  <a:moveTo>
                    <a:pt x="0" y="0"/>
                  </a:moveTo>
                  <a:lnTo>
                    <a:pt x="11062" y="0"/>
                  </a:lnTo>
                  <a:lnTo>
                    <a:pt x="39222" y="0"/>
                  </a:lnTo>
                  <a:lnTo>
                    <a:pt x="67381" y="0"/>
                  </a:lnTo>
                  <a:lnTo>
                    <a:pt x="95541" y="0"/>
                  </a:lnTo>
                  <a:lnTo>
                    <a:pt x="123701" y="0"/>
                  </a:lnTo>
                  <a:lnTo>
                    <a:pt x="151860" y="0"/>
                  </a:lnTo>
                  <a:lnTo>
                    <a:pt x="180020" y="0"/>
                  </a:lnTo>
                  <a:lnTo>
                    <a:pt x="208180" y="0"/>
                  </a:lnTo>
                  <a:lnTo>
                    <a:pt x="236339" y="0"/>
                  </a:lnTo>
                  <a:lnTo>
                    <a:pt x="264499" y="0"/>
                  </a:lnTo>
                  <a:lnTo>
                    <a:pt x="292659" y="0"/>
                  </a:lnTo>
                  <a:lnTo>
                    <a:pt x="320818" y="0"/>
                  </a:lnTo>
                  <a:lnTo>
                    <a:pt x="348978" y="0"/>
                  </a:lnTo>
                  <a:lnTo>
                    <a:pt x="377137" y="0"/>
                  </a:lnTo>
                  <a:lnTo>
                    <a:pt x="405297" y="0"/>
                  </a:lnTo>
                  <a:lnTo>
                    <a:pt x="433457" y="0"/>
                  </a:lnTo>
                  <a:lnTo>
                    <a:pt x="461616" y="0"/>
                  </a:lnTo>
                  <a:lnTo>
                    <a:pt x="489776" y="0"/>
                  </a:lnTo>
                  <a:lnTo>
                    <a:pt x="517936" y="0"/>
                  </a:lnTo>
                  <a:lnTo>
                    <a:pt x="546095" y="0"/>
                  </a:lnTo>
                  <a:lnTo>
                    <a:pt x="574255" y="0"/>
                  </a:lnTo>
                  <a:lnTo>
                    <a:pt x="602415" y="0"/>
                  </a:lnTo>
                  <a:lnTo>
                    <a:pt x="630574" y="0"/>
                  </a:lnTo>
                  <a:lnTo>
                    <a:pt x="658734" y="0"/>
                  </a:lnTo>
                  <a:lnTo>
                    <a:pt x="686893" y="0"/>
                  </a:lnTo>
                  <a:lnTo>
                    <a:pt x="715053" y="0"/>
                  </a:lnTo>
                  <a:lnTo>
                    <a:pt x="743213" y="0"/>
                  </a:lnTo>
                  <a:lnTo>
                    <a:pt x="771372" y="0"/>
                  </a:lnTo>
                  <a:lnTo>
                    <a:pt x="799532" y="0"/>
                  </a:lnTo>
                  <a:lnTo>
                    <a:pt x="827692" y="0"/>
                  </a:lnTo>
                  <a:lnTo>
                    <a:pt x="855851" y="0"/>
                  </a:lnTo>
                  <a:lnTo>
                    <a:pt x="884011" y="0"/>
                  </a:lnTo>
                  <a:lnTo>
                    <a:pt x="912170" y="0"/>
                  </a:lnTo>
                  <a:lnTo>
                    <a:pt x="940330" y="0"/>
                  </a:lnTo>
                  <a:lnTo>
                    <a:pt x="968490" y="0"/>
                  </a:lnTo>
                  <a:lnTo>
                    <a:pt x="996649" y="0"/>
                  </a:lnTo>
                  <a:lnTo>
                    <a:pt x="1024809" y="0"/>
                  </a:lnTo>
                  <a:lnTo>
                    <a:pt x="1052969" y="0"/>
                  </a:lnTo>
                  <a:lnTo>
                    <a:pt x="1081128" y="0"/>
                  </a:lnTo>
                  <a:lnTo>
                    <a:pt x="1109288" y="0"/>
                  </a:lnTo>
                  <a:lnTo>
                    <a:pt x="1137448" y="0"/>
                  </a:lnTo>
                  <a:lnTo>
                    <a:pt x="1165607" y="0"/>
                  </a:lnTo>
                  <a:lnTo>
                    <a:pt x="1193767" y="0"/>
                  </a:lnTo>
                  <a:lnTo>
                    <a:pt x="1221926" y="0"/>
                  </a:lnTo>
                  <a:lnTo>
                    <a:pt x="1250086" y="0"/>
                  </a:lnTo>
                  <a:lnTo>
                    <a:pt x="1278246" y="0"/>
                  </a:lnTo>
                  <a:lnTo>
                    <a:pt x="1306405" y="0"/>
                  </a:lnTo>
                  <a:lnTo>
                    <a:pt x="1334565" y="0"/>
                  </a:lnTo>
                  <a:lnTo>
                    <a:pt x="1362725" y="0"/>
                  </a:lnTo>
                  <a:lnTo>
                    <a:pt x="1390884" y="0"/>
                  </a:lnTo>
                  <a:lnTo>
                    <a:pt x="1419044" y="0"/>
                  </a:lnTo>
                  <a:lnTo>
                    <a:pt x="1447204" y="0"/>
                  </a:lnTo>
                  <a:lnTo>
                    <a:pt x="1475363" y="0"/>
                  </a:lnTo>
                  <a:lnTo>
                    <a:pt x="1503523" y="0"/>
                  </a:lnTo>
                  <a:lnTo>
                    <a:pt x="1531682" y="0"/>
                  </a:lnTo>
                  <a:lnTo>
                    <a:pt x="1559842" y="0"/>
                  </a:lnTo>
                  <a:lnTo>
                    <a:pt x="1588002" y="0"/>
                  </a:lnTo>
                  <a:lnTo>
                    <a:pt x="1616161" y="0"/>
                  </a:lnTo>
                  <a:lnTo>
                    <a:pt x="1644321" y="0"/>
                  </a:lnTo>
                  <a:lnTo>
                    <a:pt x="1672481" y="0"/>
                  </a:lnTo>
                  <a:lnTo>
                    <a:pt x="1700640" y="0"/>
                  </a:lnTo>
                  <a:lnTo>
                    <a:pt x="1728800" y="0"/>
                  </a:lnTo>
                  <a:lnTo>
                    <a:pt x="1756960" y="0"/>
                  </a:lnTo>
                  <a:lnTo>
                    <a:pt x="1785119" y="0"/>
                  </a:lnTo>
                  <a:lnTo>
                    <a:pt x="1813279" y="0"/>
                  </a:lnTo>
                  <a:lnTo>
                    <a:pt x="1841438" y="0"/>
                  </a:lnTo>
                  <a:lnTo>
                    <a:pt x="1869598" y="0"/>
                  </a:lnTo>
                  <a:lnTo>
                    <a:pt x="1897758" y="0"/>
                  </a:lnTo>
                  <a:lnTo>
                    <a:pt x="1925917" y="0"/>
                  </a:lnTo>
                  <a:lnTo>
                    <a:pt x="1954077" y="0"/>
                  </a:lnTo>
                  <a:lnTo>
                    <a:pt x="1982237" y="0"/>
                  </a:lnTo>
                  <a:lnTo>
                    <a:pt x="2010396" y="0"/>
                  </a:lnTo>
                  <a:lnTo>
                    <a:pt x="2038556" y="0"/>
                  </a:lnTo>
                  <a:lnTo>
                    <a:pt x="2066715" y="0"/>
                  </a:lnTo>
                  <a:lnTo>
                    <a:pt x="2094875" y="0"/>
                  </a:lnTo>
                  <a:lnTo>
                    <a:pt x="2123035" y="0"/>
                  </a:lnTo>
                  <a:lnTo>
                    <a:pt x="2151194" y="0"/>
                  </a:lnTo>
                  <a:lnTo>
                    <a:pt x="2179354" y="0"/>
                  </a:lnTo>
                  <a:lnTo>
                    <a:pt x="2190417" y="0"/>
                  </a:lnTo>
                  <a:lnTo>
                    <a:pt x="2190417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2460358" y="1816883"/>
              <a:ext cx="2190417" cy="0"/>
            </a:xfrm>
            <a:custGeom>
              <a:avLst/>
              <a:pathLst>
                <a:path w="2190417" h="0">
                  <a:moveTo>
                    <a:pt x="0" y="0"/>
                  </a:moveTo>
                  <a:lnTo>
                    <a:pt x="11062" y="0"/>
                  </a:lnTo>
                  <a:lnTo>
                    <a:pt x="39222" y="0"/>
                  </a:lnTo>
                  <a:lnTo>
                    <a:pt x="67381" y="0"/>
                  </a:lnTo>
                  <a:lnTo>
                    <a:pt x="95541" y="0"/>
                  </a:lnTo>
                  <a:lnTo>
                    <a:pt x="123701" y="0"/>
                  </a:lnTo>
                  <a:lnTo>
                    <a:pt x="151860" y="0"/>
                  </a:lnTo>
                  <a:lnTo>
                    <a:pt x="180020" y="0"/>
                  </a:lnTo>
                  <a:lnTo>
                    <a:pt x="208180" y="0"/>
                  </a:lnTo>
                  <a:lnTo>
                    <a:pt x="236339" y="0"/>
                  </a:lnTo>
                  <a:lnTo>
                    <a:pt x="264499" y="0"/>
                  </a:lnTo>
                  <a:lnTo>
                    <a:pt x="292659" y="0"/>
                  </a:lnTo>
                  <a:lnTo>
                    <a:pt x="320818" y="0"/>
                  </a:lnTo>
                  <a:lnTo>
                    <a:pt x="348978" y="0"/>
                  </a:lnTo>
                  <a:lnTo>
                    <a:pt x="377137" y="0"/>
                  </a:lnTo>
                  <a:lnTo>
                    <a:pt x="405297" y="0"/>
                  </a:lnTo>
                  <a:lnTo>
                    <a:pt x="433457" y="0"/>
                  </a:lnTo>
                  <a:lnTo>
                    <a:pt x="461616" y="0"/>
                  </a:lnTo>
                  <a:lnTo>
                    <a:pt x="489776" y="0"/>
                  </a:lnTo>
                  <a:lnTo>
                    <a:pt x="517936" y="0"/>
                  </a:lnTo>
                  <a:lnTo>
                    <a:pt x="546095" y="0"/>
                  </a:lnTo>
                  <a:lnTo>
                    <a:pt x="574255" y="0"/>
                  </a:lnTo>
                  <a:lnTo>
                    <a:pt x="602415" y="0"/>
                  </a:lnTo>
                  <a:lnTo>
                    <a:pt x="630574" y="0"/>
                  </a:lnTo>
                  <a:lnTo>
                    <a:pt x="658734" y="0"/>
                  </a:lnTo>
                  <a:lnTo>
                    <a:pt x="686893" y="0"/>
                  </a:lnTo>
                  <a:lnTo>
                    <a:pt x="715053" y="0"/>
                  </a:lnTo>
                  <a:lnTo>
                    <a:pt x="743213" y="0"/>
                  </a:lnTo>
                  <a:lnTo>
                    <a:pt x="771372" y="0"/>
                  </a:lnTo>
                  <a:lnTo>
                    <a:pt x="799532" y="0"/>
                  </a:lnTo>
                  <a:lnTo>
                    <a:pt x="827692" y="0"/>
                  </a:lnTo>
                  <a:lnTo>
                    <a:pt x="855851" y="0"/>
                  </a:lnTo>
                  <a:lnTo>
                    <a:pt x="884011" y="0"/>
                  </a:lnTo>
                  <a:lnTo>
                    <a:pt x="912170" y="0"/>
                  </a:lnTo>
                  <a:lnTo>
                    <a:pt x="940330" y="0"/>
                  </a:lnTo>
                  <a:lnTo>
                    <a:pt x="968490" y="0"/>
                  </a:lnTo>
                  <a:lnTo>
                    <a:pt x="996649" y="0"/>
                  </a:lnTo>
                  <a:lnTo>
                    <a:pt x="1024809" y="0"/>
                  </a:lnTo>
                  <a:lnTo>
                    <a:pt x="1052969" y="0"/>
                  </a:lnTo>
                  <a:lnTo>
                    <a:pt x="1081128" y="0"/>
                  </a:lnTo>
                  <a:lnTo>
                    <a:pt x="1109288" y="0"/>
                  </a:lnTo>
                  <a:lnTo>
                    <a:pt x="1137448" y="0"/>
                  </a:lnTo>
                  <a:lnTo>
                    <a:pt x="1165607" y="0"/>
                  </a:lnTo>
                  <a:lnTo>
                    <a:pt x="1193767" y="0"/>
                  </a:lnTo>
                  <a:lnTo>
                    <a:pt x="1221926" y="0"/>
                  </a:lnTo>
                  <a:lnTo>
                    <a:pt x="1250086" y="0"/>
                  </a:lnTo>
                  <a:lnTo>
                    <a:pt x="1278246" y="0"/>
                  </a:lnTo>
                  <a:lnTo>
                    <a:pt x="1306405" y="0"/>
                  </a:lnTo>
                  <a:lnTo>
                    <a:pt x="1334565" y="0"/>
                  </a:lnTo>
                  <a:lnTo>
                    <a:pt x="1362725" y="0"/>
                  </a:lnTo>
                  <a:lnTo>
                    <a:pt x="1390884" y="0"/>
                  </a:lnTo>
                  <a:lnTo>
                    <a:pt x="1419044" y="0"/>
                  </a:lnTo>
                  <a:lnTo>
                    <a:pt x="1447204" y="0"/>
                  </a:lnTo>
                  <a:lnTo>
                    <a:pt x="1475363" y="0"/>
                  </a:lnTo>
                  <a:lnTo>
                    <a:pt x="1503523" y="0"/>
                  </a:lnTo>
                  <a:lnTo>
                    <a:pt x="1531682" y="0"/>
                  </a:lnTo>
                  <a:lnTo>
                    <a:pt x="1559842" y="0"/>
                  </a:lnTo>
                  <a:lnTo>
                    <a:pt x="1588002" y="0"/>
                  </a:lnTo>
                  <a:lnTo>
                    <a:pt x="1616161" y="0"/>
                  </a:lnTo>
                  <a:lnTo>
                    <a:pt x="1644321" y="0"/>
                  </a:lnTo>
                  <a:lnTo>
                    <a:pt x="1672481" y="0"/>
                  </a:lnTo>
                  <a:lnTo>
                    <a:pt x="1700640" y="0"/>
                  </a:lnTo>
                  <a:lnTo>
                    <a:pt x="1728800" y="0"/>
                  </a:lnTo>
                  <a:lnTo>
                    <a:pt x="1756960" y="0"/>
                  </a:lnTo>
                  <a:lnTo>
                    <a:pt x="1785119" y="0"/>
                  </a:lnTo>
                  <a:lnTo>
                    <a:pt x="1813279" y="0"/>
                  </a:lnTo>
                  <a:lnTo>
                    <a:pt x="1841438" y="0"/>
                  </a:lnTo>
                  <a:lnTo>
                    <a:pt x="1869598" y="0"/>
                  </a:lnTo>
                  <a:lnTo>
                    <a:pt x="1897758" y="0"/>
                  </a:lnTo>
                  <a:lnTo>
                    <a:pt x="1925917" y="0"/>
                  </a:lnTo>
                  <a:lnTo>
                    <a:pt x="1954077" y="0"/>
                  </a:lnTo>
                  <a:lnTo>
                    <a:pt x="1982237" y="0"/>
                  </a:lnTo>
                  <a:lnTo>
                    <a:pt x="2010396" y="0"/>
                  </a:lnTo>
                  <a:lnTo>
                    <a:pt x="2038556" y="0"/>
                  </a:lnTo>
                  <a:lnTo>
                    <a:pt x="2066715" y="0"/>
                  </a:lnTo>
                  <a:lnTo>
                    <a:pt x="2094875" y="0"/>
                  </a:lnTo>
                  <a:lnTo>
                    <a:pt x="2123035" y="0"/>
                  </a:lnTo>
                  <a:lnTo>
                    <a:pt x="2151194" y="0"/>
                  </a:lnTo>
                  <a:lnTo>
                    <a:pt x="2179354" y="0"/>
                  </a:lnTo>
                  <a:lnTo>
                    <a:pt x="2190417" y="0"/>
                  </a:lnTo>
                  <a:lnTo>
                    <a:pt x="2190417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2460358" y="1446273"/>
              <a:ext cx="2190417" cy="0"/>
            </a:xfrm>
            <a:custGeom>
              <a:avLst/>
              <a:pathLst>
                <a:path w="2190417" h="0">
                  <a:moveTo>
                    <a:pt x="0" y="0"/>
                  </a:moveTo>
                  <a:lnTo>
                    <a:pt x="11062" y="0"/>
                  </a:lnTo>
                  <a:lnTo>
                    <a:pt x="39222" y="0"/>
                  </a:lnTo>
                  <a:lnTo>
                    <a:pt x="67381" y="0"/>
                  </a:lnTo>
                  <a:lnTo>
                    <a:pt x="95541" y="0"/>
                  </a:lnTo>
                  <a:lnTo>
                    <a:pt x="123701" y="0"/>
                  </a:lnTo>
                  <a:lnTo>
                    <a:pt x="151860" y="0"/>
                  </a:lnTo>
                  <a:lnTo>
                    <a:pt x="180020" y="0"/>
                  </a:lnTo>
                  <a:lnTo>
                    <a:pt x="208180" y="0"/>
                  </a:lnTo>
                  <a:lnTo>
                    <a:pt x="236339" y="0"/>
                  </a:lnTo>
                  <a:lnTo>
                    <a:pt x="264499" y="0"/>
                  </a:lnTo>
                  <a:lnTo>
                    <a:pt x="292659" y="0"/>
                  </a:lnTo>
                  <a:lnTo>
                    <a:pt x="320818" y="0"/>
                  </a:lnTo>
                  <a:lnTo>
                    <a:pt x="348978" y="0"/>
                  </a:lnTo>
                  <a:lnTo>
                    <a:pt x="377137" y="0"/>
                  </a:lnTo>
                  <a:lnTo>
                    <a:pt x="405297" y="0"/>
                  </a:lnTo>
                  <a:lnTo>
                    <a:pt x="433457" y="0"/>
                  </a:lnTo>
                  <a:lnTo>
                    <a:pt x="461616" y="0"/>
                  </a:lnTo>
                  <a:lnTo>
                    <a:pt x="489776" y="0"/>
                  </a:lnTo>
                  <a:lnTo>
                    <a:pt x="517936" y="0"/>
                  </a:lnTo>
                  <a:lnTo>
                    <a:pt x="546095" y="0"/>
                  </a:lnTo>
                  <a:lnTo>
                    <a:pt x="574255" y="0"/>
                  </a:lnTo>
                  <a:lnTo>
                    <a:pt x="602415" y="0"/>
                  </a:lnTo>
                  <a:lnTo>
                    <a:pt x="630574" y="0"/>
                  </a:lnTo>
                  <a:lnTo>
                    <a:pt x="658734" y="0"/>
                  </a:lnTo>
                  <a:lnTo>
                    <a:pt x="686893" y="0"/>
                  </a:lnTo>
                  <a:lnTo>
                    <a:pt x="715053" y="0"/>
                  </a:lnTo>
                  <a:lnTo>
                    <a:pt x="743213" y="0"/>
                  </a:lnTo>
                  <a:lnTo>
                    <a:pt x="771372" y="0"/>
                  </a:lnTo>
                  <a:lnTo>
                    <a:pt x="799532" y="0"/>
                  </a:lnTo>
                  <a:lnTo>
                    <a:pt x="827692" y="0"/>
                  </a:lnTo>
                  <a:lnTo>
                    <a:pt x="855851" y="0"/>
                  </a:lnTo>
                  <a:lnTo>
                    <a:pt x="884011" y="0"/>
                  </a:lnTo>
                  <a:lnTo>
                    <a:pt x="912170" y="0"/>
                  </a:lnTo>
                  <a:lnTo>
                    <a:pt x="940330" y="0"/>
                  </a:lnTo>
                  <a:lnTo>
                    <a:pt x="968490" y="0"/>
                  </a:lnTo>
                  <a:lnTo>
                    <a:pt x="996649" y="0"/>
                  </a:lnTo>
                  <a:lnTo>
                    <a:pt x="1024809" y="0"/>
                  </a:lnTo>
                  <a:lnTo>
                    <a:pt x="1052969" y="0"/>
                  </a:lnTo>
                  <a:lnTo>
                    <a:pt x="1081128" y="0"/>
                  </a:lnTo>
                  <a:lnTo>
                    <a:pt x="1109288" y="0"/>
                  </a:lnTo>
                  <a:lnTo>
                    <a:pt x="1137448" y="0"/>
                  </a:lnTo>
                  <a:lnTo>
                    <a:pt x="1165607" y="0"/>
                  </a:lnTo>
                  <a:lnTo>
                    <a:pt x="1193767" y="0"/>
                  </a:lnTo>
                  <a:lnTo>
                    <a:pt x="1221926" y="0"/>
                  </a:lnTo>
                  <a:lnTo>
                    <a:pt x="1250086" y="0"/>
                  </a:lnTo>
                  <a:lnTo>
                    <a:pt x="1278246" y="0"/>
                  </a:lnTo>
                  <a:lnTo>
                    <a:pt x="1306405" y="0"/>
                  </a:lnTo>
                  <a:lnTo>
                    <a:pt x="1334565" y="0"/>
                  </a:lnTo>
                  <a:lnTo>
                    <a:pt x="1362725" y="0"/>
                  </a:lnTo>
                  <a:lnTo>
                    <a:pt x="1390884" y="0"/>
                  </a:lnTo>
                  <a:lnTo>
                    <a:pt x="1419044" y="0"/>
                  </a:lnTo>
                  <a:lnTo>
                    <a:pt x="1447204" y="0"/>
                  </a:lnTo>
                  <a:lnTo>
                    <a:pt x="1475363" y="0"/>
                  </a:lnTo>
                  <a:lnTo>
                    <a:pt x="1503523" y="0"/>
                  </a:lnTo>
                  <a:lnTo>
                    <a:pt x="1531682" y="0"/>
                  </a:lnTo>
                  <a:lnTo>
                    <a:pt x="1559842" y="0"/>
                  </a:lnTo>
                  <a:lnTo>
                    <a:pt x="1588002" y="0"/>
                  </a:lnTo>
                  <a:lnTo>
                    <a:pt x="1616161" y="0"/>
                  </a:lnTo>
                  <a:lnTo>
                    <a:pt x="1644321" y="0"/>
                  </a:lnTo>
                  <a:lnTo>
                    <a:pt x="1672481" y="0"/>
                  </a:lnTo>
                  <a:lnTo>
                    <a:pt x="1700640" y="0"/>
                  </a:lnTo>
                  <a:lnTo>
                    <a:pt x="1728800" y="0"/>
                  </a:lnTo>
                  <a:lnTo>
                    <a:pt x="1756960" y="0"/>
                  </a:lnTo>
                  <a:lnTo>
                    <a:pt x="1785119" y="0"/>
                  </a:lnTo>
                  <a:lnTo>
                    <a:pt x="1813279" y="0"/>
                  </a:lnTo>
                  <a:lnTo>
                    <a:pt x="1841438" y="0"/>
                  </a:lnTo>
                  <a:lnTo>
                    <a:pt x="1869598" y="0"/>
                  </a:lnTo>
                  <a:lnTo>
                    <a:pt x="1897758" y="0"/>
                  </a:lnTo>
                  <a:lnTo>
                    <a:pt x="1925917" y="0"/>
                  </a:lnTo>
                  <a:lnTo>
                    <a:pt x="1954077" y="0"/>
                  </a:lnTo>
                  <a:lnTo>
                    <a:pt x="1982237" y="0"/>
                  </a:lnTo>
                  <a:lnTo>
                    <a:pt x="2010396" y="0"/>
                  </a:lnTo>
                  <a:lnTo>
                    <a:pt x="2038556" y="0"/>
                  </a:lnTo>
                  <a:lnTo>
                    <a:pt x="2066715" y="0"/>
                  </a:lnTo>
                  <a:lnTo>
                    <a:pt x="2094875" y="0"/>
                  </a:lnTo>
                  <a:lnTo>
                    <a:pt x="2123035" y="0"/>
                  </a:lnTo>
                  <a:lnTo>
                    <a:pt x="2151194" y="0"/>
                  </a:lnTo>
                  <a:lnTo>
                    <a:pt x="2179354" y="0"/>
                  </a:lnTo>
                  <a:lnTo>
                    <a:pt x="2190417" y="0"/>
                  </a:lnTo>
                  <a:lnTo>
                    <a:pt x="2190417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h20"/>
            <p:cNvSpPr/>
            <p:nvPr/>
          </p:nvSpPr>
          <p:spPr>
            <a:xfrm>
              <a:off x="3436437" y="1713338"/>
              <a:ext cx="930870" cy="1244836"/>
            </a:xfrm>
            <a:custGeom>
              <a:avLst/>
              <a:pathLst>
                <a:path w="930870" h="1244836">
                  <a:moveTo>
                    <a:pt x="914400" y="914400"/>
                  </a:moveTo>
                  <a:lnTo>
                    <a:pt x="904715" y="940530"/>
                  </a:lnTo>
                  <a:lnTo>
                    <a:pt x="891375" y="944946"/>
                  </a:lnTo>
                  <a:lnTo>
                    <a:pt x="878580" y="953650"/>
                  </a:lnTo>
                  <a:lnTo>
                    <a:pt x="874010" y="1036332"/>
                  </a:lnTo>
                  <a:lnTo>
                    <a:pt x="897306" y="1067747"/>
                  </a:lnTo>
                  <a:lnTo>
                    <a:pt x="884511" y="1072144"/>
                  </a:lnTo>
                  <a:lnTo>
                    <a:pt x="872804" y="1081554"/>
                  </a:lnTo>
                  <a:lnTo>
                    <a:pt x="864442" y="1095470"/>
                  </a:lnTo>
                  <a:lnTo>
                    <a:pt x="855886" y="1125419"/>
                  </a:lnTo>
                  <a:lnTo>
                    <a:pt x="823741" y="1142394"/>
                  </a:lnTo>
                  <a:lnTo>
                    <a:pt x="811568" y="1154952"/>
                  </a:lnTo>
                  <a:lnTo>
                    <a:pt x="793619" y="1182893"/>
                  </a:lnTo>
                  <a:lnTo>
                    <a:pt x="784266" y="1223447"/>
                  </a:lnTo>
                  <a:lnTo>
                    <a:pt x="766084" y="1240747"/>
                  </a:lnTo>
                  <a:lnTo>
                    <a:pt x="745665" y="1244836"/>
                  </a:lnTo>
                  <a:lnTo>
                    <a:pt x="757644" y="1211612"/>
                  </a:lnTo>
                  <a:lnTo>
                    <a:pt x="773337" y="1184540"/>
                  </a:lnTo>
                  <a:lnTo>
                    <a:pt x="758247" y="1165973"/>
                  </a:lnTo>
                  <a:lnTo>
                    <a:pt x="749165" y="1136911"/>
                  </a:lnTo>
                  <a:lnTo>
                    <a:pt x="737439" y="1114616"/>
                  </a:lnTo>
                  <a:lnTo>
                    <a:pt x="746773" y="1089716"/>
                  </a:lnTo>
                  <a:lnTo>
                    <a:pt x="742184" y="1048909"/>
                  </a:lnTo>
                  <a:lnTo>
                    <a:pt x="743701" y="1009079"/>
                  </a:lnTo>
                  <a:lnTo>
                    <a:pt x="757313" y="988974"/>
                  </a:lnTo>
                  <a:lnTo>
                    <a:pt x="772909" y="972579"/>
                  </a:lnTo>
                  <a:lnTo>
                    <a:pt x="797197" y="934884"/>
                  </a:lnTo>
                  <a:lnTo>
                    <a:pt x="823528" y="907559"/>
                  </a:lnTo>
                  <a:lnTo>
                    <a:pt x="860261" y="895272"/>
                  </a:lnTo>
                  <a:lnTo>
                    <a:pt x="876849" y="906600"/>
                  </a:lnTo>
                  <a:lnTo>
                    <a:pt x="884005" y="881754"/>
                  </a:lnTo>
                  <a:lnTo>
                    <a:pt x="895848" y="876090"/>
                  </a:lnTo>
                  <a:lnTo>
                    <a:pt x="906971" y="881826"/>
                  </a:lnTo>
                  <a:lnTo>
                    <a:pt x="930870" y="905569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h21"/>
            <p:cNvSpPr/>
            <p:nvPr/>
          </p:nvSpPr>
          <p:spPr>
            <a:xfrm>
              <a:off x="2935309" y="2295910"/>
              <a:ext cx="1041947" cy="914400"/>
            </a:xfrm>
            <a:custGeom>
              <a:avLst/>
              <a:pathLst>
                <a:path w="1041947" h="914400">
                  <a:moveTo>
                    <a:pt x="914400" y="914400"/>
                  </a:moveTo>
                  <a:lnTo>
                    <a:pt x="905338" y="913078"/>
                  </a:lnTo>
                  <a:lnTo>
                    <a:pt x="899290" y="888196"/>
                  </a:lnTo>
                  <a:lnTo>
                    <a:pt x="897870" y="824172"/>
                  </a:lnTo>
                  <a:lnTo>
                    <a:pt x="901487" y="792540"/>
                  </a:lnTo>
                  <a:lnTo>
                    <a:pt x="944911" y="678443"/>
                  </a:lnTo>
                  <a:lnTo>
                    <a:pt x="964298" y="669123"/>
                  </a:lnTo>
                  <a:lnTo>
                    <a:pt x="991562" y="599200"/>
                  </a:lnTo>
                  <a:lnTo>
                    <a:pt x="998913" y="568092"/>
                  </a:lnTo>
                  <a:lnTo>
                    <a:pt x="1010736" y="540079"/>
                  </a:lnTo>
                  <a:lnTo>
                    <a:pt x="1017717" y="515034"/>
                  </a:lnTo>
                  <a:lnTo>
                    <a:pt x="1023570" y="504918"/>
                  </a:lnTo>
                  <a:lnTo>
                    <a:pt x="1036288" y="509660"/>
                  </a:lnTo>
                  <a:lnTo>
                    <a:pt x="1041947" y="514274"/>
                  </a:lnTo>
                  <a:lnTo>
                    <a:pt x="1028549" y="528860"/>
                  </a:lnTo>
                  <a:lnTo>
                    <a:pt x="1030104" y="547843"/>
                  </a:lnTo>
                  <a:lnTo>
                    <a:pt x="1029171" y="555714"/>
                  </a:lnTo>
                  <a:lnTo>
                    <a:pt x="995354" y="638287"/>
                  </a:lnTo>
                  <a:lnTo>
                    <a:pt x="986311" y="691907"/>
                  </a:lnTo>
                  <a:lnTo>
                    <a:pt x="974313" y="704990"/>
                  </a:lnTo>
                  <a:lnTo>
                    <a:pt x="924628" y="895742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h22"/>
            <p:cNvSpPr/>
            <p:nvPr/>
          </p:nvSpPr>
          <p:spPr>
            <a:xfrm>
              <a:off x="1938382" y="1306626"/>
              <a:ext cx="2411794" cy="2234934"/>
            </a:xfrm>
            <a:custGeom>
              <a:avLst/>
              <a:pathLst>
                <a:path w="2411794" h="2234934">
                  <a:moveTo>
                    <a:pt x="914400" y="914399"/>
                  </a:moveTo>
                  <a:lnTo>
                    <a:pt x="928906" y="920516"/>
                  </a:lnTo>
                  <a:lnTo>
                    <a:pt x="948664" y="908265"/>
                  </a:lnTo>
                  <a:lnTo>
                    <a:pt x="962490" y="873954"/>
                  </a:lnTo>
                  <a:lnTo>
                    <a:pt x="970385" y="822471"/>
                  </a:lnTo>
                  <a:lnTo>
                    <a:pt x="979603" y="773430"/>
                  </a:lnTo>
                  <a:lnTo>
                    <a:pt x="968693" y="720969"/>
                  </a:lnTo>
                  <a:lnTo>
                    <a:pt x="957045" y="674896"/>
                  </a:lnTo>
                  <a:lnTo>
                    <a:pt x="956228" y="661360"/>
                  </a:lnTo>
                  <a:lnTo>
                    <a:pt x="986798" y="622489"/>
                  </a:lnTo>
                  <a:lnTo>
                    <a:pt x="996151" y="590875"/>
                  </a:lnTo>
                  <a:lnTo>
                    <a:pt x="1006283" y="560781"/>
                  </a:lnTo>
                  <a:lnTo>
                    <a:pt x="1017464" y="550539"/>
                  </a:lnTo>
                  <a:lnTo>
                    <a:pt x="1034110" y="548205"/>
                  </a:lnTo>
                  <a:lnTo>
                    <a:pt x="1053498" y="542540"/>
                  </a:lnTo>
                  <a:lnTo>
                    <a:pt x="1077942" y="522399"/>
                  </a:lnTo>
                  <a:lnTo>
                    <a:pt x="1099858" y="495418"/>
                  </a:lnTo>
                  <a:lnTo>
                    <a:pt x="1116601" y="470680"/>
                  </a:lnTo>
                  <a:lnTo>
                    <a:pt x="1122279" y="421730"/>
                  </a:lnTo>
                  <a:lnTo>
                    <a:pt x="1122512" y="397137"/>
                  </a:lnTo>
                  <a:lnTo>
                    <a:pt x="1129883" y="378878"/>
                  </a:lnTo>
                  <a:lnTo>
                    <a:pt x="1137019" y="343211"/>
                  </a:lnTo>
                  <a:lnTo>
                    <a:pt x="1130077" y="308032"/>
                  </a:lnTo>
                  <a:lnTo>
                    <a:pt x="1108472" y="254666"/>
                  </a:lnTo>
                  <a:lnTo>
                    <a:pt x="1082453" y="179621"/>
                  </a:lnTo>
                  <a:lnTo>
                    <a:pt x="1078469" y="139646"/>
                  </a:lnTo>
                  <a:lnTo>
                    <a:pt x="2057358" y="139646"/>
                  </a:lnTo>
                  <a:lnTo>
                    <a:pt x="2057835" y="144894"/>
                  </a:lnTo>
                  <a:lnTo>
                    <a:pt x="2055851" y="157489"/>
                  </a:lnTo>
                  <a:lnTo>
                    <a:pt x="2070980" y="209262"/>
                  </a:lnTo>
                  <a:lnTo>
                    <a:pt x="2067460" y="227413"/>
                  </a:lnTo>
                  <a:lnTo>
                    <a:pt x="2065419" y="250540"/>
                  </a:lnTo>
                  <a:lnTo>
                    <a:pt x="2087101" y="272762"/>
                  </a:lnTo>
                  <a:lnTo>
                    <a:pt x="2106450" y="272400"/>
                  </a:lnTo>
                  <a:lnTo>
                    <a:pt x="2126052" y="272056"/>
                  </a:lnTo>
                  <a:lnTo>
                    <a:pt x="2133539" y="277630"/>
                  </a:lnTo>
                  <a:lnTo>
                    <a:pt x="2141045" y="293356"/>
                  </a:lnTo>
                  <a:lnTo>
                    <a:pt x="2147093" y="311922"/>
                  </a:lnTo>
                  <a:lnTo>
                    <a:pt x="2163233" y="310384"/>
                  </a:lnTo>
                  <a:lnTo>
                    <a:pt x="2188999" y="295274"/>
                  </a:lnTo>
                  <a:lnTo>
                    <a:pt x="2205762" y="291673"/>
                  </a:lnTo>
                  <a:lnTo>
                    <a:pt x="2216827" y="320717"/>
                  </a:lnTo>
                  <a:lnTo>
                    <a:pt x="2246929" y="359081"/>
                  </a:lnTo>
                  <a:lnTo>
                    <a:pt x="2264450" y="376272"/>
                  </a:lnTo>
                  <a:lnTo>
                    <a:pt x="2294222" y="385321"/>
                  </a:lnTo>
                  <a:lnTo>
                    <a:pt x="2325589" y="416283"/>
                  </a:lnTo>
                  <a:lnTo>
                    <a:pt x="2321194" y="453598"/>
                  </a:lnTo>
                  <a:lnTo>
                    <a:pt x="2334281" y="466066"/>
                  </a:lnTo>
                  <a:lnTo>
                    <a:pt x="2371288" y="480796"/>
                  </a:lnTo>
                  <a:lnTo>
                    <a:pt x="2384375" y="500666"/>
                  </a:lnTo>
                  <a:lnTo>
                    <a:pt x="2390656" y="517604"/>
                  </a:lnTo>
                  <a:lnTo>
                    <a:pt x="2400398" y="531647"/>
                  </a:lnTo>
                  <a:lnTo>
                    <a:pt x="2411794" y="574082"/>
                  </a:lnTo>
                  <a:lnTo>
                    <a:pt x="2407827" y="600231"/>
                  </a:lnTo>
                  <a:lnTo>
                    <a:pt x="2392912" y="609225"/>
                  </a:lnTo>
                  <a:lnTo>
                    <a:pt x="2357695" y="637238"/>
                  </a:lnTo>
                  <a:lnTo>
                    <a:pt x="2342002" y="658157"/>
                  </a:lnTo>
                  <a:lnTo>
                    <a:pt x="2329692" y="671186"/>
                  </a:lnTo>
                  <a:lnTo>
                    <a:pt x="2294708" y="699127"/>
                  </a:lnTo>
                  <a:lnTo>
                    <a:pt x="2281893" y="704140"/>
                  </a:lnTo>
                  <a:lnTo>
                    <a:pt x="2269623" y="718671"/>
                  </a:lnTo>
                  <a:lnTo>
                    <a:pt x="2257761" y="725023"/>
                  </a:lnTo>
                  <a:lnTo>
                    <a:pt x="2247143" y="721367"/>
                  </a:lnTo>
                  <a:lnTo>
                    <a:pt x="2207453" y="747679"/>
                  </a:lnTo>
                  <a:lnTo>
                    <a:pt x="2210545" y="758917"/>
                  </a:lnTo>
                  <a:lnTo>
                    <a:pt x="2240979" y="763676"/>
                  </a:lnTo>
                  <a:lnTo>
                    <a:pt x="2256497" y="758030"/>
                  </a:lnTo>
                  <a:lnTo>
                    <a:pt x="2268437" y="744802"/>
                  </a:lnTo>
                  <a:lnTo>
                    <a:pt x="2281485" y="741762"/>
                  </a:lnTo>
                  <a:lnTo>
                    <a:pt x="2293386" y="744259"/>
                  </a:lnTo>
                  <a:lnTo>
                    <a:pt x="2306007" y="733835"/>
                  </a:lnTo>
                  <a:lnTo>
                    <a:pt x="2315905" y="729673"/>
                  </a:lnTo>
                  <a:lnTo>
                    <a:pt x="2326134" y="734668"/>
                  </a:lnTo>
                  <a:lnTo>
                    <a:pt x="2337548" y="759659"/>
                  </a:lnTo>
                  <a:lnTo>
                    <a:pt x="2313863" y="772670"/>
                  </a:lnTo>
                  <a:lnTo>
                    <a:pt x="2297061" y="773267"/>
                  </a:lnTo>
                  <a:lnTo>
                    <a:pt x="2288855" y="814255"/>
                  </a:lnTo>
                  <a:lnTo>
                    <a:pt x="2278685" y="831863"/>
                  </a:lnTo>
                  <a:lnTo>
                    <a:pt x="2271393" y="840332"/>
                  </a:lnTo>
                  <a:lnTo>
                    <a:pt x="2234114" y="857776"/>
                  </a:lnTo>
                  <a:lnTo>
                    <a:pt x="2209515" y="879890"/>
                  </a:lnTo>
                  <a:lnTo>
                    <a:pt x="2180521" y="897697"/>
                  </a:lnTo>
                  <a:lnTo>
                    <a:pt x="2167861" y="893824"/>
                  </a:lnTo>
                  <a:lnTo>
                    <a:pt x="2148784" y="911920"/>
                  </a:lnTo>
                  <a:lnTo>
                    <a:pt x="2106392" y="933346"/>
                  </a:lnTo>
                  <a:lnTo>
                    <a:pt x="2084670" y="962210"/>
                  </a:lnTo>
                  <a:lnTo>
                    <a:pt x="2035919" y="988033"/>
                  </a:lnTo>
                  <a:lnTo>
                    <a:pt x="2011086" y="1009043"/>
                  </a:lnTo>
                  <a:lnTo>
                    <a:pt x="1943627" y="1010147"/>
                  </a:lnTo>
                  <a:lnTo>
                    <a:pt x="1879202" y="1005532"/>
                  </a:lnTo>
                  <a:lnTo>
                    <a:pt x="1858978" y="1015521"/>
                  </a:lnTo>
                  <a:lnTo>
                    <a:pt x="1879649" y="1018616"/>
                  </a:lnTo>
                  <a:lnTo>
                    <a:pt x="1894137" y="1028424"/>
                  </a:lnTo>
                  <a:lnTo>
                    <a:pt x="1911502" y="1024334"/>
                  </a:lnTo>
                  <a:lnTo>
                    <a:pt x="1952320" y="1029238"/>
                  </a:lnTo>
                  <a:lnTo>
                    <a:pt x="1973322" y="1034576"/>
                  </a:lnTo>
                  <a:lnTo>
                    <a:pt x="2000274" y="1068923"/>
                  </a:lnTo>
                  <a:lnTo>
                    <a:pt x="1980458" y="1081138"/>
                  </a:lnTo>
                  <a:lnTo>
                    <a:pt x="1946136" y="1090512"/>
                  </a:lnTo>
                  <a:lnTo>
                    <a:pt x="1959009" y="1139227"/>
                  </a:lnTo>
                  <a:lnTo>
                    <a:pt x="1969627" y="1172071"/>
                  </a:lnTo>
                  <a:lnTo>
                    <a:pt x="1955723" y="1191887"/>
                  </a:lnTo>
                  <a:lnTo>
                    <a:pt x="1954692" y="1282042"/>
                  </a:lnTo>
                  <a:lnTo>
                    <a:pt x="1935188" y="1283761"/>
                  </a:lnTo>
                  <a:lnTo>
                    <a:pt x="1926904" y="1321058"/>
                  </a:lnTo>
                  <a:lnTo>
                    <a:pt x="1933049" y="1340077"/>
                  </a:lnTo>
                  <a:lnTo>
                    <a:pt x="1932562" y="1384250"/>
                  </a:lnTo>
                  <a:lnTo>
                    <a:pt x="1936627" y="1411466"/>
                  </a:lnTo>
                  <a:lnTo>
                    <a:pt x="1946194" y="1436530"/>
                  </a:lnTo>
                  <a:lnTo>
                    <a:pt x="1941935" y="1462660"/>
                  </a:lnTo>
                  <a:lnTo>
                    <a:pt x="1911094" y="1523826"/>
                  </a:lnTo>
                  <a:lnTo>
                    <a:pt x="1911794" y="1552526"/>
                  </a:lnTo>
                  <a:lnTo>
                    <a:pt x="1917336" y="1569573"/>
                  </a:lnTo>
                  <a:lnTo>
                    <a:pt x="1921439" y="1596826"/>
                  </a:lnTo>
                  <a:lnTo>
                    <a:pt x="1907418" y="1649214"/>
                  </a:lnTo>
                  <a:lnTo>
                    <a:pt x="1897520" y="1692989"/>
                  </a:lnTo>
                  <a:lnTo>
                    <a:pt x="1885755" y="1729833"/>
                  </a:lnTo>
                  <a:lnTo>
                    <a:pt x="1859425" y="1774042"/>
                  </a:lnTo>
                  <a:lnTo>
                    <a:pt x="1846319" y="1807086"/>
                  </a:lnTo>
                  <a:lnTo>
                    <a:pt x="1815652" y="1910198"/>
                  </a:lnTo>
                  <a:lnTo>
                    <a:pt x="1800445" y="1930665"/>
                  </a:lnTo>
                  <a:lnTo>
                    <a:pt x="1781796" y="1946390"/>
                  </a:lnTo>
                  <a:lnTo>
                    <a:pt x="1761008" y="1931841"/>
                  </a:lnTo>
                  <a:lnTo>
                    <a:pt x="1741951" y="1923915"/>
                  </a:lnTo>
                  <a:lnTo>
                    <a:pt x="1718674" y="1924874"/>
                  </a:lnTo>
                  <a:lnTo>
                    <a:pt x="1682212" y="1936799"/>
                  </a:lnTo>
                  <a:lnTo>
                    <a:pt x="1627374" y="1928873"/>
                  </a:lnTo>
                  <a:lnTo>
                    <a:pt x="1573780" y="1932691"/>
                  </a:lnTo>
                  <a:lnTo>
                    <a:pt x="1560226" y="1942988"/>
                  </a:lnTo>
                  <a:lnTo>
                    <a:pt x="1568355" y="1980411"/>
                  </a:lnTo>
                  <a:lnTo>
                    <a:pt x="1548598" y="1985315"/>
                  </a:lnTo>
                  <a:lnTo>
                    <a:pt x="1529288" y="1974675"/>
                  </a:lnTo>
                  <a:lnTo>
                    <a:pt x="1512292" y="1987378"/>
                  </a:lnTo>
                  <a:lnTo>
                    <a:pt x="1498096" y="2001312"/>
                  </a:lnTo>
                  <a:lnTo>
                    <a:pt x="1470210" y="2034374"/>
                  </a:lnTo>
                  <a:lnTo>
                    <a:pt x="1460876" y="2054732"/>
                  </a:lnTo>
                  <a:lnTo>
                    <a:pt x="1458465" y="2093078"/>
                  </a:lnTo>
                  <a:lnTo>
                    <a:pt x="1473108" y="2127461"/>
                  </a:lnTo>
                  <a:lnTo>
                    <a:pt x="1486098" y="2167725"/>
                  </a:lnTo>
                  <a:lnTo>
                    <a:pt x="1452650" y="2216313"/>
                  </a:lnTo>
                  <a:lnTo>
                    <a:pt x="1433982" y="2217960"/>
                  </a:lnTo>
                  <a:lnTo>
                    <a:pt x="1379494" y="2204478"/>
                  </a:lnTo>
                  <a:lnTo>
                    <a:pt x="1282924" y="2234934"/>
                  </a:lnTo>
                  <a:lnTo>
                    <a:pt x="1196194" y="2210848"/>
                  </a:lnTo>
                  <a:lnTo>
                    <a:pt x="1207103" y="2184826"/>
                  </a:lnTo>
                  <a:lnTo>
                    <a:pt x="1206734" y="2165698"/>
                  </a:lnTo>
                  <a:lnTo>
                    <a:pt x="1211634" y="2136274"/>
                  </a:lnTo>
                  <a:lnTo>
                    <a:pt x="1214551" y="2106180"/>
                  </a:lnTo>
                  <a:lnTo>
                    <a:pt x="1213734" y="2086039"/>
                  </a:lnTo>
                  <a:lnTo>
                    <a:pt x="1207376" y="2064577"/>
                  </a:lnTo>
                  <a:lnTo>
                    <a:pt x="1185985" y="2036491"/>
                  </a:lnTo>
                  <a:lnTo>
                    <a:pt x="1137797" y="1941703"/>
                  </a:lnTo>
                  <a:lnTo>
                    <a:pt x="1123543" y="1901693"/>
                  </a:lnTo>
                  <a:lnTo>
                    <a:pt x="1113626" y="1885026"/>
                  </a:lnTo>
                  <a:lnTo>
                    <a:pt x="1120762" y="1884121"/>
                  </a:lnTo>
                  <a:lnTo>
                    <a:pt x="1160452" y="1905601"/>
                  </a:lnTo>
                  <a:lnTo>
                    <a:pt x="1169708" y="1902959"/>
                  </a:lnTo>
                  <a:lnTo>
                    <a:pt x="1179431" y="1894888"/>
                  </a:lnTo>
                  <a:lnTo>
                    <a:pt x="1167589" y="1864143"/>
                  </a:lnTo>
                  <a:lnTo>
                    <a:pt x="1157418" y="1850227"/>
                  </a:lnTo>
                  <a:lnTo>
                    <a:pt x="1150515" y="1829416"/>
                  </a:lnTo>
                  <a:lnTo>
                    <a:pt x="1173753" y="1823788"/>
                  </a:lnTo>
                  <a:lnTo>
                    <a:pt x="1190535" y="1825037"/>
                  </a:lnTo>
                  <a:lnTo>
                    <a:pt x="1202903" y="1801621"/>
                  </a:lnTo>
                  <a:lnTo>
                    <a:pt x="1195766" y="1763763"/>
                  </a:lnTo>
                  <a:lnTo>
                    <a:pt x="1177740" y="1752109"/>
                  </a:lnTo>
                  <a:lnTo>
                    <a:pt x="1162688" y="1747042"/>
                  </a:lnTo>
                  <a:lnTo>
                    <a:pt x="1133830" y="1687578"/>
                  </a:lnTo>
                  <a:lnTo>
                    <a:pt x="1103727" y="1656779"/>
                  </a:lnTo>
                  <a:lnTo>
                    <a:pt x="1050037" y="1537977"/>
                  </a:lnTo>
                  <a:lnTo>
                    <a:pt x="1030396" y="1456435"/>
                  </a:lnTo>
                  <a:lnTo>
                    <a:pt x="1012136" y="1464181"/>
                  </a:lnTo>
                  <a:lnTo>
                    <a:pt x="1003269" y="1428658"/>
                  </a:lnTo>
                  <a:lnTo>
                    <a:pt x="996910" y="1395017"/>
                  </a:lnTo>
                  <a:lnTo>
                    <a:pt x="995646" y="1370279"/>
                  </a:lnTo>
                  <a:lnTo>
                    <a:pt x="967021" y="1356110"/>
                  </a:lnTo>
                  <a:lnTo>
                    <a:pt x="965854" y="1338774"/>
                  </a:lnTo>
                  <a:lnTo>
                    <a:pt x="960701" y="1261412"/>
                  </a:lnTo>
                  <a:lnTo>
                    <a:pt x="929995" y="1251025"/>
                  </a:lnTo>
                  <a:lnTo>
                    <a:pt x="910141" y="1207612"/>
                  </a:lnTo>
                  <a:lnTo>
                    <a:pt x="906602" y="1125474"/>
                  </a:lnTo>
                  <a:lnTo>
                    <a:pt x="886378" y="1110526"/>
                  </a:lnTo>
                  <a:lnTo>
                    <a:pt x="870101" y="1114670"/>
                  </a:lnTo>
                  <a:lnTo>
                    <a:pt x="870860" y="1094312"/>
                  </a:lnTo>
                  <a:lnTo>
                    <a:pt x="874749" y="1075202"/>
                  </a:lnTo>
                  <a:lnTo>
                    <a:pt x="865240" y="999488"/>
                  </a:lnTo>
                  <a:lnTo>
                    <a:pt x="862070" y="930378"/>
                  </a:lnTo>
                  <a:lnTo>
                    <a:pt x="854350" y="909514"/>
                  </a:lnTo>
                  <a:lnTo>
                    <a:pt x="849974" y="885084"/>
                  </a:lnTo>
                  <a:lnTo>
                    <a:pt x="853902" y="863983"/>
                  </a:lnTo>
                  <a:lnTo>
                    <a:pt x="859659" y="851859"/>
                  </a:lnTo>
                  <a:lnTo>
                    <a:pt x="879474" y="848674"/>
                  </a:lnTo>
                  <a:lnTo>
                    <a:pt x="897987" y="867331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h23"/>
            <p:cNvSpPr/>
            <p:nvPr/>
          </p:nvSpPr>
          <p:spPr>
            <a:xfrm>
              <a:off x="3465237" y="1695495"/>
              <a:ext cx="952845" cy="914400"/>
            </a:xfrm>
            <a:custGeom>
              <a:avLst/>
              <a:pathLst>
                <a:path w="952845" h="914400">
                  <a:moveTo>
                    <a:pt x="914400" y="914400"/>
                  </a:moveTo>
                  <a:lnTo>
                    <a:pt x="904074" y="912644"/>
                  </a:lnTo>
                  <a:lnTo>
                    <a:pt x="894662" y="895579"/>
                  </a:lnTo>
                  <a:lnTo>
                    <a:pt x="913699" y="869521"/>
                  </a:lnTo>
                  <a:lnTo>
                    <a:pt x="942830" y="870932"/>
                  </a:lnTo>
                  <a:lnTo>
                    <a:pt x="952845" y="876361"/>
                  </a:lnTo>
                  <a:lnTo>
                    <a:pt x="917978" y="891291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h24"/>
            <p:cNvSpPr/>
            <p:nvPr/>
          </p:nvSpPr>
          <p:spPr>
            <a:xfrm>
              <a:off x="3312604" y="1265837"/>
              <a:ext cx="937035" cy="914400"/>
            </a:xfrm>
            <a:custGeom>
              <a:avLst/>
              <a:pathLst>
                <a:path w="937035" h="914400">
                  <a:moveTo>
                    <a:pt x="914400" y="914400"/>
                  </a:moveTo>
                  <a:lnTo>
                    <a:pt x="910024" y="913278"/>
                  </a:lnTo>
                  <a:lnTo>
                    <a:pt x="915469" y="896068"/>
                  </a:lnTo>
                  <a:lnTo>
                    <a:pt x="919514" y="888630"/>
                  </a:lnTo>
                  <a:lnTo>
                    <a:pt x="932932" y="881682"/>
                  </a:lnTo>
                  <a:lnTo>
                    <a:pt x="937035" y="882894"/>
                  </a:lnTo>
                  <a:lnTo>
                    <a:pt x="923228" y="910871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h25"/>
            <p:cNvSpPr/>
            <p:nvPr/>
          </p:nvSpPr>
          <p:spPr>
            <a:xfrm>
              <a:off x="3352119" y="1111042"/>
              <a:ext cx="939913" cy="914400"/>
            </a:xfrm>
            <a:custGeom>
              <a:avLst/>
              <a:pathLst>
                <a:path w="939913" h="914400">
                  <a:moveTo>
                    <a:pt x="914400" y="914400"/>
                  </a:moveTo>
                  <a:lnTo>
                    <a:pt x="909382" y="899362"/>
                  </a:lnTo>
                  <a:lnTo>
                    <a:pt x="911385" y="896412"/>
                  </a:lnTo>
                  <a:lnTo>
                    <a:pt x="914808" y="881573"/>
                  </a:lnTo>
                  <a:lnTo>
                    <a:pt x="924473" y="873430"/>
                  </a:lnTo>
                  <a:lnTo>
                    <a:pt x="939913" y="878316"/>
                  </a:lnTo>
                  <a:lnTo>
                    <a:pt x="939816" y="882025"/>
                  </a:lnTo>
                  <a:lnTo>
                    <a:pt x="925056" y="894041"/>
                  </a:lnTo>
                  <a:lnTo>
                    <a:pt x="919397" y="902130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h26"/>
            <p:cNvSpPr/>
            <p:nvPr/>
          </p:nvSpPr>
          <p:spPr>
            <a:xfrm>
              <a:off x="3621740" y="2965307"/>
              <a:ext cx="929470" cy="915707"/>
            </a:xfrm>
            <a:custGeom>
              <a:avLst/>
              <a:pathLst>
                <a:path w="929470" h="915707">
                  <a:moveTo>
                    <a:pt x="914400" y="914400"/>
                  </a:moveTo>
                  <a:lnTo>
                    <a:pt x="858628" y="909550"/>
                  </a:lnTo>
                  <a:lnTo>
                    <a:pt x="850694" y="905062"/>
                  </a:lnTo>
                  <a:lnTo>
                    <a:pt x="881380" y="873321"/>
                  </a:lnTo>
                  <a:lnTo>
                    <a:pt x="901371" y="840332"/>
                  </a:lnTo>
                  <a:lnTo>
                    <a:pt x="918347" y="797281"/>
                  </a:lnTo>
                  <a:lnTo>
                    <a:pt x="920156" y="767458"/>
                  </a:lnTo>
                  <a:lnTo>
                    <a:pt x="924395" y="733835"/>
                  </a:lnTo>
                  <a:lnTo>
                    <a:pt x="929470" y="731330"/>
                  </a:lnTo>
                  <a:lnTo>
                    <a:pt x="929470" y="915707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h27"/>
            <p:cNvSpPr/>
            <p:nvPr/>
          </p:nvSpPr>
          <p:spPr>
            <a:xfrm>
              <a:off x="2584559" y="3119360"/>
              <a:ext cx="1966652" cy="921186"/>
            </a:xfrm>
            <a:custGeom>
              <a:avLst/>
              <a:pathLst>
                <a:path w="1966652" h="921186">
                  <a:moveTo>
                    <a:pt x="914400" y="914399"/>
                  </a:moveTo>
                  <a:lnTo>
                    <a:pt x="1028432" y="869340"/>
                  </a:lnTo>
                  <a:lnTo>
                    <a:pt x="1150223" y="827067"/>
                  </a:lnTo>
                  <a:lnTo>
                    <a:pt x="1178654" y="822471"/>
                  </a:lnTo>
                  <a:lnTo>
                    <a:pt x="1207239" y="813567"/>
                  </a:lnTo>
                  <a:lnTo>
                    <a:pt x="1217799" y="797751"/>
                  </a:lnTo>
                  <a:lnTo>
                    <a:pt x="1228339" y="787165"/>
                  </a:lnTo>
                  <a:lnTo>
                    <a:pt x="1244926" y="759279"/>
                  </a:lnTo>
                  <a:lnTo>
                    <a:pt x="1281602" y="715938"/>
                  </a:lnTo>
                  <a:lnTo>
                    <a:pt x="1346455" y="700158"/>
                  </a:lnTo>
                  <a:lnTo>
                    <a:pt x="1370665" y="679601"/>
                  </a:lnTo>
                  <a:lnTo>
                    <a:pt x="1421420" y="650810"/>
                  </a:lnTo>
                  <a:lnTo>
                    <a:pt x="1537124" y="618508"/>
                  </a:lnTo>
                  <a:lnTo>
                    <a:pt x="1585448" y="611415"/>
                  </a:lnTo>
                  <a:lnTo>
                    <a:pt x="1632800" y="610546"/>
                  </a:lnTo>
                  <a:lnTo>
                    <a:pt x="1674959" y="636025"/>
                  </a:lnTo>
                  <a:lnTo>
                    <a:pt x="1719588" y="667477"/>
                  </a:lnTo>
                  <a:lnTo>
                    <a:pt x="1727619" y="686460"/>
                  </a:lnTo>
                  <a:lnTo>
                    <a:pt x="1703467" y="674625"/>
                  </a:lnTo>
                  <a:lnTo>
                    <a:pt x="1668269" y="646376"/>
                  </a:lnTo>
                  <a:lnTo>
                    <a:pt x="1655260" y="645182"/>
                  </a:lnTo>
                  <a:lnTo>
                    <a:pt x="1685304" y="731103"/>
                  </a:lnTo>
                  <a:lnTo>
                    <a:pt x="1701736" y="761487"/>
                  </a:lnTo>
                  <a:lnTo>
                    <a:pt x="1734950" y="784215"/>
                  </a:lnTo>
                  <a:lnTo>
                    <a:pt x="1762797" y="791870"/>
                  </a:lnTo>
                  <a:lnTo>
                    <a:pt x="1848594" y="778099"/>
                  </a:lnTo>
                  <a:lnTo>
                    <a:pt x="1879066" y="760111"/>
                  </a:lnTo>
                  <a:lnTo>
                    <a:pt x="1887875" y="751009"/>
                  </a:lnTo>
                  <a:lnTo>
                    <a:pt x="1895809" y="755497"/>
                  </a:lnTo>
                  <a:lnTo>
                    <a:pt x="1951581" y="760346"/>
                  </a:lnTo>
                  <a:lnTo>
                    <a:pt x="1966652" y="761654"/>
                  </a:lnTo>
                  <a:lnTo>
                    <a:pt x="1966652" y="921186"/>
                  </a:lnTo>
                  <a:lnTo>
                    <a:pt x="901485" y="921186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h28"/>
            <p:cNvSpPr/>
            <p:nvPr/>
          </p:nvSpPr>
          <p:spPr>
            <a:xfrm>
              <a:off x="2106436" y="571847"/>
              <a:ext cx="968965" cy="1655295"/>
            </a:xfrm>
            <a:custGeom>
              <a:avLst/>
              <a:pathLst>
                <a:path w="968965" h="1655295">
                  <a:moveTo>
                    <a:pt x="914400" y="914400"/>
                  </a:moveTo>
                  <a:lnTo>
                    <a:pt x="940418" y="989444"/>
                  </a:lnTo>
                  <a:lnTo>
                    <a:pt x="962023" y="1042810"/>
                  </a:lnTo>
                  <a:lnTo>
                    <a:pt x="968965" y="1077989"/>
                  </a:lnTo>
                  <a:lnTo>
                    <a:pt x="961829" y="1113657"/>
                  </a:lnTo>
                  <a:lnTo>
                    <a:pt x="954459" y="1131916"/>
                  </a:lnTo>
                  <a:lnTo>
                    <a:pt x="954225" y="1156509"/>
                  </a:lnTo>
                  <a:lnTo>
                    <a:pt x="948547" y="1205459"/>
                  </a:lnTo>
                  <a:lnTo>
                    <a:pt x="931804" y="1230197"/>
                  </a:lnTo>
                  <a:lnTo>
                    <a:pt x="909888" y="1257178"/>
                  </a:lnTo>
                  <a:lnTo>
                    <a:pt x="885444" y="1277319"/>
                  </a:lnTo>
                  <a:lnTo>
                    <a:pt x="866056" y="1282983"/>
                  </a:lnTo>
                  <a:lnTo>
                    <a:pt x="849410" y="1285318"/>
                  </a:lnTo>
                  <a:lnTo>
                    <a:pt x="838229" y="1295560"/>
                  </a:lnTo>
                  <a:lnTo>
                    <a:pt x="828097" y="1325654"/>
                  </a:lnTo>
                  <a:lnTo>
                    <a:pt x="818744" y="1357268"/>
                  </a:lnTo>
                  <a:lnTo>
                    <a:pt x="788174" y="1396139"/>
                  </a:lnTo>
                  <a:lnTo>
                    <a:pt x="788991" y="1409675"/>
                  </a:lnTo>
                  <a:lnTo>
                    <a:pt x="800639" y="1455748"/>
                  </a:lnTo>
                  <a:lnTo>
                    <a:pt x="811549" y="1508209"/>
                  </a:lnTo>
                  <a:lnTo>
                    <a:pt x="802331" y="1557249"/>
                  </a:lnTo>
                  <a:lnTo>
                    <a:pt x="794436" y="1608733"/>
                  </a:lnTo>
                  <a:lnTo>
                    <a:pt x="780610" y="1643043"/>
                  </a:lnTo>
                  <a:lnTo>
                    <a:pt x="760852" y="1655295"/>
                  </a:lnTo>
                  <a:lnTo>
                    <a:pt x="746346" y="1649178"/>
                  </a:lnTo>
                  <a:lnTo>
                    <a:pt x="729933" y="1602110"/>
                  </a:lnTo>
                  <a:lnTo>
                    <a:pt x="729564" y="1591288"/>
                  </a:lnTo>
                  <a:lnTo>
                    <a:pt x="725480" y="1576902"/>
                  </a:lnTo>
                  <a:lnTo>
                    <a:pt x="678926" y="1562570"/>
                  </a:lnTo>
                  <a:lnTo>
                    <a:pt x="670700" y="1563094"/>
                  </a:lnTo>
                  <a:lnTo>
                    <a:pt x="652401" y="1554698"/>
                  </a:lnTo>
                  <a:lnTo>
                    <a:pt x="641667" y="1552327"/>
                  </a:lnTo>
                  <a:lnTo>
                    <a:pt x="619654" y="1547477"/>
                  </a:lnTo>
                  <a:lnTo>
                    <a:pt x="601355" y="1505947"/>
                  </a:lnTo>
                  <a:lnTo>
                    <a:pt x="581909" y="1471401"/>
                  </a:lnTo>
                  <a:lnTo>
                    <a:pt x="579147" y="1456960"/>
                  </a:lnTo>
                  <a:lnTo>
                    <a:pt x="579809" y="1392357"/>
                  </a:lnTo>
                  <a:lnTo>
                    <a:pt x="573858" y="1363620"/>
                  </a:lnTo>
                  <a:lnTo>
                    <a:pt x="572030" y="1332295"/>
                  </a:lnTo>
                  <a:lnTo>
                    <a:pt x="559798" y="1357775"/>
                  </a:lnTo>
                  <a:lnTo>
                    <a:pt x="566896" y="1398057"/>
                  </a:lnTo>
                  <a:lnTo>
                    <a:pt x="551806" y="1414959"/>
                  </a:lnTo>
                  <a:lnTo>
                    <a:pt x="532768" y="1423175"/>
                  </a:lnTo>
                  <a:lnTo>
                    <a:pt x="534557" y="1446772"/>
                  </a:lnTo>
                  <a:lnTo>
                    <a:pt x="542375" y="1451242"/>
                  </a:lnTo>
                  <a:lnTo>
                    <a:pt x="544008" y="1475744"/>
                  </a:lnTo>
                  <a:lnTo>
                    <a:pt x="539380" y="1512009"/>
                  </a:lnTo>
                  <a:lnTo>
                    <a:pt x="501907" y="1592646"/>
                  </a:lnTo>
                  <a:lnTo>
                    <a:pt x="494343" y="1601314"/>
                  </a:lnTo>
                  <a:lnTo>
                    <a:pt x="489209" y="1612208"/>
                  </a:lnTo>
                  <a:lnTo>
                    <a:pt x="470035" y="1604969"/>
                  </a:lnTo>
                  <a:lnTo>
                    <a:pt x="453486" y="1620077"/>
                  </a:lnTo>
                  <a:lnTo>
                    <a:pt x="453486" y="874425"/>
                  </a:lnTo>
                  <a:lnTo>
                    <a:pt x="910415" y="874425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h29"/>
            <p:cNvSpPr/>
            <p:nvPr/>
          </p:nvSpPr>
          <p:spPr>
            <a:xfrm>
              <a:off x="1649937" y="2876382"/>
              <a:ext cx="915722" cy="956861"/>
            </a:xfrm>
            <a:custGeom>
              <a:avLst/>
              <a:pathLst>
                <a:path w="915722" h="956861">
                  <a:moveTo>
                    <a:pt x="914400" y="914400"/>
                  </a:moveTo>
                  <a:lnTo>
                    <a:pt x="915722" y="948728"/>
                  </a:lnTo>
                  <a:lnTo>
                    <a:pt x="909985" y="956861"/>
                  </a:lnTo>
                  <a:lnTo>
                    <a:pt x="909985" y="906665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h30"/>
            <p:cNvSpPr/>
            <p:nvPr/>
          </p:nvSpPr>
          <p:spPr>
            <a:xfrm>
              <a:off x="1674089" y="2945129"/>
              <a:ext cx="1097777" cy="1095416"/>
            </a:xfrm>
            <a:custGeom>
              <a:avLst/>
              <a:pathLst>
                <a:path w="1097777" h="1095416">
                  <a:moveTo>
                    <a:pt x="914400" y="914400"/>
                  </a:moveTo>
                  <a:lnTo>
                    <a:pt x="919844" y="928569"/>
                  </a:lnTo>
                  <a:lnTo>
                    <a:pt x="928128" y="943860"/>
                  </a:lnTo>
                  <a:lnTo>
                    <a:pt x="957609" y="932966"/>
                  </a:lnTo>
                  <a:lnTo>
                    <a:pt x="1031504" y="978207"/>
                  </a:lnTo>
                  <a:lnTo>
                    <a:pt x="1076192" y="956184"/>
                  </a:lnTo>
                  <a:lnTo>
                    <a:pt x="1087626" y="954899"/>
                  </a:lnTo>
                  <a:lnTo>
                    <a:pt x="1097777" y="991453"/>
                  </a:lnTo>
                  <a:lnTo>
                    <a:pt x="1086673" y="1028279"/>
                  </a:lnTo>
                  <a:lnTo>
                    <a:pt x="1047275" y="1067566"/>
                  </a:lnTo>
                  <a:lnTo>
                    <a:pt x="1056007" y="1091779"/>
                  </a:lnTo>
                  <a:lnTo>
                    <a:pt x="1064521" y="1095416"/>
                  </a:lnTo>
                  <a:lnTo>
                    <a:pt x="885833" y="1095416"/>
                  </a:lnTo>
                  <a:lnTo>
                    <a:pt x="885833" y="917489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h31"/>
            <p:cNvSpPr/>
            <p:nvPr/>
          </p:nvSpPr>
          <p:spPr>
            <a:xfrm>
              <a:off x="1865420" y="3122744"/>
              <a:ext cx="922762" cy="917802"/>
            </a:xfrm>
            <a:custGeom>
              <a:avLst/>
              <a:pathLst>
                <a:path w="922762" h="917802">
                  <a:moveTo>
                    <a:pt x="914400" y="914399"/>
                  </a:moveTo>
                  <a:lnTo>
                    <a:pt x="922762" y="917802"/>
                  </a:lnTo>
                  <a:lnTo>
                    <a:pt x="889812" y="917802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h32"/>
            <p:cNvSpPr/>
            <p:nvPr/>
          </p:nvSpPr>
          <p:spPr>
            <a:xfrm>
              <a:off x="1984158" y="3084072"/>
              <a:ext cx="1337877" cy="956473"/>
            </a:xfrm>
            <a:custGeom>
              <a:avLst/>
              <a:pathLst>
                <a:path w="1337877" h="956473">
                  <a:moveTo>
                    <a:pt x="914400" y="914399"/>
                  </a:moveTo>
                  <a:lnTo>
                    <a:pt x="933457" y="902565"/>
                  </a:lnTo>
                  <a:lnTo>
                    <a:pt x="996190" y="894096"/>
                  </a:lnTo>
                  <a:lnTo>
                    <a:pt x="1007605" y="872760"/>
                  </a:lnTo>
                  <a:lnTo>
                    <a:pt x="1033021" y="851298"/>
                  </a:lnTo>
                  <a:lnTo>
                    <a:pt x="1049395" y="827863"/>
                  </a:lnTo>
                  <a:lnTo>
                    <a:pt x="1088598" y="783256"/>
                  </a:lnTo>
                  <a:lnTo>
                    <a:pt x="1129163" y="791291"/>
                  </a:lnTo>
                  <a:lnTo>
                    <a:pt x="1152849" y="799832"/>
                  </a:lnTo>
                  <a:lnTo>
                    <a:pt x="1178848" y="804139"/>
                  </a:lnTo>
                  <a:lnTo>
                    <a:pt x="1202514" y="851696"/>
                  </a:lnTo>
                  <a:lnTo>
                    <a:pt x="1262369" y="904266"/>
                  </a:lnTo>
                  <a:lnTo>
                    <a:pt x="1317363" y="899687"/>
                  </a:lnTo>
                  <a:lnTo>
                    <a:pt x="1336887" y="949416"/>
                  </a:lnTo>
                  <a:lnTo>
                    <a:pt x="1337877" y="956473"/>
                  </a:lnTo>
                  <a:lnTo>
                    <a:pt x="878016" y="956473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h33"/>
            <p:cNvSpPr/>
            <p:nvPr/>
          </p:nvSpPr>
          <p:spPr>
            <a:xfrm>
              <a:off x="2389105" y="3009244"/>
              <a:ext cx="914400" cy="940187"/>
            </a:xfrm>
            <a:custGeom>
              <a:avLst/>
              <a:pathLst>
                <a:path w="914400" h="940187">
                  <a:moveTo>
                    <a:pt x="914400" y="914399"/>
                  </a:moveTo>
                  <a:lnTo>
                    <a:pt x="909052" y="927103"/>
                  </a:lnTo>
                  <a:lnTo>
                    <a:pt x="886669" y="905967"/>
                  </a:lnTo>
                  <a:lnTo>
                    <a:pt x="864189" y="906256"/>
                  </a:lnTo>
                  <a:lnTo>
                    <a:pt x="850752" y="938811"/>
                  </a:lnTo>
                  <a:lnTo>
                    <a:pt x="840757" y="940187"/>
                  </a:lnTo>
                  <a:lnTo>
                    <a:pt x="806045" y="910617"/>
                  </a:lnTo>
                  <a:lnTo>
                    <a:pt x="800484" y="896195"/>
                  </a:lnTo>
                  <a:lnTo>
                    <a:pt x="799336" y="884197"/>
                  </a:lnTo>
                  <a:lnTo>
                    <a:pt x="804295" y="842666"/>
                  </a:lnTo>
                  <a:lnTo>
                    <a:pt x="803381" y="829601"/>
                  </a:lnTo>
                  <a:lnTo>
                    <a:pt x="814291" y="815323"/>
                  </a:lnTo>
                  <a:lnTo>
                    <a:pt x="815982" y="794693"/>
                  </a:lnTo>
                  <a:lnTo>
                    <a:pt x="835273" y="772941"/>
                  </a:lnTo>
                  <a:lnTo>
                    <a:pt x="852386" y="772127"/>
                  </a:lnTo>
                  <a:lnTo>
                    <a:pt x="857831" y="790549"/>
                  </a:lnTo>
                  <a:lnTo>
                    <a:pt x="866017" y="803234"/>
                  </a:lnTo>
                  <a:lnTo>
                    <a:pt x="894856" y="817458"/>
                  </a:lnTo>
                  <a:lnTo>
                    <a:pt x="899154" y="823918"/>
                  </a:lnTo>
                  <a:lnTo>
                    <a:pt x="901759" y="832858"/>
                  </a:lnTo>
                  <a:lnTo>
                    <a:pt x="888342" y="850375"/>
                  </a:lnTo>
                  <a:lnTo>
                    <a:pt x="883791" y="859351"/>
                  </a:lnTo>
                  <a:lnTo>
                    <a:pt x="888050" y="873737"/>
                  </a:lnTo>
                  <a:lnTo>
                    <a:pt x="909421" y="889463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h34"/>
            <p:cNvSpPr/>
            <p:nvPr/>
          </p:nvSpPr>
          <p:spPr>
            <a:xfrm>
              <a:off x="2416641" y="3112700"/>
              <a:ext cx="961639" cy="927845"/>
            </a:xfrm>
            <a:custGeom>
              <a:avLst/>
              <a:pathLst>
                <a:path w="961639" h="927845">
                  <a:moveTo>
                    <a:pt x="914400" y="914400"/>
                  </a:moveTo>
                  <a:lnTo>
                    <a:pt x="905376" y="905768"/>
                  </a:lnTo>
                  <a:lnTo>
                    <a:pt x="904035" y="893444"/>
                  </a:lnTo>
                  <a:lnTo>
                    <a:pt x="905493" y="880686"/>
                  </a:lnTo>
                  <a:lnTo>
                    <a:pt x="947536" y="915033"/>
                  </a:lnTo>
                  <a:lnTo>
                    <a:pt x="961639" y="927845"/>
                  </a:lnTo>
                  <a:lnTo>
                    <a:pt x="923368" y="927845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h35"/>
            <p:cNvSpPr/>
            <p:nvPr/>
          </p:nvSpPr>
          <p:spPr>
            <a:xfrm>
              <a:off x="1870398" y="2971966"/>
              <a:ext cx="944969" cy="914399"/>
            </a:xfrm>
            <a:custGeom>
              <a:avLst/>
              <a:pathLst>
                <a:path w="944969" h="914399">
                  <a:moveTo>
                    <a:pt x="914400" y="914399"/>
                  </a:moveTo>
                  <a:lnTo>
                    <a:pt x="902732" y="899579"/>
                  </a:lnTo>
                  <a:lnTo>
                    <a:pt x="890986" y="895815"/>
                  </a:lnTo>
                  <a:lnTo>
                    <a:pt x="897306" y="877538"/>
                  </a:lnTo>
                  <a:lnTo>
                    <a:pt x="905571" y="870896"/>
                  </a:lnTo>
                  <a:lnTo>
                    <a:pt x="935168" y="882804"/>
                  </a:lnTo>
                  <a:lnTo>
                    <a:pt x="944463" y="906111"/>
                  </a:lnTo>
                  <a:lnTo>
                    <a:pt x="944969" y="913676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h36"/>
            <p:cNvSpPr/>
            <p:nvPr/>
          </p:nvSpPr>
          <p:spPr>
            <a:xfrm>
              <a:off x="3636811" y="772372"/>
              <a:ext cx="914400" cy="1014217"/>
            </a:xfrm>
            <a:custGeom>
              <a:avLst/>
              <a:pathLst>
                <a:path w="914400" h="1014217">
                  <a:moveTo>
                    <a:pt x="914400" y="914400"/>
                  </a:moveTo>
                  <a:lnTo>
                    <a:pt x="914400" y="1010474"/>
                  </a:lnTo>
                  <a:lnTo>
                    <a:pt x="874535" y="1014217"/>
                  </a:lnTo>
                  <a:lnTo>
                    <a:pt x="863820" y="1007829"/>
                  </a:lnTo>
                  <a:lnTo>
                    <a:pt x="849138" y="958155"/>
                  </a:lnTo>
                  <a:lnTo>
                    <a:pt x="852055" y="945325"/>
                  </a:lnTo>
                  <a:lnTo>
                    <a:pt x="861934" y="939860"/>
                  </a:lnTo>
                  <a:lnTo>
                    <a:pt x="870393" y="938684"/>
                  </a:lnTo>
                  <a:lnTo>
                    <a:pt x="871637" y="965430"/>
                  </a:lnTo>
                  <a:lnTo>
                    <a:pt x="884063" y="962770"/>
                  </a:lnTo>
                  <a:lnTo>
                    <a:pt x="887953" y="945144"/>
                  </a:lnTo>
                  <a:lnTo>
                    <a:pt x="888828" y="932730"/>
                  </a:lnTo>
                  <a:lnTo>
                    <a:pt x="885464" y="926469"/>
                  </a:lnTo>
                  <a:lnTo>
                    <a:pt x="877024" y="921619"/>
                  </a:lnTo>
                  <a:lnTo>
                    <a:pt x="872143" y="913295"/>
                  </a:lnTo>
                  <a:lnTo>
                    <a:pt x="879163" y="899904"/>
                  </a:lnTo>
                  <a:lnTo>
                    <a:pt x="892153" y="894113"/>
                  </a:lnTo>
                  <a:lnTo>
                    <a:pt x="903354" y="912010"/>
                  </a:lnTo>
                  <a:lnTo>
                    <a:pt x="912319" y="914363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h37"/>
            <p:cNvSpPr/>
            <p:nvPr/>
          </p:nvSpPr>
          <p:spPr>
            <a:xfrm>
              <a:off x="3570597" y="841426"/>
              <a:ext cx="914400" cy="925402"/>
            </a:xfrm>
            <a:custGeom>
              <a:avLst/>
              <a:pathLst>
                <a:path w="914400" h="925402">
                  <a:moveTo>
                    <a:pt x="914400" y="914400"/>
                  </a:moveTo>
                  <a:lnTo>
                    <a:pt x="906777" y="912318"/>
                  </a:lnTo>
                  <a:lnTo>
                    <a:pt x="900923" y="915160"/>
                  </a:lnTo>
                  <a:lnTo>
                    <a:pt x="896956" y="925402"/>
                  </a:lnTo>
                  <a:lnTo>
                    <a:pt x="888322" y="921728"/>
                  </a:lnTo>
                  <a:lnTo>
                    <a:pt x="884841" y="907052"/>
                  </a:lnTo>
                  <a:lnTo>
                    <a:pt x="891278" y="885084"/>
                  </a:lnTo>
                  <a:lnTo>
                    <a:pt x="906699" y="884251"/>
                  </a:lnTo>
                  <a:lnTo>
                    <a:pt x="913369" y="906093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h38"/>
            <p:cNvSpPr/>
            <p:nvPr/>
          </p:nvSpPr>
          <p:spPr>
            <a:xfrm>
              <a:off x="2157521" y="2501682"/>
              <a:ext cx="921808" cy="1252527"/>
            </a:xfrm>
            <a:custGeom>
              <a:avLst/>
              <a:pathLst>
                <a:path w="921808" h="1252527">
                  <a:moveTo>
                    <a:pt x="914400" y="914400"/>
                  </a:moveTo>
                  <a:lnTo>
                    <a:pt x="909227" y="925203"/>
                  </a:lnTo>
                  <a:lnTo>
                    <a:pt x="901623" y="932315"/>
                  </a:lnTo>
                  <a:lnTo>
                    <a:pt x="881730" y="939861"/>
                  </a:lnTo>
                  <a:lnTo>
                    <a:pt x="864501" y="950393"/>
                  </a:lnTo>
                  <a:lnTo>
                    <a:pt x="849138" y="968905"/>
                  </a:lnTo>
                  <a:lnTo>
                    <a:pt x="843479" y="995362"/>
                  </a:lnTo>
                  <a:lnTo>
                    <a:pt x="855497" y="1014725"/>
                  </a:lnTo>
                  <a:lnTo>
                    <a:pt x="877355" y="1025329"/>
                  </a:lnTo>
                  <a:lnTo>
                    <a:pt x="882916" y="1062191"/>
                  </a:lnTo>
                  <a:lnTo>
                    <a:pt x="864870" y="1080378"/>
                  </a:lnTo>
                  <a:lnTo>
                    <a:pt x="818569" y="1098528"/>
                  </a:lnTo>
                  <a:lnTo>
                    <a:pt x="813707" y="1142339"/>
                  </a:lnTo>
                  <a:lnTo>
                    <a:pt x="815205" y="1176867"/>
                  </a:lnTo>
                  <a:lnTo>
                    <a:pt x="814368" y="1201966"/>
                  </a:lnTo>
                  <a:lnTo>
                    <a:pt x="810693" y="1236693"/>
                  </a:lnTo>
                  <a:lnTo>
                    <a:pt x="773240" y="1252527"/>
                  </a:lnTo>
                  <a:lnTo>
                    <a:pt x="749068" y="1199632"/>
                  </a:lnTo>
                  <a:lnTo>
                    <a:pt x="748854" y="1178459"/>
                  </a:lnTo>
                  <a:lnTo>
                    <a:pt x="741640" y="1153740"/>
                  </a:lnTo>
                  <a:lnTo>
                    <a:pt x="740278" y="1132676"/>
                  </a:lnTo>
                  <a:lnTo>
                    <a:pt x="731722" y="1098981"/>
                  </a:lnTo>
                  <a:lnTo>
                    <a:pt x="696291" y="1089860"/>
                  </a:lnTo>
                  <a:lnTo>
                    <a:pt x="682543" y="1088666"/>
                  </a:lnTo>
                  <a:lnTo>
                    <a:pt x="663310" y="1094927"/>
                  </a:lnTo>
                  <a:lnTo>
                    <a:pt x="658546" y="1092484"/>
                  </a:lnTo>
                  <a:lnTo>
                    <a:pt x="635522" y="1046466"/>
                  </a:lnTo>
                  <a:lnTo>
                    <a:pt x="639314" y="995688"/>
                  </a:lnTo>
                  <a:lnTo>
                    <a:pt x="627024" y="970063"/>
                  </a:lnTo>
                  <a:lnTo>
                    <a:pt x="625332" y="958464"/>
                  </a:lnTo>
                  <a:lnTo>
                    <a:pt x="625624" y="945615"/>
                  </a:lnTo>
                  <a:lnTo>
                    <a:pt x="615531" y="935029"/>
                  </a:lnTo>
                  <a:lnTo>
                    <a:pt x="603280" y="929419"/>
                  </a:lnTo>
                  <a:lnTo>
                    <a:pt x="597330" y="900845"/>
                  </a:lnTo>
                  <a:lnTo>
                    <a:pt x="611409" y="893915"/>
                  </a:lnTo>
                  <a:lnTo>
                    <a:pt x="646217" y="897262"/>
                  </a:lnTo>
                  <a:lnTo>
                    <a:pt x="656388" y="895308"/>
                  </a:lnTo>
                  <a:lnTo>
                    <a:pt x="665702" y="889354"/>
                  </a:lnTo>
                  <a:lnTo>
                    <a:pt x="693860" y="842377"/>
                  </a:lnTo>
                  <a:lnTo>
                    <a:pt x="693044" y="832026"/>
                  </a:lnTo>
                  <a:lnTo>
                    <a:pt x="696058" y="818598"/>
                  </a:lnTo>
                  <a:lnTo>
                    <a:pt x="726530" y="813622"/>
                  </a:lnTo>
                  <a:lnTo>
                    <a:pt x="740103" y="831772"/>
                  </a:lnTo>
                  <a:lnTo>
                    <a:pt x="737381" y="860835"/>
                  </a:lnTo>
                  <a:lnTo>
                    <a:pt x="739112" y="898077"/>
                  </a:lnTo>
                  <a:lnTo>
                    <a:pt x="757566" y="908211"/>
                  </a:lnTo>
                  <a:lnTo>
                    <a:pt x="764761" y="909694"/>
                  </a:lnTo>
                  <a:lnTo>
                    <a:pt x="772442" y="882188"/>
                  </a:lnTo>
                  <a:lnTo>
                    <a:pt x="777829" y="868815"/>
                  </a:lnTo>
                  <a:lnTo>
                    <a:pt x="785141" y="861360"/>
                  </a:lnTo>
                  <a:lnTo>
                    <a:pt x="787630" y="836224"/>
                  </a:lnTo>
                  <a:lnTo>
                    <a:pt x="783293" y="820878"/>
                  </a:lnTo>
                  <a:lnTo>
                    <a:pt x="774056" y="809441"/>
                  </a:lnTo>
                  <a:lnTo>
                    <a:pt x="808554" y="778316"/>
                  </a:lnTo>
                  <a:lnTo>
                    <a:pt x="844257" y="753669"/>
                  </a:lnTo>
                  <a:lnTo>
                    <a:pt x="865026" y="752384"/>
                  </a:lnTo>
                  <a:lnTo>
                    <a:pt x="885930" y="758410"/>
                  </a:lnTo>
                  <a:lnTo>
                    <a:pt x="905357" y="766734"/>
                  </a:lnTo>
                  <a:lnTo>
                    <a:pt x="915897" y="773901"/>
                  </a:lnTo>
                  <a:lnTo>
                    <a:pt x="921808" y="785410"/>
                  </a:lnTo>
                  <a:lnTo>
                    <a:pt x="908780" y="812844"/>
                  </a:lnTo>
                  <a:lnTo>
                    <a:pt x="905163" y="827863"/>
                  </a:lnTo>
                  <a:lnTo>
                    <a:pt x="913913" y="877302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h39"/>
            <p:cNvSpPr/>
            <p:nvPr/>
          </p:nvSpPr>
          <p:spPr>
            <a:xfrm>
              <a:off x="1697113" y="1785633"/>
              <a:ext cx="1047236" cy="1567872"/>
            </a:xfrm>
            <a:custGeom>
              <a:avLst/>
              <a:pathLst>
                <a:path w="1047236" h="1567872">
                  <a:moveTo>
                    <a:pt x="914400" y="914400"/>
                  </a:moveTo>
                  <a:lnTo>
                    <a:pt x="969004" y="870534"/>
                  </a:lnTo>
                  <a:lnTo>
                    <a:pt x="984270" y="869973"/>
                  </a:lnTo>
                  <a:lnTo>
                    <a:pt x="958581" y="902673"/>
                  </a:lnTo>
                  <a:lnTo>
                    <a:pt x="954459" y="915322"/>
                  </a:lnTo>
                  <a:lnTo>
                    <a:pt x="951347" y="934722"/>
                  </a:lnTo>
                  <a:lnTo>
                    <a:pt x="969763" y="976850"/>
                  </a:lnTo>
                  <a:lnTo>
                    <a:pt x="965874" y="1002492"/>
                  </a:lnTo>
                  <a:lnTo>
                    <a:pt x="967176" y="1052944"/>
                  </a:lnTo>
                  <a:lnTo>
                    <a:pt x="949811" y="1079238"/>
                  </a:lnTo>
                  <a:lnTo>
                    <a:pt x="930209" y="1135173"/>
                  </a:lnTo>
                  <a:lnTo>
                    <a:pt x="921770" y="1143407"/>
                  </a:lnTo>
                  <a:lnTo>
                    <a:pt x="919961" y="1208698"/>
                  </a:lnTo>
                  <a:lnTo>
                    <a:pt x="921886" y="1224279"/>
                  </a:lnTo>
                  <a:lnTo>
                    <a:pt x="919105" y="1283725"/>
                  </a:lnTo>
                  <a:lnTo>
                    <a:pt x="939193" y="1308065"/>
                  </a:lnTo>
                  <a:lnTo>
                    <a:pt x="960429" y="1320786"/>
                  </a:lnTo>
                  <a:lnTo>
                    <a:pt x="1031252" y="1320334"/>
                  </a:lnTo>
                  <a:lnTo>
                    <a:pt x="1038602" y="1331029"/>
                  </a:lnTo>
                  <a:lnTo>
                    <a:pt x="1047236" y="1349414"/>
                  </a:lnTo>
                  <a:lnTo>
                    <a:pt x="1040916" y="1380630"/>
                  </a:lnTo>
                  <a:lnTo>
                    <a:pt x="1033352" y="1404173"/>
                  </a:lnTo>
                  <a:lnTo>
                    <a:pt x="1012836" y="1424007"/>
                  </a:lnTo>
                  <a:lnTo>
                    <a:pt x="986506" y="1438792"/>
                  </a:lnTo>
                  <a:lnTo>
                    <a:pt x="970132" y="1439443"/>
                  </a:lnTo>
                  <a:lnTo>
                    <a:pt x="947827" y="1411340"/>
                  </a:lnTo>
                  <a:lnTo>
                    <a:pt x="937229" y="1420460"/>
                  </a:lnTo>
                  <a:lnTo>
                    <a:pt x="926281" y="1434792"/>
                  </a:lnTo>
                  <a:lnTo>
                    <a:pt x="907943" y="1511701"/>
                  </a:lnTo>
                  <a:lnTo>
                    <a:pt x="899251" y="1563655"/>
                  </a:lnTo>
                  <a:lnTo>
                    <a:pt x="894545" y="1567872"/>
                  </a:lnTo>
                  <a:lnTo>
                    <a:pt x="884180" y="1560217"/>
                  </a:lnTo>
                  <a:lnTo>
                    <a:pt x="866270" y="1559620"/>
                  </a:lnTo>
                  <a:lnTo>
                    <a:pt x="862809" y="1561504"/>
                  </a:lnTo>
                  <a:lnTo>
                    <a:pt x="862809" y="926074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h40"/>
            <p:cNvSpPr/>
            <p:nvPr/>
          </p:nvSpPr>
          <p:spPr>
            <a:xfrm>
              <a:off x="1650228" y="2473343"/>
              <a:ext cx="914400" cy="923610"/>
            </a:xfrm>
            <a:custGeom>
              <a:avLst/>
              <a:pathLst>
                <a:path w="914400" h="923610">
                  <a:moveTo>
                    <a:pt x="914400" y="914400"/>
                  </a:moveTo>
                  <a:lnTo>
                    <a:pt x="909694" y="923610"/>
                  </a:lnTo>
                  <a:lnTo>
                    <a:pt x="909694" y="907057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h41"/>
            <p:cNvSpPr/>
            <p:nvPr/>
          </p:nvSpPr>
          <p:spPr>
            <a:xfrm>
              <a:off x="1782287" y="2548876"/>
              <a:ext cx="940769" cy="1102980"/>
            </a:xfrm>
            <a:custGeom>
              <a:avLst/>
              <a:pathLst>
                <a:path w="940769" h="1102980">
                  <a:moveTo>
                    <a:pt x="914400" y="914399"/>
                  </a:moveTo>
                  <a:lnTo>
                    <a:pt x="924609" y="955641"/>
                  </a:lnTo>
                  <a:lnTo>
                    <a:pt x="940769" y="1001768"/>
                  </a:lnTo>
                  <a:lnTo>
                    <a:pt x="934021" y="1021077"/>
                  </a:lnTo>
                  <a:lnTo>
                    <a:pt x="938610" y="1045814"/>
                  </a:lnTo>
                  <a:lnTo>
                    <a:pt x="934001" y="1071619"/>
                  </a:lnTo>
                  <a:lnTo>
                    <a:pt x="901857" y="1101623"/>
                  </a:lnTo>
                  <a:lnTo>
                    <a:pt x="865804" y="1102980"/>
                  </a:lnTo>
                  <a:lnTo>
                    <a:pt x="828331" y="1088485"/>
                  </a:lnTo>
                  <a:lnTo>
                    <a:pt x="777635" y="1061760"/>
                  </a:lnTo>
                  <a:lnTo>
                    <a:pt x="777635" y="922117"/>
                  </a:lnTo>
                  <a:lnTo>
                    <a:pt x="834612" y="894675"/>
                  </a:lnTo>
                  <a:lnTo>
                    <a:pt x="848049" y="899072"/>
                  </a:lnTo>
                  <a:lnTo>
                    <a:pt x="862070" y="913386"/>
                  </a:lnTo>
                  <a:lnTo>
                    <a:pt x="878210" y="914237"/>
                  </a:lnTo>
                  <a:lnTo>
                    <a:pt x="901643" y="893933"/>
                  </a:lnTo>
                  <a:lnTo>
                    <a:pt x="906096" y="895055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h42"/>
            <p:cNvSpPr/>
            <p:nvPr/>
          </p:nvSpPr>
          <p:spPr>
            <a:xfrm>
              <a:off x="1951858" y="2818691"/>
              <a:ext cx="959709" cy="988793"/>
            </a:xfrm>
            <a:custGeom>
              <a:avLst/>
              <a:pathLst>
                <a:path w="959709" h="988793">
                  <a:moveTo>
                    <a:pt x="914400" y="914400"/>
                  </a:moveTo>
                  <a:lnTo>
                    <a:pt x="938241" y="913078"/>
                  </a:lnTo>
                  <a:lnTo>
                    <a:pt x="954459" y="922615"/>
                  </a:lnTo>
                  <a:lnTo>
                    <a:pt x="958328" y="937345"/>
                  </a:lnTo>
                  <a:lnTo>
                    <a:pt x="959709" y="970045"/>
                  </a:lnTo>
                  <a:lnTo>
                    <a:pt x="942674" y="979582"/>
                  </a:lnTo>
                  <a:lnTo>
                    <a:pt x="923870" y="976343"/>
                  </a:lnTo>
                  <a:lnTo>
                    <a:pt x="898279" y="988793"/>
                  </a:lnTo>
                  <a:lnTo>
                    <a:pt x="814271" y="935337"/>
                  </a:lnTo>
                  <a:lnTo>
                    <a:pt x="815496" y="890766"/>
                  </a:lnTo>
                  <a:lnTo>
                    <a:pt x="818860" y="873267"/>
                  </a:lnTo>
                  <a:lnTo>
                    <a:pt x="858667" y="869105"/>
                  </a:lnTo>
                  <a:lnTo>
                    <a:pt x="879163" y="891399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h43"/>
            <p:cNvSpPr/>
            <p:nvPr/>
          </p:nvSpPr>
          <p:spPr>
            <a:xfrm>
              <a:off x="1782871" y="2850016"/>
              <a:ext cx="966437" cy="914400"/>
            </a:xfrm>
            <a:custGeom>
              <a:avLst/>
              <a:pathLst>
                <a:path w="966437" h="914400">
                  <a:moveTo>
                    <a:pt x="914400" y="914400"/>
                  </a:moveTo>
                  <a:lnTo>
                    <a:pt x="902401" y="884378"/>
                  </a:lnTo>
                  <a:lnTo>
                    <a:pt x="900846" y="874986"/>
                  </a:lnTo>
                  <a:lnTo>
                    <a:pt x="914944" y="855768"/>
                  </a:lnTo>
                  <a:lnTo>
                    <a:pt x="924064" y="833998"/>
                  </a:lnTo>
                  <a:lnTo>
                    <a:pt x="947652" y="800574"/>
                  </a:lnTo>
                  <a:lnTo>
                    <a:pt x="961245" y="761414"/>
                  </a:lnTo>
                  <a:lnTo>
                    <a:pt x="966437" y="762029"/>
                  </a:lnTo>
                  <a:lnTo>
                    <a:pt x="960409" y="796901"/>
                  </a:lnTo>
                  <a:lnTo>
                    <a:pt x="929431" y="894168"/>
                  </a:lnTo>
                  <a:lnTo>
                    <a:pt x="923228" y="912300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h44"/>
            <p:cNvSpPr/>
            <p:nvPr/>
          </p:nvSpPr>
          <p:spPr>
            <a:xfrm>
              <a:off x="2145542" y="2773740"/>
              <a:ext cx="922003" cy="936043"/>
            </a:xfrm>
            <a:custGeom>
              <a:avLst/>
              <a:pathLst>
                <a:path w="922003" h="936043">
                  <a:moveTo>
                    <a:pt x="914400" y="914400"/>
                  </a:moveTo>
                  <a:lnTo>
                    <a:pt x="883830" y="910346"/>
                  </a:lnTo>
                  <a:lnTo>
                    <a:pt x="849371" y="936043"/>
                  </a:lnTo>
                  <a:lnTo>
                    <a:pt x="836304" y="927917"/>
                  </a:lnTo>
                  <a:lnTo>
                    <a:pt x="841243" y="911504"/>
                  </a:lnTo>
                  <a:lnTo>
                    <a:pt x="844841" y="905532"/>
                  </a:lnTo>
                  <a:lnTo>
                    <a:pt x="856430" y="898565"/>
                  </a:lnTo>
                  <a:lnTo>
                    <a:pt x="864170" y="888377"/>
                  </a:lnTo>
                  <a:lnTo>
                    <a:pt x="867204" y="872434"/>
                  </a:lnTo>
                  <a:lnTo>
                    <a:pt x="874379" y="881030"/>
                  </a:lnTo>
                  <a:lnTo>
                    <a:pt x="895712" y="884631"/>
                  </a:lnTo>
                  <a:lnTo>
                    <a:pt x="906135" y="889716"/>
                  </a:lnTo>
                  <a:lnTo>
                    <a:pt x="914847" y="897190"/>
                  </a:lnTo>
                  <a:lnTo>
                    <a:pt x="922003" y="908880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h45"/>
            <p:cNvSpPr/>
            <p:nvPr/>
          </p:nvSpPr>
          <p:spPr>
            <a:xfrm>
              <a:off x="2157599" y="2550216"/>
              <a:ext cx="933146" cy="914400"/>
            </a:xfrm>
            <a:custGeom>
              <a:avLst/>
              <a:pathLst>
                <a:path w="933146" h="914400">
                  <a:moveTo>
                    <a:pt x="914400" y="914400"/>
                  </a:moveTo>
                  <a:lnTo>
                    <a:pt x="910277" y="913567"/>
                  </a:lnTo>
                  <a:lnTo>
                    <a:pt x="904190" y="891942"/>
                  </a:lnTo>
                  <a:lnTo>
                    <a:pt x="914069" y="878786"/>
                  </a:lnTo>
                  <a:lnTo>
                    <a:pt x="919903" y="867621"/>
                  </a:lnTo>
                  <a:lnTo>
                    <a:pt x="924045" y="867947"/>
                  </a:lnTo>
                  <a:lnTo>
                    <a:pt x="929704" y="880017"/>
                  </a:lnTo>
                  <a:lnTo>
                    <a:pt x="933146" y="898638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h46"/>
            <p:cNvSpPr/>
            <p:nvPr/>
          </p:nvSpPr>
          <p:spPr>
            <a:xfrm>
              <a:off x="1728616" y="2815886"/>
              <a:ext cx="931843" cy="914400"/>
            </a:xfrm>
            <a:custGeom>
              <a:avLst/>
              <a:pathLst>
                <a:path w="931843" h="914400">
                  <a:moveTo>
                    <a:pt x="914400" y="914400"/>
                  </a:moveTo>
                  <a:lnTo>
                    <a:pt x="899115" y="906329"/>
                  </a:lnTo>
                  <a:lnTo>
                    <a:pt x="874243" y="875927"/>
                  </a:lnTo>
                  <a:lnTo>
                    <a:pt x="871112" y="867856"/>
                  </a:lnTo>
                  <a:lnTo>
                    <a:pt x="884180" y="873013"/>
                  </a:lnTo>
                  <a:lnTo>
                    <a:pt x="900398" y="888902"/>
                  </a:lnTo>
                  <a:lnTo>
                    <a:pt x="913680" y="892286"/>
                  </a:lnTo>
                  <a:lnTo>
                    <a:pt x="931843" y="905731"/>
                  </a:lnTo>
                  <a:lnTo>
                    <a:pt x="927759" y="910545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h47"/>
            <p:cNvSpPr/>
            <p:nvPr/>
          </p:nvSpPr>
          <p:spPr>
            <a:xfrm>
              <a:off x="1645522" y="2800679"/>
              <a:ext cx="926592" cy="914400"/>
            </a:xfrm>
            <a:custGeom>
              <a:avLst/>
              <a:pathLst>
                <a:path w="926592" h="914400">
                  <a:moveTo>
                    <a:pt x="914400" y="914400"/>
                  </a:moveTo>
                  <a:lnTo>
                    <a:pt x="914400" y="874848"/>
                  </a:lnTo>
                  <a:lnTo>
                    <a:pt x="925892" y="903386"/>
                  </a:lnTo>
                  <a:lnTo>
                    <a:pt x="926592" y="911366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h48"/>
            <p:cNvSpPr/>
            <p:nvPr/>
          </p:nvSpPr>
          <p:spPr>
            <a:xfrm>
              <a:off x="1763075" y="2471986"/>
              <a:ext cx="928615" cy="914400"/>
            </a:xfrm>
            <a:custGeom>
              <a:avLst/>
              <a:pathLst>
                <a:path w="928615" h="914400">
                  <a:moveTo>
                    <a:pt x="914400" y="914400"/>
                  </a:moveTo>
                  <a:lnTo>
                    <a:pt x="901779" y="907469"/>
                  </a:lnTo>
                  <a:lnTo>
                    <a:pt x="900457" y="883491"/>
                  </a:lnTo>
                  <a:lnTo>
                    <a:pt x="905240" y="861957"/>
                  </a:lnTo>
                  <a:lnTo>
                    <a:pt x="899620" y="842702"/>
                  </a:lnTo>
                  <a:lnTo>
                    <a:pt x="905804" y="830324"/>
                  </a:lnTo>
                  <a:lnTo>
                    <a:pt x="923559" y="859152"/>
                  </a:lnTo>
                  <a:lnTo>
                    <a:pt x="928615" y="872706"/>
                  </a:lnTo>
                  <a:lnTo>
                    <a:pt x="921770" y="888902"/>
                  </a:lnTo>
                  <a:lnTo>
                    <a:pt x="917783" y="907740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h49"/>
            <p:cNvSpPr/>
            <p:nvPr/>
          </p:nvSpPr>
          <p:spPr>
            <a:xfrm>
              <a:off x="1846926" y="1929407"/>
              <a:ext cx="946875" cy="914400"/>
            </a:xfrm>
            <a:custGeom>
              <a:avLst/>
              <a:pathLst>
                <a:path w="946875" h="914400">
                  <a:moveTo>
                    <a:pt x="914400" y="914400"/>
                  </a:moveTo>
                  <a:lnTo>
                    <a:pt x="887000" y="902112"/>
                  </a:lnTo>
                  <a:lnTo>
                    <a:pt x="899095" y="884939"/>
                  </a:lnTo>
                  <a:lnTo>
                    <a:pt x="929198" y="877031"/>
                  </a:lnTo>
                  <a:lnTo>
                    <a:pt x="946875" y="879637"/>
                  </a:lnTo>
                  <a:lnTo>
                    <a:pt x="927428" y="896683"/>
                  </a:lnTo>
                  <a:lnTo>
                    <a:pt x="922509" y="905713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h50"/>
            <p:cNvSpPr/>
            <p:nvPr/>
          </p:nvSpPr>
          <p:spPr>
            <a:xfrm>
              <a:off x="2651279" y="2753708"/>
              <a:ext cx="931590" cy="914400"/>
            </a:xfrm>
            <a:custGeom>
              <a:avLst/>
              <a:pathLst>
                <a:path w="931590" h="914400">
                  <a:moveTo>
                    <a:pt x="914399" y="914400"/>
                  </a:moveTo>
                  <a:lnTo>
                    <a:pt x="881497" y="904012"/>
                  </a:lnTo>
                  <a:lnTo>
                    <a:pt x="841399" y="878334"/>
                  </a:lnTo>
                  <a:lnTo>
                    <a:pt x="847271" y="828008"/>
                  </a:lnTo>
                  <a:lnTo>
                    <a:pt x="857558" y="806257"/>
                  </a:lnTo>
                  <a:lnTo>
                    <a:pt x="930695" y="862662"/>
                  </a:lnTo>
                  <a:lnTo>
                    <a:pt x="931590" y="883925"/>
                  </a:lnTo>
                  <a:lnTo>
                    <a:pt x="921750" y="908120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t51"/>
            <p:cNvSpPr/>
            <p:nvPr/>
          </p:nvSpPr>
          <p:spPr>
            <a:xfrm>
              <a:off x="3079070" y="3331318"/>
              <a:ext cx="117405" cy="117405"/>
            </a:xfrm>
            <a:prstGeom prst="ellipse">
              <a:avLst/>
            </a:prstGeom>
            <a:solidFill>
              <a:srgbClr val="F78C6C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t52"/>
            <p:cNvSpPr/>
            <p:nvPr/>
          </p:nvSpPr>
          <p:spPr>
            <a:xfrm>
              <a:off x="4309047" y="1819390"/>
              <a:ext cx="117405" cy="117405"/>
            </a:xfrm>
            <a:prstGeom prst="ellipse">
              <a:avLst/>
            </a:prstGeom>
            <a:solidFill>
              <a:srgbClr val="7F7F7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t53"/>
            <p:cNvSpPr/>
            <p:nvPr/>
          </p:nvSpPr>
          <p:spPr>
            <a:xfrm>
              <a:off x="3009279" y="3167649"/>
              <a:ext cx="117405" cy="117405"/>
            </a:xfrm>
            <a:prstGeom prst="ellipse">
              <a:avLst/>
            </a:prstGeom>
            <a:solidFill>
              <a:srgbClr val="FFAD78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t54"/>
            <p:cNvSpPr/>
            <p:nvPr/>
          </p:nvSpPr>
          <p:spPr>
            <a:xfrm>
              <a:off x="3841481" y="2612382"/>
              <a:ext cx="117405" cy="117405"/>
            </a:xfrm>
            <a:prstGeom prst="ellipse">
              <a:avLst/>
            </a:prstGeom>
            <a:solidFill>
              <a:srgbClr val="7F7F7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t55"/>
            <p:cNvSpPr/>
            <p:nvPr/>
          </p:nvSpPr>
          <p:spPr>
            <a:xfrm>
              <a:off x="3766068" y="2998083"/>
              <a:ext cx="117405" cy="117405"/>
            </a:xfrm>
            <a:prstGeom prst="ellipse">
              <a:avLst/>
            </a:prstGeom>
            <a:solidFill>
              <a:srgbClr val="EE756B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t56"/>
            <p:cNvSpPr/>
            <p:nvPr/>
          </p:nvSpPr>
          <p:spPr>
            <a:xfrm>
              <a:off x="3095194" y="3464481"/>
              <a:ext cx="117405" cy="117405"/>
            </a:xfrm>
            <a:prstGeom prst="ellipse">
              <a:avLst/>
            </a:prstGeom>
            <a:solidFill>
              <a:srgbClr val="7F7F7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t57"/>
            <p:cNvSpPr/>
            <p:nvPr/>
          </p:nvSpPr>
          <p:spPr>
            <a:xfrm>
              <a:off x="2723377" y="2174267"/>
              <a:ext cx="117405" cy="117405"/>
            </a:xfrm>
            <a:prstGeom prst="ellipse">
              <a:avLst/>
            </a:prstGeom>
            <a:solidFill>
              <a:srgbClr val="85267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t58"/>
            <p:cNvSpPr/>
            <p:nvPr/>
          </p:nvSpPr>
          <p:spPr>
            <a:xfrm>
              <a:off x="2813515" y="2479934"/>
              <a:ext cx="117405" cy="117405"/>
            </a:xfrm>
            <a:prstGeom prst="ellipse">
              <a:avLst/>
            </a:prstGeom>
            <a:solidFill>
              <a:srgbClr val="F3826C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g59"/>
            <p:cNvSpPr/>
            <p:nvPr/>
          </p:nvSpPr>
          <p:spPr>
            <a:xfrm>
              <a:off x="3194409" y="3258302"/>
              <a:ext cx="379475" cy="191749"/>
            </a:xfrm>
            <a:custGeom>
              <a:avLst/>
              <a:pathLst>
                <a:path w="379475" h="191749">
                  <a:moveTo>
                    <a:pt x="27431" y="191749"/>
                  </a:moveTo>
                  <a:lnTo>
                    <a:pt x="352044" y="191749"/>
                  </a:lnTo>
                  <a:lnTo>
                    <a:pt x="350939" y="191727"/>
                  </a:lnTo>
                  <a:lnTo>
                    <a:pt x="355350" y="191549"/>
                  </a:lnTo>
                  <a:lnTo>
                    <a:pt x="359676" y="190666"/>
                  </a:lnTo>
                  <a:lnTo>
                    <a:pt x="363803" y="189101"/>
                  </a:lnTo>
                  <a:lnTo>
                    <a:pt x="367627" y="186893"/>
                  </a:lnTo>
                  <a:lnTo>
                    <a:pt x="371046" y="184101"/>
                  </a:lnTo>
                  <a:lnTo>
                    <a:pt x="373974" y="180797"/>
                  </a:lnTo>
                  <a:lnTo>
                    <a:pt x="376333" y="177065"/>
                  </a:lnTo>
                  <a:lnTo>
                    <a:pt x="378064" y="173004"/>
                  </a:lnTo>
                  <a:lnTo>
                    <a:pt x="379120" y="168718"/>
                  </a:lnTo>
                  <a:lnTo>
                    <a:pt x="379475" y="164317"/>
                  </a:lnTo>
                  <a:lnTo>
                    <a:pt x="379475" y="27431"/>
                  </a:lnTo>
                  <a:lnTo>
                    <a:pt x="379120" y="23031"/>
                  </a:lnTo>
                  <a:lnTo>
                    <a:pt x="378064" y="18745"/>
                  </a:lnTo>
                  <a:lnTo>
                    <a:pt x="376333" y="14683"/>
                  </a:lnTo>
                  <a:lnTo>
                    <a:pt x="373974" y="10952"/>
                  </a:lnTo>
                  <a:lnTo>
                    <a:pt x="371046" y="7647"/>
                  </a:lnTo>
                  <a:lnTo>
                    <a:pt x="367627" y="4855"/>
                  </a:lnTo>
                  <a:lnTo>
                    <a:pt x="363803" y="2648"/>
                  </a:lnTo>
                  <a:lnTo>
                    <a:pt x="359676" y="1083"/>
                  </a:lnTo>
                  <a:lnTo>
                    <a:pt x="355350" y="200"/>
                  </a:lnTo>
                  <a:lnTo>
                    <a:pt x="352044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6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1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6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tx60"/>
            <p:cNvSpPr/>
            <p:nvPr/>
          </p:nvSpPr>
          <p:spPr>
            <a:xfrm>
              <a:off x="3240129" y="3304022"/>
              <a:ext cx="288036" cy="1003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3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BAR</a:t>
              </a:r>
            </a:p>
          </p:txBody>
        </p:sp>
        <p:sp>
          <p:nvSpPr>
            <p:cNvPr id="61" name="pg61"/>
            <p:cNvSpPr/>
            <p:nvPr/>
          </p:nvSpPr>
          <p:spPr>
            <a:xfrm>
              <a:off x="4066199" y="1938082"/>
              <a:ext cx="363931" cy="191749"/>
            </a:xfrm>
            <a:custGeom>
              <a:avLst/>
              <a:pathLst>
                <a:path w="363931" h="191749">
                  <a:moveTo>
                    <a:pt x="27431" y="191749"/>
                  </a:moveTo>
                  <a:lnTo>
                    <a:pt x="336499" y="191749"/>
                  </a:lnTo>
                  <a:lnTo>
                    <a:pt x="335394" y="191727"/>
                  </a:lnTo>
                  <a:lnTo>
                    <a:pt x="339805" y="191549"/>
                  </a:lnTo>
                  <a:lnTo>
                    <a:pt x="344131" y="190666"/>
                  </a:lnTo>
                  <a:lnTo>
                    <a:pt x="348259" y="189101"/>
                  </a:lnTo>
                  <a:lnTo>
                    <a:pt x="352082" y="186893"/>
                  </a:lnTo>
                  <a:lnTo>
                    <a:pt x="355502" y="184101"/>
                  </a:lnTo>
                  <a:lnTo>
                    <a:pt x="358429" y="180797"/>
                  </a:lnTo>
                  <a:lnTo>
                    <a:pt x="360789" y="177065"/>
                  </a:lnTo>
                  <a:lnTo>
                    <a:pt x="362519" y="173004"/>
                  </a:lnTo>
                  <a:lnTo>
                    <a:pt x="363575" y="168718"/>
                  </a:lnTo>
                  <a:lnTo>
                    <a:pt x="363931" y="164317"/>
                  </a:lnTo>
                  <a:lnTo>
                    <a:pt x="363931" y="27432"/>
                  </a:lnTo>
                  <a:lnTo>
                    <a:pt x="363575" y="23031"/>
                  </a:lnTo>
                  <a:lnTo>
                    <a:pt x="362519" y="18745"/>
                  </a:lnTo>
                  <a:lnTo>
                    <a:pt x="360789" y="14683"/>
                  </a:lnTo>
                  <a:lnTo>
                    <a:pt x="358429" y="10952"/>
                  </a:lnTo>
                  <a:lnTo>
                    <a:pt x="355502" y="7647"/>
                  </a:lnTo>
                  <a:lnTo>
                    <a:pt x="352082" y="4855"/>
                  </a:lnTo>
                  <a:lnTo>
                    <a:pt x="348259" y="2648"/>
                  </a:lnTo>
                  <a:lnTo>
                    <a:pt x="344131" y="1083"/>
                  </a:lnTo>
                  <a:lnTo>
                    <a:pt x="339805" y="200"/>
                  </a:lnTo>
                  <a:lnTo>
                    <a:pt x="336499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6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2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6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tx62"/>
            <p:cNvSpPr/>
            <p:nvPr/>
          </p:nvSpPr>
          <p:spPr>
            <a:xfrm>
              <a:off x="4111919" y="1983802"/>
              <a:ext cx="272491" cy="1003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3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BJO</a:t>
              </a:r>
            </a:p>
          </p:txBody>
        </p:sp>
        <p:sp>
          <p:nvSpPr>
            <p:cNvPr id="63" name="pg63"/>
            <p:cNvSpPr/>
            <p:nvPr/>
          </p:nvSpPr>
          <p:spPr>
            <a:xfrm>
              <a:off x="2743395" y="2975053"/>
              <a:ext cx="410565" cy="191749"/>
            </a:xfrm>
            <a:custGeom>
              <a:avLst/>
              <a:pathLst>
                <a:path w="410565" h="191749">
                  <a:moveTo>
                    <a:pt x="27431" y="191749"/>
                  </a:moveTo>
                  <a:lnTo>
                    <a:pt x="383133" y="191749"/>
                  </a:lnTo>
                  <a:lnTo>
                    <a:pt x="382029" y="191727"/>
                  </a:lnTo>
                  <a:lnTo>
                    <a:pt x="386440" y="191549"/>
                  </a:lnTo>
                  <a:lnTo>
                    <a:pt x="390765" y="190666"/>
                  </a:lnTo>
                  <a:lnTo>
                    <a:pt x="394893" y="189101"/>
                  </a:lnTo>
                  <a:lnTo>
                    <a:pt x="398716" y="186893"/>
                  </a:lnTo>
                  <a:lnTo>
                    <a:pt x="402136" y="184101"/>
                  </a:lnTo>
                  <a:lnTo>
                    <a:pt x="405063" y="180797"/>
                  </a:lnTo>
                  <a:lnTo>
                    <a:pt x="407423" y="177065"/>
                  </a:lnTo>
                  <a:lnTo>
                    <a:pt x="409153" y="173004"/>
                  </a:lnTo>
                  <a:lnTo>
                    <a:pt x="410210" y="168718"/>
                  </a:lnTo>
                  <a:lnTo>
                    <a:pt x="410565" y="164317"/>
                  </a:lnTo>
                  <a:lnTo>
                    <a:pt x="410565" y="27431"/>
                  </a:lnTo>
                  <a:lnTo>
                    <a:pt x="410210" y="23031"/>
                  </a:lnTo>
                  <a:lnTo>
                    <a:pt x="409153" y="18745"/>
                  </a:lnTo>
                  <a:lnTo>
                    <a:pt x="407423" y="14683"/>
                  </a:lnTo>
                  <a:lnTo>
                    <a:pt x="405063" y="10952"/>
                  </a:lnTo>
                  <a:lnTo>
                    <a:pt x="402136" y="7647"/>
                  </a:lnTo>
                  <a:lnTo>
                    <a:pt x="398716" y="4855"/>
                  </a:lnTo>
                  <a:lnTo>
                    <a:pt x="394893" y="2648"/>
                  </a:lnTo>
                  <a:lnTo>
                    <a:pt x="390765" y="1083"/>
                  </a:lnTo>
                  <a:lnTo>
                    <a:pt x="386440" y="200"/>
                  </a:lnTo>
                  <a:lnTo>
                    <a:pt x="383133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6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1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6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tx64"/>
            <p:cNvSpPr/>
            <p:nvPr/>
          </p:nvSpPr>
          <p:spPr>
            <a:xfrm>
              <a:off x="2789115" y="3020773"/>
              <a:ext cx="319125" cy="1003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3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HOG</a:t>
              </a:r>
            </a:p>
          </p:txBody>
        </p:sp>
        <p:sp>
          <p:nvSpPr>
            <p:cNvPr id="65" name="pg65"/>
            <p:cNvSpPr/>
            <p:nvPr/>
          </p:nvSpPr>
          <p:spPr>
            <a:xfrm>
              <a:off x="3818432" y="2419297"/>
              <a:ext cx="402701" cy="191749"/>
            </a:xfrm>
            <a:custGeom>
              <a:avLst/>
              <a:pathLst>
                <a:path w="402701" h="191749">
                  <a:moveTo>
                    <a:pt x="27431" y="191749"/>
                  </a:moveTo>
                  <a:lnTo>
                    <a:pt x="375269" y="191749"/>
                  </a:lnTo>
                  <a:lnTo>
                    <a:pt x="374165" y="191727"/>
                  </a:lnTo>
                  <a:lnTo>
                    <a:pt x="378576" y="191549"/>
                  </a:lnTo>
                  <a:lnTo>
                    <a:pt x="382901" y="190666"/>
                  </a:lnTo>
                  <a:lnTo>
                    <a:pt x="387029" y="189101"/>
                  </a:lnTo>
                  <a:lnTo>
                    <a:pt x="390852" y="186893"/>
                  </a:lnTo>
                  <a:lnTo>
                    <a:pt x="394272" y="184101"/>
                  </a:lnTo>
                  <a:lnTo>
                    <a:pt x="397200" y="180797"/>
                  </a:lnTo>
                  <a:lnTo>
                    <a:pt x="399559" y="177065"/>
                  </a:lnTo>
                  <a:lnTo>
                    <a:pt x="401290" y="173004"/>
                  </a:lnTo>
                  <a:lnTo>
                    <a:pt x="402346" y="168718"/>
                  </a:lnTo>
                  <a:lnTo>
                    <a:pt x="402701" y="164317"/>
                  </a:lnTo>
                  <a:lnTo>
                    <a:pt x="402701" y="27432"/>
                  </a:lnTo>
                  <a:lnTo>
                    <a:pt x="402346" y="23031"/>
                  </a:lnTo>
                  <a:lnTo>
                    <a:pt x="401290" y="18745"/>
                  </a:lnTo>
                  <a:lnTo>
                    <a:pt x="399559" y="14683"/>
                  </a:lnTo>
                  <a:lnTo>
                    <a:pt x="397200" y="10952"/>
                  </a:lnTo>
                  <a:lnTo>
                    <a:pt x="394272" y="7647"/>
                  </a:lnTo>
                  <a:lnTo>
                    <a:pt x="390852" y="4855"/>
                  </a:lnTo>
                  <a:lnTo>
                    <a:pt x="387029" y="2648"/>
                  </a:lnTo>
                  <a:lnTo>
                    <a:pt x="382901" y="1083"/>
                  </a:lnTo>
                  <a:lnTo>
                    <a:pt x="378576" y="200"/>
                  </a:lnTo>
                  <a:lnTo>
                    <a:pt x="375269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6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2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6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tx66"/>
            <p:cNvSpPr/>
            <p:nvPr/>
          </p:nvSpPr>
          <p:spPr>
            <a:xfrm>
              <a:off x="3864152" y="2465017"/>
              <a:ext cx="311261" cy="1003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3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HOR</a:t>
              </a:r>
            </a:p>
          </p:txBody>
        </p:sp>
        <p:sp>
          <p:nvSpPr>
            <p:cNvPr id="67" name="pg67"/>
            <p:cNvSpPr/>
            <p:nvPr/>
          </p:nvSpPr>
          <p:spPr>
            <a:xfrm>
              <a:off x="3766293" y="2804967"/>
              <a:ext cx="356250" cy="191749"/>
            </a:xfrm>
            <a:custGeom>
              <a:avLst/>
              <a:pathLst>
                <a:path w="356250" h="191749">
                  <a:moveTo>
                    <a:pt x="27432" y="191749"/>
                  </a:moveTo>
                  <a:lnTo>
                    <a:pt x="328818" y="191749"/>
                  </a:lnTo>
                  <a:lnTo>
                    <a:pt x="327713" y="191727"/>
                  </a:lnTo>
                  <a:lnTo>
                    <a:pt x="332124" y="191549"/>
                  </a:lnTo>
                  <a:lnTo>
                    <a:pt x="336450" y="190666"/>
                  </a:lnTo>
                  <a:lnTo>
                    <a:pt x="340578" y="189101"/>
                  </a:lnTo>
                  <a:lnTo>
                    <a:pt x="344401" y="186893"/>
                  </a:lnTo>
                  <a:lnTo>
                    <a:pt x="347821" y="184101"/>
                  </a:lnTo>
                  <a:lnTo>
                    <a:pt x="350748" y="180797"/>
                  </a:lnTo>
                  <a:lnTo>
                    <a:pt x="353108" y="177065"/>
                  </a:lnTo>
                  <a:lnTo>
                    <a:pt x="354838" y="173004"/>
                  </a:lnTo>
                  <a:lnTo>
                    <a:pt x="355895" y="168718"/>
                  </a:lnTo>
                  <a:lnTo>
                    <a:pt x="356250" y="164317"/>
                  </a:lnTo>
                  <a:lnTo>
                    <a:pt x="356250" y="27431"/>
                  </a:lnTo>
                  <a:lnTo>
                    <a:pt x="355895" y="23031"/>
                  </a:lnTo>
                  <a:lnTo>
                    <a:pt x="354838" y="18745"/>
                  </a:lnTo>
                  <a:lnTo>
                    <a:pt x="353108" y="14683"/>
                  </a:lnTo>
                  <a:lnTo>
                    <a:pt x="350748" y="10952"/>
                  </a:lnTo>
                  <a:lnTo>
                    <a:pt x="347821" y="7647"/>
                  </a:lnTo>
                  <a:lnTo>
                    <a:pt x="344401" y="4855"/>
                  </a:lnTo>
                  <a:lnTo>
                    <a:pt x="340578" y="2648"/>
                  </a:lnTo>
                  <a:lnTo>
                    <a:pt x="336450" y="1083"/>
                  </a:lnTo>
                  <a:lnTo>
                    <a:pt x="332124" y="200"/>
                  </a:lnTo>
                  <a:lnTo>
                    <a:pt x="328818" y="0"/>
                  </a:lnTo>
                  <a:lnTo>
                    <a:pt x="27432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5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1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5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tx68"/>
            <p:cNvSpPr/>
            <p:nvPr/>
          </p:nvSpPr>
          <p:spPr>
            <a:xfrm>
              <a:off x="3812013" y="2850687"/>
              <a:ext cx="264810" cy="1003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3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KAL</a:t>
              </a:r>
            </a:p>
          </p:txBody>
        </p:sp>
        <p:sp>
          <p:nvSpPr>
            <p:cNvPr id="69" name="pg69"/>
            <p:cNvSpPr/>
            <p:nvPr/>
          </p:nvSpPr>
          <p:spPr>
            <a:xfrm>
              <a:off x="3079830" y="3582969"/>
              <a:ext cx="387156" cy="191749"/>
            </a:xfrm>
            <a:custGeom>
              <a:avLst/>
              <a:pathLst>
                <a:path w="387156" h="191749">
                  <a:moveTo>
                    <a:pt x="27431" y="191749"/>
                  </a:moveTo>
                  <a:lnTo>
                    <a:pt x="359724" y="191749"/>
                  </a:lnTo>
                  <a:lnTo>
                    <a:pt x="358620" y="191727"/>
                  </a:lnTo>
                  <a:lnTo>
                    <a:pt x="363031" y="191549"/>
                  </a:lnTo>
                  <a:lnTo>
                    <a:pt x="367357" y="190666"/>
                  </a:lnTo>
                  <a:lnTo>
                    <a:pt x="371484" y="189101"/>
                  </a:lnTo>
                  <a:lnTo>
                    <a:pt x="375308" y="186893"/>
                  </a:lnTo>
                  <a:lnTo>
                    <a:pt x="378727" y="184101"/>
                  </a:lnTo>
                  <a:lnTo>
                    <a:pt x="381655" y="180797"/>
                  </a:lnTo>
                  <a:lnTo>
                    <a:pt x="384014" y="177065"/>
                  </a:lnTo>
                  <a:lnTo>
                    <a:pt x="385745" y="173004"/>
                  </a:lnTo>
                  <a:lnTo>
                    <a:pt x="386801" y="168718"/>
                  </a:lnTo>
                  <a:lnTo>
                    <a:pt x="387156" y="164317"/>
                  </a:lnTo>
                  <a:lnTo>
                    <a:pt x="387156" y="27432"/>
                  </a:lnTo>
                  <a:lnTo>
                    <a:pt x="386801" y="23031"/>
                  </a:lnTo>
                  <a:lnTo>
                    <a:pt x="385745" y="18745"/>
                  </a:lnTo>
                  <a:lnTo>
                    <a:pt x="384014" y="14683"/>
                  </a:lnTo>
                  <a:lnTo>
                    <a:pt x="381655" y="10952"/>
                  </a:lnTo>
                  <a:lnTo>
                    <a:pt x="378727" y="7647"/>
                  </a:lnTo>
                  <a:lnTo>
                    <a:pt x="375308" y="4855"/>
                  </a:lnTo>
                  <a:lnTo>
                    <a:pt x="371484" y="2648"/>
                  </a:lnTo>
                  <a:lnTo>
                    <a:pt x="367357" y="1083"/>
                  </a:lnTo>
                  <a:lnTo>
                    <a:pt x="363031" y="200"/>
                  </a:lnTo>
                  <a:lnTo>
                    <a:pt x="359724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6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2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6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tx70"/>
            <p:cNvSpPr/>
            <p:nvPr/>
          </p:nvSpPr>
          <p:spPr>
            <a:xfrm>
              <a:off x="3125550" y="3628689"/>
              <a:ext cx="295716" cy="1003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3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KUR</a:t>
              </a:r>
            </a:p>
          </p:txBody>
        </p:sp>
        <p:sp>
          <p:nvSpPr>
            <p:cNvPr id="71" name="pg71"/>
            <p:cNvSpPr/>
            <p:nvPr/>
          </p:nvSpPr>
          <p:spPr>
            <a:xfrm>
              <a:off x="2729712" y="1981835"/>
              <a:ext cx="343082" cy="191749"/>
            </a:xfrm>
            <a:custGeom>
              <a:avLst/>
              <a:pathLst>
                <a:path w="343082" h="191749">
                  <a:moveTo>
                    <a:pt x="27431" y="191749"/>
                  </a:moveTo>
                  <a:lnTo>
                    <a:pt x="315650" y="191749"/>
                  </a:lnTo>
                  <a:lnTo>
                    <a:pt x="314546" y="191727"/>
                  </a:lnTo>
                  <a:lnTo>
                    <a:pt x="318957" y="191549"/>
                  </a:lnTo>
                  <a:lnTo>
                    <a:pt x="323282" y="190666"/>
                  </a:lnTo>
                  <a:lnTo>
                    <a:pt x="327410" y="189101"/>
                  </a:lnTo>
                  <a:lnTo>
                    <a:pt x="331234" y="186893"/>
                  </a:lnTo>
                  <a:lnTo>
                    <a:pt x="334653" y="184101"/>
                  </a:lnTo>
                  <a:lnTo>
                    <a:pt x="337581" y="180797"/>
                  </a:lnTo>
                  <a:lnTo>
                    <a:pt x="339940" y="177065"/>
                  </a:lnTo>
                  <a:lnTo>
                    <a:pt x="341671" y="173004"/>
                  </a:lnTo>
                  <a:lnTo>
                    <a:pt x="342727" y="168718"/>
                  </a:lnTo>
                  <a:lnTo>
                    <a:pt x="343082" y="164317"/>
                  </a:lnTo>
                  <a:lnTo>
                    <a:pt x="343082" y="27432"/>
                  </a:lnTo>
                  <a:lnTo>
                    <a:pt x="342727" y="23031"/>
                  </a:lnTo>
                  <a:lnTo>
                    <a:pt x="341671" y="18745"/>
                  </a:lnTo>
                  <a:lnTo>
                    <a:pt x="339940" y="14683"/>
                  </a:lnTo>
                  <a:lnTo>
                    <a:pt x="337581" y="10952"/>
                  </a:lnTo>
                  <a:lnTo>
                    <a:pt x="334653" y="7647"/>
                  </a:lnTo>
                  <a:lnTo>
                    <a:pt x="331234" y="4855"/>
                  </a:lnTo>
                  <a:lnTo>
                    <a:pt x="327410" y="2648"/>
                  </a:lnTo>
                  <a:lnTo>
                    <a:pt x="323282" y="1083"/>
                  </a:lnTo>
                  <a:lnTo>
                    <a:pt x="318957" y="200"/>
                  </a:lnTo>
                  <a:lnTo>
                    <a:pt x="315650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5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2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5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tx72"/>
            <p:cNvSpPr/>
            <p:nvPr/>
          </p:nvSpPr>
          <p:spPr>
            <a:xfrm>
              <a:off x="2775432" y="2027555"/>
              <a:ext cx="251642" cy="1003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3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VAT</a:t>
              </a:r>
            </a:p>
          </p:txBody>
        </p:sp>
        <p:sp>
          <p:nvSpPr>
            <p:cNvPr id="73" name="pg73"/>
            <p:cNvSpPr/>
            <p:nvPr/>
          </p:nvSpPr>
          <p:spPr>
            <a:xfrm>
              <a:off x="2836141" y="2287538"/>
              <a:ext cx="317296" cy="191749"/>
            </a:xfrm>
            <a:custGeom>
              <a:avLst/>
              <a:pathLst>
                <a:path w="317296" h="191749">
                  <a:moveTo>
                    <a:pt x="27431" y="191749"/>
                  </a:moveTo>
                  <a:lnTo>
                    <a:pt x="289864" y="191749"/>
                  </a:lnTo>
                  <a:lnTo>
                    <a:pt x="288760" y="191727"/>
                  </a:lnTo>
                  <a:lnTo>
                    <a:pt x="293171" y="191549"/>
                  </a:lnTo>
                  <a:lnTo>
                    <a:pt x="297496" y="190666"/>
                  </a:lnTo>
                  <a:lnTo>
                    <a:pt x="301624" y="189101"/>
                  </a:lnTo>
                  <a:lnTo>
                    <a:pt x="305447" y="186893"/>
                  </a:lnTo>
                  <a:lnTo>
                    <a:pt x="308867" y="184101"/>
                  </a:lnTo>
                  <a:lnTo>
                    <a:pt x="311795" y="180797"/>
                  </a:lnTo>
                  <a:lnTo>
                    <a:pt x="314154" y="177065"/>
                  </a:lnTo>
                  <a:lnTo>
                    <a:pt x="315885" y="173004"/>
                  </a:lnTo>
                  <a:lnTo>
                    <a:pt x="316941" y="168718"/>
                  </a:lnTo>
                  <a:lnTo>
                    <a:pt x="317296" y="164317"/>
                  </a:lnTo>
                  <a:lnTo>
                    <a:pt x="317296" y="27431"/>
                  </a:lnTo>
                  <a:lnTo>
                    <a:pt x="316941" y="23031"/>
                  </a:lnTo>
                  <a:lnTo>
                    <a:pt x="315885" y="18745"/>
                  </a:lnTo>
                  <a:lnTo>
                    <a:pt x="314154" y="14683"/>
                  </a:lnTo>
                  <a:lnTo>
                    <a:pt x="311795" y="10952"/>
                  </a:lnTo>
                  <a:lnTo>
                    <a:pt x="308867" y="7647"/>
                  </a:lnTo>
                  <a:lnTo>
                    <a:pt x="305447" y="4855"/>
                  </a:lnTo>
                  <a:lnTo>
                    <a:pt x="301624" y="2648"/>
                  </a:lnTo>
                  <a:lnTo>
                    <a:pt x="297496" y="1083"/>
                  </a:lnTo>
                  <a:lnTo>
                    <a:pt x="293171" y="200"/>
                  </a:lnTo>
                  <a:lnTo>
                    <a:pt x="289864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6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1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6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tx74"/>
            <p:cNvSpPr/>
            <p:nvPr/>
          </p:nvSpPr>
          <p:spPr>
            <a:xfrm>
              <a:off x="2881861" y="2333258"/>
              <a:ext cx="225856" cy="1003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3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VIK</a:t>
              </a:r>
            </a:p>
          </p:txBody>
        </p:sp>
        <p:sp>
          <p:nvSpPr>
            <p:cNvPr id="75" name="rc75"/>
            <p:cNvSpPr/>
            <p:nvPr/>
          </p:nvSpPr>
          <p:spPr>
            <a:xfrm>
              <a:off x="2460358" y="1316559"/>
              <a:ext cx="2190417" cy="2853700"/>
            </a:xfrm>
            <a:prstGeom prst="rect">
              <a:avLst/>
            </a:prstGeom>
            <a:noFill/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tx76"/>
            <p:cNvSpPr/>
            <p:nvPr/>
          </p:nvSpPr>
          <p:spPr>
            <a:xfrm>
              <a:off x="2148005" y="3999855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54</a:t>
              </a:r>
            </a:p>
          </p:txBody>
        </p:sp>
        <p:sp>
          <p:nvSpPr>
            <p:cNvPr id="77" name="tx77"/>
            <p:cNvSpPr/>
            <p:nvPr/>
          </p:nvSpPr>
          <p:spPr>
            <a:xfrm>
              <a:off x="2272364" y="3981384"/>
              <a:ext cx="44714" cy="984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78" name="tx78"/>
            <p:cNvSpPr/>
            <p:nvPr/>
          </p:nvSpPr>
          <p:spPr>
            <a:xfrm>
              <a:off x="2317078" y="3999855"/>
              <a:ext cx="80650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79" name="tx79"/>
            <p:cNvSpPr/>
            <p:nvPr/>
          </p:nvSpPr>
          <p:spPr>
            <a:xfrm>
              <a:off x="2148005" y="3629244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55</a:t>
              </a:r>
            </a:p>
          </p:txBody>
        </p:sp>
        <p:sp>
          <p:nvSpPr>
            <p:cNvPr id="80" name="tx80"/>
            <p:cNvSpPr/>
            <p:nvPr/>
          </p:nvSpPr>
          <p:spPr>
            <a:xfrm>
              <a:off x="2272364" y="3610774"/>
              <a:ext cx="44714" cy="984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81" name="tx81"/>
            <p:cNvSpPr/>
            <p:nvPr/>
          </p:nvSpPr>
          <p:spPr>
            <a:xfrm>
              <a:off x="2317078" y="3629244"/>
              <a:ext cx="80650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82" name="tx82"/>
            <p:cNvSpPr/>
            <p:nvPr/>
          </p:nvSpPr>
          <p:spPr>
            <a:xfrm>
              <a:off x="2148005" y="3258817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56</a:t>
              </a:r>
            </a:p>
          </p:txBody>
        </p:sp>
        <p:sp>
          <p:nvSpPr>
            <p:cNvPr id="83" name="tx83"/>
            <p:cNvSpPr/>
            <p:nvPr/>
          </p:nvSpPr>
          <p:spPr>
            <a:xfrm>
              <a:off x="2272364" y="3240346"/>
              <a:ext cx="44714" cy="984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84" name="tx84"/>
            <p:cNvSpPr/>
            <p:nvPr/>
          </p:nvSpPr>
          <p:spPr>
            <a:xfrm>
              <a:off x="2317078" y="3258817"/>
              <a:ext cx="80650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85" name="tx85"/>
            <p:cNvSpPr/>
            <p:nvPr/>
          </p:nvSpPr>
          <p:spPr>
            <a:xfrm>
              <a:off x="2148005" y="2888024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57</a:t>
              </a:r>
            </a:p>
          </p:txBody>
        </p:sp>
        <p:sp>
          <p:nvSpPr>
            <p:cNvPr id="86" name="tx86"/>
            <p:cNvSpPr/>
            <p:nvPr/>
          </p:nvSpPr>
          <p:spPr>
            <a:xfrm>
              <a:off x="2272364" y="2869553"/>
              <a:ext cx="44714" cy="984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87" name="tx87"/>
            <p:cNvSpPr/>
            <p:nvPr/>
          </p:nvSpPr>
          <p:spPr>
            <a:xfrm>
              <a:off x="2317078" y="2888024"/>
              <a:ext cx="80650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88" name="tx88"/>
            <p:cNvSpPr/>
            <p:nvPr/>
          </p:nvSpPr>
          <p:spPr>
            <a:xfrm>
              <a:off x="2148005" y="2517596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58</a:t>
              </a:r>
            </a:p>
          </p:txBody>
        </p:sp>
        <p:sp>
          <p:nvSpPr>
            <p:cNvPr id="89" name="tx89"/>
            <p:cNvSpPr/>
            <p:nvPr/>
          </p:nvSpPr>
          <p:spPr>
            <a:xfrm>
              <a:off x="2272364" y="2499125"/>
              <a:ext cx="44714" cy="984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90" name="tx90"/>
            <p:cNvSpPr/>
            <p:nvPr/>
          </p:nvSpPr>
          <p:spPr>
            <a:xfrm>
              <a:off x="2317078" y="2517596"/>
              <a:ext cx="80650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91" name="tx91"/>
            <p:cNvSpPr/>
            <p:nvPr/>
          </p:nvSpPr>
          <p:spPr>
            <a:xfrm>
              <a:off x="2148005" y="2146986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59</a:t>
              </a:r>
            </a:p>
          </p:txBody>
        </p:sp>
        <p:sp>
          <p:nvSpPr>
            <p:cNvPr id="92" name="tx92"/>
            <p:cNvSpPr/>
            <p:nvPr/>
          </p:nvSpPr>
          <p:spPr>
            <a:xfrm>
              <a:off x="2272364" y="2128515"/>
              <a:ext cx="44714" cy="984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93" name="tx93"/>
            <p:cNvSpPr/>
            <p:nvPr/>
          </p:nvSpPr>
          <p:spPr>
            <a:xfrm>
              <a:off x="2317078" y="2146986"/>
              <a:ext cx="80650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94" name="tx94"/>
            <p:cNvSpPr/>
            <p:nvPr/>
          </p:nvSpPr>
          <p:spPr>
            <a:xfrm>
              <a:off x="2148005" y="1776375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60</a:t>
              </a:r>
            </a:p>
          </p:txBody>
        </p:sp>
        <p:sp>
          <p:nvSpPr>
            <p:cNvPr id="95" name="tx95"/>
            <p:cNvSpPr/>
            <p:nvPr/>
          </p:nvSpPr>
          <p:spPr>
            <a:xfrm>
              <a:off x="2272364" y="1757904"/>
              <a:ext cx="44714" cy="984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96" name="tx96"/>
            <p:cNvSpPr/>
            <p:nvPr/>
          </p:nvSpPr>
          <p:spPr>
            <a:xfrm>
              <a:off x="2317078" y="1776375"/>
              <a:ext cx="80650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97" name="tx97"/>
            <p:cNvSpPr/>
            <p:nvPr/>
          </p:nvSpPr>
          <p:spPr>
            <a:xfrm>
              <a:off x="2148005" y="1405765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61</a:t>
              </a:r>
            </a:p>
          </p:txBody>
        </p:sp>
        <p:sp>
          <p:nvSpPr>
            <p:cNvPr id="98" name="tx98"/>
            <p:cNvSpPr/>
            <p:nvPr/>
          </p:nvSpPr>
          <p:spPr>
            <a:xfrm>
              <a:off x="2272364" y="1387294"/>
              <a:ext cx="44714" cy="984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99" name="tx99"/>
            <p:cNvSpPr/>
            <p:nvPr/>
          </p:nvSpPr>
          <p:spPr>
            <a:xfrm>
              <a:off x="2317078" y="1405765"/>
              <a:ext cx="80650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100" name="pl100"/>
            <p:cNvSpPr/>
            <p:nvPr/>
          </p:nvSpPr>
          <p:spPr>
            <a:xfrm>
              <a:off x="2425563" y="4040546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l101"/>
            <p:cNvSpPr/>
            <p:nvPr/>
          </p:nvSpPr>
          <p:spPr>
            <a:xfrm>
              <a:off x="2425563" y="3669935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l102"/>
            <p:cNvSpPr/>
            <p:nvPr/>
          </p:nvSpPr>
          <p:spPr>
            <a:xfrm>
              <a:off x="2425563" y="3299325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l103"/>
            <p:cNvSpPr/>
            <p:nvPr/>
          </p:nvSpPr>
          <p:spPr>
            <a:xfrm>
              <a:off x="2425563" y="2928714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l104"/>
            <p:cNvSpPr/>
            <p:nvPr/>
          </p:nvSpPr>
          <p:spPr>
            <a:xfrm>
              <a:off x="2425563" y="2558104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l105"/>
            <p:cNvSpPr/>
            <p:nvPr/>
          </p:nvSpPr>
          <p:spPr>
            <a:xfrm>
              <a:off x="2425563" y="2187494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l106"/>
            <p:cNvSpPr/>
            <p:nvPr/>
          </p:nvSpPr>
          <p:spPr>
            <a:xfrm>
              <a:off x="2425563" y="1816883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l107"/>
            <p:cNvSpPr/>
            <p:nvPr/>
          </p:nvSpPr>
          <p:spPr>
            <a:xfrm>
              <a:off x="2425563" y="1446273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l108"/>
            <p:cNvSpPr/>
            <p:nvPr/>
          </p:nvSpPr>
          <p:spPr>
            <a:xfrm>
              <a:off x="2559922" y="4170259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l109"/>
            <p:cNvSpPr/>
            <p:nvPr/>
          </p:nvSpPr>
          <p:spPr>
            <a:xfrm>
              <a:off x="2958180" y="4170259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l110"/>
            <p:cNvSpPr/>
            <p:nvPr/>
          </p:nvSpPr>
          <p:spPr>
            <a:xfrm>
              <a:off x="3356438" y="4170259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l111"/>
            <p:cNvSpPr/>
            <p:nvPr/>
          </p:nvSpPr>
          <p:spPr>
            <a:xfrm>
              <a:off x="3754695" y="4170259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l112"/>
            <p:cNvSpPr/>
            <p:nvPr/>
          </p:nvSpPr>
          <p:spPr>
            <a:xfrm>
              <a:off x="4152953" y="4170259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l113"/>
            <p:cNvSpPr/>
            <p:nvPr/>
          </p:nvSpPr>
          <p:spPr>
            <a:xfrm>
              <a:off x="4551211" y="4170259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tx114"/>
            <p:cNvSpPr/>
            <p:nvPr/>
          </p:nvSpPr>
          <p:spPr>
            <a:xfrm>
              <a:off x="2438124" y="4233255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115" name="tx115"/>
            <p:cNvSpPr/>
            <p:nvPr/>
          </p:nvSpPr>
          <p:spPr>
            <a:xfrm>
              <a:off x="2562483" y="4214784"/>
              <a:ext cx="44714" cy="984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116" name="tx116"/>
            <p:cNvSpPr/>
            <p:nvPr/>
          </p:nvSpPr>
          <p:spPr>
            <a:xfrm>
              <a:off x="2607197" y="4233255"/>
              <a:ext cx="74523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E</a:t>
              </a:r>
            </a:p>
          </p:txBody>
        </p:sp>
        <p:sp>
          <p:nvSpPr>
            <p:cNvPr id="117" name="tx117"/>
            <p:cNvSpPr/>
            <p:nvPr/>
          </p:nvSpPr>
          <p:spPr>
            <a:xfrm>
              <a:off x="2836382" y="4233255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12</a:t>
              </a:r>
            </a:p>
          </p:txBody>
        </p:sp>
        <p:sp>
          <p:nvSpPr>
            <p:cNvPr id="118" name="tx118"/>
            <p:cNvSpPr/>
            <p:nvPr/>
          </p:nvSpPr>
          <p:spPr>
            <a:xfrm>
              <a:off x="2960740" y="4214784"/>
              <a:ext cx="44714" cy="984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119" name="tx119"/>
            <p:cNvSpPr/>
            <p:nvPr/>
          </p:nvSpPr>
          <p:spPr>
            <a:xfrm>
              <a:off x="3005455" y="4233255"/>
              <a:ext cx="74523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E</a:t>
              </a:r>
            </a:p>
          </p:txBody>
        </p:sp>
        <p:sp>
          <p:nvSpPr>
            <p:cNvPr id="120" name="tx120"/>
            <p:cNvSpPr/>
            <p:nvPr/>
          </p:nvSpPr>
          <p:spPr>
            <a:xfrm>
              <a:off x="3234640" y="4233255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14</a:t>
              </a:r>
            </a:p>
          </p:txBody>
        </p:sp>
        <p:sp>
          <p:nvSpPr>
            <p:cNvPr id="121" name="tx121"/>
            <p:cNvSpPr/>
            <p:nvPr/>
          </p:nvSpPr>
          <p:spPr>
            <a:xfrm>
              <a:off x="3358998" y="4214784"/>
              <a:ext cx="44714" cy="984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122" name="tx122"/>
            <p:cNvSpPr/>
            <p:nvPr/>
          </p:nvSpPr>
          <p:spPr>
            <a:xfrm>
              <a:off x="3403712" y="4233255"/>
              <a:ext cx="74523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E</a:t>
              </a:r>
            </a:p>
          </p:txBody>
        </p:sp>
        <p:sp>
          <p:nvSpPr>
            <p:cNvPr id="123" name="tx123"/>
            <p:cNvSpPr/>
            <p:nvPr/>
          </p:nvSpPr>
          <p:spPr>
            <a:xfrm>
              <a:off x="3632897" y="4233255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16</a:t>
              </a:r>
            </a:p>
          </p:txBody>
        </p:sp>
        <p:sp>
          <p:nvSpPr>
            <p:cNvPr id="124" name="tx124"/>
            <p:cNvSpPr/>
            <p:nvPr/>
          </p:nvSpPr>
          <p:spPr>
            <a:xfrm>
              <a:off x="3757256" y="4214784"/>
              <a:ext cx="44714" cy="984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125" name="tx125"/>
            <p:cNvSpPr/>
            <p:nvPr/>
          </p:nvSpPr>
          <p:spPr>
            <a:xfrm>
              <a:off x="3801970" y="4233255"/>
              <a:ext cx="74523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E</a:t>
              </a:r>
            </a:p>
          </p:txBody>
        </p:sp>
        <p:sp>
          <p:nvSpPr>
            <p:cNvPr id="126" name="tx126"/>
            <p:cNvSpPr/>
            <p:nvPr/>
          </p:nvSpPr>
          <p:spPr>
            <a:xfrm>
              <a:off x="4031155" y="4233255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18</a:t>
              </a:r>
            </a:p>
          </p:txBody>
        </p:sp>
        <p:sp>
          <p:nvSpPr>
            <p:cNvPr id="127" name="tx127"/>
            <p:cNvSpPr/>
            <p:nvPr/>
          </p:nvSpPr>
          <p:spPr>
            <a:xfrm>
              <a:off x="4155513" y="4214784"/>
              <a:ext cx="44714" cy="984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128" name="tx128"/>
            <p:cNvSpPr/>
            <p:nvPr/>
          </p:nvSpPr>
          <p:spPr>
            <a:xfrm>
              <a:off x="4200228" y="4233255"/>
              <a:ext cx="74523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E</a:t>
              </a:r>
            </a:p>
          </p:txBody>
        </p:sp>
        <p:sp>
          <p:nvSpPr>
            <p:cNvPr id="129" name="tx129"/>
            <p:cNvSpPr/>
            <p:nvPr/>
          </p:nvSpPr>
          <p:spPr>
            <a:xfrm>
              <a:off x="4429413" y="4233255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20</a:t>
              </a:r>
            </a:p>
          </p:txBody>
        </p:sp>
        <p:sp>
          <p:nvSpPr>
            <p:cNvPr id="130" name="tx130"/>
            <p:cNvSpPr/>
            <p:nvPr/>
          </p:nvSpPr>
          <p:spPr>
            <a:xfrm>
              <a:off x="4553771" y="4214784"/>
              <a:ext cx="44714" cy="984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131" name="tx131"/>
            <p:cNvSpPr/>
            <p:nvPr/>
          </p:nvSpPr>
          <p:spPr>
            <a:xfrm>
              <a:off x="4598485" y="4233255"/>
              <a:ext cx="74523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E</a:t>
              </a:r>
            </a:p>
          </p:txBody>
        </p:sp>
        <p:sp>
          <p:nvSpPr>
            <p:cNvPr id="132" name="tx132"/>
            <p:cNvSpPr/>
            <p:nvPr/>
          </p:nvSpPr>
          <p:spPr>
            <a:xfrm>
              <a:off x="3248603" y="4372931"/>
              <a:ext cx="613928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Longitude</a:t>
              </a:r>
            </a:p>
          </p:txBody>
        </p:sp>
        <p:sp>
          <p:nvSpPr>
            <p:cNvPr id="133" name="tx133"/>
            <p:cNvSpPr/>
            <p:nvPr/>
          </p:nvSpPr>
          <p:spPr>
            <a:xfrm rot="-5400000">
              <a:off x="1785078" y="2693391"/>
              <a:ext cx="497342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Latitude</a:t>
              </a:r>
            </a:p>
          </p:txBody>
        </p:sp>
        <p:sp>
          <p:nvSpPr>
            <p:cNvPr id="134" name="rc134"/>
            <p:cNvSpPr/>
            <p:nvPr/>
          </p:nvSpPr>
          <p:spPr>
            <a:xfrm>
              <a:off x="4789953" y="2025646"/>
              <a:ext cx="998714" cy="143552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5" name="tx135"/>
            <p:cNvSpPr/>
            <p:nvPr/>
          </p:nvSpPr>
          <p:spPr>
            <a:xfrm>
              <a:off x="4859542" y="2109957"/>
              <a:ext cx="859536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Fitness Offset</a:t>
              </a:r>
            </a:p>
          </p:txBody>
        </p:sp>
        <p:pic>
          <p:nvPicPr>
            <p:cNvPr id="136" name="pic13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859542" y="2294303"/>
              <a:ext cx="219455" cy="1097280"/>
            </a:xfrm>
            <a:prstGeom prst="rect">
              <a:avLst/>
            </a:prstGeom>
          </p:spPr>
        </p:pic>
        <p:sp>
          <p:nvSpPr>
            <p:cNvPr id="137" name="pl137"/>
            <p:cNvSpPr/>
            <p:nvPr/>
          </p:nvSpPr>
          <p:spPr>
            <a:xfrm>
              <a:off x="5035107" y="3389754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l138"/>
            <p:cNvSpPr/>
            <p:nvPr/>
          </p:nvSpPr>
          <p:spPr>
            <a:xfrm>
              <a:off x="5035107" y="3116349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l139"/>
            <p:cNvSpPr/>
            <p:nvPr/>
          </p:nvSpPr>
          <p:spPr>
            <a:xfrm>
              <a:off x="5035107" y="2842943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l140"/>
            <p:cNvSpPr/>
            <p:nvPr/>
          </p:nvSpPr>
          <p:spPr>
            <a:xfrm>
              <a:off x="5035107" y="2569538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l141"/>
            <p:cNvSpPr/>
            <p:nvPr/>
          </p:nvSpPr>
          <p:spPr>
            <a:xfrm>
              <a:off x="5035107" y="2296132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l142"/>
            <p:cNvSpPr/>
            <p:nvPr/>
          </p:nvSpPr>
          <p:spPr>
            <a:xfrm>
              <a:off x="4859542" y="3389754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l143"/>
            <p:cNvSpPr/>
            <p:nvPr/>
          </p:nvSpPr>
          <p:spPr>
            <a:xfrm>
              <a:off x="4859542" y="3116349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l144"/>
            <p:cNvSpPr/>
            <p:nvPr/>
          </p:nvSpPr>
          <p:spPr>
            <a:xfrm>
              <a:off x="4859542" y="2842943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l145"/>
            <p:cNvSpPr/>
            <p:nvPr/>
          </p:nvSpPr>
          <p:spPr>
            <a:xfrm>
              <a:off x="4859542" y="2569538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l146"/>
            <p:cNvSpPr/>
            <p:nvPr/>
          </p:nvSpPr>
          <p:spPr>
            <a:xfrm>
              <a:off x="4859542" y="2296132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tx147"/>
            <p:cNvSpPr/>
            <p:nvPr/>
          </p:nvSpPr>
          <p:spPr>
            <a:xfrm>
              <a:off x="5148587" y="3349749"/>
              <a:ext cx="254843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-1.00</a:t>
              </a:r>
            </a:p>
          </p:txBody>
        </p:sp>
        <p:sp>
          <p:nvSpPr>
            <p:cNvPr id="148" name="tx148"/>
            <p:cNvSpPr/>
            <p:nvPr/>
          </p:nvSpPr>
          <p:spPr>
            <a:xfrm>
              <a:off x="5148587" y="3076344"/>
              <a:ext cx="254843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-0.75</a:t>
              </a:r>
            </a:p>
          </p:txBody>
        </p:sp>
        <p:sp>
          <p:nvSpPr>
            <p:cNvPr id="149" name="tx149"/>
            <p:cNvSpPr/>
            <p:nvPr/>
          </p:nvSpPr>
          <p:spPr>
            <a:xfrm>
              <a:off x="5148587" y="2802938"/>
              <a:ext cx="254843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-0.50</a:t>
              </a:r>
            </a:p>
          </p:txBody>
        </p:sp>
        <p:sp>
          <p:nvSpPr>
            <p:cNvPr id="150" name="tx150"/>
            <p:cNvSpPr/>
            <p:nvPr/>
          </p:nvSpPr>
          <p:spPr>
            <a:xfrm>
              <a:off x="5148587" y="2529533"/>
              <a:ext cx="254843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-0.25</a:t>
              </a:r>
            </a:p>
          </p:txBody>
        </p:sp>
        <p:sp>
          <p:nvSpPr>
            <p:cNvPr id="151" name="tx151"/>
            <p:cNvSpPr/>
            <p:nvPr/>
          </p:nvSpPr>
          <p:spPr>
            <a:xfrm>
              <a:off x="5148587" y="2256127"/>
              <a:ext cx="217627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152" name="tx152"/>
            <p:cNvSpPr/>
            <p:nvPr/>
          </p:nvSpPr>
          <p:spPr>
            <a:xfrm>
              <a:off x="2460358" y="740027"/>
              <a:ext cx="4400275" cy="16367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8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(C) Common Future Weight Change Offset </a:t>
              </a:r>
            </a:p>
          </p:txBody>
        </p:sp>
        <p:sp>
          <p:nvSpPr>
            <p:cNvPr id="153" name="tx153"/>
            <p:cNvSpPr/>
            <p:nvPr/>
          </p:nvSpPr>
          <p:spPr>
            <a:xfrm>
              <a:off x="2460358" y="986915"/>
              <a:ext cx="2109063" cy="16367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8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in Future Treatments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914400" y="914400"/>
            <a:ext cx="5943600" cy="3657600"/>
            <a:chOff x="914400" y="914400"/>
            <a:chExt cx="5943600" cy="3657600"/>
          </a:xfrm>
        </p:grpSpPr>
        <p:sp>
          <p:nvSpPr>
            <p:cNvPr id="3" name="rc3"/>
            <p:cNvSpPr/>
            <p:nvPr/>
          </p:nvSpPr>
          <p:spPr>
            <a:xfrm>
              <a:off x="914400" y="914400"/>
              <a:ext cx="5943600" cy="36576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1914143" y="914400"/>
              <a:ext cx="3944113" cy="36576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2460358" y="1316559"/>
              <a:ext cx="2190417" cy="2853700"/>
            </a:xfrm>
            <a:prstGeom prst="rect">
              <a:avLst/>
            </a:prstGeom>
            <a:solidFill>
              <a:srgbClr val="F0F8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2559922" y="1316559"/>
              <a:ext cx="0" cy="2853700"/>
            </a:xfrm>
            <a:custGeom>
              <a:avLst/>
              <a:pathLst>
                <a:path w="0" h="2853700">
                  <a:moveTo>
                    <a:pt x="0" y="2853700"/>
                  </a:moveTo>
                  <a:lnTo>
                    <a:pt x="0" y="2825062"/>
                  </a:lnTo>
                  <a:lnTo>
                    <a:pt x="0" y="2791370"/>
                  </a:lnTo>
                  <a:lnTo>
                    <a:pt x="0" y="2757678"/>
                  </a:lnTo>
                  <a:lnTo>
                    <a:pt x="0" y="2723986"/>
                  </a:lnTo>
                  <a:lnTo>
                    <a:pt x="0" y="2690294"/>
                  </a:lnTo>
                  <a:lnTo>
                    <a:pt x="0" y="2656602"/>
                  </a:lnTo>
                  <a:lnTo>
                    <a:pt x="0" y="2622911"/>
                  </a:lnTo>
                  <a:lnTo>
                    <a:pt x="0" y="2589219"/>
                  </a:lnTo>
                  <a:lnTo>
                    <a:pt x="0" y="2555527"/>
                  </a:lnTo>
                  <a:lnTo>
                    <a:pt x="0" y="2521835"/>
                  </a:lnTo>
                  <a:lnTo>
                    <a:pt x="0" y="2488143"/>
                  </a:lnTo>
                  <a:lnTo>
                    <a:pt x="0" y="2454451"/>
                  </a:lnTo>
                  <a:lnTo>
                    <a:pt x="0" y="2420759"/>
                  </a:lnTo>
                  <a:lnTo>
                    <a:pt x="0" y="2387068"/>
                  </a:lnTo>
                  <a:lnTo>
                    <a:pt x="0" y="2353376"/>
                  </a:lnTo>
                  <a:lnTo>
                    <a:pt x="0" y="2319684"/>
                  </a:lnTo>
                  <a:lnTo>
                    <a:pt x="0" y="2285992"/>
                  </a:lnTo>
                  <a:lnTo>
                    <a:pt x="0" y="2252300"/>
                  </a:lnTo>
                  <a:lnTo>
                    <a:pt x="0" y="2218608"/>
                  </a:lnTo>
                  <a:lnTo>
                    <a:pt x="0" y="2184916"/>
                  </a:lnTo>
                  <a:lnTo>
                    <a:pt x="0" y="2151225"/>
                  </a:lnTo>
                  <a:lnTo>
                    <a:pt x="0" y="2117533"/>
                  </a:lnTo>
                  <a:lnTo>
                    <a:pt x="0" y="2083841"/>
                  </a:lnTo>
                  <a:lnTo>
                    <a:pt x="0" y="2050149"/>
                  </a:lnTo>
                  <a:lnTo>
                    <a:pt x="0" y="2016457"/>
                  </a:lnTo>
                  <a:lnTo>
                    <a:pt x="0" y="1982765"/>
                  </a:lnTo>
                  <a:lnTo>
                    <a:pt x="0" y="1949073"/>
                  </a:lnTo>
                  <a:lnTo>
                    <a:pt x="0" y="1915382"/>
                  </a:lnTo>
                  <a:lnTo>
                    <a:pt x="0" y="1881690"/>
                  </a:lnTo>
                  <a:lnTo>
                    <a:pt x="0" y="1847998"/>
                  </a:lnTo>
                  <a:lnTo>
                    <a:pt x="0" y="1814306"/>
                  </a:lnTo>
                  <a:lnTo>
                    <a:pt x="0" y="1780614"/>
                  </a:lnTo>
                  <a:lnTo>
                    <a:pt x="0" y="1746922"/>
                  </a:lnTo>
                  <a:lnTo>
                    <a:pt x="0" y="1713230"/>
                  </a:lnTo>
                  <a:lnTo>
                    <a:pt x="0" y="1679539"/>
                  </a:lnTo>
                  <a:lnTo>
                    <a:pt x="0" y="1645847"/>
                  </a:lnTo>
                  <a:lnTo>
                    <a:pt x="0" y="1612155"/>
                  </a:lnTo>
                  <a:lnTo>
                    <a:pt x="0" y="1578463"/>
                  </a:lnTo>
                  <a:lnTo>
                    <a:pt x="0" y="1544771"/>
                  </a:lnTo>
                  <a:lnTo>
                    <a:pt x="0" y="1511079"/>
                  </a:lnTo>
                  <a:lnTo>
                    <a:pt x="0" y="1477387"/>
                  </a:lnTo>
                  <a:lnTo>
                    <a:pt x="0" y="1443696"/>
                  </a:lnTo>
                  <a:lnTo>
                    <a:pt x="0" y="1410004"/>
                  </a:lnTo>
                  <a:lnTo>
                    <a:pt x="0" y="1376312"/>
                  </a:lnTo>
                  <a:lnTo>
                    <a:pt x="0" y="1342620"/>
                  </a:lnTo>
                  <a:lnTo>
                    <a:pt x="0" y="1308928"/>
                  </a:lnTo>
                  <a:lnTo>
                    <a:pt x="0" y="1275236"/>
                  </a:lnTo>
                  <a:lnTo>
                    <a:pt x="0" y="1241544"/>
                  </a:lnTo>
                  <a:lnTo>
                    <a:pt x="0" y="1207853"/>
                  </a:lnTo>
                  <a:lnTo>
                    <a:pt x="0" y="1174161"/>
                  </a:lnTo>
                  <a:lnTo>
                    <a:pt x="0" y="1140469"/>
                  </a:lnTo>
                  <a:lnTo>
                    <a:pt x="0" y="1106777"/>
                  </a:lnTo>
                  <a:lnTo>
                    <a:pt x="0" y="1073085"/>
                  </a:lnTo>
                  <a:lnTo>
                    <a:pt x="0" y="1039393"/>
                  </a:lnTo>
                  <a:lnTo>
                    <a:pt x="0" y="1005701"/>
                  </a:lnTo>
                  <a:lnTo>
                    <a:pt x="0" y="972010"/>
                  </a:lnTo>
                  <a:lnTo>
                    <a:pt x="0" y="938318"/>
                  </a:lnTo>
                  <a:lnTo>
                    <a:pt x="0" y="904626"/>
                  </a:lnTo>
                  <a:lnTo>
                    <a:pt x="0" y="870934"/>
                  </a:lnTo>
                  <a:lnTo>
                    <a:pt x="0" y="837242"/>
                  </a:lnTo>
                  <a:lnTo>
                    <a:pt x="0" y="803550"/>
                  </a:lnTo>
                  <a:lnTo>
                    <a:pt x="0" y="769858"/>
                  </a:lnTo>
                  <a:lnTo>
                    <a:pt x="0" y="736167"/>
                  </a:lnTo>
                  <a:lnTo>
                    <a:pt x="0" y="702475"/>
                  </a:lnTo>
                  <a:lnTo>
                    <a:pt x="0" y="668783"/>
                  </a:lnTo>
                  <a:lnTo>
                    <a:pt x="0" y="635091"/>
                  </a:lnTo>
                  <a:lnTo>
                    <a:pt x="0" y="601399"/>
                  </a:lnTo>
                  <a:lnTo>
                    <a:pt x="0" y="567707"/>
                  </a:lnTo>
                  <a:lnTo>
                    <a:pt x="0" y="534015"/>
                  </a:lnTo>
                  <a:lnTo>
                    <a:pt x="0" y="500324"/>
                  </a:lnTo>
                  <a:lnTo>
                    <a:pt x="0" y="466632"/>
                  </a:lnTo>
                  <a:lnTo>
                    <a:pt x="0" y="432940"/>
                  </a:lnTo>
                  <a:lnTo>
                    <a:pt x="0" y="399248"/>
                  </a:lnTo>
                  <a:lnTo>
                    <a:pt x="0" y="365556"/>
                  </a:lnTo>
                  <a:lnTo>
                    <a:pt x="0" y="331864"/>
                  </a:lnTo>
                  <a:lnTo>
                    <a:pt x="0" y="298172"/>
                  </a:lnTo>
                  <a:lnTo>
                    <a:pt x="0" y="264481"/>
                  </a:lnTo>
                  <a:lnTo>
                    <a:pt x="0" y="230789"/>
                  </a:lnTo>
                  <a:lnTo>
                    <a:pt x="0" y="197097"/>
                  </a:lnTo>
                  <a:lnTo>
                    <a:pt x="0" y="163405"/>
                  </a:lnTo>
                  <a:lnTo>
                    <a:pt x="0" y="129713"/>
                  </a:lnTo>
                  <a:lnTo>
                    <a:pt x="0" y="96021"/>
                  </a:lnTo>
                  <a:lnTo>
                    <a:pt x="0" y="62329"/>
                  </a:lnTo>
                  <a:lnTo>
                    <a:pt x="0" y="28638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2958180" y="1316559"/>
              <a:ext cx="0" cy="2853700"/>
            </a:xfrm>
            <a:custGeom>
              <a:avLst/>
              <a:pathLst>
                <a:path w="0" h="2853700">
                  <a:moveTo>
                    <a:pt x="0" y="2853700"/>
                  </a:moveTo>
                  <a:lnTo>
                    <a:pt x="0" y="2825062"/>
                  </a:lnTo>
                  <a:lnTo>
                    <a:pt x="0" y="2791370"/>
                  </a:lnTo>
                  <a:lnTo>
                    <a:pt x="0" y="2757678"/>
                  </a:lnTo>
                  <a:lnTo>
                    <a:pt x="0" y="2723986"/>
                  </a:lnTo>
                  <a:lnTo>
                    <a:pt x="0" y="2690294"/>
                  </a:lnTo>
                  <a:lnTo>
                    <a:pt x="0" y="2656602"/>
                  </a:lnTo>
                  <a:lnTo>
                    <a:pt x="0" y="2622911"/>
                  </a:lnTo>
                  <a:lnTo>
                    <a:pt x="0" y="2589219"/>
                  </a:lnTo>
                  <a:lnTo>
                    <a:pt x="0" y="2555527"/>
                  </a:lnTo>
                  <a:lnTo>
                    <a:pt x="0" y="2521835"/>
                  </a:lnTo>
                  <a:lnTo>
                    <a:pt x="0" y="2488143"/>
                  </a:lnTo>
                  <a:lnTo>
                    <a:pt x="0" y="2454451"/>
                  </a:lnTo>
                  <a:lnTo>
                    <a:pt x="0" y="2420759"/>
                  </a:lnTo>
                  <a:lnTo>
                    <a:pt x="0" y="2387068"/>
                  </a:lnTo>
                  <a:lnTo>
                    <a:pt x="0" y="2353376"/>
                  </a:lnTo>
                  <a:lnTo>
                    <a:pt x="0" y="2319684"/>
                  </a:lnTo>
                  <a:lnTo>
                    <a:pt x="0" y="2285992"/>
                  </a:lnTo>
                  <a:lnTo>
                    <a:pt x="0" y="2252300"/>
                  </a:lnTo>
                  <a:lnTo>
                    <a:pt x="0" y="2218608"/>
                  </a:lnTo>
                  <a:lnTo>
                    <a:pt x="0" y="2184916"/>
                  </a:lnTo>
                  <a:lnTo>
                    <a:pt x="0" y="2151225"/>
                  </a:lnTo>
                  <a:lnTo>
                    <a:pt x="0" y="2117533"/>
                  </a:lnTo>
                  <a:lnTo>
                    <a:pt x="0" y="2083841"/>
                  </a:lnTo>
                  <a:lnTo>
                    <a:pt x="0" y="2050149"/>
                  </a:lnTo>
                  <a:lnTo>
                    <a:pt x="0" y="2016457"/>
                  </a:lnTo>
                  <a:lnTo>
                    <a:pt x="0" y="1982765"/>
                  </a:lnTo>
                  <a:lnTo>
                    <a:pt x="0" y="1949073"/>
                  </a:lnTo>
                  <a:lnTo>
                    <a:pt x="0" y="1915382"/>
                  </a:lnTo>
                  <a:lnTo>
                    <a:pt x="0" y="1881690"/>
                  </a:lnTo>
                  <a:lnTo>
                    <a:pt x="0" y="1847998"/>
                  </a:lnTo>
                  <a:lnTo>
                    <a:pt x="0" y="1814306"/>
                  </a:lnTo>
                  <a:lnTo>
                    <a:pt x="0" y="1780614"/>
                  </a:lnTo>
                  <a:lnTo>
                    <a:pt x="0" y="1746922"/>
                  </a:lnTo>
                  <a:lnTo>
                    <a:pt x="0" y="1713230"/>
                  </a:lnTo>
                  <a:lnTo>
                    <a:pt x="0" y="1679539"/>
                  </a:lnTo>
                  <a:lnTo>
                    <a:pt x="0" y="1645847"/>
                  </a:lnTo>
                  <a:lnTo>
                    <a:pt x="0" y="1612155"/>
                  </a:lnTo>
                  <a:lnTo>
                    <a:pt x="0" y="1578463"/>
                  </a:lnTo>
                  <a:lnTo>
                    <a:pt x="0" y="1544771"/>
                  </a:lnTo>
                  <a:lnTo>
                    <a:pt x="0" y="1511079"/>
                  </a:lnTo>
                  <a:lnTo>
                    <a:pt x="0" y="1477387"/>
                  </a:lnTo>
                  <a:lnTo>
                    <a:pt x="0" y="1443696"/>
                  </a:lnTo>
                  <a:lnTo>
                    <a:pt x="0" y="1410004"/>
                  </a:lnTo>
                  <a:lnTo>
                    <a:pt x="0" y="1376312"/>
                  </a:lnTo>
                  <a:lnTo>
                    <a:pt x="0" y="1342620"/>
                  </a:lnTo>
                  <a:lnTo>
                    <a:pt x="0" y="1308928"/>
                  </a:lnTo>
                  <a:lnTo>
                    <a:pt x="0" y="1275236"/>
                  </a:lnTo>
                  <a:lnTo>
                    <a:pt x="0" y="1241544"/>
                  </a:lnTo>
                  <a:lnTo>
                    <a:pt x="0" y="1207853"/>
                  </a:lnTo>
                  <a:lnTo>
                    <a:pt x="0" y="1174161"/>
                  </a:lnTo>
                  <a:lnTo>
                    <a:pt x="0" y="1140469"/>
                  </a:lnTo>
                  <a:lnTo>
                    <a:pt x="0" y="1106777"/>
                  </a:lnTo>
                  <a:lnTo>
                    <a:pt x="0" y="1073085"/>
                  </a:lnTo>
                  <a:lnTo>
                    <a:pt x="0" y="1039393"/>
                  </a:lnTo>
                  <a:lnTo>
                    <a:pt x="0" y="1005701"/>
                  </a:lnTo>
                  <a:lnTo>
                    <a:pt x="0" y="972010"/>
                  </a:lnTo>
                  <a:lnTo>
                    <a:pt x="0" y="938318"/>
                  </a:lnTo>
                  <a:lnTo>
                    <a:pt x="0" y="904626"/>
                  </a:lnTo>
                  <a:lnTo>
                    <a:pt x="0" y="870934"/>
                  </a:lnTo>
                  <a:lnTo>
                    <a:pt x="0" y="837242"/>
                  </a:lnTo>
                  <a:lnTo>
                    <a:pt x="0" y="803550"/>
                  </a:lnTo>
                  <a:lnTo>
                    <a:pt x="0" y="769858"/>
                  </a:lnTo>
                  <a:lnTo>
                    <a:pt x="0" y="736167"/>
                  </a:lnTo>
                  <a:lnTo>
                    <a:pt x="0" y="702475"/>
                  </a:lnTo>
                  <a:lnTo>
                    <a:pt x="0" y="668783"/>
                  </a:lnTo>
                  <a:lnTo>
                    <a:pt x="0" y="635091"/>
                  </a:lnTo>
                  <a:lnTo>
                    <a:pt x="0" y="601399"/>
                  </a:lnTo>
                  <a:lnTo>
                    <a:pt x="0" y="567707"/>
                  </a:lnTo>
                  <a:lnTo>
                    <a:pt x="0" y="534015"/>
                  </a:lnTo>
                  <a:lnTo>
                    <a:pt x="0" y="500324"/>
                  </a:lnTo>
                  <a:lnTo>
                    <a:pt x="0" y="466632"/>
                  </a:lnTo>
                  <a:lnTo>
                    <a:pt x="0" y="432940"/>
                  </a:lnTo>
                  <a:lnTo>
                    <a:pt x="0" y="399248"/>
                  </a:lnTo>
                  <a:lnTo>
                    <a:pt x="0" y="365556"/>
                  </a:lnTo>
                  <a:lnTo>
                    <a:pt x="0" y="331864"/>
                  </a:lnTo>
                  <a:lnTo>
                    <a:pt x="0" y="298172"/>
                  </a:lnTo>
                  <a:lnTo>
                    <a:pt x="0" y="264481"/>
                  </a:lnTo>
                  <a:lnTo>
                    <a:pt x="0" y="230789"/>
                  </a:lnTo>
                  <a:lnTo>
                    <a:pt x="0" y="197097"/>
                  </a:lnTo>
                  <a:lnTo>
                    <a:pt x="0" y="163405"/>
                  </a:lnTo>
                  <a:lnTo>
                    <a:pt x="0" y="129713"/>
                  </a:lnTo>
                  <a:lnTo>
                    <a:pt x="0" y="96021"/>
                  </a:lnTo>
                  <a:lnTo>
                    <a:pt x="0" y="62329"/>
                  </a:lnTo>
                  <a:lnTo>
                    <a:pt x="0" y="28638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3356438" y="1316559"/>
              <a:ext cx="0" cy="2853700"/>
            </a:xfrm>
            <a:custGeom>
              <a:avLst/>
              <a:pathLst>
                <a:path w="0" h="2853700">
                  <a:moveTo>
                    <a:pt x="0" y="2853700"/>
                  </a:moveTo>
                  <a:lnTo>
                    <a:pt x="0" y="2825062"/>
                  </a:lnTo>
                  <a:lnTo>
                    <a:pt x="0" y="2791370"/>
                  </a:lnTo>
                  <a:lnTo>
                    <a:pt x="0" y="2757678"/>
                  </a:lnTo>
                  <a:lnTo>
                    <a:pt x="0" y="2723986"/>
                  </a:lnTo>
                  <a:lnTo>
                    <a:pt x="0" y="2690294"/>
                  </a:lnTo>
                  <a:lnTo>
                    <a:pt x="0" y="2656602"/>
                  </a:lnTo>
                  <a:lnTo>
                    <a:pt x="0" y="2622911"/>
                  </a:lnTo>
                  <a:lnTo>
                    <a:pt x="0" y="2589219"/>
                  </a:lnTo>
                  <a:lnTo>
                    <a:pt x="0" y="2555527"/>
                  </a:lnTo>
                  <a:lnTo>
                    <a:pt x="0" y="2521835"/>
                  </a:lnTo>
                  <a:lnTo>
                    <a:pt x="0" y="2488143"/>
                  </a:lnTo>
                  <a:lnTo>
                    <a:pt x="0" y="2454451"/>
                  </a:lnTo>
                  <a:lnTo>
                    <a:pt x="0" y="2420759"/>
                  </a:lnTo>
                  <a:lnTo>
                    <a:pt x="0" y="2387068"/>
                  </a:lnTo>
                  <a:lnTo>
                    <a:pt x="0" y="2353376"/>
                  </a:lnTo>
                  <a:lnTo>
                    <a:pt x="0" y="2319684"/>
                  </a:lnTo>
                  <a:lnTo>
                    <a:pt x="0" y="2285992"/>
                  </a:lnTo>
                  <a:lnTo>
                    <a:pt x="0" y="2252300"/>
                  </a:lnTo>
                  <a:lnTo>
                    <a:pt x="0" y="2218608"/>
                  </a:lnTo>
                  <a:lnTo>
                    <a:pt x="0" y="2184916"/>
                  </a:lnTo>
                  <a:lnTo>
                    <a:pt x="0" y="2151225"/>
                  </a:lnTo>
                  <a:lnTo>
                    <a:pt x="0" y="2117533"/>
                  </a:lnTo>
                  <a:lnTo>
                    <a:pt x="0" y="2083841"/>
                  </a:lnTo>
                  <a:lnTo>
                    <a:pt x="0" y="2050149"/>
                  </a:lnTo>
                  <a:lnTo>
                    <a:pt x="0" y="2016457"/>
                  </a:lnTo>
                  <a:lnTo>
                    <a:pt x="0" y="1982765"/>
                  </a:lnTo>
                  <a:lnTo>
                    <a:pt x="0" y="1949073"/>
                  </a:lnTo>
                  <a:lnTo>
                    <a:pt x="0" y="1915382"/>
                  </a:lnTo>
                  <a:lnTo>
                    <a:pt x="0" y="1881690"/>
                  </a:lnTo>
                  <a:lnTo>
                    <a:pt x="0" y="1847998"/>
                  </a:lnTo>
                  <a:lnTo>
                    <a:pt x="0" y="1814306"/>
                  </a:lnTo>
                  <a:lnTo>
                    <a:pt x="0" y="1780614"/>
                  </a:lnTo>
                  <a:lnTo>
                    <a:pt x="0" y="1746922"/>
                  </a:lnTo>
                  <a:lnTo>
                    <a:pt x="0" y="1713230"/>
                  </a:lnTo>
                  <a:lnTo>
                    <a:pt x="0" y="1679539"/>
                  </a:lnTo>
                  <a:lnTo>
                    <a:pt x="0" y="1645847"/>
                  </a:lnTo>
                  <a:lnTo>
                    <a:pt x="0" y="1612155"/>
                  </a:lnTo>
                  <a:lnTo>
                    <a:pt x="0" y="1578463"/>
                  </a:lnTo>
                  <a:lnTo>
                    <a:pt x="0" y="1544771"/>
                  </a:lnTo>
                  <a:lnTo>
                    <a:pt x="0" y="1511079"/>
                  </a:lnTo>
                  <a:lnTo>
                    <a:pt x="0" y="1477387"/>
                  </a:lnTo>
                  <a:lnTo>
                    <a:pt x="0" y="1443696"/>
                  </a:lnTo>
                  <a:lnTo>
                    <a:pt x="0" y="1410004"/>
                  </a:lnTo>
                  <a:lnTo>
                    <a:pt x="0" y="1376312"/>
                  </a:lnTo>
                  <a:lnTo>
                    <a:pt x="0" y="1342620"/>
                  </a:lnTo>
                  <a:lnTo>
                    <a:pt x="0" y="1308928"/>
                  </a:lnTo>
                  <a:lnTo>
                    <a:pt x="0" y="1275236"/>
                  </a:lnTo>
                  <a:lnTo>
                    <a:pt x="0" y="1241544"/>
                  </a:lnTo>
                  <a:lnTo>
                    <a:pt x="0" y="1207853"/>
                  </a:lnTo>
                  <a:lnTo>
                    <a:pt x="0" y="1174161"/>
                  </a:lnTo>
                  <a:lnTo>
                    <a:pt x="0" y="1140469"/>
                  </a:lnTo>
                  <a:lnTo>
                    <a:pt x="0" y="1106777"/>
                  </a:lnTo>
                  <a:lnTo>
                    <a:pt x="0" y="1073085"/>
                  </a:lnTo>
                  <a:lnTo>
                    <a:pt x="0" y="1039393"/>
                  </a:lnTo>
                  <a:lnTo>
                    <a:pt x="0" y="1005701"/>
                  </a:lnTo>
                  <a:lnTo>
                    <a:pt x="0" y="972010"/>
                  </a:lnTo>
                  <a:lnTo>
                    <a:pt x="0" y="938318"/>
                  </a:lnTo>
                  <a:lnTo>
                    <a:pt x="0" y="904626"/>
                  </a:lnTo>
                  <a:lnTo>
                    <a:pt x="0" y="870934"/>
                  </a:lnTo>
                  <a:lnTo>
                    <a:pt x="0" y="837242"/>
                  </a:lnTo>
                  <a:lnTo>
                    <a:pt x="0" y="803550"/>
                  </a:lnTo>
                  <a:lnTo>
                    <a:pt x="0" y="769858"/>
                  </a:lnTo>
                  <a:lnTo>
                    <a:pt x="0" y="736167"/>
                  </a:lnTo>
                  <a:lnTo>
                    <a:pt x="0" y="702475"/>
                  </a:lnTo>
                  <a:lnTo>
                    <a:pt x="0" y="668783"/>
                  </a:lnTo>
                  <a:lnTo>
                    <a:pt x="0" y="635091"/>
                  </a:lnTo>
                  <a:lnTo>
                    <a:pt x="0" y="601399"/>
                  </a:lnTo>
                  <a:lnTo>
                    <a:pt x="0" y="567707"/>
                  </a:lnTo>
                  <a:lnTo>
                    <a:pt x="0" y="534015"/>
                  </a:lnTo>
                  <a:lnTo>
                    <a:pt x="0" y="500324"/>
                  </a:lnTo>
                  <a:lnTo>
                    <a:pt x="0" y="466632"/>
                  </a:lnTo>
                  <a:lnTo>
                    <a:pt x="0" y="432940"/>
                  </a:lnTo>
                  <a:lnTo>
                    <a:pt x="0" y="399248"/>
                  </a:lnTo>
                  <a:lnTo>
                    <a:pt x="0" y="365556"/>
                  </a:lnTo>
                  <a:lnTo>
                    <a:pt x="0" y="331864"/>
                  </a:lnTo>
                  <a:lnTo>
                    <a:pt x="0" y="298172"/>
                  </a:lnTo>
                  <a:lnTo>
                    <a:pt x="0" y="264481"/>
                  </a:lnTo>
                  <a:lnTo>
                    <a:pt x="0" y="230789"/>
                  </a:lnTo>
                  <a:lnTo>
                    <a:pt x="0" y="197097"/>
                  </a:lnTo>
                  <a:lnTo>
                    <a:pt x="0" y="163405"/>
                  </a:lnTo>
                  <a:lnTo>
                    <a:pt x="0" y="129713"/>
                  </a:lnTo>
                  <a:lnTo>
                    <a:pt x="0" y="96021"/>
                  </a:lnTo>
                  <a:lnTo>
                    <a:pt x="0" y="62329"/>
                  </a:lnTo>
                  <a:lnTo>
                    <a:pt x="0" y="28638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754695" y="1316559"/>
              <a:ext cx="0" cy="2853700"/>
            </a:xfrm>
            <a:custGeom>
              <a:avLst/>
              <a:pathLst>
                <a:path w="0" h="2853700">
                  <a:moveTo>
                    <a:pt x="0" y="2853700"/>
                  </a:moveTo>
                  <a:lnTo>
                    <a:pt x="0" y="2825062"/>
                  </a:lnTo>
                  <a:lnTo>
                    <a:pt x="0" y="2791370"/>
                  </a:lnTo>
                  <a:lnTo>
                    <a:pt x="0" y="2757678"/>
                  </a:lnTo>
                  <a:lnTo>
                    <a:pt x="0" y="2723986"/>
                  </a:lnTo>
                  <a:lnTo>
                    <a:pt x="0" y="2690294"/>
                  </a:lnTo>
                  <a:lnTo>
                    <a:pt x="0" y="2656602"/>
                  </a:lnTo>
                  <a:lnTo>
                    <a:pt x="0" y="2622911"/>
                  </a:lnTo>
                  <a:lnTo>
                    <a:pt x="0" y="2589219"/>
                  </a:lnTo>
                  <a:lnTo>
                    <a:pt x="0" y="2555527"/>
                  </a:lnTo>
                  <a:lnTo>
                    <a:pt x="0" y="2521835"/>
                  </a:lnTo>
                  <a:lnTo>
                    <a:pt x="0" y="2488143"/>
                  </a:lnTo>
                  <a:lnTo>
                    <a:pt x="0" y="2454451"/>
                  </a:lnTo>
                  <a:lnTo>
                    <a:pt x="0" y="2420759"/>
                  </a:lnTo>
                  <a:lnTo>
                    <a:pt x="0" y="2387068"/>
                  </a:lnTo>
                  <a:lnTo>
                    <a:pt x="0" y="2353376"/>
                  </a:lnTo>
                  <a:lnTo>
                    <a:pt x="0" y="2319684"/>
                  </a:lnTo>
                  <a:lnTo>
                    <a:pt x="0" y="2285992"/>
                  </a:lnTo>
                  <a:lnTo>
                    <a:pt x="0" y="2252300"/>
                  </a:lnTo>
                  <a:lnTo>
                    <a:pt x="0" y="2218608"/>
                  </a:lnTo>
                  <a:lnTo>
                    <a:pt x="0" y="2184916"/>
                  </a:lnTo>
                  <a:lnTo>
                    <a:pt x="0" y="2151225"/>
                  </a:lnTo>
                  <a:lnTo>
                    <a:pt x="0" y="2117533"/>
                  </a:lnTo>
                  <a:lnTo>
                    <a:pt x="0" y="2083841"/>
                  </a:lnTo>
                  <a:lnTo>
                    <a:pt x="0" y="2050149"/>
                  </a:lnTo>
                  <a:lnTo>
                    <a:pt x="0" y="2016457"/>
                  </a:lnTo>
                  <a:lnTo>
                    <a:pt x="0" y="1982765"/>
                  </a:lnTo>
                  <a:lnTo>
                    <a:pt x="0" y="1949073"/>
                  </a:lnTo>
                  <a:lnTo>
                    <a:pt x="0" y="1915382"/>
                  </a:lnTo>
                  <a:lnTo>
                    <a:pt x="0" y="1881690"/>
                  </a:lnTo>
                  <a:lnTo>
                    <a:pt x="0" y="1847998"/>
                  </a:lnTo>
                  <a:lnTo>
                    <a:pt x="0" y="1814306"/>
                  </a:lnTo>
                  <a:lnTo>
                    <a:pt x="0" y="1780614"/>
                  </a:lnTo>
                  <a:lnTo>
                    <a:pt x="0" y="1746922"/>
                  </a:lnTo>
                  <a:lnTo>
                    <a:pt x="0" y="1713230"/>
                  </a:lnTo>
                  <a:lnTo>
                    <a:pt x="0" y="1679539"/>
                  </a:lnTo>
                  <a:lnTo>
                    <a:pt x="0" y="1645847"/>
                  </a:lnTo>
                  <a:lnTo>
                    <a:pt x="0" y="1612155"/>
                  </a:lnTo>
                  <a:lnTo>
                    <a:pt x="0" y="1578463"/>
                  </a:lnTo>
                  <a:lnTo>
                    <a:pt x="0" y="1544771"/>
                  </a:lnTo>
                  <a:lnTo>
                    <a:pt x="0" y="1511079"/>
                  </a:lnTo>
                  <a:lnTo>
                    <a:pt x="0" y="1477387"/>
                  </a:lnTo>
                  <a:lnTo>
                    <a:pt x="0" y="1443696"/>
                  </a:lnTo>
                  <a:lnTo>
                    <a:pt x="0" y="1410004"/>
                  </a:lnTo>
                  <a:lnTo>
                    <a:pt x="0" y="1376312"/>
                  </a:lnTo>
                  <a:lnTo>
                    <a:pt x="0" y="1342620"/>
                  </a:lnTo>
                  <a:lnTo>
                    <a:pt x="0" y="1308928"/>
                  </a:lnTo>
                  <a:lnTo>
                    <a:pt x="0" y="1275236"/>
                  </a:lnTo>
                  <a:lnTo>
                    <a:pt x="0" y="1241544"/>
                  </a:lnTo>
                  <a:lnTo>
                    <a:pt x="0" y="1207853"/>
                  </a:lnTo>
                  <a:lnTo>
                    <a:pt x="0" y="1174161"/>
                  </a:lnTo>
                  <a:lnTo>
                    <a:pt x="0" y="1140469"/>
                  </a:lnTo>
                  <a:lnTo>
                    <a:pt x="0" y="1106777"/>
                  </a:lnTo>
                  <a:lnTo>
                    <a:pt x="0" y="1073085"/>
                  </a:lnTo>
                  <a:lnTo>
                    <a:pt x="0" y="1039393"/>
                  </a:lnTo>
                  <a:lnTo>
                    <a:pt x="0" y="1005701"/>
                  </a:lnTo>
                  <a:lnTo>
                    <a:pt x="0" y="972010"/>
                  </a:lnTo>
                  <a:lnTo>
                    <a:pt x="0" y="938318"/>
                  </a:lnTo>
                  <a:lnTo>
                    <a:pt x="0" y="904626"/>
                  </a:lnTo>
                  <a:lnTo>
                    <a:pt x="0" y="870934"/>
                  </a:lnTo>
                  <a:lnTo>
                    <a:pt x="0" y="837242"/>
                  </a:lnTo>
                  <a:lnTo>
                    <a:pt x="0" y="803550"/>
                  </a:lnTo>
                  <a:lnTo>
                    <a:pt x="0" y="769858"/>
                  </a:lnTo>
                  <a:lnTo>
                    <a:pt x="0" y="736167"/>
                  </a:lnTo>
                  <a:lnTo>
                    <a:pt x="0" y="702475"/>
                  </a:lnTo>
                  <a:lnTo>
                    <a:pt x="0" y="668783"/>
                  </a:lnTo>
                  <a:lnTo>
                    <a:pt x="0" y="635091"/>
                  </a:lnTo>
                  <a:lnTo>
                    <a:pt x="0" y="601399"/>
                  </a:lnTo>
                  <a:lnTo>
                    <a:pt x="0" y="567707"/>
                  </a:lnTo>
                  <a:lnTo>
                    <a:pt x="0" y="534015"/>
                  </a:lnTo>
                  <a:lnTo>
                    <a:pt x="0" y="500324"/>
                  </a:lnTo>
                  <a:lnTo>
                    <a:pt x="0" y="466632"/>
                  </a:lnTo>
                  <a:lnTo>
                    <a:pt x="0" y="432940"/>
                  </a:lnTo>
                  <a:lnTo>
                    <a:pt x="0" y="399248"/>
                  </a:lnTo>
                  <a:lnTo>
                    <a:pt x="0" y="365556"/>
                  </a:lnTo>
                  <a:lnTo>
                    <a:pt x="0" y="331864"/>
                  </a:lnTo>
                  <a:lnTo>
                    <a:pt x="0" y="298172"/>
                  </a:lnTo>
                  <a:lnTo>
                    <a:pt x="0" y="264481"/>
                  </a:lnTo>
                  <a:lnTo>
                    <a:pt x="0" y="230789"/>
                  </a:lnTo>
                  <a:lnTo>
                    <a:pt x="0" y="197097"/>
                  </a:lnTo>
                  <a:lnTo>
                    <a:pt x="0" y="163405"/>
                  </a:lnTo>
                  <a:lnTo>
                    <a:pt x="0" y="129713"/>
                  </a:lnTo>
                  <a:lnTo>
                    <a:pt x="0" y="96021"/>
                  </a:lnTo>
                  <a:lnTo>
                    <a:pt x="0" y="62329"/>
                  </a:lnTo>
                  <a:lnTo>
                    <a:pt x="0" y="28638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4152953" y="1316559"/>
              <a:ext cx="0" cy="2853700"/>
            </a:xfrm>
            <a:custGeom>
              <a:avLst/>
              <a:pathLst>
                <a:path w="0" h="2853700">
                  <a:moveTo>
                    <a:pt x="0" y="2853700"/>
                  </a:moveTo>
                  <a:lnTo>
                    <a:pt x="0" y="2825062"/>
                  </a:lnTo>
                  <a:lnTo>
                    <a:pt x="0" y="2791370"/>
                  </a:lnTo>
                  <a:lnTo>
                    <a:pt x="0" y="2757678"/>
                  </a:lnTo>
                  <a:lnTo>
                    <a:pt x="0" y="2723986"/>
                  </a:lnTo>
                  <a:lnTo>
                    <a:pt x="0" y="2690294"/>
                  </a:lnTo>
                  <a:lnTo>
                    <a:pt x="0" y="2656602"/>
                  </a:lnTo>
                  <a:lnTo>
                    <a:pt x="0" y="2622911"/>
                  </a:lnTo>
                  <a:lnTo>
                    <a:pt x="0" y="2589219"/>
                  </a:lnTo>
                  <a:lnTo>
                    <a:pt x="0" y="2555527"/>
                  </a:lnTo>
                  <a:lnTo>
                    <a:pt x="0" y="2521835"/>
                  </a:lnTo>
                  <a:lnTo>
                    <a:pt x="0" y="2488143"/>
                  </a:lnTo>
                  <a:lnTo>
                    <a:pt x="0" y="2454451"/>
                  </a:lnTo>
                  <a:lnTo>
                    <a:pt x="0" y="2420759"/>
                  </a:lnTo>
                  <a:lnTo>
                    <a:pt x="0" y="2387068"/>
                  </a:lnTo>
                  <a:lnTo>
                    <a:pt x="0" y="2353376"/>
                  </a:lnTo>
                  <a:lnTo>
                    <a:pt x="0" y="2319684"/>
                  </a:lnTo>
                  <a:lnTo>
                    <a:pt x="0" y="2285992"/>
                  </a:lnTo>
                  <a:lnTo>
                    <a:pt x="0" y="2252300"/>
                  </a:lnTo>
                  <a:lnTo>
                    <a:pt x="0" y="2218608"/>
                  </a:lnTo>
                  <a:lnTo>
                    <a:pt x="0" y="2184916"/>
                  </a:lnTo>
                  <a:lnTo>
                    <a:pt x="0" y="2151225"/>
                  </a:lnTo>
                  <a:lnTo>
                    <a:pt x="0" y="2117533"/>
                  </a:lnTo>
                  <a:lnTo>
                    <a:pt x="0" y="2083841"/>
                  </a:lnTo>
                  <a:lnTo>
                    <a:pt x="0" y="2050149"/>
                  </a:lnTo>
                  <a:lnTo>
                    <a:pt x="0" y="2016457"/>
                  </a:lnTo>
                  <a:lnTo>
                    <a:pt x="0" y="1982765"/>
                  </a:lnTo>
                  <a:lnTo>
                    <a:pt x="0" y="1949073"/>
                  </a:lnTo>
                  <a:lnTo>
                    <a:pt x="0" y="1915382"/>
                  </a:lnTo>
                  <a:lnTo>
                    <a:pt x="0" y="1881690"/>
                  </a:lnTo>
                  <a:lnTo>
                    <a:pt x="0" y="1847998"/>
                  </a:lnTo>
                  <a:lnTo>
                    <a:pt x="0" y="1814306"/>
                  </a:lnTo>
                  <a:lnTo>
                    <a:pt x="0" y="1780614"/>
                  </a:lnTo>
                  <a:lnTo>
                    <a:pt x="0" y="1746922"/>
                  </a:lnTo>
                  <a:lnTo>
                    <a:pt x="0" y="1713230"/>
                  </a:lnTo>
                  <a:lnTo>
                    <a:pt x="0" y="1679539"/>
                  </a:lnTo>
                  <a:lnTo>
                    <a:pt x="0" y="1645847"/>
                  </a:lnTo>
                  <a:lnTo>
                    <a:pt x="0" y="1612155"/>
                  </a:lnTo>
                  <a:lnTo>
                    <a:pt x="0" y="1578463"/>
                  </a:lnTo>
                  <a:lnTo>
                    <a:pt x="0" y="1544771"/>
                  </a:lnTo>
                  <a:lnTo>
                    <a:pt x="0" y="1511079"/>
                  </a:lnTo>
                  <a:lnTo>
                    <a:pt x="0" y="1477387"/>
                  </a:lnTo>
                  <a:lnTo>
                    <a:pt x="0" y="1443696"/>
                  </a:lnTo>
                  <a:lnTo>
                    <a:pt x="0" y="1410004"/>
                  </a:lnTo>
                  <a:lnTo>
                    <a:pt x="0" y="1376312"/>
                  </a:lnTo>
                  <a:lnTo>
                    <a:pt x="0" y="1342620"/>
                  </a:lnTo>
                  <a:lnTo>
                    <a:pt x="0" y="1308928"/>
                  </a:lnTo>
                  <a:lnTo>
                    <a:pt x="0" y="1275236"/>
                  </a:lnTo>
                  <a:lnTo>
                    <a:pt x="0" y="1241544"/>
                  </a:lnTo>
                  <a:lnTo>
                    <a:pt x="0" y="1207853"/>
                  </a:lnTo>
                  <a:lnTo>
                    <a:pt x="0" y="1174161"/>
                  </a:lnTo>
                  <a:lnTo>
                    <a:pt x="0" y="1140469"/>
                  </a:lnTo>
                  <a:lnTo>
                    <a:pt x="0" y="1106777"/>
                  </a:lnTo>
                  <a:lnTo>
                    <a:pt x="0" y="1073085"/>
                  </a:lnTo>
                  <a:lnTo>
                    <a:pt x="0" y="1039393"/>
                  </a:lnTo>
                  <a:lnTo>
                    <a:pt x="0" y="1005701"/>
                  </a:lnTo>
                  <a:lnTo>
                    <a:pt x="0" y="972010"/>
                  </a:lnTo>
                  <a:lnTo>
                    <a:pt x="0" y="938318"/>
                  </a:lnTo>
                  <a:lnTo>
                    <a:pt x="0" y="904626"/>
                  </a:lnTo>
                  <a:lnTo>
                    <a:pt x="0" y="870934"/>
                  </a:lnTo>
                  <a:lnTo>
                    <a:pt x="0" y="837242"/>
                  </a:lnTo>
                  <a:lnTo>
                    <a:pt x="0" y="803550"/>
                  </a:lnTo>
                  <a:lnTo>
                    <a:pt x="0" y="769858"/>
                  </a:lnTo>
                  <a:lnTo>
                    <a:pt x="0" y="736167"/>
                  </a:lnTo>
                  <a:lnTo>
                    <a:pt x="0" y="702475"/>
                  </a:lnTo>
                  <a:lnTo>
                    <a:pt x="0" y="668783"/>
                  </a:lnTo>
                  <a:lnTo>
                    <a:pt x="0" y="635091"/>
                  </a:lnTo>
                  <a:lnTo>
                    <a:pt x="0" y="601399"/>
                  </a:lnTo>
                  <a:lnTo>
                    <a:pt x="0" y="567707"/>
                  </a:lnTo>
                  <a:lnTo>
                    <a:pt x="0" y="534015"/>
                  </a:lnTo>
                  <a:lnTo>
                    <a:pt x="0" y="500324"/>
                  </a:lnTo>
                  <a:lnTo>
                    <a:pt x="0" y="466632"/>
                  </a:lnTo>
                  <a:lnTo>
                    <a:pt x="0" y="432940"/>
                  </a:lnTo>
                  <a:lnTo>
                    <a:pt x="0" y="399248"/>
                  </a:lnTo>
                  <a:lnTo>
                    <a:pt x="0" y="365556"/>
                  </a:lnTo>
                  <a:lnTo>
                    <a:pt x="0" y="331864"/>
                  </a:lnTo>
                  <a:lnTo>
                    <a:pt x="0" y="298172"/>
                  </a:lnTo>
                  <a:lnTo>
                    <a:pt x="0" y="264481"/>
                  </a:lnTo>
                  <a:lnTo>
                    <a:pt x="0" y="230789"/>
                  </a:lnTo>
                  <a:lnTo>
                    <a:pt x="0" y="197097"/>
                  </a:lnTo>
                  <a:lnTo>
                    <a:pt x="0" y="163405"/>
                  </a:lnTo>
                  <a:lnTo>
                    <a:pt x="0" y="129713"/>
                  </a:lnTo>
                  <a:lnTo>
                    <a:pt x="0" y="96021"/>
                  </a:lnTo>
                  <a:lnTo>
                    <a:pt x="0" y="62329"/>
                  </a:lnTo>
                  <a:lnTo>
                    <a:pt x="0" y="28638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4551211" y="1316559"/>
              <a:ext cx="0" cy="2853700"/>
            </a:xfrm>
            <a:custGeom>
              <a:avLst/>
              <a:pathLst>
                <a:path w="0" h="2853700">
                  <a:moveTo>
                    <a:pt x="0" y="2853700"/>
                  </a:moveTo>
                  <a:lnTo>
                    <a:pt x="0" y="2825062"/>
                  </a:lnTo>
                  <a:lnTo>
                    <a:pt x="0" y="2791370"/>
                  </a:lnTo>
                  <a:lnTo>
                    <a:pt x="0" y="2757678"/>
                  </a:lnTo>
                  <a:lnTo>
                    <a:pt x="0" y="2723986"/>
                  </a:lnTo>
                  <a:lnTo>
                    <a:pt x="0" y="2690294"/>
                  </a:lnTo>
                  <a:lnTo>
                    <a:pt x="0" y="2656602"/>
                  </a:lnTo>
                  <a:lnTo>
                    <a:pt x="0" y="2622911"/>
                  </a:lnTo>
                  <a:lnTo>
                    <a:pt x="0" y="2589219"/>
                  </a:lnTo>
                  <a:lnTo>
                    <a:pt x="0" y="2555527"/>
                  </a:lnTo>
                  <a:lnTo>
                    <a:pt x="0" y="2521835"/>
                  </a:lnTo>
                  <a:lnTo>
                    <a:pt x="0" y="2488143"/>
                  </a:lnTo>
                  <a:lnTo>
                    <a:pt x="0" y="2454451"/>
                  </a:lnTo>
                  <a:lnTo>
                    <a:pt x="0" y="2420759"/>
                  </a:lnTo>
                  <a:lnTo>
                    <a:pt x="0" y="2387068"/>
                  </a:lnTo>
                  <a:lnTo>
                    <a:pt x="0" y="2353376"/>
                  </a:lnTo>
                  <a:lnTo>
                    <a:pt x="0" y="2319684"/>
                  </a:lnTo>
                  <a:lnTo>
                    <a:pt x="0" y="2285992"/>
                  </a:lnTo>
                  <a:lnTo>
                    <a:pt x="0" y="2252300"/>
                  </a:lnTo>
                  <a:lnTo>
                    <a:pt x="0" y="2218608"/>
                  </a:lnTo>
                  <a:lnTo>
                    <a:pt x="0" y="2184916"/>
                  </a:lnTo>
                  <a:lnTo>
                    <a:pt x="0" y="2151225"/>
                  </a:lnTo>
                  <a:lnTo>
                    <a:pt x="0" y="2117533"/>
                  </a:lnTo>
                  <a:lnTo>
                    <a:pt x="0" y="2083841"/>
                  </a:lnTo>
                  <a:lnTo>
                    <a:pt x="0" y="2050149"/>
                  </a:lnTo>
                  <a:lnTo>
                    <a:pt x="0" y="2016457"/>
                  </a:lnTo>
                  <a:lnTo>
                    <a:pt x="0" y="1982765"/>
                  </a:lnTo>
                  <a:lnTo>
                    <a:pt x="0" y="1949073"/>
                  </a:lnTo>
                  <a:lnTo>
                    <a:pt x="0" y="1915382"/>
                  </a:lnTo>
                  <a:lnTo>
                    <a:pt x="0" y="1881690"/>
                  </a:lnTo>
                  <a:lnTo>
                    <a:pt x="0" y="1847998"/>
                  </a:lnTo>
                  <a:lnTo>
                    <a:pt x="0" y="1814306"/>
                  </a:lnTo>
                  <a:lnTo>
                    <a:pt x="0" y="1780614"/>
                  </a:lnTo>
                  <a:lnTo>
                    <a:pt x="0" y="1746922"/>
                  </a:lnTo>
                  <a:lnTo>
                    <a:pt x="0" y="1713230"/>
                  </a:lnTo>
                  <a:lnTo>
                    <a:pt x="0" y="1679539"/>
                  </a:lnTo>
                  <a:lnTo>
                    <a:pt x="0" y="1645847"/>
                  </a:lnTo>
                  <a:lnTo>
                    <a:pt x="0" y="1612155"/>
                  </a:lnTo>
                  <a:lnTo>
                    <a:pt x="0" y="1578463"/>
                  </a:lnTo>
                  <a:lnTo>
                    <a:pt x="0" y="1544771"/>
                  </a:lnTo>
                  <a:lnTo>
                    <a:pt x="0" y="1511079"/>
                  </a:lnTo>
                  <a:lnTo>
                    <a:pt x="0" y="1477387"/>
                  </a:lnTo>
                  <a:lnTo>
                    <a:pt x="0" y="1443696"/>
                  </a:lnTo>
                  <a:lnTo>
                    <a:pt x="0" y="1410004"/>
                  </a:lnTo>
                  <a:lnTo>
                    <a:pt x="0" y="1376312"/>
                  </a:lnTo>
                  <a:lnTo>
                    <a:pt x="0" y="1342620"/>
                  </a:lnTo>
                  <a:lnTo>
                    <a:pt x="0" y="1308928"/>
                  </a:lnTo>
                  <a:lnTo>
                    <a:pt x="0" y="1275236"/>
                  </a:lnTo>
                  <a:lnTo>
                    <a:pt x="0" y="1241544"/>
                  </a:lnTo>
                  <a:lnTo>
                    <a:pt x="0" y="1207853"/>
                  </a:lnTo>
                  <a:lnTo>
                    <a:pt x="0" y="1174161"/>
                  </a:lnTo>
                  <a:lnTo>
                    <a:pt x="0" y="1140469"/>
                  </a:lnTo>
                  <a:lnTo>
                    <a:pt x="0" y="1106777"/>
                  </a:lnTo>
                  <a:lnTo>
                    <a:pt x="0" y="1073085"/>
                  </a:lnTo>
                  <a:lnTo>
                    <a:pt x="0" y="1039393"/>
                  </a:lnTo>
                  <a:lnTo>
                    <a:pt x="0" y="1005701"/>
                  </a:lnTo>
                  <a:lnTo>
                    <a:pt x="0" y="972010"/>
                  </a:lnTo>
                  <a:lnTo>
                    <a:pt x="0" y="938318"/>
                  </a:lnTo>
                  <a:lnTo>
                    <a:pt x="0" y="904626"/>
                  </a:lnTo>
                  <a:lnTo>
                    <a:pt x="0" y="870934"/>
                  </a:lnTo>
                  <a:lnTo>
                    <a:pt x="0" y="837242"/>
                  </a:lnTo>
                  <a:lnTo>
                    <a:pt x="0" y="803550"/>
                  </a:lnTo>
                  <a:lnTo>
                    <a:pt x="0" y="769858"/>
                  </a:lnTo>
                  <a:lnTo>
                    <a:pt x="0" y="736167"/>
                  </a:lnTo>
                  <a:lnTo>
                    <a:pt x="0" y="702475"/>
                  </a:lnTo>
                  <a:lnTo>
                    <a:pt x="0" y="668783"/>
                  </a:lnTo>
                  <a:lnTo>
                    <a:pt x="0" y="635091"/>
                  </a:lnTo>
                  <a:lnTo>
                    <a:pt x="0" y="601399"/>
                  </a:lnTo>
                  <a:lnTo>
                    <a:pt x="0" y="567707"/>
                  </a:lnTo>
                  <a:lnTo>
                    <a:pt x="0" y="534015"/>
                  </a:lnTo>
                  <a:lnTo>
                    <a:pt x="0" y="500324"/>
                  </a:lnTo>
                  <a:lnTo>
                    <a:pt x="0" y="466632"/>
                  </a:lnTo>
                  <a:lnTo>
                    <a:pt x="0" y="432940"/>
                  </a:lnTo>
                  <a:lnTo>
                    <a:pt x="0" y="399248"/>
                  </a:lnTo>
                  <a:lnTo>
                    <a:pt x="0" y="365556"/>
                  </a:lnTo>
                  <a:lnTo>
                    <a:pt x="0" y="331864"/>
                  </a:lnTo>
                  <a:lnTo>
                    <a:pt x="0" y="298172"/>
                  </a:lnTo>
                  <a:lnTo>
                    <a:pt x="0" y="264481"/>
                  </a:lnTo>
                  <a:lnTo>
                    <a:pt x="0" y="230789"/>
                  </a:lnTo>
                  <a:lnTo>
                    <a:pt x="0" y="197097"/>
                  </a:lnTo>
                  <a:lnTo>
                    <a:pt x="0" y="163405"/>
                  </a:lnTo>
                  <a:lnTo>
                    <a:pt x="0" y="129713"/>
                  </a:lnTo>
                  <a:lnTo>
                    <a:pt x="0" y="96021"/>
                  </a:lnTo>
                  <a:lnTo>
                    <a:pt x="0" y="62329"/>
                  </a:lnTo>
                  <a:lnTo>
                    <a:pt x="0" y="28638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2460358" y="4040546"/>
              <a:ext cx="2190417" cy="0"/>
            </a:xfrm>
            <a:custGeom>
              <a:avLst/>
              <a:pathLst>
                <a:path w="2190417" h="0">
                  <a:moveTo>
                    <a:pt x="0" y="0"/>
                  </a:moveTo>
                  <a:lnTo>
                    <a:pt x="11062" y="0"/>
                  </a:lnTo>
                  <a:lnTo>
                    <a:pt x="39222" y="0"/>
                  </a:lnTo>
                  <a:lnTo>
                    <a:pt x="67381" y="0"/>
                  </a:lnTo>
                  <a:lnTo>
                    <a:pt x="95541" y="0"/>
                  </a:lnTo>
                  <a:lnTo>
                    <a:pt x="123701" y="0"/>
                  </a:lnTo>
                  <a:lnTo>
                    <a:pt x="151860" y="0"/>
                  </a:lnTo>
                  <a:lnTo>
                    <a:pt x="180020" y="0"/>
                  </a:lnTo>
                  <a:lnTo>
                    <a:pt x="208180" y="0"/>
                  </a:lnTo>
                  <a:lnTo>
                    <a:pt x="236339" y="0"/>
                  </a:lnTo>
                  <a:lnTo>
                    <a:pt x="264499" y="0"/>
                  </a:lnTo>
                  <a:lnTo>
                    <a:pt x="292659" y="0"/>
                  </a:lnTo>
                  <a:lnTo>
                    <a:pt x="320818" y="0"/>
                  </a:lnTo>
                  <a:lnTo>
                    <a:pt x="348978" y="0"/>
                  </a:lnTo>
                  <a:lnTo>
                    <a:pt x="377137" y="0"/>
                  </a:lnTo>
                  <a:lnTo>
                    <a:pt x="405297" y="0"/>
                  </a:lnTo>
                  <a:lnTo>
                    <a:pt x="433457" y="0"/>
                  </a:lnTo>
                  <a:lnTo>
                    <a:pt x="461616" y="0"/>
                  </a:lnTo>
                  <a:lnTo>
                    <a:pt x="489776" y="0"/>
                  </a:lnTo>
                  <a:lnTo>
                    <a:pt x="517936" y="0"/>
                  </a:lnTo>
                  <a:lnTo>
                    <a:pt x="546095" y="0"/>
                  </a:lnTo>
                  <a:lnTo>
                    <a:pt x="574255" y="0"/>
                  </a:lnTo>
                  <a:lnTo>
                    <a:pt x="602415" y="0"/>
                  </a:lnTo>
                  <a:lnTo>
                    <a:pt x="630574" y="0"/>
                  </a:lnTo>
                  <a:lnTo>
                    <a:pt x="658734" y="0"/>
                  </a:lnTo>
                  <a:lnTo>
                    <a:pt x="686893" y="0"/>
                  </a:lnTo>
                  <a:lnTo>
                    <a:pt x="715053" y="0"/>
                  </a:lnTo>
                  <a:lnTo>
                    <a:pt x="743213" y="0"/>
                  </a:lnTo>
                  <a:lnTo>
                    <a:pt x="771372" y="0"/>
                  </a:lnTo>
                  <a:lnTo>
                    <a:pt x="799532" y="0"/>
                  </a:lnTo>
                  <a:lnTo>
                    <a:pt x="827692" y="0"/>
                  </a:lnTo>
                  <a:lnTo>
                    <a:pt x="855851" y="0"/>
                  </a:lnTo>
                  <a:lnTo>
                    <a:pt x="884011" y="0"/>
                  </a:lnTo>
                  <a:lnTo>
                    <a:pt x="912170" y="0"/>
                  </a:lnTo>
                  <a:lnTo>
                    <a:pt x="940330" y="0"/>
                  </a:lnTo>
                  <a:lnTo>
                    <a:pt x="968490" y="0"/>
                  </a:lnTo>
                  <a:lnTo>
                    <a:pt x="996649" y="0"/>
                  </a:lnTo>
                  <a:lnTo>
                    <a:pt x="1024809" y="0"/>
                  </a:lnTo>
                  <a:lnTo>
                    <a:pt x="1052969" y="0"/>
                  </a:lnTo>
                  <a:lnTo>
                    <a:pt x="1081128" y="0"/>
                  </a:lnTo>
                  <a:lnTo>
                    <a:pt x="1109288" y="0"/>
                  </a:lnTo>
                  <a:lnTo>
                    <a:pt x="1137448" y="0"/>
                  </a:lnTo>
                  <a:lnTo>
                    <a:pt x="1165607" y="0"/>
                  </a:lnTo>
                  <a:lnTo>
                    <a:pt x="1193767" y="0"/>
                  </a:lnTo>
                  <a:lnTo>
                    <a:pt x="1221926" y="0"/>
                  </a:lnTo>
                  <a:lnTo>
                    <a:pt x="1250086" y="0"/>
                  </a:lnTo>
                  <a:lnTo>
                    <a:pt x="1278246" y="0"/>
                  </a:lnTo>
                  <a:lnTo>
                    <a:pt x="1306405" y="0"/>
                  </a:lnTo>
                  <a:lnTo>
                    <a:pt x="1334565" y="0"/>
                  </a:lnTo>
                  <a:lnTo>
                    <a:pt x="1362725" y="0"/>
                  </a:lnTo>
                  <a:lnTo>
                    <a:pt x="1390884" y="0"/>
                  </a:lnTo>
                  <a:lnTo>
                    <a:pt x="1419044" y="0"/>
                  </a:lnTo>
                  <a:lnTo>
                    <a:pt x="1447204" y="0"/>
                  </a:lnTo>
                  <a:lnTo>
                    <a:pt x="1475363" y="0"/>
                  </a:lnTo>
                  <a:lnTo>
                    <a:pt x="1503523" y="0"/>
                  </a:lnTo>
                  <a:lnTo>
                    <a:pt x="1531682" y="0"/>
                  </a:lnTo>
                  <a:lnTo>
                    <a:pt x="1559842" y="0"/>
                  </a:lnTo>
                  <a:lnTo>
                    <a:pt x="1588002" y="0"/>
                  </a:lnTo>
                  <a:lnTo>
                    <a:pt x="1616161" y="0"/>
                  </a:lnTo>
                  <a:lnTo>
                    <a:pt x="1644321" y="0"/>
                  </a:lnTo>
                  <a:lnTo>
                    <a:pt x="1672481" y="0"/>
                  </a:lnTo>
                  <a:lnTo>
                    <a:pt x="1700640" y="0"/>
                  </a:lnTo>
                  <a:lnTo>
                    <a:pt x="1728800" y="0"/>
                  </a:lnTo>
                  <a:lnTo>
                    <a:pt x="1756960" y="0"/>
                  </a:lnTo>
                  <a:lnTo>
                    <a:pt x="1785119" y="0"/>
                  </a:lnTo>
                  <a:lnTo>
                    <a:pt x="1813279" y="0"/>
                  </a:lnTo>
                  <a:lnTo>
                    <a:pt x="1841438" y="0"/>
                  </a:lnTo>
                  <a:lnTo>
                    <a:pt x="1869598" y="0"/>
                  </a:lnTo>
                  <a:lnTo>
                    <a:pt x="1897758" y="0"/>
                  </a:lnTo>
                  <a:lnTo>
                    <a:pt x="1925917" y="0"/>
                  </a:lnTo>
                  <a:lnTo>
                    <a:pt x="1954077" y="0"/>
                  </a:lnTo>
                  <a:lnTo>
                    <a:pt x="1982237" y="0"/>
                  </a:lnTo>
                  <a:lnTo>
                    <a:pt x="2010396" y="0"/>
                  </a:lnTo>
                  <a:lnTo>
                    <a:pt x="2038556" y="0"/>
                  </a:lnTo>
                  <a:lnTo>
                    <a:pt x="2066715" y="0"/>
                  </a:lnTo>
                  <a:lnTo>
                    <a:pt x="2094875" y="0"/>
                  </a:lnTo>
                  <a:lnTo>
                    <a:pt x="2123035" y="0"/>
                  </a:lnTo>
                  <a:lnTo>
                    <a:pt x="2151194" y="0"/>
                  </a:lnTo>
                  <a:lnTo>
                    <a:pt x="2179354" y="0"/>
                  </a:lnTo>
                  <a:lnTo>
                    <a:pt x="2190417" y="0"/>
                  </a:lnTo>
                  <a:lnTo>
                    <a:pt x="2190417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2460358" y="3669935"/>
              <a:ext cx="2190417" cy="0"/>
            </a:xfrm>
            <a:custGeom>
              <a:avLst/>
              <a:pathLst>
                <a:path w="2190417" h="0">
                  <a:moveTo>
                    <a:pt x="0" y="0"/>
                  </a:moveTo>
                  <a:lnTo>
                    <a:pt x="11062" y="0"/>
                  </a:lnTo>
                  <a:lnTo>
                    <a:pt x="39222" y="0"/>
                  </a:lnTo>
                  <a:lnTo>
                    <a:pt x="67381" y="0"/>
                  </a:lnTo>
                  <a:lnTo>
                    <a:pt x="95541" y="0"/>
                  </a:lnTo>
                  <a:lnTo>
                    <a:pt x="123701" y="0"/>
                  </a:lnTo>
                  <a:lnTo>
                    <a:pt x="151860" y="0"/>
                  </a:lnTo>
                  <a:lnTo>
                    <a:pt x="180020" y="0"/>
                  </a:lnTo>
                  <a:lnTo>
                    <a:pt x="208180" y="0"/>
                  </a:lnTo>
                  <a:lnTo>
                    <a:pt x="236339" y="0"/>
                  </a:lnTo>
                  <a:lnTo>
                    <a:pt x="264499" y="0"/>
                  </a:lnTo>
                  <a:lnTo>
                    <a:pt x="292659" y="0"/>
                  </a:lnTo>
                  <a:lnTo>
                    <a:pt x="320818" y="0"/>
                  </a:lnTo>
                  <a:lnTo>
                    <a:pt x="348978" y="0"/>
                  </a:lnTo>
                  <a:lnTo>
                    <a:pt x="377137" y="0"/>
                  </a:lnTo>
                  <a:lnTo>
                    <a:pt x="405297" y="0"/>
                  </a:lnTo>
                  <a:lnTo>
                    <a:pt x="433457" y="0"/>
                  </a:lnTo>
                  <a:lnTo>
                    <a:pt x="461616" y="0"/>
                  </a:lnTo>
                  <a:lnTo>
                    <a:pt x="489776" y="0"/>
                  </a:lnTo>
                  <a:lnTo>
                    <a:pt x="517936" y="0"/>
                  </a:lnTo>
                  <a:lnTo>
                    <a:pt x="546095" y="0"/>
                  </a:lnTo>
                  <a:lnTo>
                    <a:pt x="574255" y="0"/>
                  </a:lnTo>
                  <a:lnTo>
                    <a:pt x="602415" y="0"/>
                  </a:lnTo>
                  <a:lnTo>
                    <a:pt x="630574" y="0"/>
                  </a:lnTo>
                  <a:lnTo>
                    <a:pt x="658734" y="0"/>
                  </a:lnTo>
                  <a:lnTo>
                    <a:pt x="686893" y="0"/>
                  </a:lnTo>
                  <a:lnTo>
                    <a:pt x="715053" y="0"/>
                  </a:lnTo>
                  <a:lnTo>
                    <a:pt x="743213" y="0"/>
                  </a:lnTo>
                  <a:lnTo>
                    <a:pt x="771372" y="0"/>
                  </a:lnTo>
                  <a:lnTo>
                    <a:pt x="799532" y="0"/>
                  </a:lnTo>
                  <a:lnTo>
                    <a:pt x="827692" y="0"/>
                  </a:lnTo>
                  <a:lnTo>
                    <a:pt x="855851" y="0"/>
                  </a:lnTo>
                  <a:lnTo>
                    <a:pt x="884011" y="0"/>
                  </a:lnTo>
                  <a:lnTo>
                    <a:pt x="912170" y="0"/>
                  </a:lnTo>
                  <a:lnTo>
                    <a:pt x="940330" y="0"/>
                  </a:lnTo>
                  <a:lnTo>
                    <a:pt x="968490" y="0"/>
                  </a:lnTo>
                  <a:lnTo>
                    <a:pt x="996649" y="0"/>
                  </a:lnTo>
                  <a:lnTo>
                    <a:pt x="1024809" y="0"/>
                  </a:lnTo>
                  <a:lnTo>
                    <a:pt x="1052969" y="0"/>
                  </a:lnTo>
                  <a:lnTo>
                    <a:pt x="1081128" y="0"/>
                  </a:lnTo>
                  <a:lnTo>
                    <a:pt x="1109288" y="0"/>
                  </a:lnTo>
                  <a:lnTo>
                    <a:pt x="1137448" y="0"/>
                  </a:lnTo>
                  <a:lnTo>
                    <a:pt x="1165607" y="0"/>
                  </a:lnTo>
                  <a:lnTo>
                    <a:pt x="1193767" y="0"/>
                  </a:lnTo>
                  <a:lnTo>
                    <a:pt x="1221926" y="0"/>
                  </a:lnTo>
                  <a:lnTo>
                    <a:pt x="1250086" y="0"/>
                  </a:lnTo>
                  <a:lnTo>
                    <a:pt x="1278246" y="0"/>
                  </a:lnTo>
                  <a:lnTo>
                    <a:pt x="1306405" y="0"/>
                  </a:lnTo>
                  <a:lnTo>
                    <a:pt x="1334565" y="0"/>
                  </a:lnTo>
                  <a:lnTo>
                    <a:pt x="1362725" y="0"/>
                  </a:lnTo>
                  <a:lnTo>
                    <a:pt x="1390884" y="0"/>
                  </a:lnTo>
                  <a:lnTo>
                    <a:pt x="1419044" y="0"/>
                  </a:lnTo>
                  <a:lnTo>
                    <a:pt x="1447204" y="0"/>
                  </a:lnTo>
                  <a:lnTo>
                    <a:pt x="1475363" y="0"/>
                  </a:lnTo>
                  <a:lnTo>
                    <a:pt x="1503523" y="0"/>
                  </a:lnTo>
                  <a:lnTo>
                    <a:pt x="1531682" y="0"/>
                  </a:lnTo>
                  <a:lnTo>
                    <a:pt x="1559842" y="0"/>
                  </a:lnTo>
                  <a:lnTo>
                    <a:pt x="1588002" y="0"/>
                  </a:lnTo>
                  <a:lnTo>
                    <a:pt x="1616161" y="0"/>
                  </a:lnTo>
                  <a:lnTo>
                    <a:pt x="1644321" y="0"/>
                  </a:lnTo>
                  <a:lnTo>
                    <a:pt x="1672481" y="0"/>
                  </a:lnTo>
                  <a:lnTo>
                    <a:pt x="1700640" y="0"/>
                  </a:lnTo>
                  <a:lnTo>
                    <a:pt x="1728800" y="0"/>
                  </a:lnTo>
                  <a:lnTo>
                    <a:pt x="1756960" y="0"/>
                  </a:lnTo>
                  <a:lnTo>
                    <a:pt x="1785119" y="0"/>
                  </a:lnTo>
                  <a:lnTo>
                    <a:pt x="1813279" y="0"/>
                  </a:lnTo>
                  <a:lnTo>
                    <a:pt x="1841438" y="0"/>
                  </a:lnTo>
                  <a:lnTo>
                    <a:pt x="1869598" y="0"/>
                  </a:lnTo>
                  <a:lnTo>
                    <a:pt x="1897758" y="0"/>
                  </a:lnTo>
                  <a:lnTo>
                    <a:pt x="1925917" y="0"/>
                  </a:lnTo>
                  <a:lnTo>
                    <a:pt x="1954077" y="0"/>
                  </a:lnTo>
                  <a:lnTo>
                    <a:pt x="1982237" y="0"/>
                  </a:lnTo>
                  <a:lnTo>
                    <a:pt x="2010396" y="0"/>
                  </a:lnTo>
                  <a:lnTo>
                    <a:pt x="2038556" y="0"/>
                  </a:lnTo>
                  <a:lnTo>
                    <a:pt x="2066715" y="0"/>
                  </a:lnTo>
                  <a:lnTo>
                    <a:pt x="2094875" y="0"/>
                  </a:lnTo>
                  <a:lnTo>
                    <a:pt x="2123035" y="0"/>
                  </a:lnTo>
                  <a:lnTo>
                    <a:pt x="2151194" y="0"/>
                  </a:lnTo>
                  <a:lnTo>
                    <a:pt x="2179354" y="0"/>
                  </a:lnTo>
                  <a:lnTo>
                    <a:pt x="2190417" y="0"/>
                  </a:lnTo>
                  <a:lnTo>
                    <a:pt x="2190417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2460358" y="3299325"/>
              <a:ext cx="2190417" cy="0"/>
            </a:xfrm>
            <a:custGeom>
              <a:avLst/>
              <a:pathLst>
                <a:path w="2190417" h="0">
                  <a:moveTo>
                    <a:pt x="0" y="0"/>
                  </a:moveTo>
                  <a:lnTo>
                    <a:pt x="11062" y="0"/>
                  </a:lnTo>
                  <a:lnTo>
                    <a:pt x="39222" y="0"/>
                  </a:lnTo>
                  <a:lnTo>
                    <a:pt x="67381" y="0"/>
                  </a:lnTo>
                  <a:lnTo>
                    <a:pt x="95541" y="0"/>
                  </a:lnTo>
                  <a:lnTo>
                    <a:pt x="123701" y="0"/>
                  </a:lnTo>
                  <a:lnTo>
                    <a:pt x="151860" y="0"/>
                  </a:lnTo>
                  <a:lnTo>
                    <a:pt x="180020" y="0"/>
                  </a:lnTo>
                  <a:lnTo>
                    <a:pt x="208180" y="0"/>
                  </a:lnTo>
                  <a:lnTo>
                    <a:pt x="236339" y="0"/>
                  </a:lnTo>
                  <a:lnTo>
                    <a:pt x="264499" y="0"/>
                  </a:lnTo>
                  <a:lnTo>
                    <a:pt x="292659" y="0"/>
                  </a:lnTo>
                  <a:lnTo>
                    <a:pt x="320818" y="0"/>
                  </a:lnTo>
                  <a:lnTo>
                    <a:pt x="348978" y="0"/>
                  </a:lnTo>
                  <a:lnTo>
                    <a:pt x="377137" y="0"/>
                  </a:lnTo>
                  <a:lnTo>
                    <a:pt x="405297" y="0"/>
                  </a:lnTo>
                  <a:lnTo>
                    <a:pt x="433457" y="0"/>
                  </a:lnTo>
                  <a:lnTo>
                    <a:pt x="461616" y="0"/>
                  </a:lnTo>
                  <a:lnTo>
                    <a:pt x="489776" y="0"/>
                  </a:lnTo>
                  <a:lnTo>
                    <a:pt x="517936" y="0"/>
                  </a:lnTo>
                  <a:lnTo>
                    <a:pt x="546095" y="0"/>
                  </a:lnTo>
                  <a:lnTo>
                    <a:pt x="574255" y="0"/>
                  </a:lnTo>
                  <a:lnTo>
                    <a:pt x="602415" y="0"/>
                  </a:lnTo>
                  <a:lnTo>
                    <a:pt x="630574" y="0"/>
                  </a:lnTo>
                  <a:lnTo>
                    <a:pt x="658734" y="0"/>
                  </a:lnTo>
                  <a:lnTo>
                    <a:pt x="686893" y="0"/>
                  </a:lnTo>
                  <a:lnTo>
                    <a:pt x="715053" y="0"/>
                  </a:lnTo>
                  <a:lnTo>
                    <a:pt x="743213" y="0"/>
                  </a:lnTo>
                  <a:lnTo>
                    <a:pt x="771372" y="0"/>
                  </a:lnTo>
                  <a:lnTo>
                    <a:pt x="799532" y="0"/>
                  </a:lnTo>
                  <a:lnTo>
                    <a:pt x="827692" y="0"/>
                  </a:lnTo>
                  <a:lnTo>
                    <a:pt x="855851" y="0"/>
                  </a:lnTo>
                  <a:lnTo>
                    <a:pt x="884011" y="0"/>
                  </a:lnTo>
                  <a:lnTo>
                    <a:pt x="912170" y="0"/>
                  </a:lnTo>
                  <a:lnTo>
                    <a:pt x="940330" y="0"/>
                  </a:lnTo>
                  <a:lnTo>
                    <a:pt x="968490" y="0"/>
                  </a:lnTo>
                  <a:lnTo>
                    <a:pt x="996649" y="0"/>
                  </a:lnTo>
                  <a:lnTo>
                    <a:pt x="1024809" y="0"/>
                  </a:lnTo>
                  <a:lnTo>
                    <a:pt x="1052969" y="0"/>
                  </a:lnTo>
                  <a:lnTo>
                    <a:pt x="1081128" y="0"/>
                  </a:lnTo>
                  <a:lnTo>
                    <a:pt x="1109288" y="0"/>
                  </a:lnTo>
                  <a:lnTo>
                    <a:pt x="1137448" y="0"/>
                  </a:lnTo>
                  <a:lnTo>
                    <a:pt x="1165607" y="0"/>
                  </a:lnTo>
                  <a:lnTo>
                    <a:pt x="1193767" y="0"/>
                  </a:lnTo>
                  <a:lnTo>
                    <a:pt x="1221926" y="0"/>
                  </a:lnTo>
                  <a:lnTo>
                    <a:pt x="1250086" y="0"/>
                  </a:lnTo>
                  <a:lnTo>
                    <a:pt x="1278246" y="0"/>
                  </a:lnTo>
                  <a:lnTo>
                    <a:pt x="1306405" y="0"/>
                  </a:lnTo>
                  <a:lnTo>
                    <a:pt x="1334565" y="0"/>
                  </a:lnTo>
                  <a:lnTo>
                    <a:pt x="1362725" y="0"/>
                  </a:lnTo>
                  <a:lnTo>
                    <a:pt x="1390884" y="0"/>
                  </a:lnTo>
                  <a:lnTo>
                    <a:pt x="1419044" y="0"/>
                  </a:lnTo>
                  <a:lnTo>
                    <a:pt x="1447204" y="0"/>
                  </a:lnTo>
                  <a:lnTo>
                    <a:pt x="1475363" y="0"/>
                  </a:lnTo>
                  <a:lnTo>
                    <a:pt x="1503523" y="0"/>
                  </a:lnTo>
                  <a:lnTo>
                    <a:pt x="1531682" y="0"/>
                  </a:lnTo>
                  <a:lnTo>
                    <a:pt x="1559842" y="0"/>
                  </a:lnTo>
                  <a:lnTo>
                    <a:pt x="1588002" y="0"/>
                  </a:lnTo>
                  <a:lnTo>
                    <a:pt x="1616161" y="0"/>
                  </a:lnTo>
                  <a:lnTo>
                    <a:pt x="1644321" y="0"/>
                  </a:lnTo>
                  <a:lnTo>
                    <a:pt x="1672481" y="0"/>
                  </a:lnTo>
                  <a:lnTo>
                    <a:pt x="1700640" y="0"/>
                  </a:lnTo>
                  <a:lnTo>
                    <a:pt x="1728800" y="0"/>
                  </a:lnTo>
                  <a:lnTo>
                    <a:pt x="1756960" y="0"/>
                  </a:lnTo>
                  <a:lnTo>
                    <a:pt x="1785119" y="0"/>
                  </a:lnTo>
                  <a:lnTo>
                    <a:pt x="1813279" y="0"/>
                  </a:lnTo>
                  <a:lnTo>
                    <a:pt x="1841438" y="0"/>
                  </a:lnTo>
                  <a:lnTo>
                    <a:pt x="1869598" y="0"/>
                  </a:lnTo>
                  <a:lnTo>
                    <a:pt x="1897758" y="0"/>
                  </a:lnTo>
                  <a:lnTo>
                    <a:pt x="1925917" y="0"/>
                  </a:lnTo>
                  <a:lnTo>
                    <a:pt x="1954077" y="0"/>
                  </a:lnTo>
                  <a:lnTo>
                    <a:pt x="1982237" y="0"/>
                  </a:lnTo>
                  <a:lnTo>
                    <a:pt x="2010396" y="0"/>
                  </a:lnTo>
                  <a:lnTo>
                    <a:pt x="2038556" y="0"/>
                  </a:lnTo>
                  <a:lnTo>
                    <a:pt x="2066715" y="0"/>
                  </a:lnTo>
                  <a:lnTo>
                    <a:pt x="2094875" y="0"/>
                  </a:lnTo>
                  <a:lnTo>
                    <a:pt x="2123035" y="0"/>
                  </a:lnTo>
                  <a:lnTo>
                    <a:pt x="2151194" y="0"/>
                  </a:lnTo>
                  <a:lnTo>
                    <a:pt x="2179354" y="0"/>
                  </a:lnTo>
                  <a:lnTo>
                    <a:pt x="2190417" y="0"/>
                  </a:lnTo>
                  <a:lnTo>
                    <a:pt x="2190417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2460358" y="2928714"/>
              <a:ext cx="2190417" cy="0"/>
            </a:xfrm>
            <a:custGeom>
              <a:avLst/>
              <a:pathLst>
                <a:path w="2190417" h="0">
                  <a:moveTo>
                    <a:pt x="0" y="0"/>
                  </a:moveTo>
                  <a:lnTo>
                    <a:pt x="11062" y="0"/>
                  </a:lnTo>
                  <a:lnTo>
                    <a:pt x="39222" y="0"/>
                  </a:lnTo>
                  <a:lnTo>
                    <a:pt x="67381" y="0"/>
                  </a:lnTo>
                  <a:lnTo>
                    <a:pt x="95541" y="0"/>
                  </a:lnTo>
                  <a:lnTo>
                    <a:pt x="123701" y="0"/>
                  </a:lnTo>
                  <a:lnTo>
                    <a:pt x="151860" y="0"/>
                  </a:lnTo>
                  <a:lnTo>
                    <a:pt x="180020" y="0"/>
                  </a:lnTo>
                  <a:lnTo>
                    <a:pt x="208180" y="0"/>
                  </a:lnTo>
                  <a:lnTo>
                    <a:pt x="236339" y="0"/>
                  </a:lnTo>
                  <a:lnTo>
                    <a:pt x="264499" y="0"/>
                  </a:lnTo>
                  <a:lnTo>
                    <a:pt x="292659" y="0"/>
                  </a:lnTo>
                  <a:lnTo>
                    <a:pt x="320818" y="0"/>
                  </a:lnTo>
                  <a:lnTo>
                    <a:pt x="348978" y="0"/>
                  </a:lnTo>
                  <a:lnTo>
                    <a:pt x="377137" y="0"/>
                  </a:lnTo>
                  <a:lnTo>
                    <a:pt x="405297" y="0"/>
                  </a:lnTo>
                  <a:lnTo>
                    <a:pt x="433457" y="0"/>
                  </a:lnTo>
                  <a:lnTo>
                    <a:pt x="461616" y="0"/>
                  </a:lnTo>
                  <a:lnTo>
                    <a:pt x="489776" y="0"/>
                  </a:lnTo>
                  <a:lnTo>
                    <a:pt x="517936" y="0"/>
                  </a:lnTo>
                  <a:lnTo>
                    <a:pt x="546095" y="0"/>
                  </a:lnTo>
                  <a:lnTo>
                    <a:pt x="574255" y="0"/>
                  </a:lnTo>
                  <a:lnTo>
                    <a:pt x="602415" y="0"/>
                  </a:lnTo>
                  <a:lnTo>
                    <a:pt x="630574" y="0"/>
                  </a:lnTo>
                  <a:lnTo>
                    <a:pt x="658734" y="0"/>
                  </a:lnTo>
                  <a:lnTo>
                    <a:pt x="686893" y="0"/>
                  </a:lnTo>
                  <a:lnTo>
                    <a:pt x="715053" y="0"/>
                  </a:lnTo>
                  <a:lnTo>
                    <a:pt x="743213" y="0"/>
                  </a:lnTo>
                  <a:lnTo>
                    <a:pt x="771372" y="0"/>
                  </a:lnTo>
                  <a:lnTo>
                    <a:pt x="799532" y="0"/>
                  </a:lnTo>
                  <a:lnTo>
                    <a:pt x="827692" y="0"/>
                  </a:lnTo>
                  <a:lnTo>
                    <a:pt x="855851" y="0"/>
                  </a:lnTo>
                  <a:lnTo>
                    <a:pt x="884011" y="0"/>
                  </a:lnTo>
                  <a:lnTo>
                    <a:pt x="912170" y="0"/>
                  </a:lnTo>
                  <a:lnTo>
                    <a:pt x="940330" y="0"/>
                  </a:lnTo>
                  <a:lnTo>
                    <a:pt x="968490" y="0"/>
                  </a:lnTo>
                  <a:lnTo>
                    <a:pt x="996649" y="0"/>
                  </a:lnTo>
                  <a:lnTo>
                    <a:pt x="1024809" y="0"/>
                  </a:lnTo>
                  <a:lnTo>
                    <a:pt x="1052969" y="0"/>
                  </a:lnTo>
                  <a:lnTo>
                    <a:pt x="1081128" y="0"/>
                  </a:lnTo>
                  <a:lnTo>
                    <a:pt x="1109288" y="0"/>
                  </a:lnTo>
                  <a:lnTo>
                    <a:pt x="1137448" y="0"/>
                  </a:lnTo>
                  <a:lnTo>
                    <a:pt x="1165607" y="0"/>
                  </a:lnTo>
                  <a:lnTo>
                    <a:pt x="1193767" y="0"/>
                  </a:lnTo>
                  <a:lnTo>
                    <a:pt x="1221926" y="0"/>
                  </a:lnTo>
                  <a:lnTo>
                    <a:pt x="1250086" y="0"/>
                  </a:lnTo>
                  <a:lnTo>
                    <a:pt x="1278246" y="0"/>
                  </a:lnTo>
                  <a:lnTo>
                    <a:pt x="1306405" y="0"/>
                  </a:lnTo>
                  <a:lnTo>
                    <a:pt x="1334565" y="0"/>
                  </a:lnTo>
                  <a:lnTo>
                    <a:pt x="1362725" y="0"/>
                  </a:lnTo>
                  <a:lnTo>
                    <a:pt x="1390884" y="0"/>
                  </a:lnTo>
                  <a:lnTo>
                    <a:pt x="1419044" y="0"/>
                  </a:lnTo>
                  <a:lnTo>
                    <a:pt x="1447204" y="0"/>
                  </a:lnTo>
                  <a:lnTo>
                    <a:pt x="1475363" y="0"/>
                  </a:lnTo>
                  <a:lnTo>
                    <a:pt x="1503523" y="0"/>
                  </a:lnTo>
                  <a:lnTo>
                    <a:pt x="1531682" y="0"/>
                  </a:lnTo>
                  <a:lnTo>
                    <a:pt x="1559842" y="0"/>
                  </a:lnTo>
                  <a:lnTo>
                    <a:pt x="1588002" y="0"/>
                  </a:lnTo>
                  <a:lnTo>
                    <a:pt x="1616161" y="0"/>
                  </a:lnTo>
                  <a:lnTo>
                    <a:pt x="1644321" y="0"/>
                  </a:lnTo>
                  <a:lnTo>
                    <a:pt x="1672481" y="0"/>
                  </a:lnTo>
                  <a:lnTo>
                    <a:pt x="1700640" y="0"/>
                  </a:lnTo>
                  <a:lnTo>
                    <a:pt x="1728800" y="0"/>
                  </a:lnTo>
                  <a:lnTo>
                    <a:pt x="1756960" y="0"/>
                  </a:lnTo>
                  <a:lnTo>
                    <a:pt x="1785119" y="0"/>
                  </a:lnTo>
                  <a:lnTo>
                    <a:pt x="1813279" y="0"/>
                  </a:lnTo>
                  <a:lnTo>
                    <a:pt x="1841438" y="0"/>
                  </a:lnTo>
                  <a:lnTo>
                    <a:pt x="1869598" y="0"/>
                  </a:lnTo>
                  <a:lnTo>
                    <a:pt x="1897758" y="0"/>
                  </a:lnTo>
                  <a:lnTo>
                    <a:pt x="1925917" y="0"/>
                  </a:lnTo>
                  <a:lnTo>
                    <a:pt x="1954077" y="0"/>
                  </a:lnTo>
                  <a:lnTo>
                    <a:pt x="1982237" y="0"/>
                  </a:lnTo>
                  <a:lnTo>
                    <a:pt x="2010396" y="0"/>
                  </a:lnTo>
                  <a:lnTo>
                    <a:pt x="2038556" y="0"/>
                  </a:lnTo>
                  <a:lnTo>
                    <a:pt x="2066715" y="0"/>
                  </a:lnTo>
                  <a:lnTo>
                    <a:pt x="2094875" y="0"/>
                  </a:lnTo>
                  <a:lnTo>
                    <a:pt x="2123035" y="0"/>
                  </a:lnTo>
                  <a:lnTo>
                    <a:pt x="2151194" y="0"/>
                  </a:lnTo>
                  <a:lnTo>
                    <a:pt x="2179354" y="0"/>
                  </a:lnTo>
                  <a:lnTo>
                    <a:pt x="2190417" y="0"/>
                  </a:lnTo>
                  <a:lnTo>
                    <a:pt x="2190417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2460358" y="2558104"/>
              <a:ext cx="2190417" cy="0"/>
            </a:xfrm>
            <a:custGeom>
              <a:avLst/>
              <a:pathLst>
                <a:path w="2190417" h="0">
                  <a:moveTo>
                    <a:pt x="0" y="0"/>
                  </a:moveTo>
                  <a:lnTo>
                    <a:pt x="11062" y="0"/>
                  </a:lnTo>
                  <a:lnTo>
                    <a:pt x="39222" y="0"/>
                  </a:lnTo>
                  <a:lnTo>
                    <a:pt x="67381" y="0"/>
                  </a:lnTo>
                  <a:lnTo>
                    <a:pt x="95541" y="0"/>
                  </a:lnTo>
                  <a:lnTo>
                    <a:pt x="123701" y="0"/>
                  </a:lnTo>
                  <a:lnTo>
                    <a:pt x="151860" y="0"/>
                  </a:lnTo>
                  <a:lnTo>
                    <a:pt x="180020" y="0"/>
                  </a:lnTo>
                  <a:lnTo>
                    <a:pt x="208180" y="0"/>
                  </a:lnTo>
                  <a:lnTo>
                    <a:pt x="236339" y="0"/>
                  </a:lnTo>
                  <a:lnTo>
                    <a:pt x="264499" y="0"/>
                  </a:lnTo>
                  <a:lnTo>
                    <a:pt x="292659" y="0"/>
                  </a:lnTo>
                  <a:lnTo>
                    <a:pt x="320818" y="0"/>
                  </a:lnTo>
                  <a:lnTo>
                    <a:pt x="348978" y="0"/>
                  </a:lnTo>
                  <a:lnTo>
                    <a:pt x="377137" y="0"/>
                  </a:lnTo>
                  <a:lnTo>
                    <a:pt x="405297" y="0"/>
                  </a:lnTo>
                  <a:lnTo>
                    <a:pt x="433457" y="0"/>
                  </a:lnTo>
                  <a:lnTo>
                    <a:pt x="461616" y="0"/>
                  </a:lnTo>
                  <a:lnTo>
                    <a:pt x="489776" y="0"/>
                  </a:lnTo>
                  <a:lnTo>
                    <a:pt x="517936" y="0"/>
                  </a:lnTo>
                  <a:lnTo>
                    <a:pt x="546095" y="0"/>
                  </a:lnTo>
                  <a:lnTo>
                    <a:pt x="574255" y="0"/>
                  </a:lnTo>
                  <a:lnTo>
                    <a:pt x="602415" y="0"/>
                  </a:lnTo>
                  <a:lnTo>
                    <a:pt x="630574" y="0"/>
                  </a:lnTo>
                  <a:lnTo>
                    <a:pt x="658734" y="0"/>
                  </a:lnTo>
                  <a:lnTo>
                    <a:pt x="686893" y="0"/>
                  </a:lnTo>
                  <a:lnTo>
                    <a:pt x="715053" y="0"/>
                  </a:lnTo>
                  <a:lnTo>
                    <a:pt x="743213" y="0"/>
                  </a:lnTo>
                  <a:lnTo>
                    <a:pt x="771372" y="0"/>
                  </a:lnTo>
                  <a:lnTo>
                    <a:pt x="799532" y="0"/>
                  </a:lnTo>
                  <a:lnTo>
                    <a:pt x="827692" y="0"/>
                  </a:lnTo>
                  <a:lnTo>
                    <a:pt x="855851" y="0"/>
                  </a:lnTo>
                  <a:lnTo>
                    <a:pt x="884011" y="0"/>
                  </a:lnTo>
                  <a:lnTo>
                    <a:pt x="912170" y="0"/>
                  </a:lnTo>
                  <a:lnTo>
                    <a:pt x="940330" y="0"/>
                  </a:lnTo>
                  <a:lnTo>
                    <a:pt x="968490" y="0"/>
                  </a:lnTo>
                  <a:lnTo>
                    <a:pt x="996649" y="0"/>
                  </a:lnTo>
                  <a:lnTo>
                    <a:pt x="1024809" y="0"/>
                  </a:lnTo>
                  <a:lnTo>
                    <a:pt x="1052969" y="0"/>
                  </a:lnTo>
                  <a:lnTo>
                    <a:pt x="1081128" y="0"/>
                  </a:lnTo>
                  <a:lnTo>
                    <a:pt x="1109288" y="0"/>
                  </a:lnTo>
                  <a:lnTo>
                    <a:pt x="1137448" y="0"/>
                  </a:lnTo>
                  <a:lnTo>
                    <a:pt x="1165607" y="0"/>
                  </a:lnTo>
                  <a:lnTo>
                    <a:pt x="1193767" y="0"/>
                  </a:lnTo>
                  <a:lnTo>
                    <a:pt x="1221926" y="0"/>
                  </a:lnTo>
                  <a:lnTo>
                    <a:pt x="1250086" y="0"/>
                  </a:lnTo>
                  <a:lnTo>
                    <a:pt x="1278246" y="0"/>
                  </a:lnTo>
                  <a:lnTo>
                    <a:pt x="1306405" y="0"/>
                  </a:lnTo>
                  <a:lnTo>
                    <a:pt x="1334565" y="0"/>
                  </a:lnTo>
                  <a:lnTo>
                    <a:pt x="1362725" y="0"/>
                  </a:lnTo>
                  <a:lnTo>
                    <a:pt x="1390884" y="0"/>
                  </a:lnTo>
                  <a:lnTo>
                    <a:pt x="1419044" y="0"/>
                  </a:lnTo>
                  <a:lnTo>
                    <a:pt x="1447204" y="0"/>
                  </a:lnTo>
                  <a:lnTo>
                    <a:pt x="1475363" y="0"/>
                  </a:lnTo>
                  <a:lnTo>
                    <a:pt x="1503523" y="0"/>
                  </a:lnTo>
                  <a:lnTo>
                    <a:pt x="1531682" y="0"/>
                  </a:lnTo>
                  <a:lnTo>
                    <a:pt x="1559842" y="0"/>
                  </a:lnTo>
                  <a:lnTo>
                    <a:pt x="1588002" y="0"/>
                  </a:lnTo>
                  <a:lnTo>
                    <a:pt x="1616161" y="0"/>
                  </a:lnTo>
                  <a:lnTo>
                    <a:pt x="1644321" y="0"/>
                  </a:lnTo>
                  <a:lnTo>
                    <a:pt x="1672481" y="0"/>
                  </a:lnTo>
                  <a:lnTo>
                    <a:pt x="1700640" y="0"/>
                  </a:lnTo>
                  <a:lnTo>
                    <a:pt x="1728800" y="0"/>
                  </a:lnTo>
                  <a:lnTo>
                    <a:pt x="1756960" y="0"/>
                  </a:lnTo>
                  <a:lnTo>
                    <a:pt x="1785119" y="0"/>
                  </a:lnTo>
                  <a:lnTo>
                    <a:pt x="1813279" y="0"/>
                  </a:lnTo>
                  <a:lnTo>
                    <a:pt x="1841438" y="0"/>
                  </a:lnTo>
                  <a:lnTo>
                    <a:pt x="1869598" y="0"/>
                  </a:lnTo>
                  <a:lnTo>
                    <a:pt x="1897758" y="0"/>
                  </a:lnTo>
                  <a:lnTo>
                    <a:pt x="1925917" y="0"/>
                  </a:lnTo>
                  <a:lnTo>
                    <a:pt x="1954077" y="0"/>
                  </a:lnTo>
                  <a:lnTo>
                    <a:pt x="1982237" y="0"/>
                  </a:lnTo>
                  <a:lnTo>
                    <a:pt x="2010396" y="0"/>
                  </a:lnTo>
                  <a:lnTo>
                    <a:pt x="2038556" y="0"/>
                  </a:lnTo>
                  <a:lnTo>
                    <a:pt x="2066715" y="0"/>
                  </a:lnTo>
                  <a:lnTo>
                    <a:pt x="2094875" y="0"/>
                  </a:lnTo>
                  <a:lnTo>
                    <a:pt x="2123035" y="0"/>
                  </a:lnTo>
                  <a:lnTo>
                    <a:pt x="2151194" y="0"/>
                  </a:lnTo>
                  <a:lnTo>
                    <a:pt x="2179354" y="0"/>
                  </a:lnTo>
                  <a:lnTo>
                    <a:pt x="2190417" y="0"/>
                  </a:lnTo>
                  <a:lnTo>
                    <a:pt x="2190417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460358" y="2187494"/>
              <a:ext cx="2190417" cy="0"/>
            </a:xfrm>
            <a:custGeom>
              <a:avLst/>
              <a:pathLst>
                <a:path w="2190417" h="0">
                  <a:moveTo>
                    <a:pt x="0" y="0"/>
                  </a:moveTo>
                  <a:lnTo>
                    <a:pt x="11062" y="0"/>
                  </a:lnTo>
                  <a:lnTo>
                    <a:pt x="39222" y="0"/>
                  </a:lnTo>
                  <a:lnTo>
                    <a:pt x="67381" y="0"/>
                  </a:lnTo>
                  <a:lnTo>
                    <a:pt x="95541" y="0"/>
                  </a:lnTo>
                  <a:lnTo>
                    <a:pt x="123701" y="0"/>
                  </a:lnTo>
                  <a:lnTo>
                    <a:pt x="151860" y="0"/>
                  </a:lnTo>
                  <a:lnTo>
                    <a:pt x="180020" y="0"/>
                  </a:lnTo>
                  <a:lnTo>
                    <a:pt x="208180" y="0"/>
                  </a:lnTo>
                  <a:lnTo>
                    <a:pt x="236339" y="0"/>
                  </a:lnTo>
                  <a:lnTo>
                    <a:pt x="264499" y="0"/>
                  </a:lnTo>
                  <a:lnTo>
                    <a:pt x="292659" y="0"/>
                  </a:lnTo>
                  <a:lnTo>
                    <a:pt x="320818" y="0"/>
                  </a:lnTo>
                  <a:lnTo>
                    <a:pt x="348978" y="0"/>
                  </a:lnTo>
                  <a:lnTo>
                    <a:pt x="377137" y="0"/>
                  </a:lnTo>
                  <a:lnTo>
                    <a:pt x="405297" y="0"/>
                  </a:lnTo>
                  <a:lnTo>
                    <a:pt x="433457" y="0"/>
                  </a:lnTo>
                  <a:lnTo>
                    <a:pt x="461616" y="0"/>
                  </a:lnTo>
                  <a:lnTo>
                    <a:pt x="489776" y="0"/>
                  </a:lnTo>
                  <a:lnTo>
                    <a:pt x="517936" y="0"/>
                  </a:lnTo>
                  <a:lnTo>
                    <a:pt x="546095" y="0"/>
                  </a:lnTo>
                  <a:lnTo>
                    <a:pt x="574255" y="0"/>
                  </a:lnTo>
                  <a:lnTo>
                    <a:pt x="602415" y="0"/>
                  </a:lnTo>
                  <a:lnTo>
                    <a:pt x="630574" y="0"/>
                  </a:lnTo>
                  <a:lnTo>
                    <a:pt x="658734" y="0"/>
                  </a:lnTo>
                  <a:lnTo>
                    <a:pt x="686893" y="0"/>
                  </a:lnTo>
                  <a:lnTo>
                    <a:pt x="715053" y="0"/>
                  </a:lnTo>
                  <a:lnTo>
                    <a:pt x="743213" y="0"/>
                  </a:lnTo>
                  <a:lnTo>
                    <a:pt x="771372" y="0"/>
                  </a:lnTo>
                  <a:lnTo>
                    <a:pt x="799532" y="0"/>
                  </a:lnTo>
                  <a:lnTo>
                    <a:pt x="827692" y="0"/>
                  </a:lnTo>
                  <a:lnTo>
                    <a:pt x="855851" y="0"/>
                  </a:lnTo>
                  <a:lnTo>
                    <a:pt x="884011" y="0"/>
                  </a:lnTo>
                  <a:lnTo>
                    <a:pt x="912170" y="0"/>
                  </a:lnTo>
                  <a:lnTo>
                    <a:pt x="940330" y="0"/>
                  </a:lnTo>
                  <a:lnTo>
                    <a:pt x="968490" y="0"/>
                  </a:lnTo>
                  <a:lnTo>
                    <a:pt x="996649" y="0"/>
                  </a:lnTo>
                  <a:lnTo>
                    <a:pt x="1024809" y="0"/>
                  </a:lnTo>
                  <a:lnTo>
                    <a:pt x="1052969" y="0"/>
                  </a:lnTo>
                  <a:lnTo>
                    <a:pt x="1081128" y="0"/>
                  </a:lnTo>
                  <a:lnTo>
                    <a:pt x="1109288" y="0"/>
                  </a:lnTo>
                  <a:lnTo>
                    <a:pt x="1137448" y="0"/>
                  </a:lnTo>
                  <a:lnTo>
                    <a:pt x="1165607" y="0"/>
                  </a:lnTo>
                  <a:lnTo>
                    <a:pt x="1193767" y="0"/>
                  </a:lnTo>
                  <a:lnTo>
                    <a:pt x="1221926" y="0"/>
                  </a:lnTo>
                  <a:lnTo>
                    <a:pt x="1250086" y="0"/>
                  </a:lnTo>
                  <a:lnTo>
                    <a:pt x="1278246" y="0"/>
                  </a:lnTo>
                  <a:lnTo>
                    <a:pt x="1306405" y="0"/>
                  </a:lnTo>
                  <a:lnTo>
                    <a:pt x="1334565" y="0"/>
                  </a:lnTo>
                  <a:lnTo>
                    <a:pt x="1362725" y="0"/>
                  </a:lnTo>
                  <a:lnTo>
                    <a:pt x="1390884" y="0"/>
                  </a:lnTo>
                  <a:lnTo>
                    <a:pt x="1419044" y="0"/>
                  </a:lnTo>
                  <a:lnTo>
                    <a:pt x="1447204" y="0"/>
                  </a:lnTo>
                  <a:lnTo>
                    <a:pt x="1475363" y="0"/>
                  </a:lnTo>
                  <a:lnTo>
                    <a:pt x="1503523" y="0"/>
                  </a:lnTo>
                  <a:lnTo>
                    <a:pt x="1531682" y="0"/>
                  </a:lnTo>
                  <a:lnTo>
                    <a:pt x="1559842" y="0"/>
                  </a:lnTo>
                  <a:lnTo>
                    <a:pt x="1588002" y="0"/>
                  </a:lnTo>
                  <a:lnTo>
                    <a:pt x="1616161" y="0"/>
                  </a:lnTo>
                  <a:lnTo>
                    <a:pt x="1644321" y="0"/>
                  </a:lnTo>
                  <a:lnTo>
                    <a:pt x="1672481" y="0"/>
                  </a:lnTo>
                  <a:lnTo>
                    <a:pt x="1700640" y="0"/>
                  </a:lnTo>
                  <a:lnTo>
                    <a:pt x="1728800" y="0"/>
                  </a:lnTo>
                  <a:lnTo>
                    <a:pt x="1756960" y="0"/>
                  </a:lnTo>
                  <a:lnTo>
                    <a:pt x="1785119" y="0"/>
                  </a:lnTo>
                  <a:lnTo>
                    <a:pt x="1813279" y="0"/>
                  </a:lnTo>
                  <a:lnTo>
                    <a:pt x="1841438" y="0"/>
                  </a:lnTo>
                  <a:lnTo>
                    <a:pt x="1869598" y="0"/>
                  </a:lnTo>
                  <a:lnTo>
                    <a:pt x="1897758" y="0"/>
                  </a:lnTo>
                  <a:lnTo>
                    <a:pt x="1925917" y="0"/>
                  </a:lnTo>
                  <a:lnTo>
                    <a:pt x="1954077" y="0"/>
                  </a:lnTo>
                  <a:lnTo>
                    <a:pt x="1982237" y="0"/>
                  </a:lnTo>
                  <a:lnTo>
                    <a:pt x="2010396" y="0"/>
                  </a:lnTo>
                  <a:lnTo>
                    <a:pt x="2038556" y="0"/>
                  </a:lnTo>
                  <a:lnTo>
                    <a:pt x="2066715" y="0"/>
                  </a:lnTo>
                  <a:lnTo>
                    <a:pt x="2094875" y="0"/>
                  </a:lnTo>
                  <a:lnTo>
                    <a:pt x="2123035" y="0"/>
                  </a:lnTo>
                  <a:lnTo>
                    <a:pt x="2151194" y="0"/>
                  </a:lnTo>
                  <a:lnTo>
                    <a:pt x="2179354" y="0"/>
                  </a:lnTo>
                  <a:lnTo>
                    <a:pt x="2190417" y="0"/>
                  </a:lnTo>
                  <a:lnTo>
                    <a:pt x="2190417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2460358" y="1816883"/>
              <a:ext cx="2190417" cy="0"/>
            </a:xfrm>
            <a:custGeom>
              <a:avLst/>
              <a:pathLst>
                <a:path w="2190417" h="0">
                  <a:moveTo>
                    <a:pt x="0" y="0"/>
                  </a:moveTo>
                  <a:lnTo>
                    <a:pt x="11062" y="0"/>
                  </a:lnTo>
                  <a:lnTo>
                    <a:pt x="39222" y="0"/>
                  </a:lnTo>
                  <a:lnTo>
                    <a:pt x="67381" y="0"/>
                  </a:lnTo>
                  <a:lnTo>
                    <a:pt x="95541" y="0"/>
                  </a:lnTo>
                  <a:lnTo>
                    <a:pt x="123701" y="0"/>
                  </a:lnTo>
                  <a:lnTo>
                    <a:pt x="151860" y="0"/>
                  </a:lnTo>
                  <a:lnTo>
                    <a:pt x="180020" y="0"/>
                  </a:lnTo>
                  <a:lnTo>
                    <a:pt x="208180" y="0"/>
                  </a:lnTo>
                  <a:lnTo>
                    <a:pt x="236339" y="0"/>
                  </a:lnTo>
                  <a:lnTo>
                    <a:pt x="264499" y="0"/>
                  </a:lnTo>
                  <a:lnTo>
                    <a:pt x="292659" y="0"/>
                  </a:lnTo>
                  <a:lnTo>
                    <a:pt x="320818" y="0"/>
                  </a:lnTo>
                  <a:lnTo>
                    <a:pt x="348978" y="0"/>
                  </a:lnTo>
                  <a:lnTo>
                    <a:pt x="377137" y="0"/>
                  </a:lnTo>
                  <a:lnTo>
                    <a:pt x="405297" y="0"/>
                  </a:lnTo>
                  <a:lnTo>
                    <a:pt x="433457" y="0"/>
                  </a:lnTo>
                  <a:lnTo>
                    <a:pt x="461616" y="0"/>
                  </a:lnTo>
                  <a:lnTo>
                    <a:pt x="489776" y="0"/>
                  </a:lnTo>
                  <a:lnTo>
                    <a:pt x="517936" y="0"/>
                  </a:lnTo>
                  <a:lnTo>
                    <a:pt x="546095" y="0"/>
                  </a:lnTo>
                  <a:lnTo>
                    <a:pt x="574255" y="0"/>
                  </a:lnTo>
                  <a:lnTo>
                    <a:pt x="602415" y="0"/>
                  </a:lnTo>
                  <a:lnTo>
                    <a:pt x="630574" y="0"/>
                  </a:lnTo>
                  <a:lnTo>
                    <a:pt x="658734" y="0"/>
                  </a:lnTo>
                  <a:lnTo>
                    <a:pt x="686893" y="0"/>
                  </a:lnTo>
                  <a:lnTo>
                    <a:pt x="715053" y="0"/>
                  </a:lnTo>
                  <a:lnTo>
                    <a:pt x="743213" y="0"/>
                  </a:lnTo>
                  <a:lnTo>
                    <a:pt x="771372" y="0"/>
                  </a:lnTo>
                  <a:lnTo>
                    <a:pt x="799532" y="0"/>
                  </a:lnTo>
                  <a:lnTo>
                    <a:pt x="827692" y="0"/>
                  </a:lnTo>
                  <a:lnTo>
                    <a:pt x="855851" y="0"/>
                  </a:lnTo>
                  <a:lnTo>
                    <a:pt x="884011" y="0"/>
                  </a:lnTo>
                  <a:lnTo>
                    <a:pt x="912170" y="0"/>
                  </a:lnTo>
                  <a:lnTo>
                    <a:pt x="940330" y="0"/>
                  </a:lnTo>
                  <a:lnTo>
                    <a:pt x="968490" y="0"/>
                  </a:lnTo>
                  <a:lnTo>
                    <a:pt x="996649" y="0"/>
                  </a:lnTo>
                  <a:lnTo>
                    <a:pt x="1024809" y="0"/>
                  </a:lnTo>
                  <a:lnTo>
                    <a:pt x="1052969" y="0"/>
                  </a:lnTo>
                  <a:lnTo>
                    <a:pt x="1081128" y="0"/>
                  </a:lnTo>
                  <a:lnTo>
                    <a:pt x="1109288" y="0"/>
                  </a:lnTo>
                  <a:lnTo>
                    <a:pt x="1137448" y="0"/>
                  </a:lnTo>
                  <a:lnTo>
                    <a:pt x="1165607" y="0"/>
                  </a:lnTo>
                  <a:lnTo>
                    <a:pt x="1193767" y="0"/>
                  </a:lnTo>
                  <a:lnTo>
                    <a:pt x="1221926" y="0"/>
                  </a:lnTo>
                  <a:lnTo>
                    <a:pt x="1250086" y="0"/>
                  </a:lnTo>
                  <a:lnTo>
                    <a:pt x="1278246" y="0"/>
                  </a:lnTo>
                  <a:lnTo>
                    <a:pt x="1306405" y="0"/>
                  </a:lnTo>
                  <a:lnTo>
                    <a:pt x="1334565" y="0"/>
                  </a:lnTo>
                  <a:lnTo>
                    <a:pt x="1362725" y="0"/>
                  </a:lnTo>
                  <a:lnTo>
                    <a:pt x="1390884" y="0"/>
                  </a:lnTo>
                  <a:lnTo>
                    <a:pt x="1419044" y="0"/>
                  </a:lnTo>
                  <a:lnTo>
                    <a:pt x="1447204" y="0"/>
                  </a:lnTo>
                  <a:lnTo>
                    <a:pt x="1475363" y="0"/>
                  </a:lnTo>
                  <a:lnTo>
                    <a:pt x="1503523" y="0"/>
                  </a:lnTo>
                  <a:lnTo>
                    <a:pt x="1531682" y="0"/>
                  </a:lnTo>
                  <a:lnTo>
                    <a:pt x="1559842" y="0"/>
                  </a:lnTo>
                  <a:lnTo>
                    <a:pt x="1588002" y="0"/>
                  </a:lnTo>
                  <a:lnTo>
                    <a:pt x="1616161" y="0"/>
                  </a:lnTo>
                  <a:lnTo>
                    <a:pt x="1644321" y="0"/>
                  </a:lnTo>
                  <a:lnTo>
                    <a:pt x="1672481" y="0"/>
                  </a:lnTo>
                  <a:lnTo>
                    <a:pt x="1700640" y="0"/>
                  </a:lnTo>
                  <a:lnTo>
                    <a:pt x="1728800" y="0"/>
                  </a:lnTo>
                  <a:lnTo>
                    <a:pt x="1756960" y="0"/>
                  </a:lnTo>
                  <a:lnTo>
                    <a:pt x="1785119" y="0"/>
                  </a:lnTo>
                  <a:lnTo>
                    <a:pt x="1813279" y="0"/>
                  </a:lnTo>
                  <a:lnTo>
                    <a:pt x="1841438" y="0"/>
                  </a:lnTo>
                  <a:lnTo>
                    <a:pt x="1869598" y="0"/>
                  </a:lnTo>
                  <a:lnTo>
                    <a:pt x="1897758" y="0"/>
                  </a:lnTo>
                  <a:lnTo>
                    <a:pt x="1925917" y="0"/>
                  </a:lnTo>
                  <a:lnTo>
                    <a:pt x="1954077" y="0"/>
                  </a:lnTo>
                  <a:lnTo>
                    <a:pt x="1982237" y="0"/>
                  </a:lnTo>
                  <a:lnTo>
                    <a:pt x="2010396" y="0"/>
                  </a:lnTo>
                  <a:lnTo>
                    <a:pt x="2038556" y="0"/>
                  </a:lnTo>
                  <a:lnTo>
                    <a:pt x="2066715" y="0"/>
                  </a:lnTo>
                  <a:lnTo>
                    <a:pt x="2094875" y="0"/>
                  </a:lnTo>
                  <a:lnTo>
                    <a:pt x="2123035" y="0"/>
                  </a:lnTo>
                  <a:lnTo>
                    <a:pt x="2151194" y="0"/>
                  </a:lnTo>
                  <a:lnTo>
                    <a:pt x="2179354" y="0"/>
                  </a:lnTo>
                  <a:lnTo>
                    <a:pt x="2190417" y="0"/>
                  </a:lnTo>
                  <a:lnTo>
                    <a:pt x="2190417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2460358" y="1446273"/>
              <a:ext cx="2190417" cy="0"/>
            </a:xfrm>
            <a:custGeom>
              <a:avLst/>
              <a:pathLst>
                <a:path w="2190417" h="0">
                  <a:moveTo>
                    <a:pt x="0" y="0"/>
                  </a:moveTo>
                  <a:lnTo>
                    <a:pt x="11062" y="0"/>
                  </a:lnTo>
                  <a:lnTo>
                    <a:pt x="39222" y="0"/>
                  </a:lnTo>
                  <a:lnTo>
                    <a:pt x="67381" y="0"/>
                  </a:lnTo>
                  <a:lnTo>
                    <a:pt x="95541" y="0"/>
                  </a:lnTo>
                  <a:lnTo>
                    <a:pt x="123701" y="0"/>
                  </a:lnTo>
                  <a:lnTo>
                    <a:pt x="151860" y="0"/>
                  </a:lnTo>
                  <a:lnTo>
                    <a:pt x="180020" y="0"/>
                  </a:lnTo>
                  <a:lnTo>
                    <a:pt x="208180" y="0"/>
                  </a:lnTo>
                  <a:lnTo>
                    <a:pt x="236339" y="0"/>
                  </a:lnTo>
                  <a:lnTo>
                    <a:pt x="264499" y="0"/>
                  </a:lnTo>
                  <a:lnTo>
                    <a:pt x="292659" y="0"/>
                  </a:lnTo>
                  <a:lnTo>
                    <a:pt x="320818" y="0"/>
                  </a:lnTo>
                  <a:lnTo>
                    <a:pt x="348978" y="0"/>
                  </a:lnTo>
                  <a:lnTo>
                    <a:pt x="377137" y="0"/>
                  </a:lnTo>
                  <a:lnTo>
                    <a:pt x="405297" y="0"/>
                  </a:lnTo>
                  <a:lnTo>
                    <a:pt x="433457" y="0"/>
                  </a:lnTo>
                  <a:lnTo>
                    <a:pt x="461616" y="0"/>
                  </a:lnTo>
                  <a:lnTo>
                    <a:pt x="489776" y="0"/>
                  </a:lnTo>
                  <a:lnTo>
                    <a:pt x="517936" y="0"/>
                  </a:lnTo>
                  <a:lnTo>
                    <a:pt x="546095" y="0"/>
                  </a:lnTo>
                  <a:lnTo>
                    <a:pt x="574255" y="0"/>
                  </a:lnTo>
                  <a:lnTo>
                    <a:pt x="602415" y="0"/>
                  </a:lnTo>
                  <a:lnTo>
                    <a:pt x="630574" y="0"/>
                  </a:lnTo>
                  <a:lnTo>
                    <a:pt x="658734" y="0"/>
                  </a:lnTo>
                  <a:lnTo>
                    <a:pt x="686893" y="0"/>
                  </a:lnTo>
                  <a:lnTo>
                    <a:pt x="715053" y="0"/>
                  </a:lnTo>
                  <a:lnTo>
                    <a:pt x="743213" y="0"/>
                  </a:lnTo>
                  <a:lnTo>
                    <a:pt x="771372" y="0"/>
                  </a:lnTo>
                  <a:lnTo>
                    <a:pt x="799532" y="0"/>
                  </a:lnTo>
                  <a:lnTo>
                    <a:pt x="827692" y="0"/>
                  </a:lnTo>
                  <a:lnTo>
                    <a:pt x="855851" y="0"/>
                  </a:lnTo>
                  <a:lnTo>
                    <a:pt x="884011" y="0"/>
                  </a:lnTo>
                  <a:lnTo>
                    <a:pt x="912170" y="0"/>
                  </a:lnTo>
                  <a:lnTo>
                    <a:pt x="940330" y="0"/>
                  </a:lnTo>
                  <a:lnTo>
                    <a:pt x="968490" y="0"/>
                  </a:lnTo>
                  <a:lnTo>
                    <a:pt x="996649" y="0"/>
                  </a:lnTo>
                  <a:lnTo>
                    <a:pt x="1024809" y="0"/>
                  </a:lnTo>
                  <a:lnTo>
                    <a:pt x="1052969" y="0"/>
                  </a:lnTo>
                  <a:lnTo>
                    <a:pt x="1081128" y="0"/>
                  </a:lnTo>
                  <a:lnTo>
                    <a:pt x="1109288" y="0"/>
                  </a:lnTo>
                  <a:lnTo>
                    <a:pt x="1137448" y="0"/>
                  </a:lnTo>
                  <a:lnTo>
                    <a:pt x="1165607" y="0"/>
                  </a:lnTo>
                  <a:lnTo>
                    <a:pt x="1193767" y="0"/>
                  </a:lnTo>
                  <a:lnTo>
                    <a:pt x="1221926" y="0"/>
                  </a:lnTo>
                  <a:lnTo>
                    <a:pt x="1250086" y="0"/>
                  </a:lnTo>
                  <a:lnTo>
                    <a:pt x="1278246" y="0"/>
                  </a:lnTo>
                  <a:lnTo>
                    <a:pt x="1306405" y="0"/>
                  </a:lnTo>
                  <a:lnTo>
                    <a:pt x="1334565" y="0"/>
                  </a:lnTo>
                  <a:lnTo>
                    <a:pt x="1362725" y="0"/>
                  </a:lnTo>
                  <a:lnTo>
                    <a:pt x="1390884" y="0"/>
                  </a:lnTo>
                  <a:lnTo>
                    <a:pt x="1419044" y="0"/>
                  </a:lnTo>
                  <a:lnTo>
                    <a:pt x="1447204" y="0"/>
                  </a:lnTo>
                  <a:lnTo>
                    <a:pt x="1475363" y="0"/>
                  </a:lnTo>
                  <a:lnTo>
                    <a:pt x="1503523" y="0"/>
                  </a:lnTo>
                  <a:lnTo>
                    <a:pt x="1531682" y="0"/>
                  </a:lnTo>
                  <a:lnTo>
                    <a:pt x="1559842" y="0"/>
                  </a:lnTo>
                  <a:lnTo>
                    <a:pt x="1588002" y="0"/>
                  </a:lnTo>
                  <a:lnTo>
                    <a:pt x="1616161" y="0"/>
                  </a:lnTo>
                  <a:lnTo>
                    <a:pt x="1644321" y="0"/>
                  </a:lnTo>
                  <a:lnTo>
                    <a:pt x="1672481" y="0"/>
                  </a:lnTo>
                  <a:lnTo>
                    <a:pt x="1700640" y="0"/>
                  </a:lnTo>
                  <a:lnTo>
                    <a:pt x="1728800" y="0"/>
                  </a:lnTo>
                  <a:lnTo>
                    <a:pt x="1756960" y="0"/>
                  </a:lnTo>
                  <a:lnTo>
                    <a:pt x="1785119" y="0"/>
                  </a:lnTo>
                  <a:lnTo>
                    <a:pt x="1813279" y="0"/>
                  </a:lnTo>
                  <a:lnTo>
                    <a:pt x="1841438" y="0"/>
                  </a:lnTo>
                  <a:lnTo>
                    <a:pt x="1869598" y="0"/>
                  </a:lnTo>
                  <a:lnTo>
                    <a:pt x="1897758" y="0"/>
                  </a:lnTo>
                  <a:lnTo>
                    <a:pt x="1925917" y="0"/>
                  </a:lnTo>
                  <a:lnTo>
                    <a:pt x="1954077" y="0"/>
                  </a:lnTo>
                  <a:lnTo>
                    <a:pt x="1982237" y="0"/>
                  </a:lnTo>
                  <a:lnTo>
                    <a:pt x="2010396" y="0"/>
                  </a:lnTo>
                  <a:lnTo>
                    <a:pt x="2038556" y="0"/>
                  </a:lnTo>
                  <a:lnTo>
                    <a:pt x="2066715" y="0"/>
                  </a:lnTo>
                  <a:lnTo>
                    <a:pt x="2094875" y="0"/>
                  </a:lnTo>
                  <a:lnTo>
                    <a:pt x="2123035" y="0"/>
                  </a:lnTo>
                  <a:lnTo>
                    <a:pt x="2151194" y="0"/>
                  </a:lnTo>
                  <a:lnTo>
                    <a:pt x="2179354" y="0"/>
                  </a:lnTo>
                  <a:lnTo>
                    <a:pt x="2190417" y="0"/>
                  </a:lnTo>
                  <a:lnTo>
                    <a:pt x="2190417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h20"/>
            <p:cNvSpPr/>
            <p:nvPr/>
          </p:nvSpPr>
          <p:spPr>
            <a:xfrm>
              <a:off x="3436437" y="1713338"/>
              <a:ext cx="930870" cy="1244836"/>
            </a:xfrm>
            <a:custGeom>
              <a:avLst/>
              <a:pathLst>
                <a:path w="930870" h="1244836">
                  <a:moveTo>
                    <a:pt x="914400" y="914400"/>
                  </a:moveTo>
                  <a:lnTo>
                    <a:pt x="904715" y="940530"/>
                  </a:lnTo>
                  <a:lnTo>
                    <a:pt x="891375" y="944946"/>
                  </a:lnTo>
                  <a:lnTo>
                    <a:pt x="878580" y="953650"/>
                  </a:lnTo>
                  <a:lnTo>
                    <a:pt x="874010" y="1036332"/>
                  </a:lnTo>
                  <a:lnTo>
                    <a:pt x="897306" y="1067747"/>
                  </a:lnTo>
                  <a:lnTo>
                    <a:pt x="884511" y="1072144"/>
                  </a:lnTo>
                  <a:lnTo>
                    <a:pt x="872804" y="1081554"/>
                  </a:lnTo>
                  <a:lnTo>
                    <a:pt x="864442" y="1095470"/>
                  </a:lnTo>
                  <a:lnTo>
                    <a:pt x="855886" y="1125419"/>
                  </a:lnTo>
                  <a:lnTo>
                    <a:pt x="823741" y="1142394"/>
                  </a:lnTo>
                  <a:lnTo>
                    <a:pt x="811568" y="1154952"/>
                  </a:lnTo>
                  <a:lnTo>
                    <a:pt x="793619" y="1182893"/>
                  </a:lnTo>
                  <a:lnTo>
                    <a:pt x="784266" y="1223447"/>
                  </a:lnTo>
                  <a:lnTo>
                    <a:pt x="766084" y="1240747"/>
                  </a:lnTo>
                  <a:lnTo>
                    <a:pt x="745665" y="1244836"/>
                  </a:lnTo>
                  <a:lnTo>
                    <a:pt x="757644" y="1211612"/>
                  </a:lnTo>
                  <a:lnTo>
                    <a:pt x="773337" y="1184540"/>
                  </a:lnTo>
                  <a:lnTo>
                    <a:pt x="758247" y="1165973"/>
                  </a:lnTo>
                  <a:lnTo>
                    <a:pt x="749165" y="1136911"/>
                  </a:lnTo>
                  <a:lnTo>
                    <a:pt x="737439" y="1114616"/>
                  </a:lnTo>
                  <a:lnTo>
                    <a:pt x="746773" y="1089716"/>
                  </a:lnTo>
                  <a:lnTo>
                    <a:pt x="742184" y="1048909"/>
                  </a:lnTo>
                  <a:lnTo>
                    <a:pt x="743701" y="1009079"/>
                  </a:lnTo>
                  <a:lnTo>
                    <a:pt x="757313" y="988974"/>
                  </a:lnTo>
                  <a:lnTo>
                    <a:pt x="772909" y="972579"/>
                  </a:lnTo>
                  <a:lnTo>
                    <a:pt x="797197" y="934884"/>
                  </a:lnTo>
                  <a:lnTo>
                    <a:pt x="823528" y="907559"/>
                  </a:lnTo>
                  <a:lnTo>
                    <a:pt x="860261" y="895272"/>
                  </a:lnTo>
                  <a:lnTo>
                    <a:pt x="876849" y="906600"/>
                  </a:lnTo>
                  <a:lnTo>
                    <a:pt x="884005" y="881754"/>
                  </a:lnTo>
                  <a:lnTo>
                    <a:pt x="895848" y="876090"/>
                  </a:lnTo>
                  <a:lnTo>
                    <a:pt x="906971" y="881826"/>
                  </a:lnTo>
                  <a:lnTo>
                    <a:pt x="930870" y="905569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h21"/>
            <p:cNvSpPr/>
            <p:nvPr/>
          </p:nvSpPr>
          <p:spPr>
            <a:xfrm>
              <a:off x="2935309" y="2295910"/>
              <a:ext cx="1041947" cy="914400"/>
            </a:xfrm>
            <a:custGeom>
              <a:avLst/>
              <a:pathLst>
                <a:path w="1041947" h="914400">
                  <a:moveTo>
                    <a:pt x="914400" y="914400"/>
                  </a:moveTo>
                  <a:lnTo>
                    <a:pt x="905338" y="913078"/>
                  </a:lnTo>
                  <a:lnTo>
                    <a:pt x="899290" y="888196"/>
                  </a:lnTo>
                  <a:lnTo>
                    <a:pt x="897870" y="824172"/>
                  </a:lnTo>
                  <a:lnTo>
                    <a:pt x="901487" y="792540"/>
                  </a:lnTo>
                  <a:lnTo>
                    <a:pt x="944911" y="678443"/>
                  </a:lnTo>
                  <a:lnTo>
                    <a:pt x="964298" y="669123"/>
                  </a:lnTo>
                  <a:lnTo>
                    <a:pt x="991562" y="599200"/>
                  </a:lnTo>
                  <a:lnTo>
                    <a:pt x="998913" y="568092"/>
                  </a:lnTo>
                  <a:lnTo>
                    <a:pt x="1010736" y="540079"/>
                  </a:lnTo>
                  <a:lnTo>
                    <a:pt x="1017717" y="515034"/>
                  </a:lnTo>
                  <a:lnTo>
                    <a:pt x="1023570" y="504918"/>
                  </a:lnTo>
                  <a:lnTo>
                    <a:pt x="1036288" y="509660"/>
                  </a:lnTo>
                  <a:lnTo>
                    <a:pt x="1041947" y="514274"/>
                  </a:lnTo>
                  <a:lnTo>
                    <a:pt x="1028549" y="528860"/>
                  </a:lnTo>
                  <a:lnTo>
                    <a:pt x="1030104" y="547843"/>
                  </a:lnTo>
                  <a:lnTo>
                    <a:pt x="1029171" y="555714"/>
                  </a:lnTo>
                  <a:lnTo>
                    <a:pt x="995354" y="638287"/>
                  </a:lnTo>
                  <a:lnTo>
                    <a:pt x="986311" y="691907"/>
                  </a:lnTo>
                  <a:lnTo>
                    <a:pt x="974313" y="704990"/>
                  </a:lnTo>
                  <a:lnTo>
                    <a:pt x="924628" y="895742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h22"/>
            <p:cNvSpPr/>
            <p:nvPr/>
          </p:nvSpPr>
          <p:spPr>
            <a:xfrm>
              <a:off x="1938382" y="1306626"/>
              <a:ext cx="2411794" cy="2234934"/>
            </a:xfrm>
            <a:custGeom>
              <a:avLst/>
              <a:pathLst>
                <a:path w="2411794" h="2234934">
                  <a:moveTo>
                    <a:pt x="914400" y="914399"/>
                  </a:moveTo>
                  <a:lnTo>
                    <a:pt x="928906" y="920516"/>
                  </a:lnTo>
                  <a:lnTo>
                    <a:pt x="948664" y="908265"/>
                  </a:lnTo>
                  <a:lnTo>
                    <a:pt x="962490" y="873954"/>
                  </a:lnTo>
                  <a:lnTo>
                    <a:pt x="970385" y="822471"/>
                  </a:lnTo>
                  <a:lnTo>
                    <a:pt x="979603" y="773430"/>
                  </a:lnTo>
                  <a:lnTo>
                    <a:pt x="968693" y="720969"/>
                  </a:lnTo>
                  <a:lnTo>
                    <a:pt x="957045" y="674896"/>
                  </a:lnTo>
                  <a:lnTo>
                    <a:pt x="956228" y="661360"/>
                  </a:lnTo>
                  <a:lnTo>
                    <a:pt x="986798" y="622489"/>
                  </a:lnTo>
                  <a:lnTo>
                    <a:pt x="996151" y="590875"/>
                  </a:lnTo>
                  <a:lnTo>
                    <a:pt x="1006283" y="560781"/>
                  </a:lnTo>
                  <a:lnTo>
                    <a:pt x="1017464" y="550539"/>
                  </a:lnTo>
                  <a:lnTo>
                    <a:pt x="1034110" y="548205"/>
                  </a:lnTo>
                  <a:lnTo>
                    <a:pt x="1053498" y="542540"/>
                  </a:lnTo>
                  <a:lnTo>
                    <a:pt x="1077942" y="522399"/>
                  </a:lnTo>
                  <a:lnTo>
                    <a:pt x="1099858" y="495418"/>
                  </a:lnTo>
                  <a:lnTo>
                    <a:pt x="1116601" y="470680"/>
                  </a:lnTo>
                  <a:lnTo>
                    <a:pt x="1122279" y="421730"/>
                  </a:lnTo>
                  <a:lnTo>
                    <a:pt x="1122512" y="397137"/>
                  </a:lnTo>
                  <a:lnTo>
                    <a:pt x="1129883" y="378878"/>
                  </a:lnTo>
                  <a:lnTo>
                    <a:pt x="1137019" y="343211"/>
                  </a:lnTo>
                  <a:lnTo>
                    <a:pt x="1130077" y="308032"/>
                  </a:lnTo>
                  <a:lnTo>
                    <a:pt x="1108472" y="254666"/>
                  </a:lnTo>
                  <a:lnTo>
                    <a:pt x="1082453" y="179621"/>
                  </a:lnTo>
                  <a:lnTo>
                    <a:pt x="1078469" y="139646"/>
                  </a:lnTo>
                  <a:lnTo>
                    <a:pt x="2057358" y="139646"/>
                  </a:lnTo>
                  <a:lnTo>
                    <a:pt x="2057835" y="144894"/>
                  </a:lnTo>
                  <a:lnTo>
                    <a:pt x="2055851" y="157489"/>
                  </a:lnTo>
                  <a:lnTo>
                    <a:pt x="2070980" y="209262"/>
                  </a:lnTo>
                  <a:lnTo>
                    <a:pt x="2067460" y="227413"/>
                  </a:lnTo>
                  <a:lnTo>
                    <a:pt x="2065419" y="250540"/>
                  </a:lnTo>
                  <a:lnTo>
                    <a:pt x="2087101" y="272762"/>
                  </a:lnTo>
                  <a:lnTo>
                    <a:pt x="2106450" y="272400"/>
                  </a:lnTo>
                  <a:lnTo>
                    <a:pt x="2126052" y="272056"/>
                  </a:lnTo>
                  <a:lnTo>
                    <a:pt x="2133539" y="277630"/>
                  </a:lnTo>
                  <a:lnTo>
                    <a:pt x="2141045" y="293356"/>
                  </a:lnTo>
                  <a:lnTo>
                    <a:pt x="2147093" y="311922"/>
                  </a:lnTo>
                  <a:lnTo>
                    <a:pt x="2163233" y="310384"/>
                  </a:lnTo>
                  <a:lnTo>
                    <a:pt x="2188999" y="295274"/>
                  </a:lnTo>
                  <a:lnTo>
                    <a:pt x="2205762" y="291673"/>
                  </a:lnTo>
                  <a:lnTo>
                    <a:pt x="2216827" y="320717"/>
                  </a:lnTo>
                  <a:lnTo>
                    <a:pt x="2246929" y="359081"/>
                  </a:lnTo>
                  <a:lnTo>
                    <a:pt x="2264450" y="376272"/>
                  </a:lnTo>
                  <a:lnTo>
                    <a:pt x="2294222" y="385321"/>
                  </a:lnTo>
                  <a:lnTo>
                    <a:pt x="2325589" y="416283"/>
                  </a:lnTo>
                  <a:lnTo>
                    <a:pt x="2321194" y="453598"/>
                  </a:lnTo>
                  <a:lnTo>
                    <a:pt x="2334281" y="466066"/>
                  </a:lnTo>
                  <a:lnTo>
                    <a:pt x="2371288" y="480796"/>
                  </a:lnTo>
                  <a:lnTo>
                    <a:pt x="2384375" y="500666"/>
                  </a:lnTo>
                  <a:lnTo>
                    <a:pt x="2390656" y="517604"/>
                  </a:lnTo>
                  <a:lnTo>
                    <a:pt x="2400398" y="531647"/>
                  </a:lnTo>
                  <a:lnTo>
                    <a:pt x="2411794" y="574082"/>
                  </a:lnTo>
                  <a:lnTo>
                    <a:pt x="2407827" y="600231"/>
                  </a:lnTo>
                  <a:lnTo>
                    <a:pt x="2392912" y="609225"/>
                  </a:lnTo>
                  <a:lnTo>
                    <a:pt x="2357695" y="637238"/>
                  </a:lnTo>
                  <a:lnTo>
                    <a:pt x="2342002" y="658157"/>
                  </a:lnTo>
                  <a:lnTo>
                    <a:pt x="2329692" y="671186"/>
                  </a:lnTo>
                  <a:lnTo>
                    <a:pt x="2294708" y="699127"/>
                  </a:lnTo>
                  <a:lnTo>
                    <a:pt x="2281893" y="704140"/>
                  </a:lnTo>
                  <a:lnTo>
                    <a:pt x="2269623" y="718671"/>
                  </a:lnTo>
                  <a:lnTo>
                    <a:pt x="2257761" y="725023"/>
                  </a:lnTo>
                  <a:lnTo>
                    <a:pt x="2247143" y="721367"/>
                  </a:lnTo>
                  <a:lnTo>
                    <a:pt x="2207453" y="747679"/>
                  </a:lnTo>
                  <a:lnTo>
                    <a:pt x="2210545" y="758917"/>
                  </a:lnTo>
                  <a:lnTo>
                    <a:pt x="2240979" y="763676"/>
                  </a:lnTo>
                  <a:lnTo>
                    <a:pt x="2256497" y="758030"/>
                  </a:lnTo>
                  <a:lnTo>
                    <a:pt x="2268437" y="744802"/>
                  </a:lnTo>
                  <a:lnTo>
                    <a:pt x="2281485" y="741762"/>
                  </a:lnTo>
                  <a:lnTo>
                    <a:pt x="2293386" y="744259"/>
                  </a:lnTo>
                  <a:lnTo>
                    <a:pt x="2306007" y="733835"/>
                  </a:lnTo>
                  <a:lnTo>
                    <a:pt x="2315905" y="729673"/>
                  </a:lnTo>
                  <a:lnTo>
                    <a:pt x="2326134" y="734668"/>
                  </a:lnTo>
                  <a:lnTo>
                    <a:pt x="2337548" y="759659"/>
                  </a:lnTo>
                  <a:lnTo>
                    <a:pt x="2313863" y="772670"/>
                  </a:lnTo>
                  <a:lnTo>
                    <a:pt x="2297061" y="773267"/>
                  </a:lnTo>
                  <a:lnTo>
                    <a:pt x="2288855" y="814255"/>
                  </a:lnTo>
                  <a:lnTo>
                    <a:pt x="2278685" y="831863"/>
                  </a:lnTo>
                  <a:lnTo>
                    <a:pt x="2271393" y="840332"/>
                  </a:lnTo>
                  <a:lnTo>
                    <a:pt x="2234114" y="857776"/>
                  </a:lnTo>
                  <a:lnTo>
                    <a:pt x="2209515" y="879890"/>
                  </a:lnTo>
                  <a:lnTo>
                    <a:pt x="2180521" y="897697"/>
                  </a:lnTo>
                  <a:lnTo>
                    <a:pt x="2167861" y="893824"/>
                  </a:lnTo>
                  <a:lnTo>
                    <a:pt x="2148784" y="911920"/>
                  </a:lnTo>
                  <a:lnTo>
                    <a:pt x="2106392" y="933346"/>
                  </a:lnTo>
                  <a:lnTo>
                    <a:pt x="2084670" y="962210"/>
                  </a:lnTo>
                  <a:lnTo>
                    <a:pt x="2035919" y="988033"/>
                  </a:lnTo>
                  <a:lnTo>
                    <a:pt x="2011086" y="1009043"/>
                  </a:lnTo>
                  <a:lnTo>
                    <a:pt x="1943627" y="1010147"/>
                  </a:lnTo>
                  <a:lnTo>
                    <a:pt x="1879202" y="1005532"/>
                  </a:lnTo>
                  <a:lnTo>
                    <a:pt x="1858978" y="1015521"/>
                  </a:lnTo>
                  <a:lnTo>
                    <a:pt x="1879649" y="1018616"/>
                  </a:lnTo>
                  <a:lnTo>
                    <a:pt x="1894137" y="1028424"/>
                  </a:lnTo>
                  <a:lnTo>
                    <a:pt x="1911502" y="1024334"/>
                  </a:lnTo>
                  <a:lnTo>
                    <a:pt x="1952320" y="1029238"/>
                  </a:lnTo>
                  <a:lnTo>
                    <a:pt x="1973322" y="1034576"/>
                  </a:lnTo>
                  <a:lnTo>
                    <a:pt x="2000274" y="1068923"/>
                  </a:lnTo>
                  <a:lnTo>
                    <a:pt x="1980458" y="1081138"/>
                  </a:lnTo>
                  <a:lnTo>
                    <a:pt x="1946136" y="1090512"/>
                  </a:lnTo>
                  <a:lnTo>
                    <a:pt x="1959009" y="1139227"/>
                  </a:lnTo>
                  <a:lnTo>
                    <a:pt x="1969627" y="1172071"/>
                  </a:lnTo>
                  <a:lnTo>
                    <a:pt x="1955723" y="1191887"/>
                  </a:lnTo>
                  <a:lnTo>
                    <a:pt x="1954692" y="1282042"/>
                  </a:lnTo>
                  <a:lnTo>
                    <a:pt x="1935188" y="1283761"/>
                  </a:lnTo>
                  <a:lnTo>
                    <a:pt x="1926904" y="1321058"/>
                  </a:lnTo>
                  <a:lnTo>
                    <a:pt x="1933049" y="1340077"/>
                  </a:lnTo>
                  <a:lnTo>
                    <a:pt x="1932562" y="1384250"/>
                  </a:lnTo>
                  <a:lnTo>
                    <a:pt x="1936627" y="1411466"/>
                  </a:lnTo>
                  <a:lnTo>
                    <a:pt x="1946194" y="1436530"/>
                  </a:lnTo>
                  <a:lnTo>
                    <a:pt x="1941935" y="1462660"/>
                  </a:lnTo>
                  <a:lnTo>
                    <a:pt x="1911094" y="1523826"/>
                  </a:lnTo>
                  <a:lnTo>
                    <a:pt x="1911794" y="1552526"/>
                  </a:lnTo>
                  <a:lnTo>
                    <a:pt x="1917336" y="1569573"/>
                  </a:lnTo>
                  <a:lnTo>
                    <a:pt x="1921439" y="1596826"/>
                  </a:lnTo>
                  <a:lnTo>
                    <a:pt x="1907418" y="1649214"/>
                  </a:lnTo>
                  <a:lnTo>
                    <a:pt x="1897520" y="1692989"/>
                  </a:lnTo>
                  <a:lnTo>
                    <a:pt x="1885755" y="1729833"/>
                  </a:lnTo>
                  <a:lnTo>
                    <a:pt x="1859425" y="1774042"/>
                  </a:lnTo>
                  <a:lnTo>
                    <a:pt x="1846319" y="1807086"/>
                  </a:lnTo>
                  <a:lnTo>
                    <a:pt x="1815652" y="1910198"/>
                  </a:lnTo>
                  <a:lnTo>
                    <a:pt x="1800445" y="1930665"/>
                  </a:lnTo>
                  <a:lnTo>
                    <a:pt x="1781796" y="1946390"/>
                  </a:lnTo>
                  <a:lnTo>
                    <a:pt x="1761008" y="1931841"/>
                  </a:lnTo>
                  <a:lnTo>
                    <a:pt x="1741951" y="1923915"/>
                  </a:lnTo>
                  <a:lnTo>
                    <a:pt x="1718674" y="1924874"/>
                  </a:lnTo>
                  <a:lnTo>
                    <a:pt x="1682212" y="1936799"/>
                  </a:lnTo>
                  <a:lnTo>
                    <a:pt x="1627374" y="1928873"/>
                  </a:lnTo>
                  <a:lnTo>
                    <a:pt x="1573780" y="1932691"/>
                  </a:lnTo>
                  <a:lnTo>
                    <a:pt x="1560226" y="1942988"/>
                  </a:lnTo>
                  <a:lnTo>
                    <a:pt x="1568355" y="1980411"/>
                  </a:lnTo>
                  <a:lnTo>
                    <a:pt x="1548598" y="1985315"/>
                  </a:lnTo>
                  <a:lnTo>
                    <a:pt x="1529288" y="1974675"/>
                  </a:lnTo>
                  <a:lnTo>
                    <a:pt x="1512292" y="1987378"/>
                  </a:lnTo>
                  <a:lnTo>
                    <a:pt x="1498096" y="2001312"/>
                  </a:lnTo>
                  <a:lnTo>
                    <a:pt x="1470210" y="2034374"/>
                  </a:lnTo>
                  <a:lnTo>
                    <a:pt x="1460876" y="2054732"/>
                  </a:lnTo>
                  <a:lnTo>
                    <a:pt x="1458465" y="2093078"/>
                  </a:lnTo>
                  <a:lnTo>
                    <a:pt x="1473108" y="2127461"/>
                  </a:lnTo>
                  <a:lnTo>
                    <a:pt x="1486098" y="2167725"/>
                  </a:lnTo>
                  <a:lnTo>
                    <a:pt x="1452650" y="2216313"/>
                  </a:lnTo>
                  <a:lnTo>
                    <a:pt x="1433982" y="2217960"/>
                  </a:lnTo>
                  <a:lnTo>
                    <a:pt x="1379494" y="2204478"/>
                  </a:lnTo>
                  <a:lnTo>
                    <a:pt x="1282924" y="2234934"/>
                  </a:lnTo>
                  <a:lnTo>
                    <a:pt x="1196194" y="2210848"/>
                  </a:lnTo>
                  <a:lnTo>
                    <a:pt x="1207103" y="2184826"/>
                  </a:lnTo>
                  <a:lnTo>
                    <a:pt x="1206734" y="2165698"/>
                  </a:lnTo>
                  <a:lnTo>
                    <a:pt x="1211634" y="2136274"/>
                  </a:lnTo>
                  <a:lnTo>
                    <a:pt x="1214551" y="2106180"/>
                  </a:lnTo>
                  <a:lnTo>
                    <a:pt x="1213734" y="2086039"/>
                  </a:lnTo>
                  <a:lnTo>
                    <a:pt x="1207376" y="2064577"/>
                  </a:lnTo>
                  <a:lnTo>
                    <a:pt x="1185985" y="2036491"/>
                  </a:lnTo>
                  <a:lnTo>
                    <a:pt x="1137797" y="1941703"/>
                  </a:lnTo>
                  <a:lnTo>
                    <a:pt x="1123543" y="1901693"/>
                  </a:lnTo>
                  <a:lnTo>
                    <a:pt x="1113626" y="1885026"/>
                  </a:lnTo>
                  <a:lnTo>
                    <a:pt x="1120762" y="1884121"/>
                  </a:lnTo>
                  <a:lnTo>
                    <a:pt x="1160452" y="1905601"/>
                  </a:lnTo>
                  <a:lnTo>
                    <a:pt x="1169708" y="1902959"/>
                  </a:lnTo>
                  <a:lnTo>
                    <a:pt x="1179431" y="1894888"/>
                  </a:lnTo>
                  <a:lnTo>
                    <a:pt x="1167589" y="1864143"/>
                  </a:lnTo>
                  <a:lnTo>
                    <a:pt x="1157418" y="1850227"/>
                  </a:lnTo>
                  <a:lnTo>
                    <a:pt x="1150515" y="1829416"/>
                  </a:lnTo>
                  <a:lnTo>
                    <a:pt x="1173753" y="1823788"/>
                  </a:lnTo>
                  <a:lnTo>
                    <a:pt x="1190535" y="1825037"/>
                  </a:lnTo>
                  <a:lnTo>
                    <a:pt x="1202903" y="1801621"/>
                  </a:lnTo>
                  <a:lnTo>
                    <a:pt x="1195766" y="1763763"/>
                  </a:lnTo>
                  <a:lnTo>
                    <a:pt x="1177740" y="1752109"/>
                  </a:lnTo>
                  <a:lnTo>
                    <a:pt x="1162688" y="1747042"/>
                  </a:lnTo>
                  <a:lnTo>
                    <a:pt x="1133830" y="1687578"/>
                  </a:lnTo>
                  <a:lnTo>
                    <a:pt x="1103727" y="1656779"/>
                  </a:lnTo>
                  <a:lnTo>
                    <a:pt x="1050037" y="1537977"/>
                  </a:lnTo>
                  <a:lnTo>
                    <a:pt x="1030396" y="1456435"/>
                  </a:lnTo>
                  <a:lnTo>
                    <a:pt x="1012136" y="1464181"/>
                  </a:lnTo>
                  <a:lnTo>
                    <a:pt x="1003269" y="1428658"/>
                  </a:lnTo>
                  <a:lnTo>
                    <a:pt x="996910" y="1395017"/>
                  </a:lnTo>
                  <a:lnTo>
                    <a:pt x="995646" y="1370279"/>
                  </a:lnTo>
                  <a:lnTo>
                    <a:pt x="967021" y="1356110"/>
                  </a:lnTo>
                  <a:lnTo>
                    <a:pt x="965854" y="1338774"/>
                  </a:lnTo>
                  <a:lnTo>
                    <a:pt x="960701" y="1261412"/>
                  </a:lnTo>
                  <a:lnTo>
                    <a:pt x="929995" y="1251025"/>
                  </a:lnTo>
                  <a:lnTo>
                    <a:pt x="910141" y="1207612"/>
                  </a:lnTo>
                  <a:lnTo>
                    <a:pt x="906602" y="1125474"/>
                  </a:lnTo>
                  <a:lnTo>
                    <a:pt x="886378" y="1110526"/>
                  </a:lnTo>
                  <a:lnTo>
                    <a:pt x="870101" y="1114670"/>
                  </a:lnTo>
                  <a:lnTo>
                    <a:pt x="870860" y="1094312"/>
                  </a:lnTo>
                  <a:lnTo>
                    <a:pt x="874749" y="1075202"/>
                  </a:lnTo>
                  <a:lnTo>
                    <a:pt x="865240" y="999488"/>
                  </a:lnTo>
                  <a:lnTo>
                    <a:pt x="862070" y="930378"/>
                  </a:lnTo>
                  <a:lnTo>
                    <a:pt x="854350" y="909514"/>
                  </a:lnTo>
                  <a:lnTo>
                    <a:pt x="849974" y="885084"/>
                  </a:lnTo>
                  <a:lnTo>
                    <a:pt x="853902" y="863983"/>
                  </a:lnTo>
                  <a:lnTo>
                    <a:pt x="859659" y="851859"/>
                  </a:lnTo>
                  <a:lnTo>
                    <a:pt x="879474" y="848674"/>
                  </a:lnTo>
                  <a:lnTo>
                    <a:pt x="897987" y="867331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h23"/>
            <p:cNvSpPr/>
            <p:nvPr/>
          </p:nvSpPr>
          <p:spPr>
            <a:xfrm>
              <a:off x="3465237" y="1695495"/>
              <a:ext cx="952845" cy="914400"/>
            </a:xfrm>
            <a:custGeom>
              <a:avLst/>
              <a:pathLst>
                <a:path w="952845" h="914400">
                  <a:moveTo>
                    <a:pt x="914400" y="914400"/>
                  </a:moveTo>
                  <a:lnTo>
                    <a:pt x="904074" y="912644"/>
                  </a:lnTo>
                  <a:lnTo>
                    <a:pt x="894662" y="895579"/>
                  </a:lnTo>
                  <a:lnTo>
                    <a:pt x="913699" y="869521"/>
                  </a:lnTo>
                  <a:lnTo>
                    <a:pt x="942830" y="870932"/>
                  </a:lnTo>
                  <a:lnTo>
                    <a:pt x="952845" y="876361"/>
                  </a:lnTo>
                  <a:lnTo>
                    <a:pt x="917978" y="891291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h24"/>
            <p:cNvSpPr/>
            <p:nvPr/>
          </p:nvSpPr>
          <p:spPr>
            <a:xfrm>
              <a:off x="3312604" y="1265837"/>
              <a:ext cx="937035" cy="914400"/>
            </a:xfrm>
            <a:custGeom>
              <a:avLst/>
              <a:pathLst>
                <a:path w="937035" h="914400">
                  <a:moveTo>
                    <a:pt x="914400" y="914400"/>
                  </a:moveTo>
                  <a:lnTo>
                    <a:pt x="910024" y="913278"/>
                  </a:lnTo>
                  <a:lnTo>
                    <a:pt x="915469" y="896068"/>
                  </a:lnTo>
                  <a:lnTo>
                    <a:pt x="919514" y="888630"/>
                  </a:lnTo>
                  <a:lnTo>
                    <a:pt x="932932" y="881682"/>
                  </a:lnTo>
                  <a:lnTo>
                    <a:pt x="937035" y="882894"/>
                  </a:lnTo>
                  <a:lnTo>
                    <a:pt x="923228" y="910871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h25"/>
            <p:cNvSpPr/>
            <p:nvPr/>
          </p:nvSpPr>
          <p:spPr>
            <a:xfrm>
              <a:off x="3352119" y="1111042"/>
              <a:ext cx="939913" cy="914400"/>
            </a:xfrm>
            <a:custGeom>
              <a:avLst/>
              <a:pathLst>
                <a:path w="939913" h="914400">
                  <a:moveTo>
                    <a:pt x="914400" y="914400"/>
                  </a:moveTo>
                  <a:lnTo>
                    <a:pt x="909382" y="899362"/>
                  </a:lnTo>
                  <a:lnTo>
                    <a:pt x="911385" y="896412"/>
                  </a:lnTo>
                  <a:lnTo>
                    <a:pt x="914808" y="881573"/>
                  </a:lnTo>
                  <a:lnTo>
                    <a:pt x="924473" y="873430"/>
                  </a:lnTo>
                  <a:lnTo>
                    <a:pt x="939913" y="878316"/>
                  </a:lnTo>
                  <a:lnTo>
                    <a:pt x="939816" y="882025"/>
                  </a:lnTo>
                  <a:lnTo>
                    <a:pt x="925056" y="894041"/>
                  </a:lnTo>
                  <a:lnTo>
                    <a:pt x="919397" y="902130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h26"/>
            <p:cNvSpPr/>
            <p:nvPr/>
          </p:nvSpPr>
          <p:spPr>
            <a:xfrm>
              <a:off x="3621740" y="2965307"/>
              <a:ext cx="929470" cy="915707"/>
            </a:xfrm>
            <a:custGeom>
              <a:avLst/>
              <a:pathLst>
                <a:path w="929470" h="915707">
                  <a:moveTo>
                    <a:pt x="914400" y="914400"/>
                  </a:moveTo>
                  <a:lnTo>
                    <a:pt x="858628" y="909550"/>
                  </a:lnTo>
                  <a:lnTo>
                    <a:pt x="850694" y="905062"/>
                  </a:lnTo>
                  <a:lnTo>
                    <a:pt x="881380" y="873321"/>
                  </a:lnTo>
                  <a:lnTo>
                    <a:pt x="901371" y="840332"/>
                  </a:lnTo>
                  <a:lnTo>
                    <a:pt x="918347" y="797281"/>
                  </a:lnTo>
                  <a:lnTo>
                    <a:pt x="920156" y="767458"/>
                  </a:lnTo>
                  <a:lnTo>
                    <a:pt x="924395" y="733835"/>
                  </a:lnTo>
                  <a:lnTo>
                    <a:pt x="929470" y="731330"/>
                  </a:lnTo>
                  <a:lnTo>
                    <a:pt x="929470" y="915707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h27"/>
            <p:cNvSpPr/>
            <p:nvPr/>
          </p:nvSpPr>
          <p:spPr>
            <a:xfrm>
              <a:off x="2584559" y="3119360"/>
              <a:ext cx="1966652" cy="921186"/>
            </a:xfrm>
            <a:custGeom>
              <a:avLst/>
              <a:pathLst>
                <a:path w="1966652" h="921186">
                  <a:moveTo>
                    <a:pt x="914400" y="914399"/>
                  </a:moveTo>
                  <a:lnTo>
                    <a:pt x="1028432" y="869340"/>
                  </a:lnTo>
                  <a:lnTo>
                    <a:pt x="1150223" y="827067"/>
                  </a:lnTo>
                  <a:lnTo>
                    <a:pt x="1178654" y="822471"/>
                  </a:lnTo>
                  <a:lnTo>
                    <a:pt x="1207239" y="813567"/>
                  </a:lnTo>
                  <a:lnTo>
                    <a:pt x="1217799" y="797751"/>
                  </a:lnTo>
                  <a:lnTo>
                    <a:pt x="1228339" y="787165"/>
                  </a:lnTo>
                  <a:lnTo>
                    <a:pt x="1244926" y="759279"/>
                  </a:lnTo>
                  <a:lnTo>
                    <a:pt x="1281602" y="715938"/>
                  </a:lnTo>
                  <a:lnTo>
                    <a:pt x="1346455" y="700158"/>
                  </a:lnTo>
                  <a:lnTo>
                    <a:pt x="1370665" y="679601"/>
                  </a:lnTo>
                  <a:lnTo>
                    <a:pt x="1421420" y="650810"/>
                  </a:lnTo>
                  <a:lnTo>
                    <a:pt x="1537124" y="618508"/>
                  </a:lnTo>
                  <a:lnTo>
                    <a:pt x="1585448" y="611415"/>
                  </a:lnTo>
                  <a:lnTo>
                    <a:pt x="1632800" y="610546"/>
                  </a:lnTo>
                  <a:lnTo>
                    <a:pt x="1674959" y="636025"/>
                  </a:lnTo>
                  <a:lnTo>
                    <a:pt x="1719588" y="667477"/>
                  </a:lnTo>
                  <a:lnTo>
                    <a:pt x="1727619" y="686460"/>
                  </a:lnTo>
                  <a:lnTo>
                    <a:pt x="1703467" y="674625"/>
                  </a:lnTo>
                  <a:lnTo>
                    <a:pt x="1668269" y="646376"/>
                  </a:lnTo>
                  <a:lnTo>
                    <a:pt x="1655260" y="645182"/>
                  </a:lnTo>
                  <a:lnTo>
                    <a:pt x="1685304" y="731103"/>
                  </a:lnTo>
                  <a:lnTo>
                    <a:pt x="1701736" y="761487"/>
                  </a:lnTo>
                  <a:lnTo>
                    <a:pt x="1734950" y="784215"/>
                  </a:lnTo>
                  <a:lnTo>
                    <a:pt x="1762797" y="791870"/>
                  </a:lnTo>
                  <a:lnTo>
                    <a:pt x="1848594" y="778099"/>
                  </a:lnTo>
                  <a:lnTo>
                    <a:pt x="1879066" y="760111"/>
                  </a:lnTo>
                  <a:lnTo>
                    <a:pt x="1887875" y="751009"/>
                  </a:lnTo>
                  <a:lnTo>
                    <a:pt x="1895809" y="755497"/>
                  </a:lnTo>
                  <a:lnTo>
                    <a:pt x="1951581" y="760346"/>
                  </a:lnTo>
                  <a:lnTo>
                    <a:pt x="1966652" y="761654"/>
                  </a:lnTo>
                  <a:lnTo>
                    <a:pt x="1966652" y="921186"/>
                  </a:lnTo>
                  <a:lnTo>
                    <a:pt x="901485" y="921186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h28"/>
            <p:cNvSpPr/>
            <p:nvPr/>
          </p:nvSpPr>
          <p:spPr>
            <a:xfrm>
              <a:off x="2106436" y="571847"/>
              <a:ext cx="968965" cy="1655295"/>
            </a:xfrm>
            <a:custGeom>
              <a:avLst/>
              <a:pathLst>
                <a:path w="968965" h="1655295">
                  <a:moveTo>
                    <a:pt x="914400" y="914400"/>
                  </a:moveTo>
                  <a:lnTo>
                    <a:pt x="940418" y="989444"/>
                  </a:lnTo>
                  <a:lnTo>
                    <a:pt x="962023" y="1042810"/>
                  </a:lnTo>
                  <a:lnTo>
                    <a:pt x="968965" y="1077989"/>
                  </a:lnTo>
                  <a:lnTo>
                    <a:pt x="961829" y="1113657"/>
                  </a:lnTo>
                  <a:lnTo>
                    <a:pt x="954459" y="1131916"/>
                  </a:lnTo>
                  <a:lnTo>
                    <a:pt x="954225" y="1156509"/>
                  </a:lnTo>
                  <a:lnTo>
                    <a:pt x="948547" y="1205459"/>
                  </a:lnTo>
                  <a:lnTo>
                    <a:pt x="931804" y="1230197"/>
                  </a:lnTo>
                  <a:lnTo>
                    <a:pt x="909888" y="1257178"/>
                  </a:lnTo>
                  <a:lnTo>
                    <a:pt x="885444" y="1277319"/>
                  </a:lnTo>
                  <a:lnTo>
                    <a:pt x="866056" y="1282983"/>
                  </a:lnTo>
                  <a:lnTo>
                    <a:pt x="849410" y="1285318"/>
                  </a:lnTo>
                  <a:lnTo>
                    <a:pt x="838229" y="1295560"/>
                  </a:lnTo>
                  <a:lnTo>
                    <a:pt x="828097" y="1325654"/>
                  </a:lnTo>
                  <a:lnTo>
                    <a:pt x="818744" y="1357268"/>
                  </a:lnTo>
                  <a:lnTo>
                    <a:pt x="788174" y="1396139"/>
                  </a:lnTo>
                  <a:lnTo>
                    <a:pt x="788991" y="1409675"/>
                  </a:lnTo>
                  <a:lnTo>
                    <a:pt x="800639" y="1455748"/>
                  </a:lnTo>
                  <a:lnTo>
                    <a:pt x="811549" y="1508209"/>
                  </a:lnTo>
                  <a:lnTo>
                    <a:pt x="802331" y="1557249"/>
                  </a:lnTo>
                  <a:lnTo>
                    <a:pt x="794436" y="1608733"/>
                  </a:lnTo>
                  <a:lnTo>
                    <a:pt x="780610" y="1643043"/>
                  </a:lnTo>
                  <a:lnTo>
                    <a:pt x="760852" y="1655295"/>
                  </a:lnTo>
                  <a:lnTo>
                    <a:pt x="746346" y="1649178"/>
                  </a:lnTo>
                  <a:lnTo>
                    <a:pt x="729933" y="1602110"/>
                  </a:lnTo>
                  <a:lnTo>
                    <a:pt x="729564" y="1591288"/>
                  </a:lnTo>
                  <a:lnTo>
                    <a:pt x="725480" y="1576902"/>
                  </a:lnTo>
                  <a:lnTo>
                    <a:pt x="678926" y="1562570"/>
                  </a:lnTo>
                  <a:lnTo>
                    <a:pt x="670700" y="1563094"/>
                  </a:lnTo>
                  <a:lnTo>
                    <a:pt x="652401" y="1554698"/>
                  </a:lnTo>
                  <a:lnTo>
                    <a:pt x="641667" y="1552327"/>
                  </a:lnTo>
                  <a:lnTo>
                    <a:pt x="619654" y="1547477"/>
                  </a:lnTo>
                  <a:lnTo>
                    <a:pt x="601355" y="1505947"/>
                  </a:lnTo>
                  <a:lnTo>
                    <a:pt x="581909" y="1471401"/>
                  </a:lnTo>
                  <a:lnTo>
                    <a:pt x="579147" y="1456960"/>
                  </a:lnTo>
                  <a:lnTo>
                    <a:pt x="579809" y="1392357"/>
                  </a:lnTo>
                  <a:lnTo>
                    <a:pt x="573858" y="1363620"/>
                  </a:lnTo>
                  <a:lnTo>
                    <a:pt x="572030" y="1332295"/>
                  </a:lnTo>
                  <a:lnTo>
                    <a:pt x="559798" y="1357775"/>
                  </a:lnTo>
                  <a:lnTo>
                    <a:pt x="566896" y="1398057"/>
                  </a:lnTo>
                  <a:lnTo>
                    <a:pt x="551806" y="1414959"/>
                  </a:lnTo>
                  <a:lnTo>
                    <a:pt x="532768" y="1423175"/>
                  </a:lnTo>
                  <a:lnTo>
                    <a:pt x="534557" y="1446772"/>
                  </a:lnTo>
                  <a:lnTo>
                    <a:pt x="542375" y="1451242"/>
                  </a:lnTo>
                  <a:lnTo>
                    <a:pt x="544008" y="1475744"/>
                  </a:lnTo>
                  <a:lnTo>
                    <a:pt x="539380" y="1512009"/>
                  </a:lnTo>
                  <a:lnTo>
                    <a:pt x="501907" y="1592646"/>
                  </a:lnTo>
                  <a:lnTo>
                    <a:pt x="494343" y="1601314"/>
                  </a:lnTo>
                  <a:lnTo>
                    <a:pt x="489209" y="1612208"/>
                  </a:lnTo>
                  <a:lnTo>
                    <a:pt x="470035" y="1604969"/>
                  </a:lnTo>
                  <a:lnTo>
                    <a:pt x="453486" y="1620077"/>
                  </a:lnTo>
                  <a:lnTo>
                    <a:pt x="453486" y="874425"/>
                  </a:lnTo>
                  <a:lnTo>
                    <a:pt x="910415" y="874425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h29"/>
            <p:cNvSpPr/>
            <p:nvPr/>
          </p:nvSpPr>
          <p:spPr>
            <a:xfrm>
              <a:off x="1649937" y="2876382"/>
              <a:ext cx="915722" cy="956861"/>
            </a:xfrm>
            <a:custGeom>
              <a:avLst/>
              <a:pathLst>
                <a:path w="915722" h="956861">
                  <a:moveTo>
                    <a:pt x="914400" y="914400"/>
                  </a:moveTo>
                  <a:lnTo>
                    <a:pt x="915722" y="948728"/>
                  </a:lnTo>
                  <a:lnTo>
                    <a:pt x="909985" y="956861"/>
                  </a:lnTo>
                  <a:lnTo>
                    <a:pt x="909985" y="906665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h30"/>
            <p:cNvSpPr/>
            <p:nvPr/>
          </p:nvSpPr>
          <p:spPr>
            <a:xfrm>
              <a:off x="1674089" y="2945129"/>
              <a:ext cx="1097777" cy="1095416"/>
            </a:xfrm>
            <a:custGeom>
              <a:avLst/>
              <a:pathLst>
                <a:path w="1097777" h="1095416">
                  <a:moveTo>
                    <a:pt x="914400" y="914400"/>
                  </a:moveTo>
                  <a:lnTo>
                    <a:pt x="919844" y="928569"/>
                  </a:lnTo>
                  <a:lnTo>
                    <a:pt x="928128" y="943860"/>
                  </a:lnTo>
                  <a:lnTo>
                    <a:pt x="957609" y="932966"/>
                  </a:lnTo>
                  <a:lnTo>
                    <a:pt x="1031504" y="978207"/>
                  </a:lnTo>
                  <a:lnTo>
                    <a:pt x="1076192" y="956184"/>
                  </a:lnTo>
                  <a:lnTo>
                    <a:pt x="1087626" y="954899"/>
                  </a:lnTo>
                  <a:lnTo>
                    <a:pt x="1097777" y="991453"/>
                  </a:lnTo>
                  <a:lnTo>
                    <a:pt x="1086673" y="1028279"/>
                  </a:lnTo>
                  <a:lnTo>
                    <a:pt x="1047275" y="1067566"/>
                  </a:lnTo>
                  <a:lnTo>
                    <a:pt x="1056007" y="1091779"/>
                  </a:lnTo>
                  <a:lnTo>
                    <a:pt x="1064521" y="1095416"/>
                  </a:lnTo>
                  <a:lnTo>
                    <a:pt x="885833" y="1095416"/>
                  </a:lnTo>
                  <a:lnTo>
                    <a:pt x="885833" y="917489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h31"/>
            <p:cNvSpPr/>
            <p:nvPr/>
          </p:nvSpPr>
          <p:spPr>
            <a:xfrm>
              <a:off x="1865420" y="3122744"/>
              <a:ext cx="922762" cy="917802"/>
            </a:xfrm>
            <a:custGeom>
              <a:avLst/>
              <a:pathLst>
                <a:path w="922762" h="917802">
                  <a:moveTo>
                    <a:pt x="914400" y="914399"/>
                  </a:moveTo>
                  <a:lnTo>
                    <a:pt x="922762" y="917802"/>
                  </a:lnTo>
                  <a:lnTo>
                    <a:pt x="889812" y="917802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h32"/>
            <p:cNvSpPr/>
            <p:nvPr/>
          </p:nvSpPr>
          <p:spPr>
            <a:xfrm>
              <a:off x="1984158" y="3084072"/>
              <a:ext cx="1337877" cy="956473"/>
            </a:xfrm>
            <a:custGeom>
              <a:avLst/>
              <a:pathLst>
                <a:path w="1337877" h="956473">
                  <a:moveTo>
                    <a:pt x="914400" y="914399"/>
                  </a:moveTo>
                  <a:lnTo>
                    <a:pt x="933457" y="902565"/>
                  </a:lnTo>
                  <a:lnTo>
                    <a:pt x="996190" y="894096"/>
                  </a:lnTo>
                  <a:lnTo>
                    <a:pt x="1007605" y="872760"/>
                  </a:lnTo>
                  <a:lnTo>
                    <a:pt x="1033021" y="851298"/>
                  </a:lnTo>
                  <a:lnTo>
                    <a:pt x="1049395" y="827863"/>
                  </a:lnTo>
                  <a:lnTo>
                    <a:pt x="1088598" y="783256"/>
                  </a:lnTo>
                  <a:lnTo>
                    <a:pt x="1129163" y="791291"/>
                  </a:lnTo>
                  <a:lnTo>
                    <a:pt x="1152849" y="799832"/>
                  </a:lnTo>
                  <a:lnTo>
                    <a:pt x="1178848" y="804139"/>
                  </a:lnTo>
                  <a:lnTo>
                    <a:pt x="1202514" y="851696"/>
                  </a:lnTo>
                  <a:lnTo>
                    <a:pt x="1262369" y="904266"/>
                  </a:lnTo>
                  <a:lnTo>
                    <a:pt x="1317363" y="899687"/>
                  </a:lnTo>
                  <a:lnTo>
                    <a:pt x="1336887" y="949416"/>
                  </a:lnTo>
                  <a:lnTo>
                    <a:pt x="1337877" y="956473"/>
                  </a:lnTo>
                  <a:lnTo>
                    <a:pt x="878016" y="956473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h33"/>
            <p:cNvSpPr/>
            <p:nvPr/>
          </p:nvSpPr>
          <p:spPr>
            <a:xfrm>
              <a:off x="2389105" y="3009244"/>
              <a:ext cx="914400" cy="940187"/>
            </a:xfrm>
            <a:custGeom>
              <a:avLst/>
              <a:pathLst>
                <a:path w="914400" h="940187">
                  <a:moveTo>
                    <a:pt x="914400" y="914399"/>
                  </a:moveTo>
                  <a:lnTo>
                    <a:pt x="909052" y="927103"/>
                  </a:lnTo>
                  <a:lnTo>
                    <a:pt x="886669" y="905967"/>
                  </a:lnTo>
                  <a:lnTo>
                    <a:pt x="864189" y="906256"/>
                  </a:lnTo>
                  <a:lnTo>
                    <a:pt x="850752" y="938811"/>
                  </a:lnTo>
                  <a:lnTo>
                    <a:pt x="840757" y="940187"/>
                  </a:lnTo>
                  <a:lnTo>
                    <a:pt x="806045" y="910617"/>
                  </a:lnTo>
                  <a:lnTo>
                    <a:pt x="800484" y="896195"/>
                  </a:lnTo>
                  <a:lnTo>
                    <a:pt x="799336" y="884197"/>
                  </a:lnTo>
                  <a:lnTo>
                    <a:pt x="804295" y="842666"/>
                  </a:lnTo>
                  <a:lnTo>
                    <a:pt x="803381" y="829601"/>
                  </a:lnTo>
                  <a:lnTo>
                    <a:pt x="814291" y="815323"/>
                  </a:lnTo>
                  <a:lnTo>
                    <a:pt x="815982" y="794693"/>
                  </a:lnTo>
                  <a:lnTo>
                    <a:pt x="835273" y="772941"/>
                  </a:lnTo>
                  <a:lnTo>
                    <a:pt x="852386" y="772127"/>
                  </a:lnTo>
                  <a:lnTo>
                    <a:pt x="857831" y="790549"/>
                  </a:lnTo>
                  <a:lnTo>
                    <a:pt x="866017" y="803234"/>
                  </a:lnTo>
                  <a:lnTo>
                    <a:pt x="894856" y="817458"/>
                  </a:lnTo>
                  <a:lnTo>
                    <a:pt x="899154" y="823918"/>
                  </a:lnTo>
                  <a:lnTo>
                    <a:pt x="901759" y="832858"/>
                  </a:lnTo>
                  <a:lnTo>
                    <a:pt x="888342" y="850375"/>
                  </a:lnTo>
                  <a:lnTo>
                    <a:pt x="883791" y="859351"/>
                  </a:lnTo>
                  <a:lnTo>
                    <a:pt x="888050" y="873737"/>
                  </a:lnTo>
                  <a:lnTo>
                    <a:pt x="909421" y="889463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h34"/>
            <p:cNvSpPr/>
            <p:nvPr/>
          </p:nvSpPr>
          <p:spPr>
            <a:xfrm>
              <a:off x="2416641" y="3112700"/>
              <a:ext cx="961639" cy="927845"/>
            </a:xfrm>
            <a:custGeom>
              <a:avLst/>
              <a:pathLst>
                <a:path w="961639" h="927845">
                  <a:moveTo>
                    <a:pt x="914400" y="914400"/>
                  </a:moveTo>
                  <a:lnTo>
                    <a:pt x="905376" y="905768"/>
                  </a:lnTo>
                  <a:lnTo>
                    <a:pt x="904035" y="893444"/>
                  </a:lnTo>
                  <a:lnTo>
                    <a:pt x="905493" y="880686"/>
                  </a:lnTo>
                  <a:lnTo>
                    <a:pt x="947536" y="915033"/>
                  </a:lnTo>
                  <a:lnTo>
                    <a:pt x="961639" y="927845"/>
                  </a:lnTo>
                  <a:lnTo>
                    <a:pt x="923368" y="927845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h35"/>
            <p:cNvSpPr/>
            <p:nvPr/>
          </p:nvSpPr>
          <p:spPr>
            <a:xfrm>
              <a:off x="1870398" y="2971966"/>
              <a:ext cx="944969" cy="914399"/>
            </a:xfrm>
            <a:custGeom>
              <a:avLst/>
              <a:pathLst>
                <a:path w="944969" h="914399">
                  <a:moveTo>
                    <a:pt x="914400" y="914399"/>
                  </a:moveTo>
                  <a:lnTo>
                    <a:pt x="902732" y="899579"/>
                  </a:lnTo>
                  <a:lnTo>
                    <a:pt x="890986" y="895815"/>
                  </a:lnTo>
                  <a:lnTo>
                    <a:pt x="897306" y="877538"/>
                  </a:lnTo>
                  <a:lnTo>
                    <a:pt x="905571" y="870896"/>
                  </a:lnTo>
                  <a:lnTo>
                    <a:pt x="935168" y="882804"/>
                  </a:lnTo>
                  <a:lnTo>
                    <a:pt x="944463" y="906111"/>
                  </a:lnTo>
                  <a:lnTo>
                    <a:pt x="944969" y="913676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h36"/>
            <p:cNvSpPr/>
            <p:nvPr/>
          </p:nvSpPr>
          <p:spPr>
            <a:xfrm>
              <a:off x="3636811" y="772372"/>
              <a:ext cx="914400" cy="1014217"/>
            </a:xfrm>
            <a:custGeom>
              <a:avLst/>
              <a:pathLst>
                <a:path w="914400" h="1014217">
                  <a:moveTo>
                    <a:pt x="914400" y="914400"/>
                  </a:moveTo>
                  <a:lnTo>
                    <a:pt x="914400" y="1010474"/>
                  </a:lnTo>
                  <a:lnTo>
                    <a:pt x="874535" y="1014217"/>
                  </a:lnTo>
                  <a:lnTo>
                    <a:pt x="863820" y="1007829"/>
                  </a:lnTo>
                  <a:lnTo>
                    <a:pt x="849138" y="958155"/>
                  </a:lnTo>
                  <a:lnTo>
                    <a:pt x="852055" y="945325"/>
                  </a:lnTo>
                  <a:lnTo>
                    <a:pt x="861934" y="939860"/>
                  </a:lnTo>
                  <a:lnTo>
                    <a:pt x="870393" y="938684"/>
                  </a:lnTo>
                  <a:lnTo>
                    <a:pt x="871637" y="965430"/>
                  </a:lnTo>
                  <a:lnTo>
                    <a:pt x="884063" y="962770"/>
                  </a:lnTo>
                  <a:lnTo>
                    <a:pt x="887953" y="945144"/>
                  </a:lnTo>
                  <a:lnTo>
                    <a:pt x="888828" y="932730"/>
                  </a:lnTo>
                  <a:lnTo>
                    <a:pt x="885464" y="926469"/>
                  </a:lnTo>
                  <a:lnTo>
                    <a:pt x="877024" y="921619"/>
                  </a:lnTo>
                  <a:lnTo>
                    <a:pt x="872143" y="913295"/>
                  </a:lnTo>
                  <a:lnTo>
                    <a:pt x="879163" y="899904"/>
                  </a:lnTo>
                  <a:lnTo>
                    <a:pt x="892153" y="894113"/>
                  </a:lnTo>
                  <a:lnTo>
                    <a:pt x="903354" y="912010"/>
                  </a:lnTo>
                  <a:lnTo>
                    <a:pt x="912319" y="914363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h37"/>
            <p:cNvSpPr/>
            <p:nvPr/>
          </p:nvSpPr>
          <p:spPr>
            <a:xfrm>
              <a:off x="3570597" y="841426"/>
              <a:ext cx="914400" cy="925402"/>
            </a:xfrm>
            <a:custGeom>
              <a:avLst/>
              <a:pathLst>
                <a:path w="914400" h="925402">
                  <a:moveTo>
                    <a:pt x="914400" y="914400"/>
                  </a:moveTo>
                  <a:lnTo>
                    <a:pt x="906777" y="912318"/>
                  </a:lnTo>
                  <a:lnTo>
                    <a:pt x="900923" y="915160"/>
                  </a:lnTo>
                  <a:lnTo>
                    <a:pt x="896956" y="925402"/>
                  </a:lnTo>
                  <a:lnTo>
                    <a:pt x="888322" y="921728"/>
                  </a:lnTo>
                  <a:lnTo>
                    <a:pt x="884841" y="907052"/>
                  </a:lnTo>
                  <a:lnTo>
                    <a:pt x="891278" y="885084"/>
                  </a:lnTo>
                  <a:lnTo>
                    <a:pt x="906699" y="884251"/>
                  </a:lnTo>
                  <a:lnTo>
                    <a:pt x="913369" y="906093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h38"/>
            <p:cNvSpPr/>
            <p:nvPr/>
          </p:nvSpPr>
          <p:spPr>
            <a:xfrm>
              <a:off x="2157521" y="2501682"/>
              <a:ext cx="921808" cy="1252527"/>
            </a:xfrm>
            <a:custGeom>
              <a:avLst/>
              <a:pathLst>
                <a:path w="921808" h="1252527">
                  <a:moveTo>
                    <a:pt x="914400" y="914400"/>
                  </a:moveTo>
                  <a:lnTo>
                    <a:pt x="909227" y="925203"/>
                  </a:lnTo>
                  <a:lnTo>
                    <a:pt x="901623" y="932315"/>
                  </a:lnTo>
                  <a:lnTo>
                    <a:pt x="881730" y="939861"/>
                  </a:lnTo>
                  <a:lnTo>
                    <a:pt x="864501" y="950393"/>
                  </a:lnTo>
                  <a:lnTo>
                    <a:pt x="849138" y="968905"/>
                  </a:lnTo>
                  <a:lnTo>
                    <a:pt x="843479" y="995362"/>
                  </a:lnTo>
                  <a:lnTo>
                    <a:pt x="855497" y="1014725"/>
                  </a:lnTo>
                  <a:lnTo>
                    <a:pt x="877355" y="1025329"/>
                  </a:lnTo>
                  <a:lnTo>
                    <a:pt x="882916" y="1062191"/>
                  </a:lnTo>
                  <a:lnTo>
                    <a:pt x="864870" y="1080378"/>
                  </a:lnTo>
                  <a:lnTo>
                    <a:pt x="818569" y="1098528"/>
                  </a:lnTo>
                  <a:lnTo>
                    <a:pt x="813707" y="1142339"/>
                  </a:lnTo>
                  <a:lnTo>
                    <a:pt x="815205" y="1176867"/>
                  </a:lnTo>
                  <a:lnTo>
                    <a:pt x="814368" y="1201966"/>
                  </a:lnTo>
                  <a:lnTo>
                    <a:pt x="810693" y="1236693"/>
                  </a:lnTo>
                  <a:lnTo>
                    <a:pt x="773240" y="1252527"/>
                  </a:lnTo>
                  <a:lnTo>
                    <a:pt x="749068" y="1199632"/>
                  </a:lnTo>
                  <a:lnTo>
                    <a:pt x="748854" y="1178459"/>
                  </a:lnTo>
                  <a:lnTo>
                    <a:pt x="741640" y="1153740"/>
                  </a:lnTo>
                  <a:lnTo>
                    <a:pt x="740278" y="1132676"/>
                  </a:lnTo>
                  <a:lnTo>
                    <a:pt x="731722" y="1098981"/>
                  </a:lnTo>
                  <a:lnTo>
                    <a:pt x="696291" y="1089860"/>
                  </a:lnTo>
                  <a:lnTo>
                    <a:pt x="682543" y="1088666"/>
                  </a:lnTo>
                  <a:lnTo>
                    <a:pt x="663310" y="1094927"/>
                  </a:lnTo>
                  <a:lnTo>
                    <a:pt x="658546" y="1092484"/>
                  </a:lnTo>
                  <a:lnTo>
                    <a:pt x="635522" y="1046466"/>
                  </a:lnTo>
                  <a:lnTo>
                    <a:pt x="639314" y="995688"/>
                  </a:lnTo>
                  <a:lnTo>
                    <a:pt x="627024" y="970063"/>
                  </a:lnTo>
                  <a:lnTo>
                    <a:pt x="625332" y="958464"/>
                  </a:lnTo>
                  <a:lnTo>
                    <a:pt x="625624" y="945615"/>
                  </a:lnTo>
                  <a:lnTo>
                    <a:pt x="615531" y="935029"/>
                  </a:lnTo>
                  <a:lnTo>
                    <a:pt x="603280" y="929419"/>
                  </a:lnTo>
                  <a:lnTo>
                    <a:pt x="597330" y="900845"/>
                  </a:lnTo>
                  <a:lnTo>
                    <a:pt x="611409" y="893915"/>
                  </a:lnTo>
                  <a:lnTo>
                    <a:pt x="646217" y="897262"/>
                  </a:lnTo>
                  <a:lnTo>
                    <a:pt x="656388" y="895308"/>
                  </a:lnTo>
                  <a:lnTo>
                    <a:pt x="665702" y="889354"/>
                  </a:lnTo>
                  <a:lnTo>
                    <a:pt x="693860" y="842377"/>
                  </a:lnTo>
                  <a:lnTo>
                    <a:pt x="693044" y="832026"/>
                  </a:lnTo>
                  <a:lnTo>
                    <a:pt x="696058" y="818598"/>
                  </a:lnTo>
                  <a:lnTo>
                    <a:pt x="726530" y="813622"/>
                  </a:lnTo>
                  <a:lnTo>
                    <a:pt x="740103" y="831772"/>
                  </a:lnTo>
                  <a:lnTo>
                    <a:pt x="737381" y="860835"/>
                  </a:lnTo>
                  <a:lnTo>
                    <a:pt x="739112" y="898077"/>
                  </a:lnTo>
                  <a:lnTo>
                    <a:pt x="757566" y="908211"/>
                  </a:lnTo>
                  <a:lnTo>
                    <a:pt x="764761" y="909694"/>
                  </a:lnTo>
                  <a:lnTo>
                    <a:pt x="772442" y="882188"/>
                  </a:lnTo>
                  <a:lnTo>
                    <a:pt x="777829" y="868815"/>
                  </a:lnTo>
                  <a:lnTo>
                    <a:pt x="785141" y="861360"/>
                  </a:lnTo>
                  <a:lnTo>
                    <a:pt x="787630" y="836224"/>
                  </a:lnTo>
                  <a:lnTo>
                    <a:pt x="783293" y="820878"/>
                  </a:lnTo>
                  <a:lnTo>
                    <a:pt x="774056" y="809441"/>
                  </a:lnTo>
                  <a:lnTo>
                    <a:pt x="808554" y="778316"/>
                  </a:lnTo>
                  <a:lnTo>
                    <a:pt x="844257" y="753669"/>
                  </a:lnTo>
                  <a:lnTo>
                    <a:pt x="865026" y="752384"/>
                  </a:lnTo>
                  <a:lnTo>
                    <a:pt x="885930" y="758410"/>
                  </a:lnTo>
                  <a:lnTo>
                    <a:pt x="905357" y="766734"/>
                  </a:lnTo>
                  <a:lnTo>
                    <a:pt x="915897" y="773901"/>
                  </a:lnTo>
                  <a:lnTo>
                    <a:pt x="921808" y="785410"/>
                  </a:lnTo>
                  <a:lnTo>
                    <a:pt x="908780" y="812844"/>
                  </a:lnTo>
                  <a:lnTo>
                    <a:pt x="905163" y="827863"/>
                  </a:lnTo>
                  <a:lnTo>
                    <a:pt x="913913" y="877302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h39"/>
            <p:cNvSpPr/>
            <p:nvPr/>
          </p:nvSpPr>
          <p:spPr>
            <a:xfrm>
              <a:off x="1697113" y="1785633"/>
              <a:ext cx="1047236" cy="1567872"/>
            </a:xfrm>
            <a:custGeom>
              <a:avLst/>
              <a:pathLst>
                <a:path w="1047236" h="1567872">
                  <a:moveTo>
                    <a:pt x="914400" y="914400"/>
                  </a:moveTo>
                  <a:lnTo>
                    <a:pt x="969004" y="870534"/>
                  </a:lnTo>
                  <a:lnTo>
                    <a:pt x="984270" y="869973"/>
                  </a:lnTo>
                  <a:lnTo>
                    <a:pt x="958581" y="902673"/>
                  </a:lnTo>
                  <a:lnTo>
                    <a:pt x="954459" y="915322"/>
                  </a:lnTo>
                  <a:lnTo>
                    <a:pt x="951347" y="934722"/>
                  </a:lnTo>
                  <a:lnTo>
                    <a:pt x="969763" y="976850"/>
                  </a:lnTo>
                  <a:lnTo>
                    <a:pt x="965874" y="1002492"/>
                  </a:lnTo>
                  <a:lnTo>
                    <a:pt x="967176" y="1052944"/>
                  </a:lnTo>
                  <a:lnTo>
                    <a:pt x="949811" y="1079238"/>
                  </a:lnTo>
                  <a:lnTo>
                    <a:pt x="930209" y="1135173"/>
                  </a:lnTo>
                  <a:lnTo>
                    <a:pt x="921770" y="1143407"/>
                  </a:lnTo>
                  <a:lnTo>
                    <a:pt x="919961" y="1208698"/>
                  </a:lnTo>
                  <a:lnTo>
                    <a:pt x="921886" y="1224279"/>
                  </a:lnTo>
                  <a:lnTo>
                    <a:pt x="919105" y="1283725"/>
                  </a:lnTo>
                  <a:lnTo>
                    <a:pt x="939193" y="1308065"/>
                  </a:lnTo>
                  <a:lnTo>
                    <a:pt x="960429" y="1320786"/>
                  </a:lnTo>
                  <a:lnTo>
                    <a:pt x="1031252" y="1320334"/>
                  </a:lnTo>
                  <a:lnTo>
                    <a:pt x="1038602" y="1331029"/>
                  </a:lnTo>
                  <a:lnTo>
                    <a:pt x="1047236" y="1349414"/>
                  </a:lnTo>
                  <a:lnTo>
                    <a:pt x="1040916" y="1380630"/>
                  </a:lnTo>
                  <a:lnTo>
                    <a:pt x="1033352" y="1404173"/>
                  </a:lnTo>
                  <a:lnTo>
                    <a:pt x="1012836" y="1424007"/>
                  </a:lnTo>
                  <a:lnTo>
                    <a:pt x="986506" y="1438792"/>
                  </a:lnTo>
                  <a:lnTo>
                    <a:pt x="970132" y="1439443"/>
                  </a:lnTo>
                  <a:lnTo>
                    <a:pt x="947827" y="1411340"/>
                  </a:lnTo>
                  <a:lnTo>
                    <a:pt x="937229" y="1420460"/>
                  </a:lnTo>
                  <a:lnTo>
                    <a:pt x="926281" y="1434792"/>
                  </a:lnTo>
                  <a:lnTo>
                    <a:pt x="907943" y="1511701"/>
                  </a:lnTo>
                  <a:lnTo>
                    <a:pt x="899251" y="1563655"/>
                  </a:lnTo>
                  <a:lnTo>
                    <a:pt x="894545" y="1567872"/>
                  </a:lnTo>
                  <a:lnTo>
                    <a:pt x="884180" y="1560217"/>
                  </a:lnTo>
                  <a:lnTo>
                    <a:pt x="866270" y="1559620"/>
                  </a:lnTo>
                  <a:lnTo>
                    <a:pt x="862809" y="1561504"/>
                  </a:lnTo>
                  <a:lnTo>
                    <a:pt x="862809" y="926074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h40"/>
            <p:cNvSpPr/>
            <p:nvPr/>
          </p:nvSpPr>
          <p:spPr>
            <a:xfrm>
              <a:off x="1650228" y="2473343"/>
              <a:ext cx="914400" cy="923610"/>
            </a:xfrm>
            <a:custGeom>
              <a:avLst/>
              <a:pathLst>
                <a:path w="914400" h="923610">
                  <a:moveTo>
                    <a:pt x="914400" y="914400"/>
                  </a:moveTo>
                  <a:lnTo>
                    <a:pt x="909694" y="923610"/>
                  </a:lnTo>
                  <a:lnTo>
                    <a:pt x="909694" y="907057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h41"/>
            <p:cNvSpPr/>
            <p:nvPr/>
          </p:nvSpPr>
          <p:spPr>
            <a:xfrm>
              <a:off x="1782287" y="2548876"/>
              <a:ext cx="940769" cy="1102980"/>
            </a:xfrm>
            <a:custGeom>
              <a:avLst/>
              <a:pathLst>
                <a:path w="940769" h="1102980">
                  <a:moveTo>
                    <a:pt x="914400" y="914399"/>
                  </a:moveTo>
                  <a:lnTo>
                    <a:pt x="924609" y="955641"/>
                  </a:lnTo>
                  <a:lnTo>
                    <a:pt x="940769" y="1001768"/>
                  </a:lnTo>
                  <a:lnTo>
                    <a:pt x="934021" y="1021077"/>
                  </a:lnTo>
                  <a:lnTo>
                    <a:pt x="938610" y="1045814"/>
                  </a:lnTo>
                  <a:lnTo>
                    <a:pt x="934001" y="1071619"/>
                  </a:lnTo>
                  <a:lnTo>
                    <a:pt x="901857" y="1101623"/>
                  </a:lnTo>
                  <a:lnTo>
                    <a:pt x="865804" y="1102980"/>
                  </a:lnTo>
                  <a:lnTo>
                    <a:pt x="828331" y="1088485"/>
                  </a:lnTo>
                  <a:lnTo>
                    <a:pt x="777635" y="1061760"/>
                  </a:lnTo>
                  <a:lnTo>
                    <a:pt x="777635" y="922117"/>
                  </a:lnTo>
                  <a:lnTo>
                    <a:pt x="834612" y="894675"/>
                  </a:lnTo>
                  <a:lnTo>
                    <a:pt x="848049" y="899072"/>
                  </a:lnTo>
                  <a:lnTo>
                    <a:pt x="862070" y="913386"/>
                  </a:lnTo>
                  <a:lnTo>
                    <a:pt x="878210" y="914237"/>
                  </a:lnTo>
                  <a:lnTo>
                    <a:pt x="901643" y="893933"/>
                  </a:lnTo>
                  <a:lnTo>
                    <a:pt x="906096" y="895055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h42"/>
            <p:cNvSpPr/>
            <p:nvPr/>
          </p:nvSpPr>
          <p:spPr>
            <a:xfrm>
              <a:off x="1951858" y="2818691"/>
              <a:ext cx="959709" cy="988793"/>
            </a:xfrm>
            <a:custGeom>
              <a:avLst/>
              <a:pathLst>
                <a:path w="959709" h="988793">
                  <a:moveTo>
                    <a:pt x="914400" y="914400"/>
                  </a:moveTo>
                  <a:lnTo>
                    <a:pt x="938241" y="913078"/>
                  </a:lnTo>
                  <a:lnTo>
                    <a:pt x="954459" y="922615"/>
                  </a:lnTo>
                  <a:lnTo>
                    <a:pt x="958328" y="937345"/>
                  </a:lnTo>
                  <a:lnTo>
                    <a:pt x="959709" y="970045"/>
                  </a:lnTo>
                  <a:lnTo>
                    <a:pt x="942674" y="979582"/>
                  </a:lnTo>
                  <a:lnTo>
                    <a:pt x="923870" y="976343"/>
                  </a:lnTo>
                  <a:lnTo>
                    <a:pt x="898279" y="988793"/>
                  </a:lnTo>
                  <a:lnTo>
                    <a:pt x="814271" y="935337"/>
                  </a:lnTo>
                  <a:lnTo>
                    <a:pt x="815496" y="890766"/>
                  </a:lnTo>
                  <a:lnTo>
                    <a:pt x="818860" y="873267"/>
                  </a:lnTo>
                  <a:lnTo>
                    <a:pt x="858667" y="869105"/>
                  </a:lnTo>
                  <a:lnTo>
                    <a:pt x="879163" y="891399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h43"/>
            <p:cNvSpPr/>
            <p:nvPr/>
          </p:nvSpPr>
          <p:spPr>
            <a:xfrm>
              <a:off x="1782871" y="2850016"/>
              <a:ext cx="966437" cy="914400"/>
            </a:xfrm>
            <a:custGeom>
              <a:avLst/>
              <a:pathLst>
                <a:path w="966437" h="914400">
                  <a:moveTo>
                    <a:pt x="914400" y="914400"/>
                  </a:moveTo>
                  <a:lnTo>
                    <a:pt x="902401" y="884378"/>
                  </a:lnTo>
                  <a:lnTo>
                    <a:pt x="900846" y="874986"/>
                  </a:lnTo>
                  <a:lnTo>
                    <a:pt x="914944" y="855768"/>
                  </a:lnTo>
                  <a:lnTo>
                    <a:pt x="924064" y="833998"/>
                  </a:lnTo>
                  <a:lnTo>
                    <a:pt x="947652" y="800574"/>
                  </a:lnTo>
                  <a:lnTo>
                    <a:pt x="961245" y="761414"/>
                  </a:lnTo>
                  <a:lnTo>
                    <a:pt x="966437" y="762029"/>
                  </a:lnTo>
                  <a:lnTo>
                    <a:pt x="960409" y="796901"/>
                  </a:lnTo>
                  <a:lnTo>
                    <a:pt x="929431" y="894168"/>
                  </a:lnTo>
                  <a:lnTo>
                    <a:pt x="923228" y="912300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h44"/>
            <p:cNvSpPr/>
            <p:nvPr/>
          </p:nvSpPr>
          <p:spPr>
            <a:xfrm>
              <a:off x="2145542" y="2773740"/>
              <a:ext cx="922003" cy="936043"/>
            </a:xfrm>
            <a:custGeom>
              <a:avLst/>
              <a:pathLst>
                <a:path w="922003" h="936043">
                  <a:moveTo>
                    <a:pt x="914400" y="914400"/>
                  </a:moveTo>
                  <a:lnTo>
                    <a:pt x="883830" y="910346"/>
                  </a:lnTo>
                  <a:lnTo>
                    <a:pt x="849371" y="936043"/>
                  </a:lnTo>
                  <a:lnTo>
                    <a:pt x="836304" y="927917"/>
                  </a:lnTo>
                  <a:lnTo>
                    <a:pt x="841243" y="911504"/>
                  </a:lnTo>
                  <a:lnTo>
                    <a:pt x="844841" y="905532"/>
                  </a:lnTo>
                  <a:lnTo>
                    <a:pt x="856430" y="898565"/>
                  </a:lnTo>
                  <a:lnTo>
                    <a:pt x="864170" y="888377"/>
                  </a:lnTo>
                  <a:lnTo>
                    <a:pt x="867204" y="872434"/>
                  </a:lnTo>
                  <a:lnTo>
                    <a:pt x="874379" y="881030"/>
                  </a:lnTo>
                  <a:lnTo>
                    <a:pt x="895712" y="884631"/>
                  </a:lnTo>
                  <a:lnTo>
                    <a:pt x="906135" y="889716"/>
                  </a:lnTo>
                  <a:lnTo>
                    <a:pt x="914847" y="897190"/>
                  </a:lnTo>
                  <a:lnTo>
                    <a:pt x="922003" y="908880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h45"/>
            <p:cNvSpPr/>
            <p:nvPr/>
          </p:nvSpPr>
          <p:spPr>
            <a:xfrm>
              <a:off x="2157599" y="2550216"/>
              <a:ext cx="933146" cy="914400"/>
            </a:xfrm>
            <a:custGeom>
              <a:avLst/>
              <a:pathLst>
                <a:path w="933146" h="914400">
                  <a:moveTo>
                    <a:pt x="914400" y="914400"/>
                  </a:moveTo>
                  <a:lnTo>
                    <a:pt x="910277" y="913567"/>
                  </a:lnTo>
                  <a:lnTo>
                    <a:pt x="904190" y="891942"/>
                  </a:lnTo>
                  <a:lnTo>
                    <a:pt x="914069" y="878786"/>
                  </a:lnTo>
                  <a:lnTo>
                    <a:pt x="919903" y="867621"/>
                  </a:lnTo>
                  <a:lnTo>
                    <a:pt x="924045" y="867947"/>
                  </a:lnTo>
                  <a:lnTo>
                    <a:pt x="929704" y="880017"/>
                  </a:lnTo>
                  <a:lnTo>
                    <a:pt x="933146" y="898638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h46"/>
            <p:cNvSpPr/>
            <p:nvPr/>
          </p:nvSpPr>
          <p:spPr>
            <a:xfrm>
              <a:off x="1728616" y="2815886"/>
              <a:ext cx="931843" cy="914400"/>
            </a:xfrm>
            <a:custGeom>
              <a:avLst/>
              <a:pathLst>
                <a:path w="931843" h="914400">
                  <a:moveTo>
                    <a:pt x="914400" y="914400"/>
                  </a:moveTo>
                  <a:lnTo>
                    <a:pt x="899115" y="906329"/>
                  </a:lnTo>
                  <a:lnTo>
                    <a:pt x="874243" y="875927"/>
                  </a:lnTo>
                  <a:lnTo>
                    <a:pt x="871112" y="867856"/>
                  </a:lnTo>
                  <a:lnTo>
                    <a:pt x="884180" y="873013"/>
                  </a:lnTo>
                  <a:lnTo>
                    <a:pt x="900398" y="888902"/>
                  </a:lnTo>
                  <a:lnTo>
                    <a:pt x="913680" y="892286"/>
                  </a:lnTo>
                  <a:lnTo>
                    <a:pt x="931843" y="905731"/>
                  </a:lnTo>
                  <a:lnTo>
                    <a:pt x="927759" y="910545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h47"/>
            <p:cNvSpPr/>
            <p:nvPr/>
          </p:nvSpPr>
          <p:spPr>
            <a:xfrm>
              <a:off x="1645522" y="2800679"/>
              <a:ext cx="926592" cy="914400"/>
            </a:xfrm>
            <a:custGeom>
              <a:avLst/>
              <a:pathLst>
                <a:path w="926592" h="914400">
                  <a:moveTo>
                    <a:pt x="914400" y="914400"/>
                  </a:moveTo>
                  <a:lnTo>
                    <a:pt x="914400" y="874848"/>
                  </a:lnTo>
                  <a:lnTo>
                    <a:pt x="925892" y="903386"/>
                  </a:lnTo>
                  <a:lnTo>
                    <a:pt x="926592" y="911366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h48"/>
            <p:cNvSpPr/>
            <p:nvPr/>
          </p:nvSpPr>
          <p:spPr>
            <a:xfrm>
              <a:off x="1763075" y="2471986"/>
              <a:ext cx="928615" cy="914400"/>
            </a:xfrm>
            <a:custGeom>
              <a:avLst/>
              <a:pathLst>
                <a:path w="928615" h="914400">
                  <a:moveTo>
                    <a:pt x="914400" y="914400"/>
                  </a:moveTo>
                  <a:lnTo>
                    <a:pt x="901779" y="907469"/>
                  </a:lnTo>
                  <a:lnTo>
                    <a:pt x="900457" y="883491"/>
                  </a:lnTo>
                  <a:lnTo>
                    <a:pt x="905240" y="861957"/>
                  </a:lnTo>
                  <a:lnTo>
                    <a:pt x="899620" y="842702"/>
                  </a:lnTo>
                  <a:lnTo>
                    <a:pt x="905804" y="830324"/>
                  </a:lnTo>
                  <a:lnTo>
                    <a:pt x="923559" y="859152"/>
                  </a:lnTo>
                  <a:lnTo>
                    <a:pt x="928615" y="872706"/>
                  </a:lnTo>
                  <a:lnTo>
                    <a:pt x="921770" y="888902"/>
                  </a:lnTo>
                  <a:lnTo>
                    <a:pt x="917783" y="907740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h49"/>
            <p:cNvSpPr/>
            <p:nvPr/>
          </p:nvSpPr>
          <p:spPr>
            <a:xfrm>
              <a:off x="1846926" y="1929407"/>
              <a:ext cx="946875" cy="914400"/>
            </a:xfrm>
            <a:custGeom>
              <a:avLst/>
              <a:pathLst>
                <a:path w="946875" h="914400">
                  <a:moveTo>
                    <a:pt x="914400" y="914400"/>
                  </a:moveTo>
                  <a:lnTo>
                    <a:pt x="887000" y="902112"/>
                  </a:lnTo>
                  <a:lnTo>
                    <a:pt x="899095" y="884939"/>
                  </a:lnTo>
                  <a:lnTo>
                    <a:pt x="929198" y="877031"/>
                  </a:lnTo>
                  <a:lnTo>
                    <a:pt x="946875" y="879637"/>
                  </a:lnTo>
                  <a:lnTo>
                    <a:pt x="927428" y="896683"/>
                  </a:lnTo>
                  <a:lnTo>
                    <a:pt x="922509" y="905713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h50"/>
            <p:cNvSpPr/>
            <p:nvPr/>
          </p:nvSpPr>
          <p:spPr>
            <a:xfrm>
              <a:off x="2651279" y="2753708"/>
              <a:ext cx="931590" cy="914400"/>
            </a:xfrm>
            <a:custGeom>
              <a:avLst/>
              <a:pathLst>
                <a:path w="931590" h="914400">
                  <a:moveTo>
                    <a:pt x="914399" y="914400"/>
                  </a:moveTo>
                  <a:lnTo>
                    <a:pt x="881497" y="904012"/>
                  </a:lnTo>
                  <a:lnTo>
                    <a:pt x="841399" y="878334"/>
                  </a:lnTo>
                  <a:lnTo>
                    <a:pt x="847271" y="828008"/>
                  </a:lnTo>
                  <a:lnTo>
                    <a:pt x="857558" y="806257"/>
                  </a:lnTo>
                  <a:lnTo>
                    <a:pt x="930695" y="862662"/>
                  </a:lnTo>
                  <a:lnTo>
                    <a:pt x="931590" y="883925"/>
                  </a:lnTo>
                  <a:lnTo>
                    <a:pt x="921750" y="908120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t51"/>
            <p:cNvSpPr/>
            <p:nvPr/>
          </p:nvSpPr>
          <p:spPr>
            <a:xfrm>
              <a:off x="3079070" y="3331318"/>
              <a:ext cx="117405" cy="117405"/>
            </a:xfrm>
            <a:prstGeom prst="ellipse">
              <a:avLst/>
            </a:prstGeom>
            <a:solidFill>
              <a:srgbClr val="A2307B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t52"/>
            <p:cNvSpPr/>
            <p:nvPr/>
          </p:nvSpPr>
          <p:spPr>
            <a:xfrm>
              <a:off x="4309047" y="1819390"/>
              <a:ext cx="117405" cy="117405"/>
            </a:xfrm>
            <a:prstGeom prst="ellipse">
              <a:avLst/>
            </a:prstGeom>
            <a:solidFill>
              <a:srgbClr val="7F7F7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t53"/>
            <p:cNvSpPr/>
            <p:nvPr/>
          </p:nvSpPr>
          <p:spPr>
            <a:xfrm>
              <a:off x="3009279" y="3167649"/>
              <a:ext cx="117405" cy="117405"/>
            </a:xfrm>
            <a:prstGeom prst="ellipse">
              <a:avLst/>
            </a:prstGeom>
            <a:solidFill>
              <a:srgbClr val="FD9E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t54"/>
            <p:cNvSpPr/>
            <p:nvPr/>
          </p:nvSpPr>
          <p:spPr>
            <a:xfrm>
              <a:off x="3841481" y="2612382"/>
              <a:ext cx="117405" cy="117405"/>
            </a:xfrm>
            <a:prstGeom prst="ellipse">
              <a:avLst/>
            </a:prstGeom>
            <a:solidFill>
              <a:srgbClr val="7F7F7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t55"/>
            <p:cNvSpPr/>
            <p:nvPr/>
          </p:nvSpPr>
          <p:spPr>
            <a:xfrm>
              <a:off x="3766068" y="2998083"/>
              <a:ext cx="117405" cy="117405"/>
            </a:xfrm>
            <a:prstGeom prst="ellipse">
              <a:avLst/>
            </a:prstGeom>
            <a:solidFill>
              <a:srgbClr val="D143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t56"/>
            <p:cNvSpPr/>
            <p:nvPr/>
          </p:nvSpPr>
          <p:spPr>
            <a:xfrm>
              <a:off x="3095194" y="3464481"/>
              <a:ext cx="117405" cy="117405"/>
            </a:xfrm>
            <a:prstGeom prst="ellipse">
              <a:avLst/>
            </a:prstGeom>
            <a:solidFill>
              <a:srgbClr val="7F7F7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t57"/>
            <p:cNvSpPr/>
            <p:nvPr/>
          </p:nvSpPr>
          <p:spPr>
            <a:xfrm>
              <a:off x="2723377" y="2174267"/>
              <a:ext cx="117405" cy="117405"/>
            </a:xfrm>
            <a:prstGeom prst="ellipse">
              <a:avLst/>
            </a:prstGeom>
            <a:solidFill>
              <a:srgbClr val="1608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t58"/>
            <p:cNvSpPr/>
            <p:nvPr/>
          </p:nvSpPr>
          <p:spPr>
            <a:xfrm>
              <a:off x="2813515" y="2479934"/>
              <a:ext cx="117405" cy="117405"/>
            </a:xfrm>
            <a:prstGeom prst="ellipse">
              <a:avLst/>
            </a:prstGeom>
            <a:solidFill>
              <a:srgbClr val="FFE8AC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g59"/>
            <p:cNvSpPr/>
            <p:nvPr/>
          </p:nvSpPr>
          <p:spPr>
            <a:xfrm>
              <a:off x="3194110" y="3258314"/>
              <a:ext cx="379476" cy="191749"/>
            </a:xfrm>
            <a:custGeom>
              <a:avLst/>
              <a:pathLst>
                <a:path w="379476" h="191749">
                  <a:moveTo>
                    <a:pt x="27431" y="191749"/>
                  </a:moveTo>
                  <a:lnTo>
                    <a:pt x="352043" y="191749"/>
                  </a:lnTo>
                  <a:lnTo>
                    <a:pt x="350939" y="191727"/>
                  </a:lnTo>
                  <a:lnTo>
                    <a:pt x="355350" y="191549"/>
                  </a:lnTo>
                  <a:lnTo>
                    <a:pt x="359676" y="190666"/>
                  </a:lnTo>
                  <a:lnTo>
                    <a:pt x="363803" y="189101"/>
                  </a:lnTo>
                  <a:lnTo>
                    <a:pt x="367627" y="186893"/>
                  </a:lnTo>
                  <a:lnTo>
                    <a:pt x="371046" y="184101"/>
                  </a:lnTo>
                  <a:lnTo>
                    <a:pt x="373974" y="180797"/>
                  </a:lnTo>
                  <a:lnTo>
                    <a:pt x="376333" y="177065"/>
                  </a:lnTo>
                  <a:lnTo>
                    <a:pt x="378064" y="173004"/>
                  </a:lnTo>
                  <a:lnTo>
                    <a:pt x="379120" y="168718"/>
                  </a:lnTo>
                  <a:lnTo>
                    <a:pt x="379476" y="164317"/>
                  </a:lnTo>
                  <a:lnTo>
                    <a:pt x="379476" y="27432"/>
                  </a:lnTo>
                  <a:lnTo>
                    <a:pt x="379120" y="23031"/>
                  </a:lnTo>
                  <a:lnTo>
                    <a:pt x="378064" y="18745"/>
                  </a:lnTo>
                  <a:lnTo>
                    <a:pt x="376333" y="14683"/>
                  </a:lnTo>
                  <a:lnTo>
                    <a:pt x="373974" y="10952"/>
                  </a:lnTo>
                  <a:lnTo>
                    <a:pt x="371046" y="7647"/>
                  </a:lnTo>
                  <a:lnTo>
                    <a:pt x="367627" y="4855"/>
                  </a:lnTo>
                  <a:lnTo>
                    <a:pt x="363803" y="2648"/>
                  </a:lnTo>
                  <a:lnTo>
                    <a:pt x="359676" y="1083"/>
                  </a:lnTo>
                  <a:lnTo>
                    <a:pt x="355350" y="200"/>
                  </a:lnTo>
                  <a:lnTo>
                    <a:pt x="352043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5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2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5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tx60"/>
            <p:cNvSpPr/>
            <p:nvPr/>
          </p:nvSpPr>
          <p:spPr>
            <a:xfrm>
              <a:off x="3239830" y="3304034"/>
              <a:ext cx="288036" cy="1003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3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BAR</a:t>
              </a:r>
            </a:p>
          </p:txBody>
        </p:sp>
        <p:sp>
          <p:nvSpPr>
            <p:cNvPr id="61" name="pg61"/>
            <p:cNvSpPr/>
            <p:nvPr/>
          </p:nvSpPr>
          <p:spPr>
            <a:xfrm>
              <a:off x="4240936" y="1626916"/>
              <a:ext cx="363931" cy="191749"/>
            </a:xfrm>
            <a:custGeom>
              <a:avLst/>
              <a:pathLst>
                <a:path w="363931" h="191749">
                  <a:moveTo>
                    <a:pt x="27431" y="191749"/>
                  </a:moveTo>
                  <a:lnTo>
                    <a:pt x="336499" y="191749"/>
                  </a:lnTo>
                  <a:lnTo>
                    <a:pt x="335394" y="191727"/>
                  </a:lnTo>
                  <a:lnTo>
                    <a:pt x="339805" y="191549"/>
                  </a:lnTo>
                  <a:lnTo>
                    <a:pt x="344131" y="190666"/>
                  </a:lnTo>
                  <a:lnTo>
                    <a:pt x="348259" y="189101"/>
                  </a:lnTo>
                  <a:lnTo>
                    <a:pt x="352082" y="186893"/>
                  </a:lnTo>
                  <a:lnTo>
                    <a:pt x="355502" y="184101"/>
                  </a:lnTo>
                  <a:lnTo>
                    <a:pt x="358429" y="180797"/>
                  </a:lnTo>
                  <a:lnTo>
                    <a:pt x="360789" y="177065"/>
                  </a:lnTo>
                  <a:lnTo>
                    <a:pt x="362519" y="173004"/>
                  </a:lnTo>
                  <a:lnTo>
                    <a:pt x="363575" y="168718"/>
                  </a:lnTo>
                  <a:lnTo>
                    <a:pt x="363931" y="164317"/>
                  </a:lnTo>
                  <a:lnTo>
                    <a:pt x="363931" y="27432"/>
                  </a:lnTo>
                  <a:lnTo>
                    <a:pt x="363575" y="23031"/>
                  </a:lnTo>
                  <a:lnTo>
                    <a:pt x="362519" y="18745"/>
                  </a:lnTo>
                  <a:lnTo>
                    <a:pt x="360789" y="14683"/>
                  </a:lnTo>
                  <a:lnTo>
                    <a:pt x="358429" y="10952"/>
                  </a:lnTo>
                  <a:lnTo>
                    <a:pt x="355502" y="7647"/>
                  </a:lnTo>
                  <a:lnTo>
                    <a:pt x="352082" y="4855"/>
                  </a:lnTo>
                  <a:lnTo>
                    <a:pt x="348259" y="2648"/>
                  </a:lnTo>
                  <a:lnTo>
                    <a:pt x="344131" y="1083"/>
                  </a:lnTo>
                  <a:lnTo>
                    <a:pt x="339805" y="200"/>
                  </a:lnTo>
                  <a:lnTo>
                    <a:pt x="336499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5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2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5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tx62"/>
            <p:cNvSpPr/>
            <p:nvPr/>
          </p:nvSpPr>
          <p:spPr>
            <a:xfrm>
              <a:off x="4286656" y="1672636"/>
              <a:ext cx="272491" cy="1003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3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BJO</a:t>
              </a:r>
            </a:p>
          </p:txBody>
        </p:sp>
        <p:sp>
          <p:nvSpPr>
            <p:cNvPr id="63" name="pg63"/>
            <p:cNvSpPr/>
            <p:nvPr/>
          </p:nvSpPr>
          <p:spPr>
            <a:xfrm>
              <a:off x="2743230" y="2974815"/>
              <a:ext cx="410565" cy="191749"/>
            </a:xfrm>
            <a:custGeom>
              <a:avLst/>
              <a:pathLst>
                <a:path w="410565" h="191749">
                  <a:moveTo>
                    <a:pt x="27431" y="191749"/>
                  </a:moveTo>
                  <a:lnTo>
                    <a:pt x="383133" y="191749"/>
                  </a:lnTo>
                  <a:lnTo>
                    <a:pt x="382029" y="191727"/>
                  </a:lnTo>
                  <a:lnTo>
                    <a:pt x="386440" y="191549"/>
                  </a:lnTo>
                  <a:lnTo>
                    <a:pt x="390765" y="190666"/>
                  </a:lnTo>
                  <a:lnTo>
                    <a:pt x="394893" y="189101"/>
                  </a:lnTo>
                  <a:lnTo>
                    <a:pt x="398716" y="186893"/>
                  </a:lnTo>
                  <a:lnTo>
                    <a:pt x="402136" y="184101"/>
                  </a:lnTo>
                  <a:lnTo>
                    <a:pt x="405063" y="180797"/>
                  </a:lnTo>
                  <a:lnTo>
                    <a:pt x="407423" y="177065"/>
                  </a:lnTo>
                  <a:lnTo>
                    <a:pt x="409153" y="173004"/>
                  </a:lnTo>
                  <a:lnTo>
                    <a:pt x="410210" y="168718"/>
                  </a:lnTo>
                  <a:lnTo>
                    <a:pt x="410565" y="164317"/>
                  </a:lnTo>
                  <a:lnTo>
                    <a:pt x="410565" y="27431"/>
                  </a:lnTo>
                  <a:lnTo>
                    <a:pt x="410210" y="23031"/>
                  </a:lnTo>
                  <a:lnTo>
                    <a:pt x="409153" y="18745"/>
                  </a:lnTo>
                  <a:lnTo>
                    <a:pt x="407423" y="14683"/>
                  </a:lnTo>
                  <a:lnTo>
                    <a:pt x="405063" y="10952"/>
                  </a:lnTo>
                  <a:lnTo>
                    <a:pt x="402136" y="7647"/>
                  </a:lnTo>
                  <a:lnTo>
                    <a:pt x="398716" y="4855"/>
                  </a:lnTo>
                  <a:lnTo>
                    <a:pt x="394893" y="2648"/>
                  </a:lnTo>
                  <a:lnTo>
                    <a:pt x="390765" y="1083"/>
                  </a:lnTo>
                  <a:lnTo>
                    <a:pt x="386440" y="200"/>
                  </a:lnTo>
                  <a:lnTo>
                    <a:pt x="383133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5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1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5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tx64"/>
            <p:cNvSpPr/>
            <p:nvPr/>
          </p:nvSpPr>
          <p:spPr>
            <a:xfrm>
              <a:off x="2788950" y="3020535"/>
              <a:ext cx="319125" cy="1003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3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HOG</a:t>
              </a:r>
            </a:p>
          </p:txBody>
        </p:sp>
        <p:sp>
          <p:nvSpPr>
            <p:cNvPr id="65" name="pg65"/>
            <p:cNvSpPr/>
            <p:nvPr/>
          </p:nvSpPr>
          <p:spPr>
            <a:xfrm>
              <a:off x="3441585" y="2449250"/>
              <a:ext cx="402701" cy="191749"/>
            </a:xfrm>
            <a:custGeom>
              <a:avLst/>
              <a:pathLst>
                <a:path w="402701" h="191749">
                  <a:moveTo>
                    <a:pt x="27431" y="191749"/>
                  </a:moveTo>
                  <a:lnTo>
                    <a:pt x="375269" y="191749"/>
                  </a:lnTo>
                  <a:lnTo>
                    <a:pt x="374165" y="191727"/>
                  </a:lnTo>
                  <a:lnTo>
                    <a:pt x="378576" y="191549"/>
                  </a:lnTo>
                  <a:lnTo>
                    <a:pt x="382901" y="190666"/>
                  </a:lnTo>
                  <a:lnTo>
                    <a:pt x="387029" y="189101"/>
                  </a:lnTo>
                  <a:lnTo>
                    <a:pt x="390852" y="186893"/>
                  </a:lnTo>
                  <a:lnTo>
                    <a:pt x="394272" y="184101"/>
                  </a:lnTo>
                  <a:lnTo>
                    <a:pt x="397200" y="180797"/>
                  </a:lnTo>
                  <a:lnTo>
                    <a:pt x="399559" y="177065"/>
                  </a:lnTo>
                  <a:lnTo>
                    <a:pt x="401290" y="173004"/>
                  </a:lnTo>
                  <a:lnTo>
                    <a:pt x="402346" y="168718"/>
                  </a:lnTo>
                  <a:lnTo>
                    <a:pt x="402701" y="164317"/>
                  </a:lnTo>
                  <a:lnTo>
                    <a:pt x="402701" y="27432"/>
                  </a:lnTo>
                  <a:lnTo>
                    <a:pt x="402346" y="23031"/>
                  </a:lnTo>
                  <a:lnTo>
                    <a:pt x="401290" y="18745"/>
                  </a:lnTo>
                  <a:lnTo>
                    <a:pt x="399559" y="14683"/>
                  </a:lnTo>
                  <a:lnTo>
                    <a:pt x="397200" y="10952"/>
                  </a:lnTo>
                  <a:lnTo>
                    <a:pt x="394272" y="7647"/>
                  </a:lnTo>
                  <a:lnTo>
                    <a:pt x="390852" y="4855"/>
                  </a:lnTo>
                  <a:lnTo>
                    <a:pt x="387029" y="2648"/>
                  </a:lnTo>
                  <a:lnTo>
                    <a:pt x="382901" y="1083"/>
                  </a:lnTo>
                  <a:lnTo>
                    <a:pt x="378576" y="200"/>
                  </a:lnTo>
                  <a:lnTo>
                    <a:pt x="375269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6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2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6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tx66"/>
            <p:cNvSpPr/>
            <p:nvPr/>
          </p:nvSpPr>
          <p:spPr>
            <a:xfrm>
              <a:off x="3487305" y="2494970"/>
              <a:ext cx="311261" cy="1003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3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HOR</a:t>
              </a:r>
            </a:p>
          </p:txBody>
        </p:sp>
        <p:sp>
          <p:nvSpPr>
            <p:cNvPr id="67" name="pg67"/>
            <p:cNvSpPr/>
            <p:nvPr/>
          </p:nvSpPr>
          <p:spPr>
            <a:xfrm>
              <a:off x="3765852" y="2805671"/>
              <a:ext cx="356250" cy="191749"/>
            </a:xfrm>
            <a:custGeom>
              <a:avLst/>
              <a:pathLst>
                <a:path w="356250" h="191749">
                  <a:moveTo>
                    <a:pt x="27431" y="191749"/>
                  </a:moveTo>
                  <a:lnTo>
                    <a:pt x="328818" y="191749"/>
                  </a:lnTo>
                  <a:lnTo>
                    <a:pt x="327713" y="191727"/>
                  </a:lnTo>
                  <a:lnTo>
                    <a:pt x="332124" y="191549"/>
                  </a:lnTo>
                  <a:lnTo>
                    <a:pt x="336450" y="190666"/>
                  </a:lnTo>
                  <a:lnTo>
                    <a:pt x="340578" y="189101"/>
                  </a:lnTo>
                  <a:lnTo>
                    <a:pt x="344401" y="186893"/>
                  </a:lnTo>
                  <a:lnTo>
                    <a:pt x="347821" y="184101"/>
                  </a:lnTo>
                  <a:lnTo>
                    <a:pt x="350748" y="180797"/>
                  </a:lnTo>
                  <a:lnTo>
                    <a:pt x="353108" y="177065"/>
                  </a:lnTo>
                  <a:lnTo>
                    <a:pt x="354838" y="173004"/>
                  </a:lnTo>
                  <a:lnTo>
                    <a:pt x="355895" y="168718"/>
                  </a:lnTo>
                  <a:lnTo>
                    <a:pt x="356250" y="164317"/>
                  </a:lnTo>
                  <a:lnTo>
                    <a:pt x="356250" y="27431"/>
                  </a:lnTo>
                  <a:lnTo>
                    <a:pt x="355895" y="23031"/>
                  </a:lnTo>
                  <a:lnTo>
                    <a:pt x="354838" y="18745"/>
                  </a:lnTo>
                  <a:lnTo>
                    <a:pt x="353108" y="14683"/>
                  </a:lnTo>
                  <a:lnTo>
                    <a:pt x="350748" y="10952"/>
                  </a:lnTo>
                  <a:lnTo>
                    <a:pt x="347821" y="7647"/>
                  </a:lnTo>
                  <a:lnTo>
                    <a:pt x="344401" y="4855"/>
                  </a:lnTo>
                  <a:lnTo>
                    <a:pt x="340578" y="2648"/>
                  </a:lnTo>
                  <a:lnTo>
                    <a:pt x="336450" y="1083"/>
                  </a:lnTo>
                  <a:lnTo>
                    <a:pt x="332124" y="200"/>
                  </a:lnTo>
                  <a:lnTo>
                    <a:pt x="328818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6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1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6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tx68"/>
            <p:cNvSpPr/>
            <p:nvPr/>
          </p:nvSpPr>
          <p:spPr>
            <a:xfrm>
              <a:off x="3811572" y="2851391"/>
              <a:ext cx="264810" cy="1003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3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KAL</a:t>
              </a:r>
            </a:p>
          </p:txBody>
        </p:sp>
        <p:sp>
          <p:nvSpPr>
            <p:cNvPr id="69" name="pg69"/>
            <p:cNvSpPr/>
            <p:nvPr/>
          </p:nvSpPr>
          <p:spPr>
            <a:xfrm>
              <a:off x="3079802" y="3582889"/>
              <a:ext cx="387156" cy="191749"/>
            </a:xfrm>
            <a:custGeom>
              <a:avLst/>
              <a:pathLst>
                <a:path w="387156" h="191749">
                  <a:moveTo>
                    <a:pt x="27431" y="191749"/>
                  </a:moveTo>
                  <a:lnTo>
                    <a:pt x="359724" y="191749"/>
                  </a:lnTo>
                  <a:lnTo>
                    <a:pt x="358620" y="191727"/>
                  </a:lnTo>
                  <a:lnTo>
                    <a:pt x="363031" y="191549"/>
                  </a:lnTo>
                  <a:lnTo>
                    <a:pt x="367357" y="190666"/>
                  </a:lnTo>
                  <a:lnTo>
                    <a:pt x="371484" y="189101"/>
                  </a:lnTo>
                  <a:lnTo>
                    <a:pt x="375308" y="186893"/>
                  </a:lnTo>
                  <a:lnTo>
                    <a:pt x="378727" y="184101"/>
                  </a:lnTo>
                  <a:lnTo>
                    <a:pt x="381655" y="180797"/>
                  </a:lnTo>
                  <a:lnTo>
                    <a:pt x="384014" y="177065"/>
                  </a:lnTo>
                  <a:lnTo>
                    <a:pt x="385745" y="173004"/>
                  </a:lnTo>
                  <a:lnTo>
                    <a:pt x="386801" y="168718"/>
                  </a:lnTo>
                  <a:lnTo>
                    <a:pt x="387156" y="164317"/>
                  </a:lnTo>
                  <a:lnTo>
                    <a:pt x="387156" y="27432"/>
                  </a:lnTo>
                  <a:lnTo>
                    <a:pt x="386801" y="23031"/>
                  </a:lnTo>
                  <a:lnTo>
                    <a:pt x="385745" y="18745"/>
                  </a:lnTo>
                  <a:lnTo>
                    <a:pt x="384014" y="14683"/>
                  </a:lnTo>
                  <a:lnTo>
                    <a:pt x="381655" y="10952"/>
                  </a:lnTo>
                  <a:lnTo>
                    <a:pt x="378727" y="7647"/>
                  </a:lnTo>
                  <a:lnTo>
                    <a:pt x="375308" y="4855"/>
                  </a:lnTo>
                  <a:lnTo>
                    <a:pt x="371484" y="2648"/>
                  </a:lnTo>
                  <a:lnTo>
                    <a:pt x="367357" y="1083"/>
                  </a:lnTo>
                  <a:lnTo>
                    <a:pt x="363031" y="200"/>
                  </a:lnTo>
                  <a:lnTo>
                    <a:pt x="359724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6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2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6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tx70"/>
            <p:cNvSpPr/>
            <p:nvPr/>
          </p:nvSpPr>
          <p:spPr>
            <a:xfrm>
              <a:off x="3125522" y="3628609"/>
              <a:ext cx="295716" cy="1003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3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KUR</a:t>
              </a:r>
            </a:p>
          </p:txBody>
        </p:sp>
        <p:sp>
          <p:nvSpPr>
            <p:cNvPr id="71" name="pg71"/>
            <p:cNvSpPr/>
            <p:nvPr/>
          </p:nvSpPr>
          <p:spPr>
            <a:xfrm>
              <a:off x="2730117" y="1981397"/>
              <a:ext cx="343082" cy="191749"/>
            </a:xfrm>
            <a:custGeom>
              <a:avLst/>
              <a:pathLst>
                <a:path w="343082" h="191749">
                  <a:moveTo>
                    <a:pt x="27431" y="191749"/>
                  </a:moveTo>
                  <a:lnTo>
                    <a:pt x="315650" y="191749"/>
                  </a:lnTo>
                  <a:lnTo>
                    <a:pt x="314546" y="191727"/>
                  </a:lnTo>
                  <a:lnTo>
                    <a:pt x="318957" y="191549"/>
                  </a:lnTo>
                  <a:lnTo>
                    <a:pt x="323282" y="190666"/>
                  </a:lnTo>
                  <a:lnTo>
                    <a:pt x="327410" y="189101"/>
                  </a:lnTo>
                  <a:lnTo>
                    <a:pt x="331234" y="186893"/>
                  </a:lnTo>
                  <a:lnTo>
                    <a:pt x="334653" y="184101"/>
                  </a:lnTo>
                  <a:lnTo>
                    <a:pt x="337581" y="180797"/>
                  </a:lnTo>
                  <a:lnTo>
                    <a:pt x="339940" y="177065"/>
                  </a:lnTo>
                  <a:lnTo>
                    <a:pt x="341671" y="173004"/>
                  </a:lnTo>
                  <a:lnTo>
                    <a:pt x="342727" y="168718"/>
                  </a:lnTo>
                  <a:lnTo>
                    <a:pt x="343082" y="164317"/>
                  </a:lnTo>
                  <a:lnTo>
                    <a:pt x="343082" y="27431"/>
                  </a:lnTo>
                  <a:lnTo>
                    <a:pt x="342727" y="23031"/>
                  </a:lnTo>
                  <a:lnTo>
                    <a:pt x="341671" y="18745"/>
                  </a:lnTo>
                  <a:lnTo>
                    <a:pt x="339940" y="14683"/>
                  </a:lnTo>
                  <a:lnTo>
                    <a:pt x="337581" y="10952"/>
                  </a:lnTo>
                  <a:lnTo>
                    <a:pt x="334653" y="7647"/>
                  </a:lnTo>
                  <a:lnTo>
                    <a:pt x="331234" y="4855"/>
                  </a:lnTo>
                  <a:lnTo>
                    <a:pt x="327410" y="2648"/>
                  </a:lnTo>
                  <a:lnTo>
                    <a:pt x="323282" y="1083"/>
                  </a:lnTo>
                  <a:lnTo>
                    <a:pt x="318957" y="200"/>
                  </a:lnTo>
                  <a:lnTo>
                    <a:pt x="315650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5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1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5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tx72"/>
            <p:cNvSpPr/>
            <p:nvPr/>
          </p:nvSpPr>
          <p:spPr>
            <a:xfrm>
              <a:off x="2775837" y="2027117"/>
              <a:ext cx="251642" cy="1003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3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VAT</a:t>
              </a:r>
            </a:p>
          </p:txBody>
        </p:sp>
        <p:sp>
          <p:nvSpPr>
            <p:cNvPr id="73" name="pg73"/>
            <p:cNvSpPr/>
            <p:nvPr/>
          </p:nvSpPr>
          <p:spPr>
            <a:xfrm>
              <a:off x="2836144" y="2287485"/>
              <a:ext cx="317296" cy="191749"/>
            </a:xfrm>
            <a:custGeom>
              <a:avLst/>
              <a:pathLst>
                <a:path w="317296" h="191749">
                  <a:moveTo>
                    <a:pt x="27431" y="191749"/>
                  </a:moveTo>
                  <a:lnTo>
                    <a:pt x="289864" y="191749"/>
                  </a:lnTo>
                  <a:lnTo>
                    <a:pt x="288760" y="191727"/>
                  </a:lnTo>
                  <a:lnTo>
                    <a:pt x="293171" y="191549"/>
                  </a:lnTo>
                  <a:lnTo>
                    <a:pt x="297496" y="190666"/>
                  </a:lnTo>
                  <a:lnTo>
                    <a:pt x="301624" y="189101"/>
                  </a:lnTo>
                  <a:lnTo>
                    <a:pt x="305447" y="186893"/>
                  </a:lnTo>
                  <a:lnTo>
                    <a:pt x="308867" y="184101"/>
                  </a:lnTo>
                  <a:lnTo>
                    <a:pt x="311795" y="180797"/>
                  </a:lnTo>
                  <a:lnTo>
                    <a:pt x="314154" y="177065"/>
                  </a:lnTo>
                  <a:lnTo>
                    <a:pt x="315885" y="173004"/>
                  </a:lnTo>
                  <a:lnTo>
                    <a:pt x="316941" y="168718"/>
                  </a:lnTo>
                  <a:lnTo>
                    <a:pt x="317296" y="164317"/>
                  </a:lnTo>
                  <a:lnTo>
                    <a:pt x="317296" y="27432"/>
                  </a:lnTo>
                  <a:lnTo>
                    <a:pt x="316941" y="23031"/>
                  </a:lnTo>
                  <a:lnTo>
                    <a:pt x="315885" y="18745"/>
                  </a:lnTo>
                  <a:lnTo>
                    <a:pt x="314154" y="14683"/>
                  </a:lnTo>
                  <a:lnTo>
                    <a:pt x="311795" y="10952"/>
                  </a:lnTo>
                  <a:lnTo>
                    <a:pt x="308867" y="7647"/>
                  </a:lnTo>
                  <a:lnTo>
                    <a:pt x="305447" y="4855"/>
                  </a:lnTo>
                  <a:lnTo>
                    <a:pt x="301624" y="2648"/>
                  </a:lnTo>
                  <a:lnTo>
                    <a:pt x="297496" y="1083"/>
                  </a:lnTo>
                  <a:lnTo>
                    <a:pt x="293171" y="200"/>
                  </a:lnTo>
                  <a:lnTo>
                    <a:pt x="289864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6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2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6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tx74"/>
            <p:cNvSpPr/>
            <p:nvPr/>
          </p:nvSpPr>
          <p:spPr>
            <a:xfrm>
              <a:off x="2881864" y="2333205"/>
              <a:ext cx="225856" cy="1003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3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VIK</a:t>
              </a:r>
            </a:p>
          </p:txBody>
        </p:sp>
        <p:sp>
          <p:nvSpPr>
            <p:cNvPr id="75" name="rc75"/>
            <p:cNvSpPr/>
            <p:nvPr/>
          </p:nvSpPr>
          <p:spPr>
            <a:xfrm>
              <a:off x="2460358" y="1316559"/>
              <a:ext cx="2190417" cy="2853700"/>
            </a:xfrm>
            <a:prstGeom prst="rect">
              <a:avLst/>
            </a:prstGeom>
            <a:noFill/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tx76"/>
            <p:cNvSpPr/>
            <p:nvPr/>
          </p:nvSpPr>
          <p:spPr>
            <a:xfrm>
              <a:off x="2148005" y="3999855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54</a:t>
              </a:r>
            </a:p>
          </p:txBody>
        </p:sp>
        <p:sp>
          <p:nvSpPr>
            <p:cNvPr id="77" name="tx77"/>
            <p:cNvSpPr/>
            <p:nvPr/>
          </p:nvSpPr>
          <p:spPr>
            <a:xfrm>
              <a:off x="2272364" y="3981384"/>
              <a:ext cx="44714" cy="984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78" name="tx78"/>
            <p:cNvSpPr/>
            <p:nvPr/>
          </p:nvSpPr>
          <p:spPr>
            <a:xfrm>
              <a:off x="2317078" y="3999855"/>
              <a:ext cx="80650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79" name="tx79"/>
            <p:cNvSpPr/>
            <p:nvPr/>
          </p:nvSpPr>
          <p:spPr>
            <a:xfrm>
              <a:off x="2148005" y="3629244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55</a:t>
              </a:r>
            </a:p>
          </p:txBody>
        </p:sp>
        <p:sp>
          <p:nvSpPr>
            <p:cNvPr id="80" name="tx80"/>
            <p:cNvSpPr/>
            <p:nvPr/>
          </p:nvSpPr>
          <p:spPr>
            <a:xfrm>
              <a:off x="2272364" y="3610774"/>
              <a:ext cx="44714" cy="984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81" name="tx81"/>
            <p:cNvSpPr/>
            <p:nvPr/>
          </p:nvSpPr>
          <p:spPr>
            <a:xfrm>
              <a:off x="2317078" y="3629244"/>
              <a:ext cx="80650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82" name="tx82"/>
            <p:cNvSpPr/>
            <p:nvPr/>
          </p:nvSpPr>
          <p:spPr>
            <a:xfrm>
              <a:off x="2148005" y="3258817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56</a:t>
              </a:r>
            </a:p>
          </p:txBody>
        </p:sp>
        <p:sp>
          <p:nvSpPr>
            <p:cNvPr id="83" name="tx83"/>
            <p:cNvSpPr/>
            <p:nvPr/>
          </p:nvSpPr>
          <p:spPr>
            <a:xfrm>
              <a:off x="2272364" y="3240346"/>
              <a:ext cx="44714" cy="984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84" name="tx84"/>
            <p:cNvSpPr/>
            <p:nvPr/>
          </p:nvSpPr>
          <p:spPr>
            <a:xfrm>
              <a:off x="2317078" y="3258817"/>
              <a:ext cx="80650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85" name="tx85"/>
            <p:cNvSpPr/>
            <p:nvPr/>
          </p:nvSpPr>
          <p:spPr>
            <a:xfrm>
              <a:off x="2148005" y="2888024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57</a:t>
              </a:r>
            </a:p>
          </p:txBody>
        </p:sp>
        <p:sp>
          <p:nvSpPr>
            <p:cNvPr id="86" name="tx86"/>
            <p:cNvSpPr/>
            <p:nvPr/>
          </p:nvSpPr>
          <p:spPr>
            <a:xfrm>
              <a:off x="2272364" y="2869553"/>
              <a:ext cx="44714" cy="984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87" name="tx87"/>
            <p:cNvSpPr/>
            <p:nvPr/>
          </p:nvSpPr>
          <p:spPr>
            <a:xfrm>
              <a:off x="2317078" y="2888024"/>
              <a:ext cx="80650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88" name="tx88"/>
            <p:cNvSpPr/>
            <p:nvPr/>
          </p:nvSpPr>
          <p:spPr>
            <a:xfrm>
              <a:off x="2148005" y="2517596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58</a:t>
              </a:r>
            </a:p>
          </p:txBody>
        </p:sp>
        <p:sp>
          <p:nvSpPr>
            <p:cNvPr id="89" name="tx89"/>
            <p:cNvSpPr/>
            <p:nvPr/>
          </p:nvSpPr>
          <p:spPr>
            <a:xfrm>
              <a:off x="2272364" y="2499125"/>
              <a:ext cx="44714" cy="984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90" name="tx90"/>
            <p:cNvSpPr/>
            <p:nvPr/>
          </p:nvSpPr>
          <p:spPr>
            <a:xfrm>
              <a:off x="2317078" y="2517596"/>
              <a:ext cx="80650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91" name="tx91"/>
            <p:cNvSpPr/>
            <p:nvPr/>
          </p:nvSpPr>
          <p:spPr>
            <a:xfrm>
              <a:off x="2148005" y="2146986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59</a:t>
              </a:r>
            </a:p>
          </p:txBody>
        </p:sp>
        <p:sp>
          <p:nvSpPr>
            <p:cNvPr id="92" name="tx92"/>
            <p:cNvSpPr/>
            <p:nvPr/>
          </p:nvSpPr>
          <p:spPr>
            <a:xfrm>
              <a:off x="2272364" y="2128515"/>
              <a:ext cx="44714" cy="984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93" name="tx93"/>
            <p:cNvSpPr/>
            <p:nvPr/>
          </p:nvSpPr>
          <p:spPr>
            <a:xfrm>
              <a:off x="2317078" y="2146986"/>
              <a:ext cx="80650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94" name="tx94"/>
            <p:cNvSpPr/>
            <p:nvPr/>
          </p:nvSpPr>
          <p:spPr>
            <a:xfrm>
              <a:off x="2148005" y="1776375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60</a:t>
              </a:r>
            </a:p>
          </p:txBody>
        </p:sp>
        <p:sp>
          <p:nvSpPr>
            <p:cNvPr id="95" name="tx95"/>
            <p:cNvSpPr/>
            <p:nvPr/>
          </p:nvSpPr>
          <p:spPr>
            <a:xfrm>
              <a:off x="2272364" y="1757904"/>
              <a:ext cx="44714" cy="984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96" name="tx96"/>
            <p:cNvSpPr/>
            <p:nvPr/>
          </p:nvSpPr>
          <p:spPr>
            <a:xfrm>
              <a:off x="2317078" y="1776375"/>
              <a:ext cx="80650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97" name="tx97"/>
            <p:cNvSpPr/>
            <p:nvPr/>
          </p:nvSpPr>
          <p:spPr>
            <a:xfrm>
              <a:off x="2148005" y="1405765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61</a:t>
              </a:r>
            </a:p>
          </p:txBody>
        </p:sp>
        <p:sp>
          <p:nvSpPr>
            <p:cNvPr id="98" name="tx98"/>
            <p:cNvSpPr/>
            <p:nvPr/>
          </p:nvSpPr>
          <p:spPr>
            <a:xfrm>
              <a:off x="2272364" y="1387294"/>
              <a:ext cx="44714" cy="984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99" name="tx99"/>
            <p:cNvSpPr/>
            <p:nvPr/>
          </p:nvSpPr>
          <p:spPr>
            <a:xfrm>
              <a:off x="2317078" y="1405765"/>
              <a:ext cx="80650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100" name="pl100"/>
            <p:cNvSpPr/>
            <p:nvPr/>
          </p:nvSpPr>
          <p:spPr>
            <a:xfrm>
              <a:off x="2425563" y="4040546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l101"/>
            <p:cNvSpPr/>
            <p:nvPr/>
          </p:nvSpPr>
          <p:spPr>
            <a:xfrm>
              <a:off x="2425563" y="3669935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l102"/>
            <p:cNvSpPr/>
            <p:nvPr/>
          </p:nvSpPr>
          <p:spPr>
            <a:xfrm>
              <a:off x="2425563" y="3299325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l103"/>
            <p:cNvSpPr/>
            <p:nvPr/>
          </p:nvSpPr>
          <p:spPr>
            <a:xfrm>
              <a:off x="2425563" y="2928714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l104"/>
            <p:cNvSpPr/>
            <p:nvPr/>
          </p:nvSpPr>
          <p:spPr>
            <a:xfrm>
              <a:off x="2425563" y="2558104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l105"/>
            <p:cNvSpPr/>
            <p:nvPr/>
          </p:nvSpPr>
          <p:spPr>
            <a:xfrm>
              <a:off x="2425563" y="2187494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l106"/>
            <p:cNvSpPr/>
            <p:nvPr/>
          </p:nvSpPr>
          <p:spPr>
            <a:xfrm>
              <a:off x="2425563" y="1816883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l107"/>
            <p:cNvSpPr/>
            <p:nvPr/>
          </p:nvSpPr>
          <p:spPr>
            <a:xfrm>
              <a:off x="2425563" y="1446273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l108"/>
            <p:cNvSpPr/>
            <p:nvPr/>
          </p:nvSpPr>
          <p:spPr>
            <a:xfrm>
              <a:off x="2559922" y="4170259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l109"/>
            <p:cNvSpPr/>
            <p:nvPr/>
          </p:nvSpPr>
          <p:spPr>
            <a:xfrm>
              <a:off x="2958180" y="4170259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l110"/>
            <p:cNvSpPr/>
            <p:nvPr/>
          </p:nvSpPr>
          <p:spPr>
            <a:xfrm>
              <a:off x="3356438" y="4170259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l111"/>
            <p:cNvSpPr/>
            <p:nvPr/>
          </p:nvSpPr>
          <p:spPr>
            <a:xfrm>
              <a:off x="3754695" y="4170259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l112"/>
            <p:cNvSpPr/>
            <p:nvPr/>
          </p:nvSpPr>
          <p:spPr>
            <a:xfrm>
              <a:off x="4152953" y="4170259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l113"/>
            <p:cNvSpPr/>
            <p:nvPr/>
          </p:nvSpPr>
          <p:spPr>
            <a:xfrm>
              <a:off x="4551211" y="4170259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tx114"/>
            <p:cNvSpPr/>
            <p:nvPr/>
          </p:nvSpPr>
          <p:spPr>
            <a:xfrm>
              <a:off x="2438124" y="4233255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115" name="tx115"/>
            <p:cNvSpPr/>
            <p:nvPr/>
          </p:nvSpPr>
          <p:spPr>
            <a:xfrm>
              <a:off x="2562483" y="4214784"/>
              <a:ext cx="44714" cy="984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116" name="tx116"/>
            <p:cNvSpPr/>
            <p:nvPr/>
          </p:nvSpPr>
          <p:spPr>
            <a:xfrm>
              <a:off x="2607197" y="4233255"/>
              <a:ext cx="74523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E</a:t>
              </a:r>
            </a:p>
          </p:txBody>
        </p:sp>
        <p:sp>
          <p:nvSpPr>
            <p:cNvPr id="117" name="tx117"/>
            <p:cNvSpPr/>
            <p:nvPr/>
          </p:nvSpPr>
          <p:spPr>
            <a:xfrm>
              <a:off x="2836382" y="4233255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12</a:t>
              </a:r>
            </a:p>
          </p:txBody>
        </p:sp>
        <p:sp>
          <p:nvSpPr>
            <p:cNvPr id="118" name="tx118"/>
            <p:cNvSpPr/>
            <p:nvPr/>
          </p:nvSpPr>
          <p:spPr>
            <a:xfrm>
              <a:off x="2960740" y="4214784"/>
              <a:ext cx="44714" cy="984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119" name="tx119"/>
            <p:cNvSpPr/>
            <p:nvPr/>
          </p:nvSpPr>
          <p:spPr>
            <a:xfrm>
              <a:off x="3005455" y="4233255"/>
              <a:ext cx="74523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E</a:t>
              </a:r>
            </a:p>
          </p:txBody>
        </p:sp>
        <p:sp>
          <p:nvSpPr>
            <p:cNvPr id="120" name="tx120"/>
            <p:cNvSpPr/>
            <p:nvPr/>
          </p:nvSpPr>
          <p:spPr>
            <a:xfrm>
              <a:off x="3234640" y="4233255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14</a:t>
              </a:r>
            </a:p>
          </p:txBody>
        </p:sp>
        <p:sp>
          <p:nvSpPr>
            <p:cNvPr id="121" name="tx121"/>
            <p:cNvSpPr/>
            <p:nvPr/>
          </p:nvSpPr>
          <p:spPr>
            <a:xfrm>
              <a:off x="3358998" y="4214784"/>
              <a:ext cx="44714" cy="984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122" name="tx122"/>
            <p:cNvSpPr/>
            <p:nvPr/>
          </p:nvSpPr>
          <p:spPr>
            <a:xfrm>
              <a:off x="3403712" y="4233255"/>
              <a:ext cx="74523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E</a:t>
              </a:r>
            </a:p>
          </p:txBody>
        </p:sp>
        <p:sp>
          <p:nvSpPr>
            <p:cNvPr id="123" name="tx123"/>
            <p:cNvSpPr/>
            <p:nvPr/>
          </p:nvSpPr>
          <p:spPr>
            <a:xfrm>
              <a:off x="3632897" y="4233255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16</a:t>
              </a:r>
            </a:p>
          </p:txBody>
        </p:sp>
        <p:sp>
          <p:nvSpPr>
            <p:cNvPr id="124" name="tx124"/>
            <p:cNvSpPr/>
            <p:nvPr/>
          </p:nvSpPr>
          <p:spPr>
            <a:xfrm>
              <a:off x="3757256" y="4214784"/>
              <a:ext cx="44714" cy="984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125" name="tx125"/>
            <p:cNvSpPr/>
            <p:nvPr/>
          </p:nvSpPr>
          <p:spPr>
            <a:xfrm>
              <a:off x="3801970" y="4233255"/>
              <a:ext cx="74523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E</a:t>
              </a:r>
            </a:p>
          </p:txBody>
        </p:sp>
        <p:sp>
          <p:nvSpPr>
            <p:cNvPr id="126" name="tx126"/>
            <p:cNvSpPr/>
            <p:nvPr/>
          </p:nvSpPr>
          <p:spPr>
            <a:xfrm>
              <a:off x="4031155" y="4233255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18</a:t>
              </a:r>
            </a:p>
          </p:txBody>
        </p:sp>
        <p:sp>
          <p:nvSpPr>
            <p:cNvPr id="127" name="tx127"/>
            <p:cNvSpPr/>
            <p:nvPr/>
          </p:nvSpPr>
          <p:spPr>
            <a:xfrm>
              <a:off x="4155513" y="4214784"/>
              <a:ext cx="44714" cy="984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128" name="tx128"/>
            <p:cNvSpPr/>
            <p:nvPr/>
          </p:nvSpPr>
          <p:spPr>
            <a:xfrm>
              <a:off x="4200228" y="4233255"/>
              <a:ext cx="74523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E</a:t>
              </a:r>
            </a:p>
          </p:txBody>
        </p:sp>
        <p:sp>
          <p:nvSpPr>
            <p:cNvPr id="129" name="tx129"/>
            <p:cNvSpPr/>
            <p:nvPr/>
          </p:nvSpPr>
          <p:spPr>
            <a:xfrm>
              <a:off x="4429413" y="4233255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20</a:t>
              </a:r>
            </a:p>
          </p:txBody>
        </p:sp>
        <p:sp>
          <p:nvSpPr>
            <p:cNvPr id="130" name="tx130"/>
            <p:cNvSpPr/>
            <p:nvPr/>
          </p:nvSpPr>
          <p:spPr>
            <a:xfrm>
              <a:off x="4553771" y="4214784"/>
              <a:ext cx="44714" cy="984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131" name="tx131"/>
            <p:cNvSpPr/>
            <p:nvPr/>
          </p:nvSpPr>
          <p:spPr>
            <a:xfrm>
              <a:off x="4598485" y="4233255"/>
              <a:ext cx="74523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E</a:t>
              </a:r>
            </a:p>
          </p:txBody>
        </p:sp>
        <p:sp>
          <p:nvSpPr>
            <p:cNvPr id="132" name="tx132"/>
            <p:cNvSpPr/>
            <p:nvPr/>
          </p:nvSpPr>
          <p:spPr>
            <a:xfrm>
              <a:off x="3248603" y="4372931"/>
              <a:ext cx="613928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Longitude</a:t>
              </a:r>
            </a:p>
          </p:txBody>
        </p:sp>
        <p:sp>
          <p:nvSpPr>
            <p:cNvPr id="133" name="tx133"/>
            <p:cNvSpPr/>
            <p:nvPr/>
          </p:nvSpPr>
          <p:spPr>
            <a:xfrm rot="-5400000">
              <a:off x="1785078" y="2693391"/>
              <a:ext cx="497342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Latitude</a:t>
              </a:r>
            </a:p>
          </p:txBody>
        </p:sp>
        <p:sp>
          <p:nvSpPr>
            <p:cNvPr id="134" name="rc134"/>
            <p:cNvSpPr/>
            <p:nvPr/>
          </p:nvSpPr>
          <p:spPr>
            <a:xfrm>
              <a:off x="4789953" y="1950208"/>
              <a:ext cx="998714" cy="158640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5" name="tx135"/>
            <p:cNvSpPr/>
            <p:nvPr/>
          </p:nvSpPr>
          <p:spPr>
            <a:xfrm>
              <a:off x="4859542" y="2034519"/>
              <a:ext cx="543610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Relative </a:t>
              </a:r>
            </a:p>
          </p:txBody>
        </p:sp>
        <p:sp>
          <p:nvSpPr>
            <p:cNvPr id="136" name="tx136"/>
            <p:cNvSpPr/>
            <p:nvPr/>
          </p:nvSpPr>
          <p:spPr>
            <a:xfrm>
              <a:off x="4859542" y="2185395"/>
              <a:ext cx="859536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Fitness Offset</a:t>
              </a:r>
            </a:p>
          </p:txBody>
        </p:sp>
        <p:pic>
          <p:nvPicPr>
            <p:cNvPr id="137" name="pic13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859542" y="2369741"/>
              <a:ext cx="219455" cy="1097280"/>
            </a:xfrm>
            <a:prstGeom prst="rect">
              <a:avLst/>
            </a:prstGeom>
          </p:spPr>
        </p:pic>
        <p:sp>
          <p:nvSpPr>
            <p:cNvPr id="138" name="pl138"/>
            <p:cNvSpPr/>
            <p:nvPr/>
          </p:nvSpPr>
          <p:spPr>
            <a:xfrm>
              <a:off x="5035107" y="3282922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l139"/>
            <p:cNvSpPr/>
            <p:nvPr/>
          </p:nvSpPr>
          <p:spPr>
            <a:xfrm>
              <a:off x="5035107" y="2979138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l140"/>
            <p:cNvSpPr/>
            <p:nvPr/>
          </p:nvSpPr>
          <p:spPr>
            <a:xfrm>
              <a:off x="5035107" y="2675354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l141"/>
            <p:cNvSpPr/>
            <p:nvPr/>
          </p:nvSpPr>
          <p:spPr>
            <a:xfrm>
              <a:off x="5035107" y="2371570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l142"/>
            <p:cNvSpPr/>
            <p:nvPr/>
          </p:nvSpPr>
          <p:spPr>
            <a:xfrm>
              <a:off x="4859542" y="3282922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l143"/>
            <p:cNvSpPr/>
            <p:nvPr/>
          </p:nvSpPr>
          <p:spPr>
            <a:xfrm>
              <a:off x="4859542" y="2979138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l144"/>
            <p:cNvSpPr/>
            <p:nvPr/>
          </p:nvSpPr>
          <p:spPr>
            <a:xfrm>
              <a:off x="4859542" y="2675354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l145"/>
            <p:cNvSpPr/>
            <p:nvPr/>
          </p:nvSpPr>
          <p:spPr>
            <a:xfrm>
              <a:off x="4859542" y="2371570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tx146"/>
            <p:cNvSpPr/>
            <p:nvPr/>
          </p:nvSpPr>
          <p:spPr>
            <a:xfrm>
              <a:off x="5148587" y="3242917"/>
              <a:ext cx="161574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-10</a:t>
              </a:r>
            </a:p>
          </p:txBody>
        </p:sp>
        <p:sp>
          <p:nvSpPr>
            <p:cNvPr id="147" name="tx147"/>
            <p:cNvSpPr/>
            <p:nvPr/>
          </p:nvSpPr>
          <p:spPr>
            <a:xfrm>
              <a:off x="5148587" y="2939133"/>
              <a:ext cx="99395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-5</a:t>
              </a:r>
            </a:p>
          </p:txBody>
        </p:sp>
        <p:sp>
          <p:nvSpPr>
            <p:cNvPr id="148" name="tx148"/>
            <p:cNvSpPr/>
            <p:nvPr/>
          </p:nvSpPr>
          <p:spPr>
            <a:xfrm>
              <a:off x="5148587" y="2635349"/>
              <a:ext cx="62179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149" name="tx149"/>
            <p:cNvSpPr/>
            <p:nvPr/>
          </p:nvSpPr>
          <p:spPr>
            <a:xfrm>
              <a:off x="5148587" y="2331565"/>
              <a:ext cx="62179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5</a:t>
              </a:r>
            </a:p>
          </p:txBody>
        </p:sp>
        <p:sp>
          <p:nvSpPr>
            <p:cNvPr id="150" name="tx150"/>
            <p:cNvSpPr/>
            <p:nvPr/>
          </p:nvSpPr>
          <p:spPr>
            <a:xfrm>
              <a:off x="2460358" y="740027"/>
              <a:ext cx="4620188" cy="16367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8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(D) Common Future Relative Weight Change </a:t>
              </a:r>
            </a:p>
          </p:txBody>
        </p:sp>
        <p:sp>
          <p:nvSpPr>
            <p:cNvPr id="151" name="tx151"/>
            <p:cNvSpPr/>
            <p:nvPr/>
          </p:nvSpPr>
          <p:spPr>
            <a:xfrm>
              <a:off x="2460358" y="986915"/>
              <a:ext cx="2778404" cy="16367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8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Offset in Future Treatments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camillerumberger</cp:lastModifiedBy>
  <cp:revision>3</cp:revision>
  <dcterms:created xsi:type="dcterms:W3CDTF">2017-02-13T16:18:36Z</dcterms:created>
  <dcterms:modified xsi:type="dcterms:W3CDTF">2026-05-29T08:44:23Z</dcterms:modified>
  <cp:category/>
</cp:coreProperties>
</file>