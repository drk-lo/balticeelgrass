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Relationship Id="rId11" Type="http://schemas.openxmlformats.org/officeDocument/2006/relationships/slide" Target="slides/slide4.xml"/>
<Relationship Id="rId12" Type="http://schemas.openxmlformats.org/officeDocument/2006/relationships/slide" Target="slides/slide5.xml"/>
<Relationship Id="rId13" Type="http://schemas.openxmlformats.org/officeDocument/2006/relationships/slide" Target="slides/slide6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b71e580c78c525cb04bbd66bf34f015eea9b9335.png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b71e580c78c525cb04bbd66bf34f015eea9b9335.png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b71e580c78c525cb04bbd66bf34f015eea9b9335.png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b71e580c78c525cb04bbd66bf34f015eea9b9335.pn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b71e580c78c525cb04bbd66bf34f015eea9b9335.pn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b71e580c78c525cb04bbd66bf34f015eea9b9335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729083" y="1894551"/>
              <a:ext cx="6103099" cy="383160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4036352" y="4722643"/>
              <a:ext cx="744280" cy="912287"/>
            </a:xfrm>
            <a:prstGeom prst="rect">
              <a:avLst/>
            </a:prstGeom>
            <a:solidFill>
              <a:srgbClr val="FFC38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036352" y="3810355"/>
              <a:ext cx="744280" cy="912287"/>
            </a:xfrm>
            <a:prstGeom prst="rect">
              <a:avLst/>
            </a:prstGeom>
            <a:solidFill>
              <a:srgbClr val="FFCC93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4036352" y="2898068"/>
              <a:ext cx="744280" cy="912287"/>
            </a:xfrm>
            <a:prstGeom prst="rect">
              <a:avLst/>
            </a:prstGeom>
            <a:solidFill>
              <a:srgbClr val="862780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36352" y="1985780"/>
              <a:ext cx="744280" cy="912287"/>
            </a:xfrm>
            <a:prstGeom prst="rect">
              <a:avLst/>
            </a:prstGeom>
            <a:solidFill>
              <a:srgbClr val="7B237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7013474" y="4722643"/>
              <a:ext cx="744280" cy="912287"/>
            </a:xfrm>
            <a:prstGeom prst="rect">
              <a:avLst/>
            </a:prstGeom>
            <a:solidFill>
              <a:srgbClr val="F5876C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7013474" y="3810355"/>
              <a:ext cx="744280" cy="912287"/>
            </a:xfrm>
            <a:prstGeom prst="rect">
              <a:avLst/>
            </a:prstGeom>
            <a:solidFill>
              <a:srgbClr val="FFB680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7013474" y="2898068"/>
              <a:ext cx="744280" cy="912287"/>
            </a:xfrm>
            <a:prstGeom prst="rect">
              <a:avLst/>
            </a:prstGeom>
            <a:solidFill>
              <a:srgbClr val="33105E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7013474" y="1985780"/>
              <a:ext cx="744280" cy="912287"/>
            </a:xfrm>
            <a:prstGeom prst="rect">
              <a:avLst/>
            </a:prstGeom>
            <a:solidFill>
              <a:srgbClr val="3E1070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3292072" y="4722643"/>
              <a:ext cx="744280" cy="912287"/>
            </a:xfrm>
            <a:prstGeom prst="rect">
              <a:avLst/>
            </a:prstGeom>
            <a:solidFill>
              <a:srgbClr val="FFC089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292072" y="3810355"/>
              <a:ext cx="744280" cy="912287"/>
            </a:xfrm>
            <a:prstGeom prst="rect">
              <a:avLst/>
            </a:prstGeom>
            <a:solidFill>
              <a:srgbClr val="FFC48C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3292072" y="2898068"/>
              <a:ext cx="744280" cy="912287"/>
            </a:xfrm>
            <a:prstGeom prst="rect">
              <a:avLst/>
            </a:prstGeom>
            <a:solidFill>
              <a:srgbClr val="7A227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3292072" y="1985780"/>
              <a:ext cx="744280" cy="912287"/>
            </a:xfrm>
            <a:prstGeom prst="rect">
              <a:avLst/>
            </a:prstGeom>
            <a:solidFill>
              <a:srgbClr val="6B1D7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6269193" y="4722643"/>
              <a:ext cx="744280" cy="912287"/>
            </a:xfrm>
            <a:prstGeom prst="rect">
              <a:avLst/>
            </a:prstGeom>
            <a:solidFill>
              <a:srgbClr val="FFAB7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6269193" y="3810355"/>
              <a:ext cx="744280" cy="912287"/>
            </a:xfrm>
            <a:prstGeom prst="rect">
              <a:avLst/>
            </a:prstGeom>
            <a:solidFill>
              <a:srgbClr val="FFDCA1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6269193" y="2898068"/>
              <a:ext cx="744280" cy="912287"/>
            </a:xfrm>
            <a:prstGeom prst="rect">
              <a:avLst/>
            </a:prstGeom>
            <a:solidFill>
              <a:srgbClr val="84267F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6269193" y="1985780"/>
              <a:ext cx="744280" cy="912287"/>
            </a:xfrm>
            <a:prstGeom prst="rect">
              <a:avLst/>
            </a:prstGeom>
            <a:solidFill>
              <a:srgbClr val="922B7F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524913" y="4722643"/>
              <a:ext cx="744280" cy="912287"/>
            </a:xfrm>
            <a:prstGeom prst="rect">
              <a:avLst/>
            </a:prstGeom>
            <a:solidFill>
              <a:srgbClr val="FFC28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524913" y="3810355"/>
              <a:ext cx="744280" cy="912287"/>
            </a:xfrm>
            <a:prstGeom prst="rect">
              <a:avLst/>
            </a:prstGeom>
            <a:solidFill>
              <a:srgbClr val="FEECAF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24913" y="2898068"/>
              <a:ext cx="744280" cy="912287"/>
            </a:xfrm>
            <a:prstGeom prst="rect">
              <a:avLst/>
            </a:prstGeom>
            <a:solidFill>
              <a:srgbClr val="B43776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524913" y="1985780"/>
              <a:ext cx="744280" cy="912287"/>
            </a:xfrm>
            <a:prstGeom prst="rect">
              <a:avLst/>
            </a:prstGeom>
            <a:solidFill>
              <a:srgbClr val="BD3B73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4780632" y="4722643"/>
              <a:ext cx="744280" cy="912287"/>
            </a:xfrm>
            <a:prstGeom prst="rect">
              <a:avLst/>
            </a:prstGeom>
            <a:solidFill>
              <a:srgbClr val="FFB983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4780632" y="3810355"/>
              <a:ext cx="744280" cy="912287"/>
            </a:xfrm>
            <a:prstGeom prst="rect">
              <a:avLst/>
            </a:prstGeom>
            <a:solidFill>
              <a:srgbClr val="FFDDA2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780632" y="2898068"/>
              <a:ext cx="744280" cy="912287"/>
            </a:xfrm>
            <a:prstGeom prst="rect">
              <a:avLst/>
            </a:prstGeom>
            <a:solidFill>
              <a:srgbClr val="8B2881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780632" y="1985780"/>
              <a:ext cx="744280" cy="912287"/>
            </a:xfrm>
            <a:prstGeom prst="rect">
              <a:avLst/>
            </a:prstGeom>
            <a:solidFill>
              <a:srgbClr val="8F2A80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803511" y="4722643"/>
              <a:ext cx="744280" cy="912287"/>
            </a:xfrm>
            <a:prstGeom prst="rect">
              <a:avLst/>
            </a:prstGeom>
            <a:solidFill>
              <a:srgbClr val="FFBA83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803511" y="3810355"/>
              <a:ext cx="744280" cy="912287"/>
            </a:xfrm>
            <a:prstGeom prst="rect">
              <a:avLst/>
            </a:prstGeom>
            <a:solidFill>
              <a:srgbClr val="FEA16F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803511" y="2898068"/>
              <a:ext cx="744280" cy="912287"/>
            </a:xfrm>
            <a:prstGeom prst="rect">
              <a:avLst/>
            </a:prstGeom>
            <a:solidFill>
              <a:srgbClr val="681C79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803511" y="1985780"/>
              <a:ext cx="744280" cy="912287"/>
            </a:xfrm>
            <a:prstGeom prst="rect">
              <a:avLst/>
            </a:prstGeom>
            <a:solidFill>
              <a:srgbClr val="441172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2547791" y="4722643"/>
              <a:ext cx="744280" cy="912287"/>
            </a:xfrm>
            <a:prstGeom prst="rect">
              <a:avLst/>
            </a:prstGeom>
            <a:solidFill>
              <a:srgbClr val="FFD49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2547791" y="3810355"/>
              <a:ext cx="744280" cy="912287"/>
            </a:xfrm>
            <a:prstGeom prst="rect">
              <a:avLst/>
            </a:prstGeom>
            <a:solidFill>
              <a:srgbClr val="FFBF8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2547791" y="2898068"/>
              <a:ext cx="744280" cy="912287"/>
            </a:xfrm>
            <a:prstGeom prst="rect">
              <a:avLst/>
            </a:prstGeom>
            <a:solidFill>
              <a:srgbClr val="8B2881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2547791" y="1985780"/>
              <a:ext cx="744280" cy="912287"/>
            </a:xfrm>
            <a:prstGeom prst="rect">
              <a:avLst/>
            </a:prstGeom>
            <a:solidFill>
              <a:srgbClr val="6A1D7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729083" y="1894551"/>
              <a:ext cx="0" cy="3831608"/>
            </a:xfrm>
            <a:custGeom>
              <a:avLst/>
              <a:pathLst>
                <a:path w="0" h="3831608">
                  <a:moveTo>
                    <a:pt x="0" y="3831608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1062" y="5138782"/>
              <a:ext cx="97539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TempControl-21psu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753241" y="4226494"/>
              <a:ext cx="91321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TempControl-7psu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57539" y="3314207"/>
              <a:ext cx="90891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TempWarm-16psu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9718" y="2401919"/>
              <a:ext cx="84673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TempWarm-5psu</a:t>
              </a:r>
            </a:p>
          </p:txBody>
        </p:sp>
        <p:sp>
          <p:nvSpPr>
            <p:cNvPr id="43" name="pl43"/>
            <p:cNvSpPr/>
            <p:nvPr/>
          </p:nvSpPr>
          <p:spPr>
            <a:xfrm>
              <a:off x="1694288" y="517878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1694288" y="426649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694288" y="335421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694288" y="244192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729083" y="5726160"/>
              <a:ext cx="6103099" cy="0"/>
            </a:xfrm>
            <a:custGeom>
              <a:avLst/>
              <a:pathLst>
                <a:path w="6103099" h="0">
                  <a:moveTo>
                    <a:pt x="0" y="0"/>
                  </a:moveTo>
                  <a:lnTo>
                    <a:pt x="6103099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175651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19931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664212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4408492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5152773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897053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6641333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85614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2075341" y="5788790"/>
              <a:ext cx="2006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2829863" y="5788790"/>
              <a:ext cx="18013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3536927" y="5788790"/>
              <a:ext cx="2545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4293644" y="5788790"/>
              <a:ext cx="229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5034861" y="5788790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791440" y="5788790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517204" y="5788790"/>
              <a:ext cx="24825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276937" y="5788790"/>
              <a:ext cx="21735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450443" y="5927094"/>
              <a:ext cx="66037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65" name="tx65"/>
            <p:cNvSpPr/>
            <p:nvPr/>
          </p:nvSpPr>
          <p:spPr>
            <a:xfrm rot="-5400000">
              <a:off x="260972" y="3760338"/>
              <a:ext cx="63166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Treatment</a:t>
              </a:r>
            </a:p>
          </p:txBody>
        </p:sp>
        <p:sp>
          <p:nvSpPr>
            <p:cNvPr id="66" name="rc66"/>
            <p:cNvSpPr/>
            <p:nvPr/>
          </p:nvSpPr>
          <p:spPr>
            <a:xfrm>
              <a:off x="7971360" y="3092592"/>
              <a:ext cx="645850" cy="143552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tx67"/>
            <p:cNvSpPr/>
            <p:nvPr/>
          </p:nvSpPr>
          <p:spPr>
            <a:xfrm>
              <a:off x="8040949" y="3176903"/>
              <a:ext cx="37033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Offset</a:t>
              </a:r>
            </a:p>
          </p:txBody>
        </p:sp>
        <p:pic>
          <p:nvPicPr>
            <p:cNvPr id="68" name="pic6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40949" y="3361250"/>
              <a:ext cx="219455" cy="1097280"/>
            </a:xfrm>
            <a:prstGeom prst="rect">
              <a:avLst/>
            </a:prstGeom>
          </p:spPr>
        </p:pic>
        <p:sp>
          <p:nvSpPr>
            <p:cNvPr id="69" name="pl69"/>
            <p:cNvSpPr/>
            <p:nvPr/>
          </p:nvSpPr>
          <p:spPr>
            <a:xfrm>
              <a:off x="8216514" y="445670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8216514" y="414423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8216514" y="383177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8216514" y="3519310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8040949" y="445670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8040949" y="414423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8040949" y="383177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8040949" y="3519310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tx77"/>
            <p:cNvSpPr/>
            <p:nvPr/>
          </p:nvSpPr>
          <p:spPr>
            <a:xfrm>
              <a:off x="8329994" y="4416696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8329994" y="4104232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0.02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8329994" y="379176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0.04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8329994" y="3479305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0.06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1729083" y="1669789"/>
              <a:ext cx="2408072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(A) Genomic Offsets (LEA, MLL)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729083" y="1894551"/>
              <a:ext cx="6103099" cy="383160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4036352" y="4722643"/>
              <a:ext cx="744280" cy="912287"/>
            </a:xfrm>
            <a:prstGeom prst="rect">
              <a:avLst/>
            </a:prstGeom>
            <a:solidFill>
              <a:srgbClr val="FFC88F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036352" y="3810355"/>
              <a:ext cx="744280" cy="912287"/>
            </a:xfrm>
            <a:prstGeom prst="rect">
              <a:avLst/>
            </a:prstGeom>
            <a:solidFill>
              <a:srgbClr val="FFD19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4036352" y="2898068"/>
              <a:ext cx="744280" cy="912287"/>
            </a:xfrm>
            <a:prstGeom prst="rect">
              <a:avLst/>
            </a:prstGeom>
            <a:solidFill>
              <a:srgbClr val="B83974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36352" y="1985780"/>
              <a:ext cx="744280" cy="912287"/>
            </a:xfrm>
            <a:prstGeom prst="rect">
              <a:avLst/>
            </a:prstGeom>
            <a:solidFill>
              <a:srgbClr val="AC3478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7013474" y="4722643"/>
              <a:ext cx="744280" cy="912287"/>
            </a:xfrm>
            <a:prstGeom prst="rect">
              <a:avLst/>
            </a:prstGeom>
            <a:solidFill>
              <a:srgbClr val="F5866C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7013474" y="3810355"/>
              <a:ext cx="744280" cy="912287"/>
            </a:xfrm>
            <a:prstGeom prst="rect">
              <a:avLst/>
            </a:prstGeom>
            <a:solidFill>
              <a:srgbClr val="FFC48C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7013474" y="2898068"/>
              <a:ext cx="744280" cy="912287"/>
            </a:xfrm>
            <a:prstGeom prst="rect">
              <a:avLst/>
            </a:prstGeom>
            <a:solidFill>
              <a:srgbClr val="661B79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7013474" y="1985780"/>
              <a:ext cx="744280" cy="912287"/>
            </a:xfrm>
            <a:prstGeom prst="rect">
              <a:avLst/>
            </a:prstGeom>
            <a:solidFill>
              <a:srgbClr val="7D237E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3292072" y="4722643"/>
              <a:ext cx="744280" cy="912287"/>
            </a:xfrm>
            <a:prstGeom prst="rect">
              <a:avLst/>
            </a:prstGeom>
            <a:solidFill>
              <a:srgbClr val="FFC78E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292072" y="3810355"/>
              <a:ext cx="744280" cy="912287"/>
            </a:xfrm>
            <a:prstGeom prst="rect">
              <a:avLst/>
            </a:prstGeom>
            <a:solidFill>
              <a:srgbClr val="FFCA91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3292072" y="2898068"/>
              <a:ext cx="744280" cy="912287"/>
            </a:xfrm>
            <a:prstGeom prst="rect">
              <a:avLst/>
            </a:prstGeom>
            <a:solidFill>
              <a:srgbClr val="AE3578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3292072" y="1985780"/>
              <a:ext cx="744280" cy="912287"/>
            </a:xfrm>
            <a:prstGeom prst="rect">
              <a:avLst/>
            </a:prstGeom>
            <a:solidFill>
              <a:srgbClr val="9D2F7C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6269193" y="4722643"/>
              <a:ext cx="744280" cy="912287"/>
            </a:xfrm>
            <a:prstGeom prst="rect">
              <a:avLst/>
            </a:prstGeom>
            <a:solidFill>
              <a:srgbClr val="FFA672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6269193" y="3810355"/>
              <a:ext cx="744280" cy="912287"/>
            </a:xfrm>
            <a:prstGeom prst="rect">
              <a:avLst/>
            </a:prstGeom>
            <a:solidFill>
              <a:srgbClr val="FFE2A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6269193" y="2898068"/>
              <a:ext cx="744280" cy="912287"/>
            </a:xfrm>
            <a:prstGeom prst="rect">
              <a:avLst/>
            </a:prstGeom>
            <a:solidFill>
              <a:srgbClr val="AD3478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6269193" y="1985780"/>
              <a:ext cx="744280" cy="912287"/>
            </a:xfrm>
            <a:prstGeom prst="rect">
              <a:avLst/>
            </a:prstGeom>
            <a:solidFill>
              <a:srgbClr val="C33D71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524913" y="4722643"/>
              <a:ext cx="744280" cy="912287"/>
            </a:xfrm>
            <a:prstGeom prst="rect">
              <a:avLst/>
            </a:prstGeom>
            <a:solidFill>
              <a:srgbClr val="FFBB84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524913" y="3810355"/>
              <a:ext cx="744280" cy="912287"/>
            </a:xfrm>
            <a:prstGeom prst="rect">
              <a:avLst/>
            </a:prstGeom>
            <a:solidFill>
              <a:srgbClr val="FEEFB2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24913" y="2898068"/>
              <a:ext cx="744280" cy="912287"/>
            </a:xfrm>
            <a:prstGeom prst="rect">
              <a:avLst/>
            </a:prstGeom>
            <a:solidFill>
              <a:srgbClr val="D3446C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524913" y="1985780"/>
              <a:ext cx="744280" cy="912287"/>
            </a:xfrm>
            <a:prstGeom prst="rect">
              <a:avLst/>
            </a:prstGeom>
            <a:solidFill>
              <a:srgbClr val="E04F68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4780632" y="4722643"/>
              <a:ext cx="744280" cy="912287"/>
            </a:xfrm>
            <a:prstGeom prst="rect">
              <a:avLst/>
            </a:prstGeom>
            <a:solidFill>
              <a:srgbClr val="FFB680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4780632" y="3810355"/>
              <a:ext cx="744280" cy="912287"/>
            </a:xfrm>
            <a:prstGeom prst="rect">
              <a:avLst/>
            </a:prstGeom>
            <a:solidFill>
              <a:srgbClr val="FFE3A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780632" y="2898068"/>
              <a:ext cx="744280" cy="912287"/>
            </a:xfrm>
            <a:prstGeom prst="rect">
              <a:avLst/>
            </a:prstGeom>
            <a:solidFill>
              <a:srgbClr val="B53876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780632" y="1985780"/>
              <a:ext cx="744280" cy="912287"/>
            </a:xfrm>
            <a:prstGeom prst="rect">
              <a:avLst/>
            </a:prstGeom>
            <a:solidFill>
              <a:srgbClr val="C03C72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803511" y="4722643"/>
              <a:ext cx="744280" cy="912287"/>
            </a:xfrm>
            <a:prstGeom prst="rect">
              <a:avLst/>
            </a:prstGeom>
            <a:solidFill>
              <a:srgbClr val="FFC38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803511" y="3810355"/>
              <a:ext cx="744280" cy="912287"/>
            </a:xfrm>
            <a:prstGeom prst="rect">
              <a:avLst/>
            </a:prstGeom>
            <a:solidFill>
              <a:srgbClr val="FEA16F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803511" y="2898068"/>
              <a:ext cx="744280" cy="912287"/>
            </a:xfrm>
            <a:prstGeom prst="rect">
              <a:avLst/>
            </a:prstGeom>
            <a:solidFill>
              <a:srgbClr val="9E2F7C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803511" y="1985780"/>
              <a:ext cx="744280" cy="912287"/>
            </a:xfrm>
            <a:prstGeom prst="rect">
              <a:avLst/>
            </a:prstGeom>
            <a:solidFill>
              <a:srgbClr val="76217C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2547791" y="4722643"/>
              <a:ext cx="744280" cy="912287"/>
            </a:xfrm>
            <a:prstGeom prst="rect">
              <a:avLst/>
            </a:prstGeom>
            <a:solidFill>
              <a:srgbClr val="FFDA9F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2547791" y="3810355"/>
              <a:ext cx="744280" cy="912287"/>
            </a:xfrm>
            <a:prstGeom prst="rect">
              <a:avLst/>
            </a:prstGeom>
            <a:solidFill>
              <a:srgbClr val="FFC189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2547791" y="2898068"/>
              <a:ext cx="744280" cy="912287"/>
            </a:xfrm>
            <a:prstGeom prst="rect">
              <a:avLst/>
            </a:prstGeom>
            <a:solidFill>
              <a:srgbClr val="BD3B73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2547791" y="1985780"/>
              <a:ext cx="744280" cy="912287"/>
            </a:xfrm>
            <a:prstGeom prst="rect">
              <a:avLst/>
            </a:prstGeom>
            <a:solidFill>
              <a:srgbClr val="982D7E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729083" y="1894551"/>
              <a:ext cx="0" cy="3831608"/>
            </a:xfrm>
            <a:custGeom>
              <a:avLst/>
              <a:pathLst>
                <a:path w="0" h="3831608">
                  <a:moveTo>
                    <a:pt x="0" y="3831608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1062" y="5138782"/>
              <a:ext cx="97539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TempControl-21psu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753241" y="4226494"/>
              <a:ext cx="91321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TempControl-7psu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57539" y="3314207"/>
              <a:ext cx="90891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TempWarm-16psu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9718" y="2401919"/>
              <a:ext cx="84673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TempWarm-5psu</a:t>
              </a:r>
            </a:p>
          </p:txBody>
        </p:sp>
        <p:sp>
          <p:nvSpPr>
            <p:cNvPr id="43" name="pl43"/>
            <p:cNvSpPr/>
            <p:nvPr/>
          </p:nvSpPr>
          <p:spPr>
            <a:xfrm>
              <a:off x="1694288" y="517878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1694288" y="426649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694288" y="335421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694288" y="244192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729083" y="5726160"/>
              <a:ext cx="6103099" cy="0"/>
            </a:xfrm>
            <a:custGeom>
              <a:avLst/>
              <a:pathLst>
                <a:path w="6103099" h="0">
                  <a:moveTo>
                    <a:pt x="0" y="0"/>
                  </a:moveTo>
                  <a:lnTo>
                    <a:pt x="6103099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175651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19931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664212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4408492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5152773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897053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6641333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85614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2075341" y="5788790"/>
              <a:ext cx="2006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2829863" y="5788790"/>
              <a:ext cx="18013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3536927" y="5788790"/>
              <a:ext cx="2545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4293644" y="5788790"/>
              <a:ext cx="229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5034861" y="5788790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791440" y="5788790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517204" y="5788790"/>
              <a:ext cx="24825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276937" y="5788790"/>
              <a:ext cx="21735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450443" y="5927094"/>
              <a:ext cx="66037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65" name="tx65"/>
            <p:cNvSpPr/>
            <p:nvPr/>
          </p:nvSpPr>
          <p:spPr>
            <a:xfrm rot="-5400000">
              <a:off x="260972" y="3760338"/>
              <a:ext cx="63166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Treatment</a:t>
              </a:r>
            </a:p>
          </p:txBody>
        </p:sp>
        <p:sp>
          <p:nvSpPr>
            <p:cNvPr id="66" name="rc66"/>
            <p:cNvSpPr/>
            <p:nvPr/>
          </p:nvSpPr>
          <p:spPr>
            <a:xfrm>
              <a:off x="7971360" y="3092592"/>
              <a:ext cx="645850" cy="143552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tx67"/>
            <p:cNvSpPr/>
            <p:nvPr/>
          </p:nvSpPr>
          <p:spPr>
            <a:xfrm>
              <a:off x="8040949" y="3176903"/>
              <a:ext cx="37033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Offset</a:t>
              </a:r>
            </a:p>
          </p:txBody>
        </p:sp>
        <p:pic>
          <p:nvPicPr>
            <p:cNvPr id="68" name="pic6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40949" y="3361250"/>
              <a:ext cx="219455" cy="1097280"/>
            </a:xfrm>
            <a:prstGeom prst="rect">
              <a:avLst/>
            </a:prstGeom>
          </p:spPr>
        </p:pic>
        <p:sp>
          <p:nvSpPr>
            <p:cNvPr id="69" name="pl69"/>
            <p:cNvSpPr/>
            <p:nvPr/>
          </p:nvSpPr>
          <p:spPr>
            <a:xfrm>
              <a:off x="8216514" y="445670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8216514" y="414423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8216514" y="383177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8216514" y="3519310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8040949" y="445670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8040949" y="414423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8040949" y="383177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8040949" y="3519310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tx77"/>
            <p:cNvSpPr/>
            <p:nvPr/>
          </p:nvSpPr>
          <p:spPr>
            <a:xfrm>
              <a:off x="8329994" y="4416696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8329994" y="4104232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0.02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8329994" y="379176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0.04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8329994" y="3479305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0.06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1729083" y="1669789"/>
              <a:ext cx="1989094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(A) Genomic Offsets (LEA)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729083" y="1894551"/>
              <a:ext cx="6239439" cy="383160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4087895" y="4722643"/>
              <a:ext cx="760907" cy="912287"/>
            </a:xfrm>
            <a:prstGeom prst="rect">
              <a:avLst/>
            </a:prstGeom>
            <a:solidFill>
              <a:srgbClr val="C53E70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087895" y="3810355"/>
              <a:ext cx="760907" cy="912287"/>
            </a:xfrm>
            <a:prstGeom prst="rect">
              <a:avLst/>
            </a:prstGeom>
            <a:solidFill>
              <a:srgbClr val="EF786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4087895" y="2898068"/>
              <a:ext cx="760907" cy="912287"/>
            </a:xfrm>
            <a:prstGeom prst="rect">
              <a:avLst/>
            </a:prstGeom>
            <a:solidFill>
              <a:srgbClr val="FB986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87895" y="1985780"/>
              <a:ext cx="760907" cy="912287"/>
            </a:xfrm>
            <a:prstGeom prst="rect">
              <a:avLst/>
            </a:prstGeom>
            <a:solidFill>
              <a:srgbClr val="C9406F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7131524" y="4722643"/>
              <a:ext cx="760907" cy="912287"/>
            </a:xfrm>
            <a:prstGeom prst="rect">
              <a:avLst/>
            </a:prstGeom>
            <a:solidFill>
              <a:srgbClr val="37106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7131524" y="3810355"/>
              <a:ext cx="760907" cy="912287"/>
            </a:xfrm>
            <a:prstGeom prst="rect">
              <a:avLst/>
            </a:prstGeom>
            <a:solidFill>
              <a:srgbClr val="FFD59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7131524" y="2898068"/>
              <a:ext cx="760907" cy="912287"/>
            </a:xfrm>
            <a:prstGeom prst="rect">
              <a:avLst/>
            </a:prstGeom>
            <a:solidFill>
              <a:srgbClr val="A2307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7131524" y="1985780"/>
              <a:ext cx="760907" cy="912287"/>
            </a:xfrm>
            <a:prstGeom prst="rect">
              <a:avLst/>
            </a:prstGeom>
            <a:solidFill>
              <a:srgbClr val="FFB57F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3326988" y="4722643"/>
              <a:ext cx="760907" cy="912287"/>
            </a:xfrm>
            <a:prstGeom prst="rect">
              <a:avLst/>
            </a:prstGeom>
            <a:solidFill>
              <a:srgbClr val="DA476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326988" y="3810355"/>
              <a:ext cx="760907" cy="912287"/>
            </a:xfrm>
            <a:prstGeom prst="rect">
              <a:avLst/>
            </a:prstGeom>
            <a:solidFill>
              <a:srgbClr val="E6616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3326988" y="2898068"/>
              <a:ext cx="760907" cy="912287"/>
            </a:xfrm>
            <a:prstGeom prst="rect">
              <a:avLst/>
            </a:prstGeom>
            <a:solidFill>
              <a:srgbClr val="FFA774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3326988" y="1985780"/>
              <a:ext cx="760907" cy="912287"/>
            </a:xfrm>
            <a:prstGeom prst="rect">
              <a:avLst/>
            </a:prstGeom>
            <a:solidFill>
              <a:srgbClr val="B43776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6370617" y="4722643"/>
              <a:ext cx="760907" cy="912287"/>
            </a:xfrm>
            <a:prstGeom prst="rect">
              <a:avLst/>
            </a:prstGeom>
            <a:solidFill>
              <a:srgbClr val="37106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6370617" y="3810355"/>
              <a:ext cx="760907" cy="912287"/>
            </a:xfrm>
            <a:prstGeom prst="rect">
              <a:avLst/>
            </a:prstGeom>
            <a:solidFill>
              <a:srgbClr val="FFDDA2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6370617" y="2898068"/>
              <a:ext cx="760907" cy="912287"/>
            </a:xfrm>
            <a:prstGeom prst="rect">
              <a:avLst/>
            </a:prstGeom>
            <a:solidFill>
              <a:srgbClr val="A4317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6370617" y="1985780"/>
              <a:ext cx="760907" cy="912287"/>
            </a:xfrm>
            <a:prstGeom prst="rect">
              <a:avLst/>
            </a:prstGeom>
            <a:solidFill>
              <a:srgbClr val="FFC189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609710" y="4722643"/>
              <a:ext cx="760907" cy="912287"/>
            </a:xfrm>
            <a:prstGeom prst="rect">
              <a:avLst/>
            </a:prstGeom>
            <a:solidFill>
              <a:srgbClr val="581776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609710" y="3810355"/>
              <a:ext cx="760907" cy="912287"/>
            </a:xfrm>
            <a:prstGeom prst="rect">
              <a:avLst/>
            </a:prstGeom>
            <a:solidFill>
              <a:srgbClr val="FFEBAF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609710" y="2898068"/>
              <a:ext cx="760907" cy="912287"/>
            </a:xfrm>
            <a:prstGeom prst="rect">
              <a:avLst/>
            </a:prstGeom>
            <a:solidFill>
              <a:srgbClr val="C53E71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09710" y="1985780"/>
              <a:ext cx="760907" cy="912287"/>
            </a:xfrm>
            <a:prstGeom prst="rect">
              <a:avLst/>
            </a:prstGeom>
            <a:solidFill>
              <a:srgbClr val="FEA270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4848803" y="4722643"/>
              <a:ext cx="760907" cy="912287"/>
            </a:xfrm>
            <a:prstGeom prst="rect">
              <a:avLst/>
            </a:prstGeom>
            <a:solidFill>
              <a:srgbClr val="6D1D7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4848803" y="3810355"/>
              <a:ext cx="760907" cy="912287"/>
            </a:xfrm>
            <a:prstGeom prst="rect">
              <a:avLst/>
            </a:prstGeom>
            <a:solidFill>
              <a:srgbClr val="FFD69C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848803" y="2898068"/>
              <a:ext cx="760907" cy="912287"/>
            </a:xfrm>
            <a:prstGeom prst="rect">
              <a:avLst/>
            </a:prstGeom>
            <a:solidFill>
              <a:srgbClr val="D8466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848803" y="1985780"/>
              <a:ext cx="760907" cy="912287"/>
            </a:xfrm>
            <a:prstGeom prst="rect">
              <a:avLst/>
            </a:prstGeom>
            <a:solidFill>
              <a:srgbClr val="F88E6C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805173" y="4722643"/>
              <a:ext cx="760907" cy="912287"/>
            </a:xfrm>
            <a:prstGeom prst="rect">
              <a:avLst/>
            </a:prstGeom>
            <a:solidFill>
              <a:srgbClr val="FD9E6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805173" y="3810355"/>
              <a:ext cx="760907" cy="912287"/>
            </a:xfrm>
            <a:prstGeom prst="rect">
              <a:avLst/>
            </a:prstGeom>
            <a:solidFill>
              <a:srgbClr val="9E2F7C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805173" y="2898068"/>
              <a:ext cx="760907" cy="912287"/>
            </a:xfrm>
            <a:prstGeom prst="rect">
              <a:avLst/>
            </a:prstGeom>
            <a:solidFill>
              <a:srgbClr val="FFB781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805173" y="1985780"/>
              <a:ext cx="760907" cy="912287"/>
            </a:xfrm>
            <a:prstGeom prst="rect">
              <a:avLst/>
            </a:prstGeom>
            <a:solidFill>
              <a:srgbClr val="621A78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2566081" y="4722643"/>
              <a:ext cx="760907" cy="912287"/>
            </a:xfrm>
            <a:prstGeom prst="rect">
              <a:avLst/>
            </a:prstGeom>
            <a:solidFill>
              <a:srgbClr val="FE9F6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2566081" y="3810355"/>
              <a:ext cx="760907" cy="912287"/>
            </a:xfrm>
            <a:prstGeom prst="rect">
              <a:avLst/>
            </a:prstGeom>
            <a:solidFill>
              <a:srgbClr val="9D2F7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2566081" y="2898068"/>
              <a:ext cx="760907" cy="912287"/>
            </a:xfrm>
            <a:prstGeom prst="rect">
              <a:avLst/>
            </a:prstGeom>
            <a:solidFill>
              <a:srgbClr val="FFB57F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2566081" y="1985780"/>
              <a:ext cx="760907" cy="912287"/>
            </a:xfrm>
            <a:prstGeom prst="rect">
              <a:avLst/>
            </a:prstGeom>
            <a:solidFill>
              <a:srgbClr val="60197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729083" y="1894551"/>
              <a:ext cx="0" cy="3831608"/>
            </a:xfrm>
            <a:custGeom>
              <a:avLst/>
              <a:pathLst>
                <a:path w="0" h="3831608">
                  <a:moveTo>
                    <a:pt x="0" y="3831608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1062" y="5138782"/>
              <a:ext cx="97539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TempControl-21psu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753241" y="4226494"/>
              <a:ext cx="91321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TempControl-7psu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57539" y="3314207"/>
              <a:ext cx="90891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TempWarm-16psu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9718" y="2401919"/>
              <a:ext cx="84673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TempWarm-5psu</a:t>
              </a:r>
            </a:p>
          </p:txBody>
        </p:sp>
        <p:sp>
          <p:nvSpPr>
            <p:cNvPr id="43" name="pl43"/>
            <p:cNvSpPr/>
            <p:nvPr/>
          </p:nvSpPr>
          <p:spPr>
            <a:xfrm>
              <a:off x="1694288" y="517878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1694288" y="426649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694288" y="335421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694288" y="244192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729083" y="5726160"/>
              <a:ext cx="6239439" cy="0"/>
            </a:xfrm>
            <a:custGeom>
              <a:avLst/>
              <a:pathLst>
                <a:path w="6239439" h="0">
                  <a:moveTo>
                    <a:pt x="0" y="0"/>
                  </a:moveTo>
                  <a:lnTo>
                    <a:pt x="6239439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185627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46534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707442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4468349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5229256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990163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6751071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511978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2085317" y="5788790"/>
              <a:ext cx="2006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2856466" y="5788790"/>
              <a:ext cx="18013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3580157" y="5788790"/>
              <a:ext cx="2545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4353500" y="5788790"/>
              <a:ext cx="229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5111344" y="5788790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884550" y="5788790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626941" y="5788790"/>
              <a:ext cx="24825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403301" y="5788790"/>
              <a:ext cx="21735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518613" y="5927094"/>
              <a:ext cx="66037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65" name="tx65"/>
            <p:cNvSpPr/>
            <p:nvPr/>
          </p:nvSpPr>
          <p:spPr>
            <a:xfrm rot="-5400000">
              <a:off x="260972" y="3760338"/>
              <a:ext cx="63166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Treatment</a:t>
              </a:r>
            </a:p>
          </p:txBody>
        </p:sp>
        <p:sp>
          <p:nvSpPr>
            <p:cNvPr id="66" name="rc66"/>
            <p:cNvSpPr/>
            <p:nvPr/>
          </p:nvSpPr>
          <p:spPr>
            <a:xfrm>
              <a:off x="8107700" y="3092592"/>
              <a:ext cx="509510" cy="143552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tx67"/>
            <p:cNvSpPr/>
            <p:nvPr/>
          </p:nvSpPr>
          <p:spPr>
            <a:xfrm>
              <a:off x="8177289" y="3176903"/>
              <a:ext cx="37033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Offset</a:t>
              </a:r>
            </a:p>
          </p:txBody>
        </p:sp>
        <p:pic>
          <p:nvPicPr>
            <p:cNvPr id="68" name="pic6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77289" y="3361250"/>
              <a:ext cx="219455" cy="1097280"/>
            </a:xfrm>
            <a:prstGeom prst="rect">
              <a:avLst/>
            </a:prstGeom>
          </p:spPr>
        </p:pic>
        <p:sp>
          <p:nvSpPr>
            <p:cNvPr id="69" name="pl69"/>
            <p:cNvSpPr/>
            <p:nvPr/>
          </p:nvSpPr>
          <p:spPr>
            <a:xfrm>
              <a:off x="8352854" y="445670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8352854" y="418329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8352854" y="3909890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8352854" y="363648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8352854" y="3363078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8177289" y="445670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8177289" y="418329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8177289" y="3909890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8177289" y="363648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8177289" y="3363078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tx79"/>
            <p:cNvSpPr/>
            <p:nvPr/>
          </p:nvSpPr>
          <p:spPr>
            <a:xfrm>
              <a:off x="8466334" y="4416696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8466334" y="4143290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8466334" y="3869885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8466334" y="3596479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8466334" y="3323073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1729083" y="1669789"/>
              <a:ext cx="2175266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Genomic Offsets (RDA, MLL)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729083" y="1894551"/>
              <a:ext cx="6239439" cy="383160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4087895" y="4722643"/>
              <a:ext cx="760907" cy="912287"/>
            </a:xfrm>
            <a:prstGeom prst="rect">
              <a:avLst/>
            </a:prstGeom>
            <a:solidFill>
              <a:srgbClr val="8A2881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087895" y="3810355"/>
              <a:ext cx="760907" cy="912287"/>
            </a:xfrm>
            <a:prstGeom prst="rect">
              <a:avLst/>
            </a:prstGeom>
            <a:solidFill>
              <a:srgbClr val="F68A6C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4087895" y="2898068"/>
              <a:ext cx="760907" cy="912287"/>
            </a:xfrm>
            <a:prstGeom prst="rect">
              <a:avLst/>
            </a:prstGeom>
            <a:solidFill>
              <a:srgbClr val="E35969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87895" y="1985780"/>
              <a:ext cx="760907" cy="912287"/>
            </a:xfrm>
            <a:prstGeom prst="rect">
              <a:avLst/>
            </a:prstGeom>
            <a:solidFill>
              <a:srgbClr val="E8646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7131524" y="4722643"/>
              <a:ext cx="760907" cy="912287"/>
            </a:xfrm>
            <a:prstGeom prst="rect">
              <a:avLst/>
            </a:prstGeom>
            <a:solidFill>
              <a:srgbClr val="0A0311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7131524" y="3810355"/>
              <a:ext cx="760907" cy="912287"/>
            </a:xfrm>
            <a:prstGeom prst="rect">
              <a:avLst/>
            </a:prstGeom>
            <a:solidFill>
              <a:srgbClr val="FFC088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7131524" y="2898068"/>
              <a:ext cx="760907" cy="912287"/>
            </a:xfrm>
            <a:prstGeom prst="rect">
              <a:avLst/>
            </a:prstGeom>
            <a:solidFill>
              <a:srgbClr val="53157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7131524" y="1985780"/>
              <a:ext cx="760907" cy="912287"/>
            </a:xfrm>
            <a:prstGeom prst="rect">
              <a:avLst/>
            </a:prstGeom>
            <a:solidFill>
              <a:srgbClr val="FFDBA0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3326988" y="4722643"/>
              <a:ext cx="760907" cy="912287"/>
            </a:xfrm>
            <a:prstGeom prst="rect">
              <a:avLst/>
            </a:prstGeom>
            <a:solidFill>
              <a:srgbClr val="A6327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326988" y="3810355"/>
              <a:ext cx="760907" cy="912287"/>
            </a:xfrm>
            <a:prstGeom prst="rect">
              <a:avLst/>
            </a:prstGeom>
            <a:solidFill>
              <a:srgbClr val="EC6F6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3326988" y="2898068"/>
              <a:ext cx="760907" cy="912287"/>
            </a:xfrm>
            <a:prstGeom prst="rect">
              <a:avLst/>
            </a:prstGeom>
            <a:solidFill>
              <a:srgbClr val="EE746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3326988" y="1985780"/>
              <a:ext cx="760907" cy="912287"/>
            </a:xfrm>
            <a:prstGeom prst="rect">
              <a:avLst/>
            </a:prstGeom>
            <a:solidFill>
              <a:srgbClr val="DA4769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6370617" y="4722643"/>
              <a:ext cx="760907" cy="912287"/>
            </a:xfrm>
            <a:prstGeom prst="rect">
              <a:avLst/>
            </a:prstGeom>
            <a:solidFill>
              <a:srgbClr val="0C0413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6370617" y="3810355"/>
              <a:ext cx="760907" cy="912287"/>
            </a:xfrm>
            <a:prstGeom prst="rect">
              <a:avLst/>
            </a:prstGeom>
            <a:solidFill>
              <a:srgbClr val="FFC38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6370617" y="2898068"/>
              <a:ext cx="760907" cy="912287"/>
            </a:xfrm>
            <a:prstGeom prst="rect">
              <a:avLst/>
            </a:prstGeom>
            <a:solidFill>
              <a:srgbClr val="55167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6370617" y="1985780"/>
              <a:ext cx="760907" cy="912287"/>
            </a:xfrm>
            <a:prstGeom prst="rect">
              <a:avLst/>
            </a:prstGeom>
            <a:solidFill>
              <a:srgbClr val="FFE8AC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609710" y="4722643"/>
              <a:ext cx="760907" cy="912287"/>
            </a:xfrm>
            <a:prstGeom prst="rect">
              <a:avLst/>
            </a:prstGeom>
            <a:solidFill>
              <a:srgbClr val="2D1050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609710" y="3810355"/>
              <a:ext cx="760907" cy="912287"/>
            </a:xfrm>
            <a:prstGeom prst="rect">
              <a:avLst/>
            </a:prstGeom>
            <a:solidFill>
              <a:srgbClr val="FEF3B6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609710" y="2898068"/>
              <a:ext cx="760907" cy="912287"/>
            </a:xfrm>
            <a:prstGeom prst="rect">
              <a:avLst/>
            </a:prstGeom>
            <a:solidFill>
              <a:srgbClr val="84267F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609710" y="1985780"/>
              <a:ext cx="760907" cy="912287"/>
            </a:xfrm>
            <a:prstGeom prst="rect">
              <a:avLst/>
            </a:prstGeom>
            <a:solidFill>
              <a:srgbClr val="FFCF9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4848803" y="4722643"/>
              <a:ext cx="760907" cy="912287"/>
            </a:xfrm>
            <a:prstGeom prst="rect">
              <a:avLst/>
            </a:prstGeom>
            <a:solidFill>
              <a:srgbClr val="380F69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4848803" y="3810355"/>
              <a:ext cx="760907" cy="912287"/>
            </a:xfrm>
            <a:prstGeom prst="rect">
              <a:avLst/>
            </a:prstGeom>
            <a:solidFill>
              <a:srgbClr val="FFE6A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848803" y="2898068"/>
              <a:ext cx="760907" cy="912287"/>
            </a:xfrm>
            <a:prstGeom prst="rect">
              <a:avLst/>
            </a:prstGeom>
            <a:solidFill>
              <a:srgbClr val="972D7E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848803" y="1985780"/>
              <a:ext cx="760907" cy="912287"/>
            </a:xfrm>
            <a:prstGeom prst="rect">
              <a:avLst/>
            </a:prstGeom>
            <a:solidFill>
              <a:srgbClr val="FFBB84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805173" y="4722643"/>
              <a:ext cx="760907" cy="912287"/>
            </a:xfrm>
            <a:prstGeom prst="rect">
              <a:avLst/>
            </a:prstGeom>
            <a:solidFill>
              <a:srgbClr val="E7636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805173" y="3810355"/>
              <a:ext cx="760907" cy="912287"/>
            </a:xfrm>
            <a:prstGeom prst="rect">
              <a:avLst/>
            </a:prstGeom>
            <a:solidFill>
              <a:srgbClr val="B33776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805173" y="2898068"/>
              <a:ext cx="760907" cy="912287"/>
            </a:xfrm>
            <a:prstGeom prst="rect">
              <a:avLst/>
            </a:prstGeom>
            <a:solidFill>
              <a:srgbClr val="FFC990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805173" y="1985780"/>
              <a:ext cx="760907" cy="912287"/>
            </a:xfrm>
            <a:prstGeom prst="rect">
              <a:avLst/>
            </a:prstGeom>
            <a:solidFill>
              <a:srgbClr val="8D2981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2566081" y="4722643"/>
              <a:ext cx="760907" cy="912287"/>
            </a:xfrm>
            <a:prstGeom prst="rect">
              <a:avLst/>
            </a:prstGeom>
            <a:solidFill>
              <a:srgbClr val="F27F6C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2566081" y="3810355"/>
              <a:ext cx="760907" cy="912287"/>
            </a:xfrm>
            <a:prstGeom prst="rect">
              <a:avLst/>
            </a:prstGeom>
            <a:solidFill>
              <a:srgbClr val="952C7F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2566081" y="2898068"/>
              <a:ext cx="760907" cy="912287"/>
            </a:xfrm>
            <a:prstGeom prst="rect">
              <a:avLst/>
            </a:prstGeom>
            <a:solidFill>
              <a:srgbClr val="FFD99F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2566081" y="1985780"/>
              <a:ext cx="760907" cy="912287"/>
            </a:xfrm>
            <a:prstGeom prst="rect">
              <a:avLst/>
            </a:prstGeom>
            <a:solidFill>
              <a:srgbClr val="721F7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729083" y="1894551"/>
              <a:ext cx="0" cy="3831608"/>
            </a:xfrm>
            <a:custGeom>
              <a:avLst/>
              <a:pathLst>
                <a:path w="0" h="3831608">
                  <a:moveTo>
                    <a:pt x="0" y="3831608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1062" y="5138782"/>
              <a:ext cx="97539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TempControl-21psu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753241" y="4226494"/>
              <a:ext cx="91321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TempControl-7psu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57539" y="3314207"/>
              <a:ext cx="90891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TempWarm-16psu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9718" y="2401919"/>
              <a:ext cx="84673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TempWarm-5psu</a:t>
              </a:r>
            </a:p>
          </p:txBody>
        </p:sp>
        <p:sp>
          <p:nvSpPr>
            <p:cNvPr id="43" name="pl43"/>
            <p:cNvSpPr/>
            <p:nvPr/>
          </p:nvSpPr>
          <p:spPr>
            <a:xfrm>
              <a:off x="1694288" y="517878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1694288" y="426649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694288" y="335421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694288" y="244192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729083" y="5726160"/>
              <a:ext cx="6239439" cy="0"/>
            </a:xfrm>
            <a:custGeom>
              <a:avLst/>
              <a:pathLst>
                <a:path w="6239439" h="0">
                  <a:moveTo>
                    <a:pt x="0" y="0"/>
                  </a:moveTo>
                  <a:lnTo>
                    <a:pt x="6239439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185627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46534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707442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4468349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5229256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990163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6751071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511978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2085317" y="5788790"/>
              <a:ext cx="2006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2856466" y="5788790"/>
              <a:ext cx="18013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3580157" y="5788790"/>
              <a:ext cx="2545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4353500" y="5788790"/>
              <a:ext cx="229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5111344" y="5788790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884550" y="5788790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626941" y="5788790"/>
              <a:ext cx="24825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403301" y="5788790"/>
              <a:ext cx="21735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518613" y="5927094"/>
              <a:ext cx="66037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65" name="tx65"/>
            <p:cNvSpPr/>
            <p:nvPr/>
          </p:nvSpPr>
          <p:spPr>
            <a:xfrm rot="-5400000">
              <a:off x="260972" y="3760338"/>
              <a:ext cx="63166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Treatment</a:t>
              </a:r>
            </a:p>
          </p:txBody>
        </p:sp>
        <p:sp>
          <p:nvSpPr>
            <p:cNvPr id="66" name="rc66"/>
            <p:cNvSpPr/>
            <p:nvPr/>
          </p:nvSpPr>
          <p:spPr>
            <a:xfrm>
              <a:off x="8107700" y="3092592"/>
              <a:ext cx="509510" cy="143552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tx67"/>
            <p:cNvSpPr/>
            <p:nvPr/>
          </p:nvSpPr>
          <p:spPr>
            <a:xfrm>
              <a:off x="8177289" y="3176903"/>
              <a:ext cx="37033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Offset</a:t>
              </a:r>
            </a:p>
          </p:txBody>
        </p:sp>
        <p:pic>
          <p:nvPicPr>
            <p:cNvPr id="68" name="pic6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77289" y="3361250"/>
              <a:ext cx="219455" cy="1097280"/>
            </a:xfrm>
            <a:prstGeom prst="rect">
              <a:avLst/>
            </a:prstGeom>
          </p:spPr>
        </p:pic>
        <p:sp>
          <p:nvSpPr>
            <p:cNvPr id="69" name="pl69"/>
            <p:cNvSpPr/>
            <p:nvPr/>
          </p:nvSpPr>
          <p:spPr>
            <a:xfrm>
              <a:off x="8352854" y="445670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8352854" y="418329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8352854" y="3909890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8352854" y="363648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8352854" y="3363078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8177289" y="445670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8177289" y="418329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8177289" y="3909890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8177289" y="363648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8177289" y="3363078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tx79"/>
            <p:cNvSpPr/>
            <p:nvPr/>
          </p:nvSpPr>
          <p:spPr>
            <a:xfrm>
              <a:off x="8466334" y="4416696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8466334" y="4143290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8466334" y="3869885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8466334" y="3596479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8466334" y="3323073"/>
              <a:ext cx="6217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1729083" y="1669789"/>
              <a:ext cx="2026127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(B) Genomic Offsets (RDA)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729083" y="1894551"/>
              <a:ext cx="6103099" cy="383160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4036352" y="4722643"/>
              <a:ext cx="744280" cy="912287"/>
            </a:xfrm>
            <a:prstGeom prst="rect">
              <a:avLst/>
            </a:prstGeom>
            <a:solidFill>
              <a:srgbClr val="F07B6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036352" y="3810355"/>
              <a:ext cx="744280" cy="912287"/>
            </a:xfrm>
            <a:prstGeom prst="rect">
              <a:avLst/>
            </a:prstGeom>
            <a:solidFill>
              <a:srgbClr val="FA936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4036352" y="2898068"/>
              <a:ext cx="744280" cy="912287"/>
            </a:xfrm>
            <a:prstGeom prst="rect">
              <a:avLst/>
            </a:prstGeom>
            <a:solidFill>
              <a:srgbClr val="A7327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36352" y="1985780"/>
              <a:ext cx="744280" cy="912287"/>
            </a:xfrm>
            <a:prstGeom prst="rect">
              <a:avLst/>
            </a:prstGeom>
            <a:solidFill>
              <a:srgbClr val="AA3379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7013474" y="4722643"/>
              <a:ext cx="744280" cy="912287"/>
            </a:xfrm>
            <a:prstGeom prst="rect">
              <a:avLst/>
            </a:prstGeom>
            <a:solidFill>
              <a:srgbClr val="E25469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7013474" y="3810355"/>
              <a:ext cx="744280" cy="912287"/>
            </a:xfrm>
            <a:prstGeom prst="rect">
              <a:avLst/>
            </a:prstGeom>
            <a:solidFill>
              <a:srgbClr val="F78C6C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7013474" y="2898068"/>
              <a:ext cx="744280" cy="912287"/>
            </a:xfrm>
            <a:prstGeom prst="rect">
              <a:avLst/>
            </a:prstGeom>
            <a:solidFill>
              <a:srgbClr val="8E2A81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7013474" y="1985780"/>
              <a:ext cx="744280" cy="912287"/>
            </a:xfrm>
            <a:prstGeom prst="rect">
              <a:avLst/>
            </a:prstGeom>
            <a:solidFill>
              <a:srgbClr val="9C2E7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3292072" y="4722643"/>
              <a:ext cx="744280" cy="912287"/>
            </a:xfrm>
            <a:prstGeom prst="rect">
              <a:avLst/>
            </a:prstGeom>
            <a:solidFill>
              <a:srgbClr val="F17C6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292072" y="3810355"/>
              <a:ext cx="744280" cy="912287"/>
            </a:xfrm>
            <a:prstGeom prst="rect">
              <a:avLst/>
            </a:prstGeom>
            <a:solidFill>
              <a:srgbClr val="FA946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3292072" y="2898068"/>
              <a:ext cx="744280" cy="912287"/>
            </a:xfrm>
            <a:prstGeom prst="rect">
              <a:avLst/>
            </a:prstGeom>
            <a:solidFill>
              <a:srgbClr val="A83379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3292072" y="1985780"/>
              <a:ext cx="744280" cy="912287"/>
            </a:xfrm>
            <a:prstGeom prst="rect">
              <a:avLst/>
            </a:prstGeom>
            <a:solidFill>
              <a:srgbClr val="AB3479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6269193" y="4722643"/>
              <a:ext cx="744280" cy="912287"/>
            </a:xfrm>
            <a:prstGeom prst="rect">
              <a:avLst/>
            </a:prstGeom>
            <a:solidFill>
              <a:srgbClr val="EA6B6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6269193" y="3810355"/>
              <a:ext cx="744280" cy="912287"/>
            </a:xfrm>
            <a:prstGeom prst="rect">
              <a:avLst/>
            </a:prstGeom>
            <a:solidFill>
              <a:srgbClr val="FFA87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6269193" y="2898068"/>
              <a:ext cx="744280" cy="912287"/>
            </a:xfrm>
            <a:prstGeom prst="rect">
              <a:avLst/>
            </a:prstGeom>
            <a:solidFill>
              <a:srgbClr val="AB3478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6269193" y="1985780"/>
              <a:ext cx="744280" cy="912287"/>
            </a:xfrm>
            <a:prstGeom prst="rect">
              <a:avLst/>
            </a:prstGeom>
            <a:solidFill>
              <a:srgbClr val="B93974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524913" y="4722643"/>
              <a:ext cx="744280" cy="912287"/>
            </a:xfrm>
            <a:prstGeom prst="rect">
              <a:avLst/>
            </a:prstGeom>
            <a:solidFill>
              <a:srgbClr val="ED736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524913" y="3810355"/>
              <a:ext cx="744280" cy="912287"/>
            </a:xfrm>
            <a:prstGeom prst="rect">
              <a:avLst/>
            </a:prstGeom>
            <a:solidFill>
              <a:srgbClr val="FFBA83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24913" y="2898068"/>
              <a:ext cx="744280" cy="912287"/>
            </a:xfrm>
            <a:prstGeom prst="rect">
              <a:avLst/>
            </a:prstGeom>
            <a:solidFill>
              <a:srgbClr val="B93974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524913" y="1985780"/>
              <a:ext cx="744280" cy="912287"/>
            </a:xfrm>
            <a:prstGeom prst="rect">
              <a:avLst/>
            </a:prstGeom>
            <a:solidFill>
              <a:srgbClr val="C73F70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4780632" y="4722643"/>
              <a:ext cx="744280" cy="912287"/>
            </a:xfrm>
            <a:prstGeom prst="rect">
              <a:avLst/>
            </a:prstGeom>
            <a:solidFill>
              <a:srgbClr val="EC6F6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4780632" y="3810355"/>
              <a:ext cx="744280" cy="912287"/>
            </a:xfrm>
            <a:prstGeom prst="rect">
              <a:avLst/>
            </a:prstGeom>
            <a:solidFill>
              <a:srgbClr val="FFA673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780632" y="2898068"/>
              <a:ext cx="744280" cy="912287"/>
            </a:xfrm>
            <a:prstGeom prst="rect">
              <a:avLst/>
            </a:prstGeom>
            <a:solidFill>
              <a:srgbClr val="AB3479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780632" y="1985780"/>
              <a:ext cx="744280" cy="912287"/>
            </a:xfrm>
            <a:prstGeom prst="rect">
              <a:avLst/>
            </a:prstGeom>
            <a:solidFill>
              <a:srgbClr val="B6387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803511" y="4722643"/>
              <a:ext cx="744280" cy="912287"/>
            </a:xfrm>
            <a:prstGeom prst="rect">
              <a:avLst/>
            </a:prstGeom>
            <a:solidFill>
              <a:srgbClr val="F5866C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803511" y="3810355"/>
              <a:ext cx="744280" cy="912287"/>
            </a:xfrm>
            <a:prstGeom prst="rect">
              <a:avLst/>
            </a:prstGeom>
            <a:solidFill>
              <a:srgbClr val="EE756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803511" y="2898068"/>
              <a:ext cx="744280" cy="912287"/>
            </a:xfrm>
            <a:prstGeom prst="rect">
              <a:avLst/>
            </a:prstGeom>
            <a:solidFill>
              <a:srgbClr val="A3317B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803511" y="1985780"/>
              <a:ext cx="744280" cy="912287"/>
            </a:xfrm>
            <a:prstGeom prst="rect">
              <a:avLst/>
            </a:prstGeom>
            <a:solidFill>
              <a:srgbClr val="972D7E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2547791" y="4722643"/>
              <a:ext cx="744280" cy="912287"/>
            </a:xfrm>
            <a:prstGeom prst="rect">
              <a:avLst/>
            </a:prstGeom>
            <a:solidFill>
              <a:srgbClr val="FA936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2547791" y="3810355"/>
              <a:ext cx="744280" cy="912287"/>
            </a:xfrm>
            <a:prstGeom prst="rect">
              <a:avLst/>
            </a:prstGeom>
            <a:solidFill>
              <a:srgbClr val="F68A6C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2547791" y="2898068"/>
              <a:ext cx="744280" cy="912287"/>
            </a:xfrm>
            <a:prstGeom prst="rect">
              <a:avLst/>
            </a:prstGeom>
            <a:solidFill>
              <a:srgbClr val="B1367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2547791" y="1985780"/>
              <a:ext cx="744280" cy="912287"/>
            </a:xfrm>
            <a:prstGeom prst="rect">
              <a:avLst/>
            </a:prstGeom>
            <a:solidFill>
              <a:srgbClr val="A7327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729083" y="1894551"/>
              <a:ext cx="0" cy="3831608"/>
            </a:xfrm>
            <a:custGeom>
              <a:avLst/>
              <a:pathLst>
                <a:path w="0" h="3831608">
                  <a:moveTo>
                    <a:pt x="0" y="3831608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1062" y="5138782"/>
              <a:ext cx="97539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TempControl-21psu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753241" y="4226494"/>
              <a:ext cx="91321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TempControl-7psu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57539" y="3314207"/>
              <a:ext cx="90891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TempWarm-16psu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9718" y="2401919"/>
              <a:ext cx="84673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TempWarm-5psu</a:t>
              </a:r>
            </a:p>
          </p:txBody>
        </p:sp>
        <p:sp>
          <p:nvSpPr>
            <p:cNvPr id="43" name="pl43"/>
            <p:cNvSpPr/>
            <p:nvPr/>
          </p:nvSpPr>
          <p:spPr>
            <a:xfrm>
              <a:off x="1694288" y="517878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1694288" y="426649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694288" y="335421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694288" y="244192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729083" y="5726160"/>
              <a:ext cx="6103099" cy="0"/>
            </a:xfrm>
            <a:custGeom>
              <a:avLst/>
              <a:pathLst>
                <a:path w="6103099" h="0">
                  <a:moveTo>
                    <a:pt x="0" y="0"/>
                  </a:moveTo>
                  <a:lnTo>
                    <a:pt x="6103099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175651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19931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664212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4408492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5152773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897053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6641333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85614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2075341" y="5788790"/>
              <a:ext cx="2006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2829863" y="5788790"/>
              <a:ext cx="18013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3536927" y="5788790"/>
              <a:ext cx="2545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4293644" y="5788790"/>
              <a:ext cx="229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5034861" y="5788790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791440" y="5788790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517204" y="5788790"/>
              <a:ext cx="24825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276937" y="5788790"/>
              <a:ext cx="21735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450443" y="5927094"/>
              <a:ext cx="66037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65" name="tx65"/>
            <p:cNvSpPr/>
            <p:nvPr/>
          </p:nvSpPr>
          <p:spPr>
            <a:xfrm rot="-5400000">
              <a:off x="260972" y="3760338"/>
              <a:ext cx="63166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Treatment</a:t>
              </a:r>
            </a:p>
          </p:txBody>
        </p:sp>
        <p:sp>
          <p:nvSpPr>
            <p:cNvPr id="66" name="rc66"/>
            <p:cNvSpPr/>
            <p:nvPr/>
          </p:nvSpPr>
          <p:spPr>
            <a:xfrm>
              <a:off x="7971360" y="3092592"/>
              <a:ext cx="645850" cy="143552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tx67"/>
            <p:cNvSpPr/>
            <p:nvPr/>
          </p:nvSpPr>
          <p:spPr>
            <a:xfrm>
              <a:off x="8040949" y="3176903"/>
              <a:ext cx="37033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Offset</a:t>
              </a:r>
            </a:p>
          </p:txBody>
        </p:sp>
        <p:pic>
          <p:nvPicPr>
            <p:cNvPr id="68" name="pic6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40949" y="3361250"/>
              <a:ext cx="219455" cy="1097280"/>
            </a:xfrm>
            <a:prstGeom prst="rect">
              <a:avLst/>
            </a:prstGeom>
          </p:spPr>
        </p:pic>
        <p:sp>
          <p:nvSpPr>
            <p:cNvPr id="69" name="pl69"/>
            <p:cNvSpPr/>
            <p:nvPr/>
          </p:nvSpPr>
          <p:spPr>
            <a:xfrm>
              <a:off x="8216514" y="445670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8216514" y="418329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8216514" y="3909890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8216514" y="363648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8216514" y="3363078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8040949" y="445670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8040949" y="418329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8040949" y="3909890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8040949" y="363648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8040949" y="3363078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tx79"/>
            <p:cNvSpPr/>
            <p:nvPr/>
          </p:nvSpPr>
          <p:spPr>
            <a:xfrm>
              <a:off x="8329994" y="4416696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8329994" y="4143290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0.04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8329994" y="3869885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0.08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8329994" y="359647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0.12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8329994" y="3323073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0.16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1729083" y="1669789"/>
              <a:ext cx="2035637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Genomic Offsets (GF, MLL)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729083" y="1894551"/>
              <a:ext cx="6103099" cy="383160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4036352" y="4722643"/>
              <a:ext cx="744280" cy="912287"/>
            </a:xfrm>
            <a:prstGeom prst="rect">
              <a:avLst/>
            </a:prstGeom>
            <a:solidFill>
              <a:srgbClr val="CD426E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4036352" y="3810355"/>
              <a:ext cx="744280" cy="912287"/>
            </a:xfrm>
            <a:prstGeom prst="rect">
              <a:avLst/>
            </a:prstGeom>
            <a:solidFill>
              <a:srgbClr val="E8666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4036352" y="2898068"/>
              <a:ext cx="744280" cy="912287"/>
            </a:xfrm>
            <a:prstGeom prst="rect">
              <a:avLst/>
            </a:prstGeom>
            <a:solidFill>
              <a:srgbClr val="2E1054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036352" y="1985780"/>
              <a:ext cx="744280" cy="912287"/>
            </a:xfrm>
            <a:prstGeom prst="rect">
              <a:avLst/>
            </a:prstGeom>
            <a:solidFill>
              <a:srgbClr val="32105C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7013474" y="4722643"/>
              <a:ext cx="744280" cy="912287"/>
            </a:xfrm>
            <a:prstGeom prst="rect">
              <a:avLst/>
            </a:prstGeom>
            <a:solidFill>
              <a:srgbClr val="9A2E7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7013474" y="3810355"/>
              <a:ext cx="744280" cy="912287"/>
            </a:xfrm>
            <a:prstGeom prst="rect">
              <a:avLst/>
            </a:prstGeom>
            <a:solidFill>
              <a:srgbClr val="E15369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7013474" y="2898068"/>
              <a:ext cx="744280" cy="912287"/>
            </a:xfrm>
            <a:prstGeom prst="rect">
              <a:avLst/>
            </a:prstGeom>
            <a:solidFill>
              <a:srgbClr val="190C27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7013474" y="1985780"/>
              <a:ext cx="744280" cy="912287"/>
            </a:xfrm>
            <a:prstGeom prst="rect">
              <a:avLst/>
            </a:prstGeom>
            <a:solidFill>
              <a:srgbClr val="250F40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3292072" y="4722643"/>
              <a:ext cx="744280" cy="912287"/>
            </a:xfrm>
            <a:prstGeom prst="rect">
              <a:avLst/>
            </a:prstGeom>
            <a:solidFill>
              <a:srgbClr val="CF436D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292072" y="3810355"/>
              <a:ext cx="744280" cy="912287"/>
            </a:xfrm>
            <a:prstGeom prst="rect">
              <a:avLst/>
            </a:prstGeom>
            <a:solidFill>
              <a:srgbClr val="E9686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3292072" y="2898068"/>
              <a:ext cx="744280" cy="912287"/>
            </a:xfrm>
            <a:prstGeom prst="rect">
              <a:avLst/>
            </a:prstGeom>
            <a:solidFill>
              <a:srgbClr val="311058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3292072" y="1985780"/>
              <a:ext cx="744280" cy="912287"/>
            </a:xfrm>
            <a:prstGeom prst="rect">
              <a:avLst/>
            </a:prstGeom>
            <a:solidFill>
              <a:srgbClr val="341061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6269193" y="4722643"/>
              <a:ext cx="744280" cy="912287"/>
            </a:xfrm>
            <a:prstGeom prst="rect">
              <a:avLst/>
            </a:prstGeom>
            <a:solidFill>
              <a:srgbClr val="C43E71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6269193" y="3810355"/>
              <a:ext cx="744280" cy="912287"/>
            </a:xfrm>
            <a:prstGeom prst="rect">
              <a:avLst/>
            </a:prstGeom>
            <a:solidFill>
              <a:srgbClr val="F6896C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6269193" y="2898068"/>
              <a:ext cx="744280" cy="912287"/>
            </a:xfrm>
            <a:prstGeom prst="rect">
              <a:avLst/>
            </a:prstGeom>
            <a:solidFill>
              <a:srgbClr val="380F6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6269193" y="1985780"/>
              <a:ext cx="744280" cy="912287"/>
            </a:xfrm>
            <a:prstGeom prst="rect">
              <a:avLst/>
            </a:prstGeom>
            <a:solidFill>
              <a:srgbClr val="4B1373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5524913" y="4722643"/>
              <a:ext cx="744280" cy="912287"/>
            </a:xfrm>
            <a:prstGeom prst="rect">
              <a:avLst/>
            </a:prstGeom>
            <a:solidFill>
              <a:srgbClr val="D2446C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5524913" y="3810355"/>
              <a:ext cx="744280" cy="912287"/>
            </a:xfrm>
            <a:prstGeom prst="rect">
              <a:avLst/>
            </a:prstGeom>
            <a:solidFill>
              <a:srgbClr val="FFA773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24913" y="2898068"/>
              <a:ext cx="744280" cy="912287"/>
            </a:xfrm>
            <a:prstGeom prst="rect">
              <a:avLst/>
            </a:prstGeom>
            <a:solidFill>
              <a:srgbClr val="541675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524913" y="1985780"/>
              <a:ext cx="744280" cy="912287"/>
            </a:xfrm>
            <a:prstGeom prst="rect">
              <a:avLst/>
            </a:prstGeom>
            <a:solidFill>
              <a:srgbClr val="691C79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4780632" y="4722643"/>
              <a:ext cx="744280" cy="912287"/>
            </a:xfrm>
            <a:prstGeom prst="rect">
              <a:avLst/>
            </a:prstGeom>
            <a:solidFill>
              <a:srgbClr val="C53E70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4780632" y="3810355"/>
              <a:ext cx="744280" cy="912287"/>
            </a:xfrm>
            <a:prstGeom prst="rect">
              <a:avLst/>
            </a:prstGeom>
            <a:solidFill>
              <a:srgbClr val="F3836C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780632" y="2898068"/>
              <a:ext cx="744280" cy="912287"/>
            </a:xfrm>
            <a:prstGeom prst="rect">
              <a:avLst/>
            </a:prstGeom>
            <a:solidFill>
              <a:srgbClr val="351063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780632" y="1985780"/>
              <a:ext cx="744280" cy="912287"/>
            </a:xfrm>
            <a:prstGeom prst="rect">
              <a:avLst/>
            </a:prstGeom>
            <a:solidFill>
              <a:srgbClr val="431172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803511" y="4722643"/>
              <a:ext cx="744280" cy="912287"/>
            </a:xfrm>
            <a:prstGeom prst="rect">
              <a:avLst/>
            </a:prstGeom>
            <a:solidFill>
              <a:srgbClr val="E04E68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803511" y="3810355"/>
              <a:ext cx="744280" cy="912287"/>
            </a:xfrm>
            <a:prstGeom prst="rect">
              <a:avLst/>
            </a:prstGeom>
            <a:solidFill>
              <a:srgbClr val="CD426E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803511" y="2898068"/>
              <a:ext cx="744280" cy="912287"/>
            </a:xfrm>
            <a:prstGeom prst="rect">
              <a:avLst/>
            </a:prstGeom>
            <a:solidFill>
              <a:srgbClr val="2B104C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803511" y="1985780"/>
              <a:ext cx="744280" cy="912287"/>
            </a:xfrm>
            <a:prstGeom prst="rect">
              <a:avLst/>
            </a:prstGeom>
            <a:solidFill>
              <a:srgbClr val="220F38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2547791" y="4722643"/>
              <a:ext cx="744280" cy="912287"/>
            </a:xfrm>
            <a:prstGeom prst="rect">
              <a:avLst/>
            </a:prstGeom>
            <a:solidFill>
              <a:srgbClr val="E9686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2547791" y="3810355"/>
              <a:ext cx="744280" cy="912287"/>
            </a:xfrm>
            <a:prstGeom prst="rect">
              <a:avLst/>
            </a:prstGeom>
            <a:solidFill>
              <a:srgbClr val="E25669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2547791" y="2898068"/>
              <a:ext cx="744280" cy="912287"/>
            </a:xfrm>
            <a:prstGeom prst="rect">
              <a:avLst/>
            </a:prstGeom>
            <a:solidFill>
              <a:srgbClr val="3A0F6F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2547791" y="1985780"/>
              <a:ext cx="744280" cy="912287"/>
            </a:xfrm>
            <a:prstGeom prst="rect">
              <a:avLst/>
            </a:prstGeom>
            <a:solidFill>
              <a:srgbClr val="31105A">
                <a:alpha val="100000"/>
              </a:srgbClr>
            </a:solidFill>
            <a:ln w="542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729083" y="1894551"/>
              <a:ext cx="0" cy="3831608"/>
            </a:xfrm>
            <a:custGeom>
              <a:avLst/>
              <a:pathLst>
                <a:path w="0" h="3831608">
                  <a:moveTo>
                    <a:pt x="0" y="3831608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691062" y="5138782"/>
              <a:ext cx="97539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TempControl-21psu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753241" y="4226494"/>
              <a:ext cx="913211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TempControl-7psu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57539" y="3314207"/>
              <a:ext cx="90891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TempWarm-16psu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9718" y="2401919"/>
              <a:ext cx="84673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TempWarm-5psu</a:t>
              </a:r>
            </a:p>
          </p:txBody>
        </p:sp>
        <p:sp>
          <p:nvSpPr>
            <p:cNvPr id="43" name="pl43"/>
            <p:cNvSpPr/>
            <p:nvPr/>
          </p:nvSpPr>
          <p:spPr>
            <a:xfrm>
              <a:off x="1694288" y="517878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1694288" y="426649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694288" y="335421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694288" y="244192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729083" y="5726160"/>
              <a:ext cx="6103099" cy="0"/>
            </a:xfrm>
            <a:custGeom>
              <a:avLst/>
              <a:pathLst>
                <a:path w="6103099" h="0">
                  <a:moveTo>
                    <a:pt x="0" y="0"/>
                  </a:moveTo>
                  <a:lnTo>
                    <a:pt x="6103099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175651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19931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3664212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4408492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5152773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897053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6641333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385614" y="5726160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2075341" y="5788790"/>
              <a:ext cx="20061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VAT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2829863" y="5788790"/>
              <a:ext cx="18013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VIK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3536927" y="5788790"/>
              <a:ext cx="25456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HOG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4293644" y="5788790"/>
              <a:ext cx="2296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BAR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5034861" y="5788790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KUR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5791440" y="5788790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KAL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6517204" y="5788790"/>
              <a:ext cx="248259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HOR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7276937" y="5788790"/>
              <a:ext cx="21735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BJO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4450443" y="5927094"/>
              <a:ext cx="660379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Population</a:t>
              </a:r>
            </a:p>
          </p:txBody>
        </p:sp>
        <p:sp>
          <p:nvSpPr>
            <p:cNvPr id="65" name="tx65"/>
            <p:cNvSpPr/>
            <p:nvPr/>
          </p:nvSpPr>
          <p:spPr>
            <a:xfrm rot="-5400000">
              <a:off x="260972" y="3760338"/>
              <a:ext cx="631667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Treatment</a:t>
              </a:r>
            </a:p>
          </p:txBody>
        </p:sp>
        <p:sp>
          <p:nvSpPr>
            <p:cNvPr id="66" name="rc66"/>
            <p:cNvSpPr/>
            <p:nvPr/>
          </p:nvSpPr>
          <p:spPr>
            <a:xfrm>
              <a:off x="7971360" y="3092592"/>
              <a:ext cx="645850" cy="143552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tx67"/>
            <p:cNvSpPr/>
            <p:nvPr/>
          </p:nvSpPr>
          <p:spPr>
            <a:xfrm>
              <a:off x="8040949" y="3176903"/>
              <a:ext cx="370332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Offset</a:t>
              </a:r>
            </a:p>
          </p:txBody>
        </p:sp>
        <p:pic>
          <p:nvPicPr>
            <p:cNvPr id="68" name="pic6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40949" y="3361250"/>
              <a:ext cx="219455" cy="1097280"/>
            </a:xfrm>
            <a:prstGeom prst="rect">
              <a:avLst/>
            </a:prstGeom>
          </p:spPr>
        </p:pic>
        <p:sp>
          <p:nvSpPr>
            <p:cNvPr id="69" name="pl69"/>
            <p:cNvSpPr/>
            <p:nvPr/>
          </p:nvSpPr>
          <p:spPr>
            <a:xfrm>
              <a:off x="8216514" y="4456701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8216514" y="4183295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8216514" y="3909890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8216514" y="363648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8216514" y="3363078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8040949" y="4456701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8040949" y="4183295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8040949" y="3909890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8040949" y="363648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8040949" y="3363078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tx79"/>
            <p:cNvSpPr/>
            <p:nvPr/>
          </p:nvSpPr>
          <p:spPr>
            <a:xfrm>
              <a:off x="8329994" y="4416696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8329994" y="4143290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0.04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8329994" y="3869885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0.08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8329994" y="3596479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0.12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8329994" y="3323073"/>
              <a:ext cx="21762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0.16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1729083" y="1669789"/>
              <a:ext cx="1914296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(C) Genomic Offsets (GF)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camillerumberger</cp:lastModifiedBy>
  <cp:revision>3</cp:revision>
  <dcterms:created xsi:type="dcterms:W3CDTF">2017-02-13T16:18:36Z</dcterms:created>
  <dcterms:modified xsi:type="dcterms:W3CDTF">2026-04-16T22:07:54Z</dcterms:modified>
  <cp:category/>
</cp:coreProperties>
</file>