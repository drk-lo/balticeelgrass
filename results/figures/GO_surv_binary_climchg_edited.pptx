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D26"/>
    <a:srgbClr val="25A243"/>
    <a:srgbClr val="DAED93"/>
    <a:srgbClr val="49D66D"/>
    <a:srgbClr val="012FB6"/>
    <a:srgbClr val="0078D0"/>
    <a:srgbClr val="82DBFF"/>
    <a:srgbClr val="002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2"/>
  </p:normalViewPr>
  <p:slideViewPr>
    <p:cSldViewPr>
      <p:cViewPr>
        <p:scale>
          <a:sx n="109" d="100"/>
          <a:sy n="109" d="100"/>
        </p:scale>
        <p:origin x="552" y="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95C04-573B-7444-8C80-A75B4BEC586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37B6A-5748-9B48-98B6-FDDF2D32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5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37B6A-5748-9B48-98B6-FDDF2D3294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48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" name="rc4"/>
            <p:cNvSpPr/>
            <p:nvPr/>
          </p:nvSpPr>
          <p:spPr>
            <a:xfrm>
              <a:off x="914401" y="914401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7200"/>
            </a:p>
          </p:txBody>
        </p:sp>
        <p:sp>
          <p:nvSpPr>
            <p:cNvPr id="5" name="pl5"/>
            <p:cNvSpPr/>
            <p:nvPr/>
          </p:nvSpPr>
          <p:spPr>
            <a:xfrm>
              <a:off x="1428520" y="3729375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" name="pl6"/>
            <p:cNvSpPr/>
            <p:nvPr/>
          </p:nvSpPr>
          <p:spPr>
            <a:xfrm>
              <a:off x="1428520" y="3097058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" name="pl7"/>
            <p:cNvSpPr/>
            <p:nvPr/>
          </p:nvSpPr>
          <p:spPr>
            <a:xfrm>
              <a:off x="1428520" y="2464741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" name="pl8"/>
            <p:cNvSpPr/>
            <p:nvPr/>
          </p:nvSpPr>
          <p:spPr>
            <a:xfrm>
              <a:off x="1428520" y="1832424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" name="pl9"/>
            <p:cNvSpPr/>
            <p:nvPr/>
          </p:nvSpPr>
          <p:spPr>
            <a:xfrm>
              <a:off x="181336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" name="pl10"/>
            <p:cNvSpPr/>
            <p:nvPr/>
          </p:nvSpPr>
          <p:spPr>
            <a:xfrm>
              <a:off x="257130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" name="pl11"/>
            <p:cNvSpPr/>
            <p:nvPr/>
          </p:nvSpPr>
          <p:spPr>
            <a:xfrm>
              <a:off x="332924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" name="pl12"/>
            <p:cNvSpPr/>
            <p:nvPr/>
          </p:nvSpPr>
          <p:spPr>
            <a:xfrm>
              <a:off x="408718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" name="pl13"/>
            <p:cNvSpPr/>
            <p:nvPr/>
          </p:nvSpPr>
          <p:spPr>
            <a:xfrm>
              <a:off x="484513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" name="pl14"/>
            <p:cNvSpPr/>
            <p:nvPr/>
          </p:nvSpPr>
          <p:spPr>
            <a:xfrm>
              <a:off x="56030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" name="pl15"/>
            <p:cNvSpPr/>
            <p:nvPr/>
          </p:nvSpPr>
          <p:spPr>
            <a:xfrm>
              <a:off x="1428520" y="404553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" name="pl16"/>
            <p:cNvSpPr/>
            <p:nvPr/>
          </p:nvSpPr>
          <p:spPr>
            <a:xfrm>
              <a:off x="1428520" y="341321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" name="pl17"/>
            <p:cNvSpPr/>
            <p:nvPr/>
          </p:nvSpPr>
          <p:spPr>
            <a:xfrm>
              <a:off x="1428520" y="2780900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" name="pl18"/>
            <p:cNvSpPr/>
            <p:nvPr/>
          </p:nvSpPr>
          <p:spPr>
            <a:xfrm>
              <a:off x="1428520" y="214858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" name="pl19"/>
            <p:cNvSpPr/>
            <p:nvPr/>
          </p:nvSpPr>
          <p:spPr>
            <a:xfrm>
              <a:off x="1428520" y="151626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" name="pl20"/>
            <p:cNvSpPr/>
            <p:nvPr/>
          </p:nvSpPr>
          <p:spPr>
            <a:xfrm>
              <a:off x="143439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" name="pl21"/>
            <p:cNvSpPr/>
            <p:nvPr/>
          </p:nvSpPr>
          <p:spPr>
            <a:xfrm>
              <a:off x="219233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" name="pl22"/>
            <p:cNvSpPr/>
            <p:nvPr/>
          </p:nvSpPr>
          <p:spPr>
            <a:xfrm>
              <a:off x="295027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" name="pl23"/>
            <p:cNvSpPr/>
            <p:nvPr/>
          </p:nvSpPr>
          <p:spPr>
            <a:xfrm>
              <a:off x="370821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" name="pl24"/>
            <p:cNvSpPr/>
            <p:nvPr/>
          </p:nvSpPr>
          <p:spPr>
            <a:xfrm>
              <a:off x="446616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" name="pl25"/>
            <p:cNvSpPr/>
            <p:nvPr/>
          </p:nvSpPr>
          <p:spPr>
            <a:xfrm>
              <a:off x="522410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6" name="pt26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7" name="pt27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8" name="pt28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9" name="pt29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0" name="pt30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1" name="pt31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2" name="pt32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3" name="pt33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4" name="pt34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5" name="pt35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6" name="pt36"/>
            <p:cNvSpPr/>
            <p:nvPr/>
          </p:nvSpPr>
          <p:spPr>
            <a:xfrm>
              <a:off x="2179396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7" name="pt37"/>
            <p:cNvSpPr/>
            <p:nvPr/>
          </p:nvSpPr>
          <p:spPr>
            <a:xfrm>
              <a:off x="2179396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8" name="pt38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9" name="pt39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0" name="pt40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1" name="pt41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2" name="pt42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3" name="pt43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4" name="pt44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5" name="pt45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6" name="pt46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7" name="pt47"/>
            <p:cNvSpPr/>
            <p:nvPr/>
          </p:nvSpPr>
          <p:spPr>
            <a:xfrm>
              <a:off x="1755027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8" name="pt48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9" name="pt49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0" name="pt50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1" name="pt51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2" name="pt52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3" name="pt53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4" name="pt54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5" name="pt55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6" name="pt56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7" name="pt57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8" name="pt58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9" name="pt59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0" name="pt60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1" name="pt61"/>
            <p:cNvSpPr/>
            <p:nvPr/>
          </p:nvSpPr>
          <p:spPr>
            <a:xfrm>
              <a:off x="1755027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2" name="pt62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3" name="pt63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4" name="pt64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5" name="pt65"/>
            <p:cNvSpPr/>
            <p:nvPr/>
          </p:nvSpPr>
          <p:spPr>
            <a:xfrm>
              <a:off x="1746737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6" name="pt66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7" name="pt67"/>
            <p:cNvSpPr/>
            <p:nvPr/>
          </p:nvSpPr>
          <p:spPr>
            <a:xfrm>
              <a:off x="1746737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8" name="pt68"/>
            <p:cNvSpPr/>
            <p:nvPr/>
          </p:nvSpPr>
          <p:spPr>
            <a:xfrm>
              <a:off x="1746737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9" name="pt69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0" name="pt70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1" name="pt71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2" name="pt72"/>
            <p:cNvSpPr/>
            <p:nvPr/>
          </p:nvSpPr>
          <p:spPr>
            <a:xfrm>
              <a:off x="1746737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3" name="pt73"/>
            <p:cNvSpPr/>
            <p:nvPr/>
          </p:nvSpPr>
          <p:spPr>
            <a:xfrm>
              <a:off x="174673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4" name="pt74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5" name="pt75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6" name="pt76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7" name="pt77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8" name="pt78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9" name="pt79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0" name="pt80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1" name="pt81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2" name="pt82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3" name="pt83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4" name="pt84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5" name="pt85"/>
            <p:cNvSpPr/>
            <p:nvPr/>
          </p:nvSpPr>
          <p:spPr>
            <a:xfrm>
              <a:off x="203633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6" name="pt86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7" name="pt87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8" name="pt88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9" name="pt89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0" name="pt90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1" name="pt91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2" name="pt92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3" name="pt93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4" name="pt94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5" name="pt95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6" name="pt96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7" name="pt97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8" name="pt98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9" name="pt99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0" name="pt100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1" name="pt101"/>
            <p:cNvSpPr/>
            <p:nvPr/>
          </p:nvSpPr>
          <p:spPr>
            <a:xfrm>
              <a:off x="1849387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2" name="pt102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3" name="pt103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4" name="pt104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5" name="pt105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6" name="pt106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7" name="pt107"/>
            <p:cNvSpPr/>
            <p:nvPr/>
          </p:nvSpPr>
          <p:spPr>
            <a:xfrm>
              <a:off x="2141999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8" name="pt108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9" name="pt109"/>
            <p:cNvSpPr/>
            <p:nvPr/>
          </p:nvSpPr>
          <p:spPr>
            <a:xfrm>
              <a:off x="2141999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0" name="pt110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1" name="pt111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2" name="pt112"/>
            <p:cNvSpPr/>
            <p:nvPr/>
          </p:nvSpPr>
          <p:spPr>
            <a:xfrm>
              <a:off x="2066523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3" name="pt113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4" name="pt114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5" name="pt115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6" name="pt116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7" name="pt117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8" name="pt118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9" name="pt119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0" name="pt120"/>
            <p:cNvSpPr/>
            <p:nvPr/>
          </p:nvSpPr>
          <p:spPr>
            <a:xfrm>
              <a:off x="206652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1" name="pt121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2" name="pt122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3" name="pt123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4" name="pt124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5" name="pt125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6" name="pt126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7" name="pt127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8" name="pt128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9" name="pt129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" name="pt130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" name="pt131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" name="pt132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" name="pt133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" name="pt134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" name="pt135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" name="pt136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" name="pt137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" name="pt138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" name="pt139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" name="pt140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" name="pt141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" name="pt142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" name="pt143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" name="pt144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" name="pt145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" name="pt146"/>
            <p:cNvSpPr/>
            <p:nvPr/>
          </p:nvSpPr>
          <p:spPr>
            <a:xfrm>
              <a:off x="4486050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" name="pt147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" name="pt148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" name="pt149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" name="pt150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" name="pt151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" name="pt152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3" name="pt153"/>
            <p:cNvSpPr/>
            <p:nvPr/>
          </p:nvSpPr>
          <p:spPr>
            <a:xfrm>
              <a:off x="3939812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4" name="pt154"/>
            <p:cNvSpPr/>
            <p:nvPr/>
          </p:nvSpPr>
          <p:spPr>
            <a:xfrm>
              <a:off x="3939812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5" name="pt155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6" name="pt156"/>
            <p:cNvSpPr/>
            <p:nvPr/>
          </p:nvSpPr>
          <p:spPr>
            <a:xfrm>
              <a:off x="393981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7" name="pt157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8" name="pt158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9" name="pt159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0" name="pt160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1" name="pt161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2" name="pt162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3" name="pt163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4" name="pt164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5" name="pt165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6" name="pt166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7" name="pt167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8" name="pt168"/>
            <p:cNvSpPr/>
            <p:nvPr/>
          </p:nvSpPr>
          <p:spPr>
            <a:xfrm>
              <a:off x="45254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9" name="pt169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0" name="pt170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1" name="pt171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2" name="pt172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3" name="pt173"/>
            <p:cNvSpPr/>
            <p:nvPr/>
          </p:nvSpPr>
          <p:spPr>
            <a:xfrm>
              <a:off x="4635988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4" name="pt174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5" name="pt175"/>
            <p:cNvSpPr/>
            <p:nvPr/>
          </p:nvSpPr>
          <p:spPr>
            <a:xfrm>
              <a:off x="4635988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6" name="pt176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7" name="pt177"/>
            <p:cNvSpPr/>
            <p:nvPr/>
          </p:nvSpPr>
          <p:spPr>
            <a:xfrm>
              <a:off x="4635988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8" name="pt178"/>
            <p:cNvSpPr/>
            <p:nvPr/>
          </p:nvSpPr>
          <p:spPr>
            <a:xfrm>
              <a:off x="4635988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9" name="pt179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0" name="pt180"/>
            <p:cNvSpPr/>
            <p:nvPr/>
          </p:nvSpPr>
          <p:spPr>
            <a:xfrm>
              <a:off x="4635988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" name="pt181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" name="pt182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" name="pt183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" name="pt184"/>
            <p:cNvSpPr/>
            <p:nvPr/>
          </p:nvSpPr>
          <p:spPr>
            <a:xfrm>
              <a:off x="4635988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" name="pt185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" name="pt186"/>
            <p:cNvSpPr/>
            <p:nvPr/>
          </p:nvSpPr>
          <p:spPr>
            <a:xfrm>
              <a:off x="4807263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" name="pt187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" name="pt188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" name="pt189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" name="pt190"/>
            <p:cNvSpPr/>
            <p:nvPr/>
          </p:nvSpPr>
          <p:spPr>
            <a:xfrm>
              <a:off x="4807263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" name="pt191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" name="pt192"/>
            <p:cNvSpPr/>
            <p:nvPr/>
          </p:nvSpPr>
          <p:spPr>
            <a:xfrm>
              <a:off x="4807263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" name="pt193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" name="pt194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" name="pt195"/>
            <p:cNvSpPr/>
            <p:nvPr/>
          </p:nvSpPr>
          <p:spPr>
            <a:xfrm>
              <a:off x="4807263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" name="pt196"/>
            <p:cNvSpPr/>
            <p:nvPr/>
          </p:nvSpPr>
          <p:spPr>
            <a:xfrm>
              <a:off x="4807263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" name="pt197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" name="pt198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" name="pt199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" name="pt200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" name="pt201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" name="pt202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" name="pt203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" name="pt204"/>
            <p:cNvSpPr/>
            <p:nvPr/>
          </p:nvSpPr>
          <p:spPr>
            <a:xfrm>
              <a:off x="457751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" name="pt205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6" name="pt206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7" name="pt207"/>
            <p:cNvSpPr/>
            <p:nvPr/>
          </p:nvSpPr>
          <p:spPr>
            <a:xfrm>
              <a:off x="506098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8" name="pt208"/>
            <p:cNvSpPr/>
            <p:nvPr/>
          </p:nvSpPr>
          <p:spPr>
            <a:xfrm>
              <a:off x="506098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9" name="pt209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0" name="pt210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1" name="pt211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2" name="pt212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3" name="pt213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4" name="pt214"/>
            <p:cNvSpPr/>
            <p:nvPr/>
          </p:nvSpPr>
          <p:spPr>
            <a:xfrm>
              <a:off x="506098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5" name="pt215"/>
            <p:cNvSpPr/>
            <p:nvPr/>
          </p:nvSpPr>
          <p:spPr>
            <a:xfrm>
              <a:off x="506098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6" name="pl216"/>
            <p:cNvSpPr/>
            <p:nvPr/>
          </p:nvSpPr>
          <p:spPr>
            <a:xfrm>
              <a:off x="1908090" y="1516266"/>
              <a:ext cx="2728125" cy="0"/>
            </a:xfrm>
            <a:custGeom>
              <a:avLst/>
              <a:gdLst/>
              <a:ahLst/>
              <a:cxnLst/>
              <a:rect l="0" t="0" r="0" b="0"/>
              <a:pathLst>
                <a:path w="2728125">
                  <a:moveTo>
                    <a:pt x="0" y="0"/>
                  </a:moveTo>
                  <a:lnTo>
                    <a:pt x="34533" y="0"/>
                  </a:lnTo>
                  <a:lnTo>
                    <a:pt x="69066" y="0"/>
                  </a:lnTo>
                  <a:lnTo>
                    <a:pt x="103599" y="0"/>
                  </a:lnTo>
                  <a:lnTo>
                    <a:pt x="138132" y="0"/>
                  </a:lnTo>
                  <a:lnTo>
                    <a:pt x="172666" y="0"/>
                  </a:lnTo>
                  <a:lnTo>
                    <a:pt x="207199" y="0"/>
                  </a:lnTo>
                  <a:lnTo>
                    <a:pt x="241732" y="0"/>
                  </a:lnTo>
                  <a:lnTo>
                    <a:pt x="276265" y="0"/>
                  </a:lnTo>
                  <a:lnTo>
                    <a:pt x="310799" y="0"/>
                  </a:lnTo>
                  <a:lnTo>
                    <a:pt x="345332" y="0"/>
                  </a:lnTo>
                  <a:lnTo>
                    <a:pt x="379865" y="0"/>
                  </a:lnTo>
                  <a:lnTo>
                    <a:pt x="414398" y="0"/>
                  </a:lnTo>
                  <a:lnTo>
                    <a:pt x="448932" y="0"/>
                  </a:lnTo>
                  <a:lnTo>
                    <a:pt x="483465" y="0"/>
                  </a:lnTo>
                  <a:lnTo>
                    <a:pt x="517998" y="0"/>
                  </a:lnTo>
                  <a:lnTo>
                    <a:pt x="552531" y="0"/>
                  </a:lnTo>
                  <a:lnTo>
                    <a:pt x="587064" y="0"/>
                  </a:lnTo>
                  <a:lnTo>
                    <a:pt x="621598" y="0"/>
                  </a:lnTo>
                  <a:lnTo>
                    <a:pt x="656131" y="0"/>
                  </a:lnTo>
                  <a:lnTo>
                    <a:pt x="690664" y="0"/>
                  </a:lnTo>
                  <a:lnTo>
                    <a:pt x="725197" y="0"/>
                  </a:lnTo>
                  <a:lnTo>
                    <a:pt x="759731" y="0"/>
                  </a:lnTo>
                  <a:lnTo>
                    <a:pt x="794264" y="0"/>
                  </a:lnTo>
                  <a:lnTo>
                    <a:pt x="828797" y="0"/>
                  </a:lnTo>
                  <a:lnTo>
                    <a:pt x="863330" y="0"/>
                  </a:lnTo>
                  <a:lnTo>
                    <a:pt x="897864" y="0"/>
                  </a:lnTo>
                  <a:lnTo>
                    <a:pt x="932397" y="0"/>
                  </a:lnTo>
                  <a:lnTo>
                    <a:pt x="966930" y="0"/>
                  </a:lnTo>
                  <a:lnTo>
                    <a:pt x="1001463" y="0"/>
                  </a:lnTo>
                  <a:lnTo>
                    <a:pt x="1035996" y="0"/>
                  </a:lnTo>
                  <a:lnTo>
                    <a:pt x="1070530" y="0"/>
                  </a:lnTo>
                  <a:lnTo>
                    <a:pt x="1105063" y="0"/>
                  </a:lnTo>
                  <a:lnTo>
                    <a:pt x="1139596" y="0"/>
                  </a:lnTo>
                  <a:lnTo>
                    <a:pt x="1174129" y="0"/>
                  </a:lnTo>
                  <a:lnTo>
                    <a:pt x="1208663" y="0"/>
                  </a:lnTo>
                  <a:lnTo>
                    <a:pt x="1243196" y="0"/>
                  </a:lnTo>
                  <a:lnTo>
                    <a:pt x="1277729" y="0"/>
                  </a:lnTo>
                  <a:lnTo>
                    <a:pt x="1312262" y="0"/>
                  </a:lnTo>
                  <a:lnTo>
                    <a:pt x="1346796" y="0"/>
                  </a:lnTo>
                  <a:lnTo>
                    <a:pt x="1381329" y="0"/>
                  </a:lnTo>
                  <a:lnTo>
                    <a:pt x="1415862" y="0"/>
                  </a:lnTo>
                  <a:lnTo>
                    <a:pt x="1450395" y="0"/>
                  </a:lnTo>
                  <a:lnTo>
                    <a:pt x="1484929" y="0"/>
                  </a:lnTo>
                  <a:lnTo>
                    <a:pt x="1519462" y="0"/>
                  </a:lnTo>
                  <a:lnTo>
                    <a:pt x="1553995" y="0"/>
                  </a:lnTo>
                  <a:lnTo>
                    <a:pt x="1588528" y="0"/>
                  </a:lnTo>
                  <a:lnTo>
                    <a:pt x="1623061" y="0"/>
                  </a:lnTo>
                  <a:lnTo>
                    <a:pt x="1657595" y="0"/>
                  </a:lnTo>
                  <a:lnTo>
                    <a:pt x="1692128" y="0"/>
                  </a:lnTo>
                  <a:lnTo>
                    <a:pt x="1726661" y="0"/>
                  </a:lnTo>
                  <a:lnTo>
                    <a:pt x="1761194" y="0"/>
                  </a:lnTo>
                  <a:lnTo>
                    <a:pt x="1795728" y="0"/>
                  </a:lnTo>
                  <a:lnTo>
                    <a:pt x="1830261" y="0"/>
                  </a:lnTo>
                  <a:lnTo>
                    <a:pt x="1864794" y="0"/>
                  </a:lnTo>
                  <a:lnTo>
                    <a:pt x="1899327" y="0"/>
                  </a:lnTo>
                  <a:lnTo>
                    <a:pt x="1933861" y="0"/>
                  </a:lnTo>
                  <a:lnTo>
                    <a:pt x="1968394" y="0"/>
                  </a:lnTo>
                  <a:lnTo>
                    <a:pt x="2002927" y="0"/>
                  </a:lnTo>
                  <a:lnTo>
                    <a:pt x="2037460" y="0"/>
                  </a:lnTo>
                  <a:lnTo>
                    <a:pt x="2071993" y="0"/>
                  </a:lnTo>
                  <a:lnTo>
                    <a:pt x="2106527" y="0"/>
                  </a:lnTo>
                  <a:lnTo>
                    <a:pt x="2141060" y="0"/>
                  </a:lnTo>
                  <a:lnTo>
                    <a:pt x="2175593" y="0"/>
                  </a:lnTo>
                  <a:lnTo>
                    <a:pt x="2210126" y="0"/>
                  </a:lnTo>
                  <a:lnTo>
                    <a:pt x="2244660" y="0"/>
                  </a:lnTo>
                  <a:lnTo>
                    <a:pt x="2279193" y="0"/>
                  </a:lnTo>
                  <a:lnTo>
                    <a:pt x="2313726" y="0"/>
                  </a:lnTo>
                  <a:lnTo>
                    <a:pt x="2348259" y="0"/>
                  </a:lnTo>
                  <a:lnTo>
                    <a:pt x="2382793" y="0"/>
                  </a:lnTo>
                  <a:lnTo>
                    <a:pt x="2417326" y="0"/>
                  </a:lnTo>
                  <a:lnTo>
                    <a:pt x="2451859" y="0"/>
                  </a:lnTo>
                  <a:lnTo>
                    <a:pt x="2486392" y="0"/>
                  </a:lnTo>
                  <a:lnTo>
                    <a:pt x="2520926" y="0"/>
                  </a:lnTo>
                  <a:lnTo>
                    <a:pt x="2555459" y="0"/>
                  </a:lnTo>
                  <a:lnTo>
                    <a:pt x="2589992" y="0"/>
                  </a:lnTo>
                  <a:lnTo>
                    <a:pt x="2624525" y="0"/>
                  </a:lnTo>
                  <a:lnTo>
                    <a:pt x="2659058" y="0"/>
                  </a:lnTo>
                  <a:lnTo>
                    <a:pt x="2693592" y="0"/>
                  </a:lnTo>
                  <a:lnTo>
                    <a:pt x="27281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7" name="pl217"/>
            <p:cNvSpPr/>
            <p:nvPr/>
          </p:nvSpPr>
          <p:spPr>
            <a:xfrm>
              <a:off x="2200701" y="1727038"/>
              <a:ext cx="2918988" cy="1628694"/>
            </a:xfrm>
            <a:custGeom>
              <a:avLst/>
              <a:gdLst/>
              <a:ahLst/>
              <a:cxnLst/>
              <a:rect l="0" t="0" r="0" b="0"/>
              <a:pathLst>
                <a:path w="2918988" h="1628694">
                  <a:moveTo>
                    <a:pt x="0" y="0"/>
                  </a:moveTo>
                  <a:lnTo>
                    <a:pt x="36949" y="8411"/>
                  </a:lnTo>
                  <a:lnTo>
                    <a:pt x="73898" y="17126"/>
                  </a:lnTo>
                  <a:lnTo>
                    <a:pt x="110847" y="26151"/>
                  </a:lnTo>
                  <a:lnTo>
                    <a:pt x="147796" y="35496"/>
                  </a:lnTo>
                  <a:lnTo>
                    <a:pt x="184746" y="45168"/>
                  </a:lnTo>
                  <a:lnTo>
                    <a:pt x="221695" y="55176"/>
                  </a:lnTo>
                  <a:lnTo>
                    <a:pt x="258644" y="65528"/>
                  </a:lnTo>
                  <a:lnTo>
                    <a:pt x="295593" y="76231"/>
                  </a:lnTo>
                  <a:lnTo>
                    <a:pt x="332542" y="87294"/>
                  </a:lnTo>
                  <a:lnTo>
                    <a:pt x="369492" y="98725"/>
                  </a:lnTo>
                  <a:lnTo>
                    <a:pt x="406441" y="110531"/>
                  </a:lnTo>
                  <a:lnTo>
                    <a:pt x="443390" y="122719"/>
                  </a:lnTo>
                  <a:lnTo>
                    <a:pt x="480339" y="135298"/>
                  </a:lnTo>
                  <a:lnTo>
                    <a:pt x="517289" y="148273"/>
                  </a:lnTo>
                  <a:lnTo>
                    <a:pt x="554238" y="161652"/>
                  </a:lnTo>
                  <a:lnTo>
                    <a:pt x="591187" y="175441"/>
                  </a:lnTo>
                  <a:lnTo>
                    <a:pt x="628136" y="189645"/>
                  </a:lnTo>
                  <a:lnTo>
                    <a:pt x="665085" y="204271"/>
                  </a:lnTo>
                  <a:lnTo>
                    <a:pt x="702035" y="219323"/>
                  </a:lnTo>
                  <a:lnTo>
                    <a:pt x="738984" y="234806"/>
                  </a:lnTo>
                  <a:lnTo>
                    <a:pt x="775933" y="250723"/>
                  </a:lnTo>
                  <a:lnTo>
                    <a:pt x="812882" y="267079"/>
                  </a:lnTo>
                  <a:lnTo>
                    <a:pt x="849831" y="283876"/>
                  </a:lnTo>
                  <a:lnTo>
                    <a:pt x="886781" y="301116"/>
                  </a:lnTo>
                  <a:lnTo>
                    <a:pt x="923730" y="318800"/>
                  </a:lnTo>
                  <a:lnTo>
                    <a:pt x="960679" y="336930"/>
                  </a:lnTo>
                  <a:lnTo>
                    <a:pt x="997628" y="355504"/>
                  </a:lnTo>
                  <a:lnTo>
                    <a:pt x="1034578" y="374522"/>
                  </a:lnTo>
                  <a:lnTo>
                    <a:pt x="1071527" y="393982"/>
                  </a:lnTo>
                  <a:lnTo>
                    <a:pt x="1108476" y="413882"/>
                  </a:lnTo>
                  <a:lnTo>
                    <a:pt x="1145425" y="434216"/>
                  </a:lnTo>
                  <a:lnTo>
                    <a:pt x="1182374" y="454982"/>
                  </a:lnTo>
                  <a:lnTo>
                    <a:pt x="1219324" y="476172"/>
                  </a:lnTo>
                  <a:lnTo>
                    <a:pt x="1256273" y="497780"/>
                  </a:lnTo>
                  <a:lnTo>
                    <a:pt x="1293222" y="519798"/>
                  </a:lnTo>
                  <a:lnTo>
                    <a:pt x="1330171" y="542217"/>
                  </a:lnTo>
                  <a:lnTo>
                    <a:pt x="1367121" y="565028"/>
                  </a:lnTo>
                  <a:lnTo>
                    <a:pt x="1404070" y="588219"/>
                  </a:lnTo>
                  <a:lnTo>
                    <a:pt x="1441019" y="611778"/>
                  </a:lnTo>
                  <a:lnTo>
                    <a:pt x="1477968" y="635691"/>
                  </a:lnTo>
                  <a:lnTo>
                    <a:pt x="1514917" y="659946"/>
                  </a:lnTo>
                  <a:lnTo>
                    <a:pt x="1551867" y="684525"/>
                  </a:lnTo>
                  <a:lnTo>
                    <a:pt x="1588816" y="709413"/>
                  </a:lnTo>
                  <a:lnTo>
                    <a:pt x="1625765" y="734593"/>
                  </a:lnTo>
                  <a:lnTo>
                    <a:pt x="1662714" y="760047"/>
                  </a:lnTo>
                  <a:lnTo>
                    <a:pt x="1699663" y="785754"/>
                  </a:lnTo>
                  <a:lnTo>
                    <a:pt x="1736613" y="811696"/>
                  </a:lnTo>
                  <a:lnTo>
                    <a:pt x="1773562" y="837850"/>
                  </a:lnTo>
                  <a:lnTo>
                    <a:pt x="1810511" y="864197"/>
                  </a:lnTo>
                  <a:lnTo>
                    <a:pt x="1847460" y="890713"/>
                  </a:lnTo>
                  <a:lnTo>
                    <a:pt x="1884410" y="917376"/>
                  </a:lnTo>
                  <a:lnTo>
                    <a:pt x="1921359" y="944162"/>
                  </a:lnTo>
                  <a:lnTo>
                    <a:pt x="1958308" y="971047"/>
                  </a:lnTo>
                  <a:lnTo>
                    <a:pt x="1995257" y="998008"/>
                  </a:lnTo>
                  <a:lnTo>
                    <a:pt x="2032206" y="1025020"/>
                  </a:lnTo>
                  <a:lnTo>
                    <a:pt x="2069156" y="1052059"/>
                  </a:lnTo>
                  <a:lnTo>
                    <a:pt x="2106105" y="1079099"/>
                  </a:lnTo>
                  <a:lnTo>
                    <a:pt x="2143054" y="1106116"/>
                  </a:lnTo>
                  <a:lnTo>
                    <a:pt x="2180003" y="1133085"/>
                  </a:lnTo>
                  <a:lnTo>
                    <a:pt x="2216953" y="1159982"/>
                  </a:lnTo>
                  <a:lnTo>
                    <a:pt x="2253902" y="1186783"/>
                  </a:lnTo>
                  <a:lnTo>
                    <a:pt x="2290851" y="1213463"/>
                  </a:lnTo>
                  <a:lnTo>
                    <a:pt x="2327800" y="1240000"/>
                  </a:lnTo>
                  <a:lnTo>
                    <a:pt x="2364749" y="1266371"/>
                  </a:lnTo>
                  <a:lnTo>
                    <a:pt x="2401699" y="1292552"/>
                  </a:lnTo>
                  <a:lnTo>
                    <a:pt x="2438648" y="1318524"/>
                  </a:lnTo>
                  <a:lnTo>
                    <a:pt x="2475597" y="1344263"/>
                  </a:lnTo>
                  <a:lnTo>
                    <a:pt x="2512546" y="1369752"/>
                  </a:lnTo>
                  <a:lnTo>
                    <a:pt x="2549495" y="1394969"/>
                  </a:lnTo>
                  <a:lnTo>
                    <a:pt x="2586445" y="1419897"/>
                  </a:lnTo>
                  <a:lnTo>
                    <a:pt x="2623394" y="1444519"/>
                  </a:lnTo>
                  <a:lnTo>
                    <a:pt x="2660343" y="1468817"/>
                  </a:lnTo>
                  <a:lnTo>
                    <a:pt x="2697292" y="1492777"/>
                  </a:lnTo>
                  <a:lnTo>
                    <a:pt x="2734242" y="1516384"/>
                  </a:lnTo>
                  <a:lnTo>
                    <a:pt x="2771191" y="1539625"/>
                  </a:lnTo>
                  <a:lnTo>
                    <a:pt x="2808140" y="1562487"/>
                  </a:lnTo>
                  <a:lnTo>
                    <a:pt x="2845089" y="1584959"/>
                  </a:lnTo>
                  <a:lnTo>
                    <a:pt x="2882038" y="1607031"/>
                  </a:lnTo>
                  <a:lnTo>
                    <a:pt x="2918988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8" name="pl218"/>
            <p:cNvSpPr/>
            <p:nvPr/>
          </p:nvSpPr>
          <p:spPr>
            <a:xfrm>
              <a:off x="2125226" y="1746200"/>
              <a:ext cx="2740739" cy="613155"/>
            </a:xfrm>
            <a:custGeom>
              <a:avLst/>
              <a:gdLst/>
              <a:ahLst/>
              <a:cxnLst/>
              <a:rect l="0" t="0" r="0" b="0"/>
              <a:pathLst>
                <a:path w="2740739" h="613155">
                  <a:moveTo>
                    <a:pt x="0" y="0"/>
                  </a:moveTo>
                  <a:lnTo>
                    <a:pt x="34692" y="4294"/>
                  </a:lnTo>
                  <a:lnTo>
                    <a:pt x="69385" y="8660"/>
                  </a:lnTo>
                  <a:lnTo>
                    <a:pt x="104078" y="13098"/>
                  </a:lnTo>
                  <a:lnTo>
                    <a:pt x="138771" y="17611"/>
                  </a:lnTo>
                  <a:lnTo>
                    <a:pt x="173464" y="22198"/>
                  </a:lnTo>
                  <a:lnTo>
                    <a:pt x="208157" y="26860"/>
                  </a:lnTo>
                  <a:lnTo>
                    <a:pt x="242850" y="31599"/>
                  </a:lnTo>
                  <a:lnTo>
                    <a:pt x="277543" y="36415"/>
                  </a:lnTo>
                  <a:lnTo>
                    <a:pt x="312236" y="41309"/>
                  </a:lnTo>
                  <a:lnTo>
                    <a:pt x="346929" y="46282"/>
                  </a:lnTo>
                  <a:lnTo>
                    <a:pt x="381621" y="51335"/>
                  </a:lnTo>
                  <a:lnTo>
                    <a:pt x="416314" y="56468"/>
                  </a:lnTo>
                  <a:lnTo>
                    <a:pt x="451007" y="61683"/>
                  </a:lnTo>
                  <a:lnTo>
                    <a:pt x="485700" y="66980"/>
                  </a:lnTo>
                  <a:lnTo>
                    <a:pt x="520393" y="72361"/>
                  </a:lnTo>
                  <a:lnTo>
                    <a:pt x="555086" y="77826"/>
                  </a:lnTo>
                  <a:lnTo>
                    <a:pt x="589779" y="83375"/>
                  </a:lnTo>
                  <a:lnTo>
                    <a:pt x="624472" y="89010"/>
                  </a:lnTo>
                  <a:lnTo>
                    <a:pt x="659165" y="94732"/>
                  </a:lnTo>
                  <a:lnTo>
                    <a:pt x="693858" y="100541"/>
                  </a:lnTo>
                  <a:lnTo>
                    <a:pt x="728550" y="106438"/>
                  </a:lnTo>
                  <a:lnTo>
                    <a:pt x="763243" y="112424"/>
                  </a:lnTo>
                  <a:lnTo>
                    <a:pt x="797936" y="118500"/>
                  </a:lnTo>
                  <a:lnTo>
                    <a:pt x="832629" y="124666"/>
                  </a:lnTo>
                  <a:lnTo>
                    <a:pt x="867322" y="130923"/>
                  </a:lnTo>
                  <a:lnTo>
                    <a:pt x="902015" y="137271"/>
                  </a:lnTo>
                  <a:lnTo>
                    <a:pt x="936708" y="143713"/>
                  </a:lnTo>
                  <a:lnTo>
                    <a:pt x="971401" y="150247"/>
                  </a:lnTo>
                  <a:lnTo>
                    <a:pt x="1006094" y="156875"/>
                  </a:lnTo>
                  <a:lnTo>
                    <a:pt x="1040787" y="163597"/>
                  </a:lnTo>
                  <a:lnTo>
                    <a:pt x="1075479" y="170415"/>
                  </a:lnTo>
                  <a:lnTo>
                    <a:pt x="1110172" y="177328"/>
                  </a:lnTo>
                  <a:lnTo>
                    <a:pt x="1144865" y="184337"/>
                  </a:lnTo>
                  <a:lnTo>
                    <a:pt x="1179558" y="191443"/>
                  </a:lnTo>
                  <a:lnTo>
                    <a:pt x="1214251" y="198646"/>
                  </a:lnTo>
                  <a:lnTo>
                    <a:pt x="1248944" y="205947"/>
                  </a:lnTo>
                  <a:lnTo>
                    <a:pt x="1283637" y="213345"/>
                  </a:lnTo>
                  <a:lnTo>
                    <a:pt x="1318330" y="220843"/>
                  </a:lnTo>
                  <a:lnTo>
                    <a:pt x="1353023" y="228439"/>
                  </a:lnTo>
                  <a:lnTo>
                    <a:pt x="1387716" y="236135"/>
                  </a:lnTo>
                  <a:lnTo>
                    <a:pt x="1422409" y="243930"/>
                  </a:lnTo>
                  <a:lnTo>
                    <a:pt x="1457101" y="251825"/>
                  </a:lnTo>
                  <a:lnTo>
                    <a:pt x="1491794" y="259821"/>
                  </a:lnTo>
                  <a:lnTo>
                    <a:pt x="1526487" y="267916"/>
                  </a:lnTo>
                  <a:lnTo>
                    <a:pt x="1561180" y="276113"/>
                  </a:lnTo>
                  <a:lnTo>
                    <a:pt x="1595873" y="284410"/>
                  </a:lnTo>
                  <a:lnTo>
                    <a:pt x="1630566" y="292808"/>
                  </a:lnTo>
                  <a:lnTo>
                    <a:pt x="1665259" y="301307"/>
                  </a:lnTo>
                  <a:lnTo>
                    <a:pt x="1699952" y="309907"/>
                  </a:lnTo>
                  <a:lnTo>
                    <a:pt x="1734645" y="318609"/>
                  </a:lnTo>
                  <a:lnTo>
                    <a:pt x="1769338" y="327411"/>
                  </a:lnTo>
                  <a:lnTo>
                    <a:pt x="1804030" y="336314"/>
                  </a:lnTo>
                  <a:lnTo>
                    <a:pt x="1838723" y="345317"/>
                  </a:lnTo>
                  <a:lnTo>
                    <a:pt x="1873416" y="354421"/>
                  </a:lnTo>
                  <a:lnTo>
                    <a:pt x="1908109" y="363626"/>
                  </a:lnTo>
                  <a:lnTo>
                    <a:pt x="1942802" y="372930"/>
                  </a:lnTo>
                  <a:lnTo>
                    <a:pt x="1977495" y="382335"/>
                  </a:lnTo>
                  <a:lnTo>
                    <a:pt x="2012188" y="391838"/>
                  </a:lnTo>
                  <a:lnTo>
                    <a:pt x="2046881" y="401441"/>
                  </a:lnTo>
                  <a:lnTo>
                    <a:pt x="2081574" y="411142"/>
                  </a:lnTo>
                  <a:lnTo>
                    <a:pt x="2116267" y="420941"/>
                  </a:lnTo>
                  <a:lnTo>
                    <a:pt x="2150959" y="430837"/>
                  </a:lnTo>
                  <a:lnTo>
                    <a:pt x="2185652" y="440830"/>
                  </a:lnTo>
                  <a:lnTo>
                    <a:pt x="2220345" y="450919"/>
                  </a:lnTo>
                  <a:lnTo>
                    <a:pt x="2255038" y="461104"/>
                  </a:lnTo>
                  <a:lnTo>
                    <a:pt x="2289731" y="471383"/>
                  </a:lnTo>
                  <a:lnTo>
                    <a:pt x="2324424" y="481755"/>
                  </a:lnTo>
                  <a:lnTo>
                    <a:pt x="2359117" y="492221"/>
                  </a:lnTo>
                  <a:lnTo>
                    <a:pt x="2393810" y="502778"/>
                  </a:lnTo>
                  <a:lnTo>
                    <a:pt x="2428503" y="513426"/>
                  </a:lnTo>
                  <a:lnTo>
                    <a:pt x="2463196" y="524164"/>
                  </a:lnTo>
                  <a:lnTo>
                    <a:pt x="2497889" y="534991"/>
                  </a:lnTo>
                  <a:lnTo>
                    <a:pt x="2532581" y="545905"/>
                  </a:lnTo>
                  <a:lnTo>
                    <a:pt x="2567274" y="556906"/>
                  </a:lnTo>
                  <a:lnTo>
                    <a:pt x="2601967" y="567991"/>
                  </a:lnTo>
                  <a:lnTo>
                    <a:pt x="2636660" y="579160"/>
                  </a:lnTo>
                  <a:lnTo>
                    <a:pt x="2671353" y="590412"/>
                  </a:lnTo>
                  <a:lnTo>
                    <a:pt x="2706046" y="601744"/>
                  </a:lnTo>
                  <a:lnTo>
                    <a:pt x="2740739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9" name="pl219"/>
            <p:cNvSpPr/>
            <p:nvPr/>
          </p:nvSpPr>
          <p:spPr>
            <a:xfrm>
              <a:off x="2095037" y="1516267"/>
              <a:ext cx="2599653" cy="1053861"/>
            </a:xfrm>
            <a:custGeom>
              <a:avLst/>
              <a:gdLst/>
              <a:ahLst/>
              <a:cxnLst/>
              <a:rect l="0" t="0" r="0" b="0"/>
              <a:pathLst>
                <a:path w="2599653" h="1053861">
                  <a:moveTo>
                    <a:pt x="0" y="0"/>
                  </a:moveTo>
                  <a:lnTo>
                    <a:pt x="32907" y="0"/>
                  </a:lnTo>
                  <a:lnTo>
                    <a:pt x="65814" y="0"/>
                  </a:lnTo>
                  <a:lnTo>
                    <a:pt x="98721" y="0"/>
                  </a:lnTo>
                  <a:lnTo>
                    <a:pt x="131628" y="0"/>
                  </a:lnTo>
                  <a:lnTo>
                    <a:pt x="164535" y="0"/>
                  </a:lnTo>
                  <a:lnTo>
                    <a:pt x="197442" y="0"/>
                  </a:lnTo>
                  <a:lnTo>
                    <a:pt x="230349" y="0"/>
                  </a:lnTo>
                  <a:lnTo>
                    <a:pt x="263256" y="0"/>
                  </a:lnTo>
                  <a:lnTo>
                    <a:pt x="296163" y="0"/>
                  </a:lnTo>
                  <a:lnTo>
                    <a:pt x="329070" y="0"/>
                  </a:lnTo>
                  <a:lnTo>
                    <a:pt x="361977" y="0"/>
                  </a:lnTo>
                  <a:lnTo>
                    <a:pt x="394884" y="0"/>
                  </a:lnTo>
                  <a:lnTo>
                    <a:pt x="427791" y="0"/>
                  </a:lnTo>
                  <a:lnTo>
                    <a:pt x="460698" y="0"/>
                  </a:lnTo>
                  <a:lnTo>
                    <a:pt x="493605" y="0"/>
                  </a:lnTo>
                  <a:lnTo>
                    <a:pt x="526512" y="0"/>
                  </a:lnTo>
                  <a:lnTo>
                    <a:pt x="559419" y="0"/>
                  </a:lnTo>
                  <a:lnTo>
                    <a:pt x="592326" y="0"/>
                  </a:lnTo>
                  <a:lnTo>
                    <a:pt x="625233" y="0"/>
                  </a:lnTo>
                  <a:lnTo>
                    <a:pt x="658140" y="1"/>
                  </a:lnTo>
                  <a:lnTo>
                    <a:pt x="691047" y="1"/>
                  </a:lnTo>
                  <a:lnTo>
                    <a:pt x="723954" y="1"/>
                  </a:lnTo>
                  <a:lnTo>
                    <a:pt x="756861" y="2"/>
                  </a:lnTo>
                  <a:lnTo>
                    <a:pt x="789768" y="2"/>
                  </a:lnTo>
                  <a:lnTo>
                    <a:pt x="822675" y="3"/>
                  </a:lnTo>
                  <a:lnTo>
                    <a:pt x="855582" y="4"/>
                  </a:lnTo>
                  <a:lnTo>
                    <a:pt x="888489" y="5"/>
                  </a:lnTo>
                  <a:lnTo>
                    <a:pt x="921396" y="7"/>
                  </a:lnTo>
                  <a:lnTo>
                    <a:pt x="954303" y="9"/>
                  </a:lnTo>
                  <a:lnTo>
                    <a:pt x="987210" y="11"/>
                  </a:lnTo>
                  <a:lnTo>
                    <a:pt x="1020117" y="15"/>
                  </a:lnTo>
                  <a:lnTo>
                    <a:pt x="1053024" y="19"/>
                  </a:lnTo>
                  <a:lnTo>
                    <a:pt x="1085931" y="24"/>
                  </a:lnTo>
                  <a:lnTo>
                    <a:pt x="1118838" y="31"/>
                  </a:lnTo>
                  <a:lnTo>
                    <a:pt x="1151745" y="40"/>
                  </a:lnTo>
                  <a:lnTo>
                    <a:pt x="1184652" y="51"/>
                  </a:lnTo>
                  <a:lnTo>
                    <a:pt x="1217559" y="65"/>
                  </a:lnTo>
                  <a:lnTo>
                    <a:pt x="1250466" y="83"/>
                  </a:lnTo>
                  <a:lnTo>
                    <a:pt x="1283373" y="106"/>
                  </a:lnTo>
                  <a:lnTo>
                    <a:pt x="1316280" y="136"/>
                  </a:lnTo>
                  <a:lnTo>
                    <a:pt x="1349187" y="173"/>
                  </a:lnTo>
                  <a:lnTo>
                    <a:pt x="1382094" y="221"/>
                  </a:lnTo>
                  <a:lnTo>
                    <a:pt x="1415001" y="282"/>
                  </a:lnTo>
                  <a:lnTo>
                    <a:pt x="1447908" y="360"/>
                  </a:lnTo>
                  <a:lnTo>
                    <a:pt x="1480815" y="459"/>
                  </a:lnTo>
                  <a:lnTo>
                    <a:pt x="1513722" y="586"/>
                  </a:lnTo>
                  <a:lnTo>
                    <a:pt x="1546629" y="748"/>
                  </a:lnTo>
                  <a:lnTo>
                    <a:pt x="1579536" y="954"/>
                  </a:lnTo>
                  <a:lnTo>
                    <a:pt x="1612443" y="1216"/>
                  </a:lnTo>
                  <a:lnTo>
                    <a:pt x="1645350" y="1552"/>
                  </a:lnTo>
                  <a:lnTo>
                    <a:pt x="1678257" y="1979"/>
                  </a:lnTo>
                  <a:lnTo>
                    <a:pt x="1711164" y="2524"/>
                  </a:lnTo>
                  <a:lnTo>
                    <a:pt x="1744071" y="3219"/>
                  </a:lnTo>
                  <a:lnTo>
                    <a:pt x="1776978" y="4105"/>
                  </a:lnTo>
                  <a:lnTo>
                    <a:pt x="1809885" y="5234"/>
                  </a:lnTo>
                  <a:lnTo>
                    <a:pt x="1842792" y="6673"/>
                  </a:lnTo>
                  <a:lnTo>
                    <a:pt x="1875699" y="8505"/>
                  </a:lnTo>
                  <a:lnTo>
                    <a:pt x="1908606" y="10840"/>
                  </a:lnTo>
                  <a:lnTo>
                    <a:pt x="1941513" y="13811"/>
                  </a:lnTo>
                  <a:lnTo>
                    <a:pt x="1974420" y="17591"/>
                  </a:lnTo>
                  <a:lnTo>
                    <a:pt x="2007327" y="22396"/>
                  </a:lnTo>
                  <a:lnTo>
                    <a:pt x="2040234" y="28498"/>
                  </a:lnTo>
                  <a:lnTo>
                    <a:pt x="2073141" y="36240"/>
                  </a:lnTo>
                  <a:lnTo>
                    <a:pt x="2106048" y="46046"/>
                  </a:lnTo>
                  <a:lnTo>
                    <a:pt x="2138955" y="58443"/>
                  </a:lnTo>
                  <a:lnTo>
                    <a:pt x="2171862" y="74078"/>
                  </a:lnTo>
                  <a:lnTo>
                    <a:pt x="2204769" y="93737"/>
                  </a:lnTo>
                  <a:lnTo>
                    <a:pt x="2237676" y="118361"/>
                  </a:lnTo>
                  <a:lnTo>
                    <a:pt x="2270583" y="149059"/>
                  </a:lnTo>
                  <a:lnTo>
                    <a:pt x="2303490" y="187100"/>
                  </a:lnTo>
                  <a:lnTo>
                    <a:pt x="2336397" y="233896"/>
                  </a:lnTo>
                  <a:lnTo>
                    <a:pt x="2369304" y="290941"/>
                  </a:lnTo>
                  <a:lnTo>
                    <a:pt x="2402211" y="359720"/>
                  </a:lnTo>
                  <a:lnTo>
                    <a:pt x="2435118" y="441550"/>
                  </a:lnTo>
                  <a:lnTo>
                    <a:pt x="2468025" y="537384"/>
                  </a:lnTo>
                  <a:lnTo>
                    <a:pt x="2500932" y="647566"/>
                  </a:lnTo>
                  <a:lnTo>
                    <a:pt x="2533839" y="771588"/>
                  </a:lnTo>
                  <a:lnTo>
                    <a:pt x="2566746" y="907903"/>
                  </a:lnTo>
                  <a:lnTo>
                    <a:pt x="259965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0" name="pl220"/>
            <p:cNvSpPr/>
            <p:nvPr/>
          </p:nvSpPr>
          <p:spPr>
            <a:xfrm>
              <a:off x="1805438" y="3202445"/>
              <a:ext cx="2778710" cy="843089"/>
            </a:xfrm>
            <a:custGeom>
              <a:avLst/>
              <a:gdLst/>
              <a:ahLst/>
              <a:cxnLst/>
              <a:rect l="0" t="0" r="0" b="0"/>
              <a:pathLst>
                <a:path w="2778710" h="843089">
                  <a:moveTo>
                    <a:pt x="0" y="0"/>
                  </a:moveTo>
                  <a:lnTo>
                    <a:pt x="35173" y="128545"/>
                  </a:lnTo>
                  <a:lnTo>
                    <a:pt x="70347" y="244450"/>
                  </a:lnTo>
                  <a:lnTo>
                    <a:pt x="105520" y="346697"/>
                  </a:lnTo>
                  <a:lnTo>
                    <a:pt x="140694" y="435169"/>
                  </a:lnTo>
                  <a:lnTo>
                    <a:pt x="175867" y="510454"/>
                  </a:lnTo>
                  <a:lnTo>
                    <a:pt x="211041" y="573609"/>
                  </a:lnTo>
                  <a:lnTo>
                    <a:pt x="246214" y="625959"/>
                  </a:lnTo>
                  <a:lnTo>
                    <a:pt x="281388" y="668922"/>
                  </a:lnTo>
                  <a:lnTo>
                    <a:pt x="316561" y="703897"/>
                  </a:lnTo>
                  <a:lnTo>
                    <a:pt x="351735" y="732179"/>
                  </a:lnTo>
                  <a:lnTo>
                    <a:pt x="386909" y="754926"/>
                  </a:lnTo>
                  <a:lnTo>
                    <a:pt x="422082" y="773143"/>
                  </a:lnTo>
                  <a:lnTo>
                    <a:pt x="457256" y="787681"/>
                  </a:lnTo>
                  <a:lnTo>
                    <a:pt x="492429" y="799251"/>
                  </a:lnTo>
                  <a:lnTo>
                    <a:pt x="527603" y="808439"/>
                  </a:lnTo>
                  <a:lnTo>
                    <a:pt x="562776" y="815723"/>
                  </a:lnTo>
                  <a:lnTo>
                    <a:pt x="597950" y="821489"/>
                  </a:lnTo>
                  <a:lnTo>
                    <a:pt x="633123" y="826048"/>
                  </a:lnTo>
                  <a:lnTo>
                    <a:pt x="668297" y="829650"/>
                  </a:lnTo>
                  <a:lnTo>
                    <a:pt x="703470" y="832494"/>
                  </a:lnTo>
                  <a:lnTo>
                    <a:pt x="738644" y="834738"/>
                  </a:lnTo>
                  <a:lnTo>
                    <a:pt x="773818" y="836508"/>
                  </a:lnTo>
                  <a:lnTo>
                    <a:pt x="808991" y="837903"/>
                  </a:lnTo>
                  <a:lnTo>
                    <a:pt x="844165" y="839003"/>
                  </a:lnTo>
                  <a:lnTo>
                    <a:pt x="879338" y="839870"/>
                  </a:lnTo>
                  <a:lnTo>
                    <a:pt x="914512" y="840554"/>
                  </a:lnTo>
                  <a:lnTo>
                    <a:pt x="949685" y="841092"/>
                  </a:lnTo>
                  <a:lnTo>
                    <a:pt x="984859" y="841516"/>
                  </a:lnTo>
                  <a:lnTo>
                    <a:pt x="1020032" y="841850"/>
                  </a:lnTo>
                  <a:lnTo>
                    <a:pt x="1055206" y="842113"/>
                  </a:lnTo>
                  <a:lnTo>
                    <a:pt x="1090380" y="842320"/>
                  </a:lnTo>
                  <a:lnTo>
                    <a:pt x="1125553" y="842484"/>
                  </a:lnTo>
                  <a:lnTo>
                    <a:pt x="1160727" y="842612"/>
                  </a:lnTo>
                  <a:lnTo>
                    <a:pt x="1195900" y="842713"/>
                  </a:lnTo>
                  <a:lnTo>
                    <a:pt x="1231074" y="842793"/>
                  </a:lnTo>
                  <a:lnTo>
                    <a:pt x="1266247" y="842856"/>
                  </a:lnTo>
                  <a:lnTo>
                    <a:pt x="1301421" y="842905"/>
                  </a:lnTo>
                  <a:lnTo>
                    <a:pt x="1336594" y="842944"/>
                  </a:lnTo>
                  <a:lnTo>
                    <a:pt x="1371768" y="842975"/>
                  </a:lnTo>
                  <a:lnTo>
                    <a:pt x="1406941" y="842999"/>
                  </a:lnTo>
                  <a:lnTo>
                    <a:pt x="1442115" y="843018"/>
                  </a:lnTo>
                  <a:lnTo>
                    <a:pt x="1477289" y="843033"/>
                  </a:lnTo>
                  <a:lnTo>
                    <a:pt x="1512462" y="843045"/>
                  </a:lnTo>
                  <a:lnTo>
                    <a:pt x="1547636" y="843054"/>
                  </a:lnTo>
                  <a:lnTo>
                    <a:pt x="1582809" y="843062"/>
                  </a:lnTo>
                  <a:lnTo>
                    <a:pt x="1617983" y="843067"/>
                  </a:lnTo>
                  <a:lnTo>
                    <a:pt x="1653156" y="843072"/>
                  </a:lnTo>
                  <a:lnTo>
                    <a:pt x="1688330" y="843075"/>
                  </a:lnTo>
                  <a:lnTo>
                    <a:pt x="1723503" y="843078"/>
                  </a:lnTo>
                  <a:lnTo>
                    <a:pt x="1758677" y="843080"/>
                  </a:lnTo>
                  <a:lnTo>
                    <a:pt x="1793851" y="843082"/>
                  </a:lnTo>
                  <a:lnTo>
                    <a:pt x="1829024" y="843084"/>
                  </a:lnTo>
                  <a:lnTo>
                    <a:pt x="1864198" y="843085"/>
                  </a:lnTo>
                  <a:lnTo>
                    <a:pt x="1899371" y="843085"/>
                  </a:lnTo>
                  <a:lnTo>
                    <a:pt x="1934545" y="843086"/>
                  </a:lnTo>
                  <a:lnTo>
                    <a:pt x="1969718" y="843087"/>
                  </a:lnTo>
                  <a:lnTo>
                    <a:pt x="2004892" y="843087"/>
                  </a:lnTo>
                  <a:lnTo>
                    <a:pt x="2040065" y="843087"/>
                  </a:lnTo>
                  <a:lnTo>
                    <a:pt x="2075239" y="843088"/>
                  </a:lnTo>
                  <a:lnTo>
                    <a:pt x="2110412" y="843088"/>
                  </a:lnTo>
                  <a:lnTo>
                    <a:pt x="2145586" y="843088"/>
                  </a:lnTo>
                  <a:lnTo>
                    <a:pt x="2180760" y="843088"/>
                  </a:lnTo>
                  <a:lnTo>
                    <a:pt x="2215933" y="843088"/>
                  </a:lnTo>
                  <a:lnTo>
                    <a:pt x="2251107" y="843088"/>
                  </a:lnTo>
                  <a:lnTo>
                    <a:pt x="2286280" y="843088"/>
                  </a:lnTo>
                  <a:lnTo>
                    <a:pt x="2321454" y="843088"/>
                  </a:lnTo>
                  <a:lnTo>
                    <a:pt x="2356627" y="843089"/>
                  </a:lnTo>
                  <a:lnTo>
                    <a:pt x="2391801" y="843089"/>
                  </a:lnTo>
                  <a:lnTo>
                    <a:pt x="2426974" y="843089"/>
                  </a:lnTo>
                  <a:lnTo>
                    <a:pt x="2462148" y="843089"/>
                  </a:lnTo>
                  <a:lnTo>
                    <a:pt x="2497322" y="843089"/>
                  </a:lnTo>
                  <a:lnTo>
                    <a:pt x="2532495" y="843089"/>
                  </a:lnTo>
                  <a:lnTo>
                    <a:pt x="2567669" y="843089"/>
                  </a:lnTo>
                  <a:lnTo>
                    <a:pt x="2602842" y="843089"/>
                  </a:lnTo>
                  <a:lnTo>
                    <a:pt x="2638016" y="843089"/>
                  </a:lnTo>
                  <a:lnTo>
                    <a:pt x="2673189" y="843089"/>
                  </a:lnTo>
                  <a:lnTo>
                    <a:pt x="2708363" y="843089"/>
                  </a:lnTo>
                  <a:lnTo>
                    <a:pt x="2743536" y="843089"/>
                  </a:lnTo>
                  <a:lnTo>
                    <a:pt x="2778710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1" name="pl221"/>
            <p:cNvSpPr/>
            <p:nvPr/>
          </p:nvSpPr>
          <p:spPr>
            <a:xfrm>
              <a:off x="1629481" y="2359356"/>
              <a:ext cx="2369032" cy="1264633"/>
            </a:xfrm>
            <a:custGeom>
              <a:avLst/>
              <a:gdLst/>
              <a:ahLst/>
              <a:cxnLst/>
              <a:rect l="0" t="0" r="0" b="0"/>
              <a:pathLst>
                <a:path w="2369032" h="1264633">
                  <a:moveTo>
                    <a:pt x="0" y="0"/>
                  </a:moveTo>
                  <a:lnTo>
                    <a:pt x="29987" y="16460"/>
                  </a:lnTo>
                  <a:lnTo>
                    <a:pt x="59975" y="33076"/>
                  </a:lnTo>
                  <a:lnTo>
                    <a:pt x="89963" y="49841"/>
                  </a:lnTo>
                  <a:lnTo>
                    <a:pt x="119951" y="66750"/>
                  </a:lnTo>
                  <a:lnTo>
                    <a:pt x="149938" y="83797"/>
                  </a:lnTo>
                  <a:lnTo>
                    <a:pt x="179926" y="100978"/>
                  </a:lnTo>
                  <a:lnTo>
                    <a:pt x="209914" y="118287"/>
                  </a:lnTo>
                  <a:lnTo>
                    <a:pt x="239902" y="135717"/>
                  </a:lnTo>
                  <a:lnTo>
                    <a:pt x="269889" y="153262"/>
                  </a:lnTo>
                  <a:lnTo>
                    <a:pt x="299877" y="170915"/>
                  </a:lnTo>
                  <a:lnTo>
                    <a:pt x="329865" y="188671"/>
                  </a:lnTo>
                  <a:lnTo>
                    <a:pt x="359853" y="206523"/>
                  </a:lnTo>
                  <a:lnTo>
                    <a:pt x="389840" y="224463"/>
                  </a:lnTo>
                  <a:lnTo>
                    <a:pt x="419828" y="242485"/>
                  </a:lnTo>
                  <a:lnTo>
                    <a:pt x="449816" y="260582"/>
                  </a:lnTo>
                  <a:lnTo>
                    <a:pt x="479804" y="278746"/>
                  </a:lnTo>
                  <a:lnTo>
                    <a:pt x="509791" y="296969"/>
                  </a:lnTo>
                  <a:lnTo>
                    <a:pt x="539779" y="315245"/>
                  </a:lnTo>
                  <a:lnTo>
                    <a:pt x="569767" y="333566"/>
                  </a:lnTo>
                  <a:lnTo>
                    <a:pt x="599755" y="351924"/>
                  </a:lnTo>
                  <a:lnTo>
                    <a:pt x="629742" y="370312"/>
                  </a:lnTo>
                  <a:lnTo>
                    <a:pt x="659730" y="388721"/>
                  </a:lnTo>
                  <a:lnTo>
                    <a:pt x="689718" y="407144"/>
                  </a:lnTo>
                  <a:lnTo>
                    <a:pt x="719706" y="425573"/>
                  </a:lnTo>
                  <a:lnTo>
                    <a:pt x="749693" y="444001"/>
                  </a:lnTo>
                  <a:lnTo>
                    <a:pt x="779681" y="462419"/>
                  </a:lnTo>
                  <a:lnTo>
                    <a:pt x="809669" y="480820"/>
                  </a:lnTo>
                  <a:lnTo>
                    <a:pt x="839657" y="499195"/>
                  </a:lnTo>
                  <a:lnTo>
                    <a:pt x="869644" y="517538"/>
                  </a:lnTo>
                  <a:lnTo>
                    <a:pt x="899632" y="535840"/>
                  </a:lnTo>
                  <a:lnTo>
                    <a:pt x="929620" y="554094"/>
                  </a:lnTo>
                  <a:lnTo>
                    <a:pt x="959608" y="572293"/>
                  </a:lnTo>
                  <a:lnTo>
                    <a:pt x="989595" y="590428"/>
                  </a:lnTo>
                  <a:lnTo>
                    <a:pt x="1019583" y="608493"/>
                  </a:lnTo>
                  <a:lnTo>
                    <a:pt x="1049571" y="626480"/>
                  </a:lnTo>
                  <a:lnTo>
                    <a:pt x="1079559" y="644382"/>
                  </a:lnTo>
                  <a:lnTo>
                    <a:pt x="1109546" y="662193"/>
                  </a:lnTo>
                  <a:lnTo>
                    <a:pt x="1139534" y="679905"/>
                  </a:lnTo>
                  <a:lnTo>
                    <a:pt x="1169522" y="697512"/>
                  </a:lnTo>
                  <a:lnTo>
                    <a:pt x="1199510" y="715007"/>
                  </a:lnTo>
                  <a:lnTo>
                    <a:pt x="1229497" y="732385"/>
                  </a:lnTo>
                  <a:lnTo>
                    <a:pt x="1259485" y="749638"/>
                  </a:lnTo>
                  <a:lnTo>
                    <a:pt x="1289473" y="766762"/>
                  </a:lnTo>
                  <a:lnTo>
                    <a:pt x="1319461" y="783750"/>
                  </a:lnTo>
                  <a:lnTo>
                    <a:pt x="1349448" y="800596"/>
                  </a:lnTo>
                  <a:lnTo>
                    <a:pt x="1379436" y="817296"/>
                  </a:lnTo>
                  <a:lnTo>
                    <a:pt x="1409424" y="833845"/>
                  </a:lnTo>
                  <a:lnTo>
                    <a:pt x="1439412" y="850237"/>
                  </a:lnTo>
                  <a:lnTo>
                    <a:pt x="1469399" y="866467"/>
                  </a:lnTo>
                  <a:lnTo>
                    <a:pt x="1499387" y="882533"/>
                  </a:lnTo>
                  <a:lnTo>
                    <a:pt x="1529375" y="898428"/>
                  </a:lnTo>
                  <a:lnTo>
                    <a:pt x="1559363" y="914150"/>
                  </a:lnTo>
                  <a:lnTo>
                    <a:pt x="1589350" y="929694"/>
                  </a:lnTo>
                  <a:lnTo>
                    <a:pt x="1619338" y="945057"/>
                  </a:lnTo>
                  <a:lnTo>
                    <a:pt x="1649326" y="960236"/>
                  </a:lnTo>
                  <a:lnTo>
                    <a:pt x="1679314" y="975228"/>
                  </a:lnTo>
                  <a:lnTo>
                    <a:pt x="1709301" y="990030"/>
                  </a:lnTo>
                  <a:lnTo>
                    <a:pt x="1739289" y="1004639"/>
                  </a:lnTo>
                  <a:lnTo>
                    <a:pt x="1769277" y="1019053"/>
                  </a:lnTo>
                  <a:lnTo>
                    <a:pt x="1799265" y="1033269"/>
                  </a:lnTo>
                  <a:lnTo>
                    <a:pt x="1829252" y="1047287"/>
                  </a:lnTo>
                  <a:lnTo>
                    <a:pt x="1859240" y="1061104"/>
                  </a:lnTo>
                  <a:lnTo>
                    <a:pt x="1889228" y="1074719"/>
                  </a:lnTo>
                  <a:lnTo>
                    <a:pt x="1919216" y="1088131"/>
                  </a:lnTo>
                  <a:lnTo>
                    <a:pt x="1949203" y="1101338"/>
                  </a:lnTo>
                  <a:lnTo>
                    <a:pt x="1979191" y="1114340"/>
                  </a:lnTo>
                  <a:lnTo>
                    <a:pt x="2009179" y="1127136"/>
                  </a:lnTo>
                  <a:lnTo>
                    <a:pt x="2039167" y="1139725"/>
                  </a:lnTo>
                  <a:lnTo>
                    <a:pt x="2069154" y="1152108"/>
                  </a:lnTo>
                  <a:lnTo>
                    <a:pt x="2099142" y="1164284"/>
                  </a:lnTo>
                  <a:lnTo>
                    <a:pt x="2129130" y="1176253"/>
                  </a:lnTo>
                  <a:lnTo>
                    <a:pt x="2159118" y="1188016"/>
                  </a:lnTo>
                  <a:lnTo>
                    <a:pt x="2189105" y="1199573"/>
                  </a:lnTo>
                  <a:lnTo>
                    <a:pt x="2219093" y="1210925"/>
                  </a:lnTo>
                  <a:lnTo>
                    <a:pt x="2249081" y="1222072"/>
                  </a:lnTo>
                  <a:lnTo>
                    <a:pt x="2279069" y="1233015"/>
                  </a:lnTo>
                  <a:lnTo>
                    <a:pt x="2309056" y="1243756"/>
                  </a:lnTo>
                  <a:lnTo>
                    <a:pt x="2339044" y="1254295"/>
                  </a:lnTo>
                  <a:lnTo>
                    <a:pt x="236903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2" name="pl222"/>
            <p:cNvSpPr/>
            <p:nvPr/>
          </p:nvSpPr>
          <p:spPr>
            <a:xfrm>
              <a:off x="1813730" y="2780901"/>
              <a:ext cx="2731023" cy="1264633"/>
            </a:xfrm>
            <a:custGeom>
              <a:avLst/>
              <a:gdLst/>
              <a:ahLst/>
              <a:cxnLst/>
              <a:rect l="0" t="0" r="0" b="0"/>
              <a:pathLst>
                <a:path w="2731023" h="1264633">
                  <a:moveTo>
                    <a:pt x="0" y="0"/>
                  </a:moveTo>
                  <a:lnTo>
                    <a:pt x="34569" y="155811"/>
                  </a:lnTo>
                  <a:lnTo>
                    <a:pt x="69139" y="306963"/>
                  </a:lnTo>
                  <a:lnTo>
                    <a:pt x="103709" y="449336"/>
                  </a:lnTo>
                  <a:lnTo>
                    <a:pt x="138279" y="579767"/>
                  </a:lnTo>
                  <a:lnTo>
                    <a:pt x="172849" y="696252"/>
                  </a:lnTo>
                  <a:lnTo>
                    <a:pt x="207419" y="797937"/>
                  </a:lnTo>
                  <a:lnTo>
                    <a:pt x="241989" y="884953"/>
                  </a:lnTo>
                  <a:lnTo>
                    <a:pt x="276559" y="958156"/>
                  </a:lnTo>
                  <a:lnTo>
                    <a:pt x="311129" y="1018858"/>
                  </a:lnTo>
                  <a:lnTo>
                    <a:pt x="345699" y="1068598"/>
                  </a:lnTo>
                  <a:lnTo>
                    <a:pt x="380269" y="1108958"/>
                  </a:lnTo>
                  <a:lnTo>
                    <a:pt x="414838" y="1141447"/>
                  </a:lnTo>
                  <a:lnTo>
                    <a:pt x="449408" y="1167434"/>
                  </a:lnTo>
                  <a:lnTo>
                    <a:pt x="483978" y="1188113"/>
                  </a:lnTo>
                  <a:lnTo>
                    <a:pt x="518548" y="1204501"/>
                  </a:lnTo>
                  <a:lnTo>
                    <a:pt x="553118" y="1217447"/>
                  </a:lnTo>
                  <a:lnTo>
                    <a:pt x="587688" y="1227647"/>
                  </a:lnTo>
                  <a:lnTo>
                    <a:pt x="622258" y="1235669"/>
                  </a:lnTo>
                  <a:lnTo>
                    <a:pt x="656828" y="1241966"/>
                  </a:lnTo>
                  <a:lnTo>
                    <a:pt x="691398" y="1246904"/>
                  </a:lnTo>
                  <a:lnTo>
                    <a:pt x="725968" y="1250772"/>
                  </a:lnTo>
                  <a:lnTo>
                    <a:pt x="760538" y="1253800"/>
                  </a:lnTo>
                  <a:lnTo>
                    <a:pt x="795108" y="1256169"/>
                  </a:lnTo>
                  <a:lnTo>
                    <a:pt x="829677" y="1258021"/>
                  </a:lnTo>
                  <a:lnTo>
                    <a:pt x="864247" y="1259469"/>
                  </a:lnTo>
                  <a:lnTo>
                    <a:pt x="898817" y="1260600"/>
                  </a:lnTo>
                  <a:lnTo>
                    <a:pt x="933387" y="1261484"/>
                  </a:lnTo>
                  <a:lnTo>
                    <a:pt x="967957" y="1262174"/>
                  </a:lnTo>
                  <a:lnTo>
                    <a:pt x="1002527" y="1262713"/>
                  </a:lnTo>
                  <a:lnTo>
                    <a:pt x="1037097" y="1263134"/>
                  </a:lnTo>
                  <a:lnTo>
                    <a:pt x="1071667" y="1263463"/>
                  </a:lnTo>
                  <a:lnTo>
                    <a:pt x="1106237" y="1263719"/>
                  </a:lnTo>
                  <a:lnTo>
                    <a:pt x="1140807" y="1263920"/>
                  </a:lnTo>
                  <a:lnTo>
                    <a:pt x="1175377" y="1264076"/>
                  </a:lnTo>
                  <a:lnTo>
                    <a:pt x="1209946" y="1264198"/>
                  </a:lnTo>
                  <a:lnTo>
                    <a:pt x="1244516" y="1264294"/>
                  </a:lnTo>
                  <a:lnTo>
                    <a:pt x="1279086" y="1264368"/>
                  </a:lnTo>
                  <a:lnTo>
                    <a:pt x="1313656" y="1264426"/>
                  </a:lnTo>
                  <a:lnTo>
                    <a:pt x="1348226" y="1264472"/>
                  </a:lnTo>
                  <a:lnTo>
                    <a:pt x="1382796" y="1264507"/>
                  </a:lnTo>
                  <a:lnTo>
                    <a:pt x="1417366" y="1264535"/>
                  </a:lnTo>
                  <a:lnTo>
                    <a:pt x="1451936" y="1264556"/>
                  </a:lnTo>
                  <a:lnTo>
                    <a:pt x="1486506" y="1264573"/>
                  </a:lnTo>
                  <a:lnTo>
                    <a:pt x="1521076" y="1264586"/>
                  </a:lnTo>
                  <a:lnTo>
                    <a:pt x="1555646" y="1264597"/>
                  </a:lnTo>
                  <a:lnTo>
                    <a:pt x="1590216" y="1264605"/>
                  </a:lnTo>
                  <a:lnTo>
                    <a:pt x="1624785" y="1264611"/>
                  </a:lnTo>
                  <a:lnTo>
                    <a:pt x="1659355" y="1264616"/>
                  </a:lnTo>
                  <a:lnTo>
                    <a:pt x="1693925" y="1264620"/>
                  </a:lnTo>
                  <a:lnTo>
                    <a:pt x="1728495" y="1264623"/>
                  </a:lnTo>
                  <a:lnTo>
                    <a:pt x="1763065" y="1264625"/>
                  </a:lnTo>
                  <a:lnTo>
                    <a:pt x="1797635" y="1264627"/>
                  </a:lnTo>
                  <a:lnTo>
                    <a:pt x="1832205" y="1264628"/>
                  </a:lnTo>
                  <a:lnTo>
                    <a:pt x="1866775" y="1264629"/>
                  </a:lnTo>
                  <a:lnTo>
                    <a:pt x="1901345" y="1264630"/>
                  </a:lnTo>
                  <a:lnTo>
                    <a:pt x="1935915" y="1264631"/>
                  </a:lnTo>
                  <a:lnTo>
                    <a:pt x="1970485" y="1264631"/>
                  </a:lnTo>
                  <a:lnTo>
                    <a:pt x="2005054" y="1264632"/>
                  </a:lnTo>
                  <a:lnTo>
                    <a:pt x="2039624" y="1264632"/>
                  </a:lnTo>
                  <a:lnTo>
                    <a:pt x="2074194" y="1264632"/>
                  </a:lnTo>
                  <a:lnTo>
                    <a:pt x="2108764" y="1264633"/>
                  </a:lnTo>
                  <a:lnTo>
                    <a:pt x="2143334" y="1264633"/>
                  </a:lnTo>
                  <a:lnTo>
                    <a:pt x="2177904" y="1264633"/>
                  </a:lnTo>
                  <a:lnTo>
                    <a:pt x="2212474" y="1264633"/>
                  </a:lnTo>
                  <a:lnTo>
                    <a:pt x="2247044" y="1264633"/>
                  </a:lnTo>
                  <a:lnTo>
                    <a:pt x="2281614" y="1264633"/>
                  </a:lnTo>
                  <a:lnTo>
                    <a:pt x="2316184" y="1264633"/>
                  </a:lnTo>
                  <a:lnTo>
                    <a:pt x="2350754" y="1264633"/>
                  </a:lnTo>
                  <a:lnTo>
                    <a:pt x="2385324" y="1264633"/>
                  </a:lnTo>
                  <a:lnTo>
                    <a:pt x="2419893" y="1264633"/>
                  </a:lnTo>
                  <a:lnTo>
                    <a:pt x="2454463" y="1264633"/>
                  </a:lnTo>
                  <a:lnTo>
                    <a:pt x="2489033" y="1264633"/>
                  </a:lnTo>
                  <a:lnTo>
                    <a:pt x="2523603" y="1264633"/>
                  </a:lnTo>
                  <a:lnTo>
                    <a:pt x="2558173" y="1264633"/>
                  </a:lnTo>
                  <a:lnTo>
                    <a:pt x="2592743" y="1264633"/>
                  </a:lnTo>
                  <a:lnTo>
                    <a:pt x="2627313" y="1264633"/>
                  </a:lnTo>
                  <a:lnTo>
                    <a:pt x="2661883" y="1264633"/>
                  </a:lnTo>
                  <a:lnTo>
                    <a:pt x="2696453" y="1264633"/>
                  </a:lnTo>
                  <a:lnTo>
                    <a:pt x="2731023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3" name="pl223"/>
            <p:cNvSpPr/>
            <p:nvPr/>
          </p:nvSpPr>
          <p:spPr>
            <a:xfrm>
              <a:off x="2238098" y="2780901"/>
              <a:ext cx="3410615" cy="1264633"/>
            </a:xfrm>
            <a:custGeom>
              <a:avLst/>
              <a:gdLst/>
              <a:ahLst/>
              <a:cxnLst/>
              <a:rect l="0" t="0" r="0" b="0"/>
              <a:pathLst>
                <a:path w="3410615" h="1264633">
                  <a:moveTo>
                    <a:pt x="0" y="0"/>
                  </a:moveTo>
                  <a:lnTo>
                    <a:pt x="43172" y="155811"/>
                  </a:lnTo>
                  <a:lnTo>
                    <a:pt x="86344" y="306963"/>
                  </a:lnTo>
                  <a:lnTo>
                    <a:pt x="129517" y="449336"/>
                  </a:lnTo>
                  <a:lnTo>
                    <a:pt x="172689" y="579767"/>
                  </a:lnTo>
                  <a:lnTo>
                    <a:pt x="215861" y="696252"/>
                  </a:lnTo>
                  <a:lnTo>
                    <a:pt x="259034" y="797937"/>
                  </a:lnTo>
                  <a:lnTo>
                    <a:pt x="302206" y="884953"/>
                  </a:lnTo>
                  <a:lnTo>
                    <a:pt x="345378" y="958156"/>
                  </a:lnTo>
                  <a:lnTo>
                    <a:pt x="388551" y="1018858"/>
                  </a:lnTo>
                  <a:lnTo>
                    <a:pt x="431723" y="1068598"/>
                  </a:lnTo>
                  <a:lnTo>
                    <a:pt x="474895" y="1108958"/>
                  </a:lnTo>
                  <a:lnTo>
                    <a:pt x="518068" y="1141447"/>
                  </a:lnTo>
                  <a:lnTo>
                    <a:pt x="561240" y="1167434"/>
                  </a:lnTo>
                  <a:lnTo>
                    <a:pt x="604412" y="1188113"/>
                  </a:lnTo>
                  <a:lnTo>
                    <a:pt x="647585" y="1204501"/>
                  </a:lnTo>
                  <a:lnTo>
                    <a:pt x="690757" y="1217447"/>
                  </a:lnTo>
                  <a:lnTo>
                    <a:pt x="733929" y="1227647"/>
                  </a:lnTo>
                  <a:lnTo>
                    <a:pt x="777102" y="1235669"/>
                  </a:lnTo>
                  <a:lnTo>
                    <a:pt x="820274" y="1241966"/>
                  </a:lnTo>
                  <a:lnTo>
                    <a:pt x="863446" y="1246904"/>
                  </a:lnTo>
                  <a:lnTo>
                    <a:pt x="906619" y="1250772"/>
                  </a:lnTo>
                  <a:lnTo>
                    <a:pt x="949791" y="1253800"/>
                  </a:lnTo>
                  <a:lnTo>
                    <a:pt x="992964" y="1256169"/>
                  </a:lnTo>
                  <a:lnTo>
                    <a:pt x="1036136" y="1258021"/>
                  </a:lnTo>
                  <a:lnTo>
                    <a:pt x="1079308" y="1259469"/>
                  </a:lnTo>
                  <a:lnTo>
                    <a:pt x="1122481" y="1260600"/>
                  </a:lnTo>
                  <a:lnTo>
                    <a:pt x="1165653" y="1261484"/>
                  </a:lnTo>
                  <a:lnTo>
                    <a:pt x="1208825" y="1262174"/>
                  </a:lnTo>
                  <a:lnTo>
                    <a:pt x="1251998" y="1262713"/>
                  </a:lnTo>
                  <a:lnTo>
                    <a:pt x="1295170" y="1263134"/>
                  </a:lnTo>
                  <a:lnTo>
                    <a:pt x="1338342" y="1263463"/>
                  </a:lnTo>
                  <a:lnTo>
                    <a:pt x="1381515" y="1263719"/>
                  </a:lnTo>
                  <a:lnTo>
                    <a:pt x="1424687" y="1263920"/>
                  </a:lnTo>
                  <a:lnTo>
                    <a:pt x="1467859" y="1264076"/>
                  </a:lnTo>
                  <a:lnTo>
                    <a:pt x="1511032" y="1264198"/>
                  </a:lnTo>
                  <a:lnTo>
                    <a:pt x="1554204" y="1264294"/>
                  </a:lnTo>
                  <a:lnTo>
                    <a:pt x="1597376" y="1264368"/>
                  </a:lnTo>
                  <a:lnTo>
                    <a:pt x="1640549" y="1264426"/>
                  </a:lnTo>
                  <a:lnTo>
                    <a:pt x="1683721" y="1264472"/>
                  </a:lnTo>
                  <a:lnTo>
                    <a:pt x="1726893" y="1264507"/>
                  </a:lnTo>
                  <a:lnTo>
                    <a:pt x="1770066" y="1264535"/>
                  </a:lnTo>
                  <a:lnTo>
                    <a:pt x="1813238" y="1264556"/>
                  </a:lnTo>
                  <a:lnTo>
                    <a:pt x="1856411" y="1264573"/>
                  </a:lnTo>
                  <a:lnTo>
                    <a:pt x="1899583" y="1264586"/>
                  </a:lnTo>
                  <a:lnTo>
                    <a:pt x="1942755" y="1264597"/>
                  </a:lnTo>
                  <a:lnTo>
                    <a:pt x="1985928" y="1264605"/>
                  </a:lnTo>
                  <a:lnTo>
                    <a:pt x="2029100" y="1264611"/>
                  </a:lnTo>
                  <a:lnTo>
                    <a:pt x="2072272" y="1264616"/>
                  </a:lnTo>
                  <a:lnTo>
                    <a:pt x="2115445" y="1264620"/>
                  </a:lnTo>
                  <a:lnTo>
                    <a:pt x="2158617" y="1264623"/>
                  </a:lnTo>
                  <a:lnTo>
                    <a:pt x="2201789" y="1264625"/>
                  </a:lnTo>
                  <a:lnTo>
                    <a:pt x="2244962" y="1264627"/>
                  </a:lnTo>
                  <a:lnTo>
                    <a:pt x="2288134" y="1264628"/>
                  </a:lnTo>
                  <a:lnTo>
                    <a:pt x="2331306" y="1264629"/>
                  </a:lnTo>
                  <a:lnTo>
                    <a:pt x="2374479" y="1264630"/>
                  </a:lnTo>
                  <a:lnTo>
                    <a:pt x="2417651" y="1264631"/>
                  </a:lnTo>
                  <a:lnTo>
                    <a:pt x="2460823" y="1264631"/>
                  </a:lnTo>
                  <a:lnTo>
                    <a:pt x="2503996" y="1264632"/>
                  </a:lnTo>
                  <a:lnTo>
                    <a:pt x="2547168" y="1264632"/>
                  </a:lnTo>
                  <a:lnTo>
                    <a:pt x="2590340" y="1264632"/>
                  </a:lnTo>
                  <a:lnTo>
                    <a:pt x="2633513" y="1264633"/>
                  </a:lnTo>
                  <a:lnTo>
                    <a:pt x="2676685" y="1264633"/>
                  </a:lnTo>
                  <a:lnTo>
                    <a:pt x="2719858" y="1264633"/>
                  </a:lnTo>
                  <a:lnTo>
                    <a:pt x="2763030" y="1264633"/>
                  </a:lnTo>
                  <a:lnTo>
                    <a:pt x="2806202" y="1264633"/>
                  </a:lnTo>
                  <a:lnTo>
                    <a:pt x="2849375" y="1264633"/>
                  </a:lnTo>
                  <a:lnTo>
                    <a:pt x="2892547" y="1264633"/>
                  </a:lnTo>
                  <a:lnTo>
                    <a:pt x="2935719" y="1264633"/>
                  </a:lnTo>
                  <a:lnTo>
                    <a:pt x="2978892" y="1264633"/>
                  </a:lnTo>
                  <a:lnTo>
                    <a:pt x="3022064" y="1264633"/>
                  </a:lnTo>
                  <a:lnTo>
                    <a:pt x="3065236" y="1264633"/>
                  </a:lnTo>
                  <a:lnTo>
                    <a:pt x="3108409" y="1264633"/>
                  </a:lnTo>
                  <a:lnTo>
                    <a:pt x="3151581" y="1264633"/>
                  </a:lnTo>
                  <a:lnTo>
                    <a:pt x="3194753" y="1264633"/>
                  </a:lnTo>
                  <a:lnTo>
                    <a:pt x="3237926" y="1264633"/>
                  </a:lnTo>
                  <a:lnTo>
                    <a:pt x="3281098" y="1264633"/>
                  </a:lnTo>
                  <a:lnTo>
                    <a:pt x="3324270" y="1264633"/>
                  </a:lnTo>
                  <a:lnTo>
                    <a:pt x="3367443" y="1264633"/>
                  </a:lnTo>
                  <a:lnTo>
                    <a:pt x="3410615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4" name="tx224"/>
            <p:cNvSpPr/>
            <p:nvPr/>
          </p:nvSpPr>
          <p:spPr>
            <a:xfrm>
              <a:off x="1148263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3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3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3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148263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325578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2083520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2841463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599405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357348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115291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3321801" y="4372932"/>
              <a:ext cx="63459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058443" y="1818264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8" name="pt238"/>
            <p:cNvSpPr/>
            <p:nvPr/>
          </p:nvSpPr>
          <p:spPr>
            <a:xfrm>
              <a:off x="6109468" y="2053636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" name="pl239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" name="pt240"/>
            <p:cNvSpPr/>
            <p:nvPr/>
          </p:nvSpPr>
          <p:spPr>
            <a:xfrm>
              <a:off x="6109468" y="227309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" name="pl241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" name="pt242"/>
            <p:cNvSpPr/>
            <p:nvPr/>
          </p:nvSpPr>
          <p:spPr>
            <a:xfrm>
              <a:off x="6109468" y="2492548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" name="pl243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" name="pt244"/>
            <p:cNvSpPr/>
            <p:nvPr/>
          </p:nvSpPr>
          <p:spPr>
            <a:xfrm>
              <a:off x="6109468" y="271200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" name="pl245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" name="pt246"/>
            <p:cNvSpPr/>
            <p:nvPr/>
          </p:nvSpPr>
          <p:spPr>
            <a:xfrm>
              <a:off x="6109468" y="2931460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" name="pl247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" name="pt248"/>
            <p:cNvSpPr/>
            <p:nvPr/>
          </p:nvSpPr>
          <p:spPr>
            <a:xfrm>
              <a:off x="6109468" y="3150916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" name="pl249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" name="pt250"/>
            <p:cNvSpPr/>
            <p:nvPr/>
          </p:nvSpPr>
          <p:spPr>
            <a:xfrm>
              <a:off x="6109468" y="337037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" name="pl251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" name="pt252"/>
            <p:cNvSpPr/>
            <p:nvPr/>
          </p:nvSpPr>
          <p:spPr>
            <a:xfrm>
              <a:off x="6109468" y="3589828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" name="pl253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" name="tx254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347488" y="2291789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347488" y="2730701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347488" y="2950157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47488" y="3389069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19" y="983990"/>
              <a:ext cx="4093220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(LEA, MLL):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1165041"/>
              <a:ext cx="267224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" name="rc4"/>
            <p:cNvSpPr/>
            <p:nvPr/>
          </p:nvSpPr>
          <p:spPr>
            <a:xfrm>
              <a:off x="914401" y="914401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7200"/>
            </a:p>
          </p:txBody>
        </p:sp>
        <p:sp>
          <p:nvSpPr>
            <p:cNvPr id="5" name="pl5"/>
            <p:cNvSpPr/>
            <p:nvPr/>
          </p:nvSpPr>
          <p:spPr>
            <a:xfrm>
              <a:off x="1428520" y="3729375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" name="pl6"/>
            <p:cNvSpPr/>
            <p:nvPr/>
          </p:nvSpPr>
          <p:spPr>
            <a:xfrm>
              <a:off x="1428520" y="3097058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" name="pl7"/>
            <p:cNvSpPr/>
            <p:nvPr/>
          </p:nvSpPr>
          <p:spPr>
            <a:xfrm>
              <a:off x="1428520" y="2464741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" name="pl8"/>
            <p:cNvSpPr/>
            <p:nvPr/>
          </p:nvSpPr>
          <p:spPr>
            <a:xfrm>
              <a:off x="1428520" y="1832424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" name="pl9"/>
            <p:cNvSpPr/>
            <p:nvPr/>
          </p:nvSpPr>
          <p:spPr>
            <a:xfrm>
              <a:off x="186192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" name="pl10"/>
            <p:cNvSpPr/>
            <p:nvPr/>
          </p:nvSpPr>
          <p:spPr>
            <a:xfrm>
              <a:off x="304518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" name="pl11"/>
            <p:cNvSpPr/>
            <p:nvPr/>
          </p:nvSpPr>
          <p:spPr>
            <a:xfrm>
              <a:off x="42284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" name="pl12"/>
            <p:cNvSpPr/>
            <p:nvPr/>
          </p:nvSpPr>
          <p:spPr>
            <a:xfrm>
              <a:off x="54116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" name="pl13"/>
            <p:cNvSpPr/>
            <p:nvPr/>
          </p:nvSpPr>
          <p:spPr>
            <a:xfrm>
              <a:off x="1428520" y="404553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" name="pl14"/>
            <p:cNvSpPr/>
            <p:nvPr/>
          </p:nvSpPr>
          <p:spPr>
            <a:xfrm>
              <a:off x="1428520" y="341321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" name="pl15"/>
            <p:cNvSpPr/>
            <p:nvPr/>
          </p:nvSpPr>
          <p:spPr>
            <a:xfrm>
              <a:off x="1428520" y="2780900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" name="pl16"/>
            <p:cNvSpPr/>
            <p:nvPr/>
          </p:nvSpPr>
          <p:spPr>
            <a:xfrm>
              <a:off x="1428520" y="214858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" name="pl17"/>
            <p:cNvSpPr/>
            <p:nvPr/>
          </p:nvSpPr>
          <p:spPr>
            <a:xfrm>
              <a:off x="1428520" y="151626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" name="pl18"/>
            <p:cNvSpPr/>
            <p:nvPr/>
          </p:nvSpPr>
          <p:spPr>
            <a:xfrm>
              <a:off x="245355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" name="pl19"/>
            <p:cNvSpPr/>
            <p:nvPr/>
          </p:nvSpPr>
          <p:spPr>
            <a:xfrm>
              <a:off x="363680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" name="pl20"/>
            <p:cNvSpPr/>
            <p:nvPr/>
          </p:nvSpPr>
          <p:spPr>
            <a:xfrm>
              <a:off x="482006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" name="pt21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" name="pt22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" name="pt23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" name="pt24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" name="pt25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6" name="pt26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7" name="pt27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8" name="pt28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9" name="pt29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0" name="pt30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1" name="pt31"/>
            <p:cNvSpPr/>
            <p:nvPr/>
          </p:nvSpPr>
          <p:spPr>
            <a:xfrm>
              <a:off x="2030224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2" name="pt32"/>
            <p:cNvSpPr/>
            <p:nvPr/>
          </p:nvSpPr>
          <p:spPr>
            <a:xfrm>
              <a:off x="2030224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3" name="pt33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4" name="pt34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5" name="pt35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6" name="pt36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7" name="pt37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8" name="pt38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9" name="pt39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0" name="pt40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1" name="pt41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2" name="pt42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3" name="pt43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4" name="pt44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5" name="pt45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6" name="pt46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7" name="pt47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8" name="pt48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9" name="pt49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0" name="pt50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1" name="pt51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2" name="pt52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3" name="pt53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4" name="pt54"/>
            <p:cNvSpPr/>
            <p:nvPr/>
          </p:nvSpPr>
          <p:spPr>
            <a:xfrm>
              <a:off x="186911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5" name="pt55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6" name="pt56"/>
            <p:cNvSpPr/>
            <p:nvPr/>
          </p:nvSpPr>
          <p:spPr>
            <a:xfrm>
              <a:off x="186911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7" name="pt57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8" name="pt58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9" name="pt59"/>
            <p:cNvSpPr/>
            <p:nvPr/>
          </p:nvSpPr>
          <p:spPr>
            <a:xfrm>
              <a:off x="2001043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0" name="pt60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1" name="pt61"/>
            <p:cNvSpPr/>
            <p:nvPr/>
          </p:nvSpPr>
          <p:spPr>
            <a:xfrm>
              <a:off x="2001043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2" name="pt62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3" name="pt63"/>
            <p:cNvSpPr/>
            <p:nvPr/>
          </p:nvSpPr>
          <p:spPr>
            <a:xfrm>
              <a:off x="2001043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4" name="pt64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5" name="pt65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6" name="pt66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7" name="pt67"/>
            <p:cNvSpPr/>
            <p:nvPr/>
          </p:nvSpPr>
          <p:spPr>
            <a:xfrm>
              <a:off x="2001043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8" name="pt68"/>
            <p:cNvSpPr/>
            <p:nvPr/>
          </p:nvSpPr>
          <p:spPr>
            <a:xfrm>
              <a:off x="2001043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9" name="pt69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0" name="pt70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1" name="pt71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2" name="pt72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3" name="pt73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4" name="pt74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5" name="pt75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6" name="pt76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7" name="pt77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8" name="pt78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9" name="pt79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0" name="pt80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1" name="pt81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2" name="pt82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3" name="pt83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4" name="pt84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5" name="pt85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6" name="pt86"/>
            <p:cNvSpPr/>
            <p:nvPr/>
          </p:nvSpPr>
          <p:spPr>
            <a:xfrm>
              <a:off x="31392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7" name="pt87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8" name="pt88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9" name="pt89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0" name="pt90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1" name="pt91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2" name="pt92"/>
            <p:cNvSpPr/>
            <p:nvPr/>
          </p:nvSpPr>
          <p:spPr>
            <a:xfrm>
              <a:off x="31392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3" name="pt93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4" name="pt94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5" name="pt95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6" name="pt96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7" name="pt97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8" name="pt98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9" name="pt99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0" name="pt100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1" name="pt101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2" name="pt102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3" name="pt103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4" name="pt104"/>
            <p:cNvSpPr/>
            <p:nvPr/>
          </p:nvSpPr>
          <p:spPr>
            <a:xfrm>
              <a:off x="311229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5" name="pt105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6" name="pt106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7" name="pt107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8" name="pt108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9" name="pt109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0" name="pt110"/>
            <p:cNvSpPr/>
            <p:nvPr/>
          </p:nvSpPr>
          <p:spPr>
            <a:xfrm>
              <a:off x="510663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1" name="pt111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2" name="pt112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3" name="pt113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4" name="pt114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5" name="pt115"/>
            <p:cNvSpPr/>
            <p:nvPr/>
          </p:nvSpPr>
          <p:spPr>
            <a:xfrm>
              <a:off x="510663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6" name="pt116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7" name="pt117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8" name="pt118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9" name="pt119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0" name="pt120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1" name="pt121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2" name="pt122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3" name="pt123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4" name="pt124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5" name="pt125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6" name="pt126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7" name="pt127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8" name="pt128"/>
            <p:cNvSpPr/>
            <p:nvPr/>
          </p:nvSpPr>
          <p:spPr>
            <a:xfrm>
              <a:off x="2678642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9" name="pt129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" name="pt130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" name="pt131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" name="pt132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" name="pt133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" name="pt134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" name="pt135"/>
            <p:cNvSpPr/>
            <p:nvPr/>
          </p:nvSpPr>
          <p:spPr>
            <a:xfrm>
              <a:off x="3036828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" name="pt136"/>
            <p:cNvSpPr/>
            <p:nvPr/>
          </p:nvSpPr>
          <p:spPr>
            <a:xfrm>
              <a:off x="3036828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" name="pt137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" name="pt138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" name="pt139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" name="pt140"/>
            <p:cNvSpPr/>
            <p:nvPr/>
          </p:nvSpPr>
          <p:spPr>
            <a:xfrm>
              <a:off x="3036828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" name="pt141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" name="pt142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" name="pt143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" name="pt144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" name="pt145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" name="pt146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" name="pt147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" name="pt148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" name="pt149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" name="pt150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" name="pt151"/>
            <p:cNvSpPr/>
            <p:nvPr/>
          </p:nvSpPr>
          <p:spPr>
            <a:xfrm>
              <a:off x="242879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" name="pt152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3" name="pt153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4" name="pt154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5" name="pt155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6" name="pt156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7" name="pt157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8" name="pt158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9" name="pt159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0" name="pt160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1" name="pt161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2" name="pt162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3" name="pt163"/>
            <p:cNvSpPr/>
            <p:nvPr/>
          </p:nvSpPr>
          <p:spPr>
            <a:xfrm>
              <a:off x="35127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4" name="pt164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5" name="pt165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6" name="pt166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7" name="pt167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8" name="pt168"/>
            <p:cNvSpPr/>
            <p:nvPr/>
          </p:nvSpPr>
          <p:spPr>
            <a:xfrm>
              <a:off x="3272271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9" name="pt169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0" name="pt170"/>
            <p:cNvSpPr/>
            <p:nvPr/>
          </p:nvSpPr>
          <p:spPr>
            <a:xfrm>
              <a:off x="3272271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1" name="pt171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2" name="pt172"/>
            <p:cNvSpPr/>
            <p:nvPr/>
          </p:nvSpPr>
          <p:spPr>
            <a:xfrm>
              <a:off x="3272271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3" name="pt173"/>
            <p:cNvSpPr/>
            <p:nvPr/>
          </p:nvSpPr>
          <p:spPr>
            <a:xfrm>
              <a:off x="3272271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4" name="pt174"/>
            <p:cNvSpPr/>
            <p:nvPr/>
          </p:nvSpPr>
          <p:spPr>
            <a:xfrm>
              <a:off x="3272271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5" name="pt175"/>
            <p:cNvSpPr/>
            <p:nvPr/>
          </p:nvSpPr>
          <p:spPr>
            <a:xfrm>
              <a:off x="3272271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6" name="pt176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7" name="pt177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8" name="pt178"/>
            <p:cNvSpPr/>
            <p:nvPr/>
          </p:nvSpPr>
          <p:spPr>
            <a:xfrm>
              <a:off x="26348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9" name="pt179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0" name="pt180"/>
            <p:cNvSpPr/>
            <p:nvPr/>
          </p:nvSpPr>
          <p:spPr>
            <a:xfrm>
              <a:off x="293972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" name="pt181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" name="pt182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" name="pt183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" name="pt184"/>
            <p:cNvSpPr/>
            <p:nvPr/>
          </p:nvSpPr>
          <p:spPr>
            <a:xfrm>
              <a:off x="293972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" name="pt185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" name="pt186"/>
            <p:cNvSpPr/>
            <p:nvPr/>
          </p:nvSpPr>
          <p:spPr>
            <a:xfrm>
              <a:off x="26348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" name="pt187"/>
            <p:cNvSpPr/>
            <p:nvPr/>
          </p:nvSpPr>
          <p:spPr>
            <a:xfrm>
              <a:off x="2634870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" name="pt188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" name="pt189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" name="pt190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" name="pt191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" name="pt192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" name="pt193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" name="pt194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" name="pt195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" name="pt196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" name="pt197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" name="pt198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" name="pt199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" name="pt200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" name="pt201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" name="pt202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" name="pt203"/>
            <p:cNvSpPr/>
            <p:nvPr/>
          </p:nvSpPr>
          <p:spPr>
            <a:xfrm>
              <a:off x="2675683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" name="pt204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" name="pt205"/>
            <p:cNvSpPr/>
            <p:nvPr/>
          </p:nvSpPr>
          <p:spPr>
            <a:xfrm>
              <a:off x="293972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6" name="pt206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7" name="pt207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8" name="pt208"/>
            <p:cNvSpPr/>
            <p:nvPr/>
          </p:nvSpPr>
          <p:spPr>
            <a:xfrm>
              <a:off x="293972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9" name="pt209"/>
            <p:cNvSpPr/>
            <p:nvPr/>
          </p:nvSpPr>
          <p:spPr>
            <a:xfrm>
              <a:off x="293972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0" name="pt210"/>
            <p:cNvSpPr/>
            <p:nvPr/>
          </p:nvSpPr>
          <p:spPr>
            <a:xfrm>
              <a:off x="2634870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1" name="pl211"/>
            <p:cNvSpPr/>
            <p:nvPr/>
          </p:nvSpPr>
          <p:spPr>
            <a:xfrm>
              <a:off x="2734384" y="1516266"/>
              <a:ext cx="436616" cy="0"/>
            </a:xfrm>
            <a:custGeom>
              <a:avLst/>
              <a:gdLst/>
              <a:ahLst/>
              <a:cxnLst/>
              <a:rect l="0" t="0" r="0" b="0"/>
              <a:pathLst>
                <a:path w="436616">
                  <a:moveTo>
                    <a:pt x="0" y="0"/>
                  </a:moveTo>
                  <a:lnTo>
                    <a:pt x="5526" y="0"/>
                  </a:lnTo>
                  <a:lnTo>
                    <a:pt x="11053" y="0"/>
                  </a:lnTo>
                  <a:lnTo>
                    <a:pt x="16580" y="0"/>
                  </a:lnTo>
                  <a:lnTo>
                    <a:pt x="22107" y="0"/>
                  </a:lnTo>
                  <a:lnTo>
                    <a:pt x="27633" y="0"/>
                  </a:lnTo>
                  <a:lnTo>
                    <a:pt x="33160" y="0"/>
                  </a:lnTo>
                  <a:lnTo>
                    <a:pt x="38687" y="0"/>
                  </a:lnTo>
                  <a:lnTo>
                    <a:pt x="44214" y="0"/>
                  </a:lnTo>
                  <a:lnTo>
                    <a:pt x="49741" y="0"/>
                  </a:lnTo>
                  <a:lnTo>
                    <a:pt x="55267" y="0"/>
                  </a:lnTo>
                  <a:lnTo>
                    <a:pt x="60794" y="0"/>
                  </a:lnTo>
                  <a:lnTo>
                    <a:pt x="66321" y="0"/>
                  </a:lnTo>
                  <a:lnTo>
                    <a:pt x="71848" y="0"/>
                  </a:lnTo>
                  <a:lnTo>
                    <a:pt x="77375" y="0"/>
                  </a:lnTo>
                  <a:lnTo>
                    <a:pt x="82901" y="0"/>
                  </a:lnTo>
                  <a:lnTo>
                    <a:pt x="88428" y="0"/>
                  </a:lnTo>
                  <a:lnTo>
                    <a:pt x="93955" y="0"/>
                  </a:lnTo>
                  <a:lnTo>
                    <a:pt x="99482" y="0"/>
                  </a:lnTo>
                  <a:lnTo>
                    <a:pt x="105009" y="0"/>
                  </a:lnTo>
                  <a:lnTo>
                    <a:pt x="110535" y="0"/>
                  </a:lnTo>
                  <a:lnTo>
                    <a:pt x="116062" y="0"/>
                  </a:lnTo>
                  <a:lnTo>
                    <a:pt x="121589" y="0"/>
                  </a:lnTo>
                  <a:lnTo>
                    <a:pt x="127116" y="0"/>
                  </a:lnTo>
                  <a:lnTo>
                    <a:pt x="132642" y="0"/>
                  </a:lnTo>
                  <a:lnTo>
                    <a:pt x="138169" y="0"/>
                  </a:lnTo>
                  <a:lnTo>
                    <a:pt x="143696" y="0"/>
                  </a:lnTo>
                  <a:lnTo>
                    <a:pt x="149223" y="0"/>
                  </a:lnTo>
                  <a:lnTo>
                    <a:pt x="154750" y="0"/>
                  </a:lnTo>
                  <a:lnTo>
                    <a:pt x="160276" y="0"/>
                  </a:lnTo>
                  <a:lnTo>
                    <a:pt x="165803" y="0"/>
                  </a:lnTo>
                  <a:lnTo>
                    <a:pt x="171330" y="0"/>
                  </a:lnTo>
                  <a:lnTo>
                    <a:pt x="176857" y="0"/>
                  </a:lnTo>
                  <a:lnTo>
                    <a:pt x="182384" y="0"/>
                  </a:lnTo>
                  <a:lnTo>
                    <a:pt x="187910" y="0"/>
                  </a:lnTo>
                  <a:lnTo>
                    <a:pt x="193437" y="0"/>
                  </a:lnTo>
                  <a:lnTo>
                    <a:pt x="198964" y="0"/>
                  </a:lnTo>
                  <a:lnTo>
                    <a:pt x="204491" y="0"/>
                  </a:lnTo>
                  <a:lnTo>
                    <a:pt x="210018" y="0"/>
                  </a:lnTo>
                  <a:lnTo>
                    <a:pt x="215544" y="0"/>
                  </a:lnTo>
                  <a:lnTo>
                    <a:pt x="221071" y="0"/>
                  </a:lnTo>
                  <a:lnTo>
                    <a:pt x="226598" y="0"/>
                  </a:lnTo>
                  <a:lnTo>
                    <a:pt x="232125" y="0"/>
                  </a:lnTo>
                  <a:lnTo>
                    <a:pt x="237651" y="0"/>
                  </a:lnTo>
                  <a:lnTo>
                    <a:pt x="243178" y="0"/>
                  </a:lnTo>
                  <a:lnTo>
                    <a:pt x="248705" y="0"/>
                  </a:lnTo>
                  <a:lnTo>
                    <a:pt x="254232" y="0"/>
                  </a:lnTo>
                  <a:lnTo>
                    <a:pt x="259759" y="0"/>
                  </a:lnTo>
                  <a:lnTo>
                    <a:pt x="265285" y="0"/>
                  </a:lnTo>
                  <a:lnTo>
                    <a:pt x="270812" y="0"/>
                  </a:lnTo>
                  <a:lnTo>
                    <a:pt x="276339" y="0"/>
                  </a:lnTo>
                  <a:lnTo>
                    <a:pt x="281866" y="0"/>
                  </a:lnTo>
                  <a:lnTo>
                    <a:pt x="287393" y="0"/>
                  </a:lnTo>
                  <a:lnTo>
                    <a:pt x="292919" y="0"/>
                  </a:lnTo>
                  <a:lnTo>
                    <a:pt x="298446" y="0"/>
                  </a:lnTo>
                  <a:lnTo>
                    <a:pt x="303973" y="0"/>
                  </a:lnTo>
                  <a:lnTo>
                    <a:pt x="309500" y="0"/>
                  </a:lnTo>
                  <a:lnTo>
                    <a:pt x="315027" y="0"/>
                  </a:lnTo>
                  <a:lnTo>
                    <a:pt x="320553" y="0"/>
                  </a:lnTo>
                  <a:lnTo>
                    <a:pt x="326080" y="0"/>
                  </a:lnTo>
                  <a:lnTo>
                    <a:pt x="331607" y="0"/>
                  </a:lnTo>
                  <a:lnTo>
                    <a:pt x="337134" y="0"/>
                  </a:lnTo>
                  <a:lnTo>
                    <a:pt x="342660" y="0"/>
                  </a:lnTo>
                  <a:lnTo>
                    <a:pt x="348187" y="0"/>
                  </a:lnTo>
                  <a:lnTo>
                    <a:pt x="353714" y="0"/>
                  </a:lnTo>
                  <a:lnTo>
                    <a:pt x="359241" y="0"/>
                  </a:lnTo>
                  <a:lnTo>
                    <a:pt x="364768" y="0"/>
                  </a:lnTo>
                  <a:lnTo>
                    <a:pt x="370294" y="0"/>
                  </a:lnTo>
                  <a:lnTo>
                    <a:pt x="375821" y="0"/>
                  </a:lnTo>
                  <a:lnTo>
                    <a:pt x="381348" y="0"/>
                  </a:lnTo>
                  <a:lnTo>
                    <a:pt x="386875" y="0"/>
                  </a:lnTo>
                  <a:lnTo>
                    <a:pt x="392402" y="0"/>
                  </a:lnTo>
                  <a:lnTo>
                    <a:pt x="397928" y="0"/>
                  </a:lnTo>
                  <a:lnTo>
                    <a:pt x="403455" y="0"/>
                  </a:lnTo>
                  <a:lnTo>
                    <a:pt x="408982" y="0"/>
                  </a:lnTo>
                  <a:lnTo>
                    <a:pt x="414509" y="0"/>
                  </a:lnTo>
                  <a:lnTo>
                    <a:pt x="420036" y="0"/>
                  </a:lnTo>
                  <a:lnTo>
                    <a:pt x="425562" y="0"/>
                  </a:lnTo>
                  <a:lnTo>
                    <a:pt x="431089" y="0"/>
                  </a:lnTo>
                  <a:lnTo>
                    <a:pt x="43661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2" name="pl212"/>
            <p:cNvSpPr/>
            <p:nvPr/>
          </p:nvSpPr>
          <p:spPr>
            <a:xfrm>
              <a:off x="2693573" y="1727038"/>
              <a:ext cx="504399" cy="1628694"/>
            </a:xfrm>
            <a:custGeom>
              <a:avLst/>
              <a:gdLst/>
              <a:ahLst/>
              <a:cxnLst/>
              <a:rect l="0" t="0" r="0" b="0"/>
              <a:pathLst>
                <a:path w="504399" h="1628694">
                  <a:moveTo>
                    <a:pt x="0" y="1628694"/>
                  </a:moveTo>
                  <a:lnTo>
                    <a:pt x="6384" y="1607031"/>
                  </a:lnTo>
                  <a:lnTo>
                    <a:pt x="12769" y="1584959"/>
                  </a:lnTo>
                  <a:lnTo>
                    <a:pt x="19154" y="1562487"/>
                  </a:lnTo>
                  <a:lnTo>
                    <a:pt x="25539" y="1539625"/>
                  </a:lnTo>
                  <a:lnTo>
                    <a:pt x="31924" y="1516384"/>
                  </a:lnTo>
                  <a:lnTo>
                    <a:pt x="38308" y="1492777"/>
                  </a:lnTo>
                  <a:lnTo>
                    <a:pt x="44693" y="1468817"/>
                  </a:lnTo>
                  <a:lnTo>
                    <a:pt x="51078" y="1444519"/>
                  </a:lnTo>
                  <a:lnTo>
                    <a:pt x="57463" y="1419897"/>
                  </a:lnTo>
                  <a:lnTo>
                    <a:pt x="63848" y="1394969"/>
                  </a:lnTo>
                  <a:lnTo>
                    <a:pt x="70232" y="1369752"/>
                  </a:lnTo>
                  <a:lnTo>
                    <a:pt x="76617" y="1344263"/>
                  </a:lnTo>
                  <a:lnTo>
                    <a:pt x="83002" y="1318524"/>
                  </a:lnTo>
                  <a:lnTo>
                    <a:pt x="89387" y="1292552"/>
                  </a:lnTo>
                  <a:lnTo>
                    <a:pt x="95772" y="1266371"/>
                  </a:lnTo>
                  <a:lnTo>
                    <a:pt x="102156" y="1240000"/>
                  </a:lnTo>
                  <a:lnTo>
                    <a:pt x="108541" y="1213463"/>
                  </a:lnTo>
                  <a:lnTo>
                    <a:pt x="114926" y="1186783"/>
                  </a:lnTo>
                  <a:lnTo>
                    <a:pt x="121311" y="1159982"/>
                  </a:lnTo>
                  <a:lnTo>
                    <a:pt x="127696" y="1133085"/>
                  </a:lnTo>
                  <a:lnTo>
                    <a:pt x="134080" y="1106116"/>
                  </a:lnTo>
                  <a:lnTo>
                    <a:pt x="140465" y="1079099"/>
                  </a:lnTo>
                  <a:lnTo>
                    <a:pt x="146850" y="1052059"/>
                  </a:lnTo>
                  <a:lnTo>
                    <a:pt x="153235" y="1025020"/>
                  </a:lnTo>
                  <a:lnTo>
                    <a:pt x="159620" y="998008"/>
                  </a:lnTo>
                  <a:lnTo>
                    <a:pt x="166004" y="971047"/>
                  </a:lnTo>
                  <a:lnTo>
                    <a:pt x="172389" y="944162"/>
                  </a:lnTo>
                  <a:lnTo>
                    <a:pt x="178774" y="917376"/>
                  </a:lnTo>
                  <a:lnTo>
                    <a:pt x="185159" y="890713"/>
                  </a:lnTo>
                  <a:lnTo>
                    <a:pt x="191544" y="864197"/>
                  </a:lnTo>
                  <a:lnTo>
                    <a:pt x="197928" y="837850"/>
                  </a:lnTo>
                  <a:lnTo>
                    <a:pt x="204313" y="811696"/>
                  </a:lnTo>
                  <a:lnTo>
                    <a:pt x="210698" y="785754"/>
                  </a:lnTo>
                  <a:lnTo>
                    <a:pt x="217083" y="760047"/>
                  </a:lnTo>
                  <a:lnTo>
                    <a:pt x="223468" y="734593"/>
                  </a:lnTo>
                  <a:lnTo>
                    <a:pt x="229852" y="709413"/>
                  </a:lnTo>
                  <a:lnTo>
                    <a:pt x="236237" y="684525"/>
                  </a:lnTo>
                  <a:lnTo>
                    <a:pt x="242622" y="659946"/>
                  </a:lnTo>
                  <a:lnTo>
                    <a:pt x="249007" y="635691"/>
                  </a:lnTo>
                  <a:lnTo>
                    <a:pt x="255392" y="611778"/>
                  </a:lnTo>
                  <a:lnTo>
                    <a:pt x="261776" y="588219"/>
                  </a:lnTo>
                  <a:lnTo>
                    <a:pt x="268161" y="565028"/>
                  </a:lnTo>
                  <a:lnTo>
                    <a:pt x="274546" y="542217"/>
                  </a:lnTo>
                  <a:lnTo>
                    <a:pt x="280931" y="519798"/>
                  </a:lnTo>
                  <a:lnTo>
                    <a:pt x="287316" y="497780"/>
                  </a:lnTo>
                  <a:lnTo>
                    <a:pt x="293700" y="476172"/>
                  </a:lnTo>
                  <a:lnTo>
                    <a:pt x="300085" y="454982"/>
                  </a:lnTo>
                  <a:lnTo>
                    <a:pt x="306470" y="434216"/>
                  </a:lnTo>
                  <a:lnTo>
                    <a:pt x="312855" y="413882"/>
                  </a:lnTo>
                  <a:lnTo>
                    <a:pt x="319240" y="393982"/>
                  </a:lnTo>
                  <a:lnTo>
                    <a:pt x="325624" y="374522"/>
                  </a:lnTo>
                  <a:lnTo>
                    <a:pt x="332009" y="355504"/>
                  </a:lnTo>
                  <a:lnTo>
                    <a:pt x="338394" y="336930"/>
                  </a:lnTo>
                  <a:lnTo>
                    <a:pt x="344779" y="318800"/>
                  </a:lnTo>
                  <a:lnTo>
                    <a:pt x="351164" y="301116"/>
                  </a:lnTo>
                  <a:lnTo>
                    <a:pt x="357548" y="283876"/>
                  </a:lnTo>
                  <a:lnTo>
                    <a:pt x="363933" y="267079"/>
                  </a:lnTo>
                  <a:lnTo>
                    <a:pt x="370318" y="250723"/>
                  </a:lnTo>
                  <a:lnTo>
                    <a:pt x="376703" y="234806"/>
                  </a:lnTo>
                  <a:lnTo>
                    <a:pt x="383088" y="219323"/>
                  </a:lnTo>
                  <a:lnTo>
                    <a:pt x="389473" y="204271"/>
                  </a:lnTo>
                  <a:lnTo>
                    <a:pt x="395857" y="189645"/>
                  </a:lnTo>
                  <a:lnTo>
                    <a:pt x="402242" y="175441"/>
                  </a:lnTo>
                  <a:lnTo>
                    <a:pt x="408627" y="161652"/>
                  </a:lnTo>
                  <a:lnTo>
                    <a:pt x="415012" y="148273"/>
                  </a:lnTo>
                  <a:lnTo>
                    <a:pt x="421397" y="135298"/>
                  </a:lnTo>
                  <a:lnTo>
                    <a:pt x="427781" y="122719"/>
                  </a:lnTo>
                  <a:lnTo>
                    <a:pt x="434166" y="110531"/>
                  </a:lnTo>
                  <a:lnTo>
                    <a:pt x="440551" y="98725"/>
                  </a:lnTo>
                  <a:lnTo>
                    <a:pt x="446936" y="87294"/>
                  </a:lnTo>
                  <a:lnTo>
                    <a:pt x="453321" y="76231"/>
                  </a:lnTo>
                  <a:lnTo>
                    <a:pt x="459705" y="65528"/>
                  </a:lnTo>
                  <a:lnTo>
                    <a:pt x="466090" y="55176"/>
                  </a:lnTo>
                  <a:lnTo>
                    <a:pt x="472475" y="45168"/>
                  </a:lnTo>
                  <a:lnTo>
                    <a:pt x="478860" y="35496"/>
                  </a:lnTo>
                  <a:lnTo>
                    <a:pt x="485245" y="26151"/>
                  </a:lnTo>
                  <a:lnTo>
                    <a:pt x="491629" y="17126"/>
                  </a:lnTo>
                  <a:lnTo>
                    <a:pt x="498014" y="8411"/>
                  </a:lnTo>
                  <a:lnTo>
                    <a:pt x="504399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3" name="pl213"/>
            <p:cNvSpPr/>
            <p:nvPr/>
          </p:nvSpPr>
          <p:spPr>
            <a:xfrm>
              <a:off x="2998425" y="1746200"/>
              <a:ext cx="2166910" cy="613155"/>
            </a:xfrm>
            <a:custGeom>
              <a:avLst/>
              <a:gdLst/>
              <a:ahLst/>
              <a:cxnLst/>
              <a:rect l="0" t="0" r="0" b="0"/>
              <a:pathLst>
                <a:path w="2166910" h="613155">
                  <a:moveTo>
                    <a:pt x="0" y="613155"/>
                  </a:moveTo>
                  <a:lnTo>
                    <a:pt x="27429" y="601744"/>
                  </a:lnTo>
                  <a:lnTo>
                    <a:pt x="54858" y="590412"/>
                  </a:lnTo>
                  <a:lnTo>
                    <a:pt x="82287" y="579160"/>
                  </a:lnTo>
                  <a:lnTo>
                    <a:pt x="109716" y="567991"/>
                  </a:lnTo>
                  <a:lnTo>
                    <a:pt x="137146" y="556906"/>
                  </a:lnTo>
                  <a:lnTo>
                    <a:pt x="164575" y="545905"/>
                  </a:lnTo>
                  <a:lnTo>
                    <a:pt x="192004" y="534991"/>
                  </a:lnTo>
                  <a:lnTo>
                    <a:pt x="219433" y="524164"/>
                  </a:lnTo>
                  <a:lnTo>
                    <a:pt x="246863" y="513426"/>
                  </a:lnTo>
                  <a:lnTo>
                    <a:pt x="274292" y="502778"/>
                  </a:lnTo>
                  <a:lnTo>
                    <a:pt x="301721" y="492221"/>
                  </a:lnTo>
                  <a:lnTo>
                    <a:pt x="329150" y="481755"/>
                  </a:lnTo>
                  <a:lnTo>
                    <a:pt x="356580" y="471383"/>
                  </a:lnTo>
                  <a:lnTo>
                    <a:pt x="384009" y="461104"/>
                  </a:lnTo>
                  <a:lnTo>
                    <a:pt x="411438" y="450919"/>
                  </a:lnTo>
                  <a:lnTo>
                    <a:pt x="438867" y="440830"/>
                  </a:lnTo>
                  <a:lnTo>
                    <a:pt x="466297" y="430837"/>
                  </a:lnTo>
                  <a:lnTo>
                    <a:pt x="493726" y="420941"/>
                  </a:lnTo>
                  <a:lnTo>
                    <a:pt x="521155" y="411142"/>
                  </a:lnTo>
                  <a:lnTo>
                    <a:pt x="548584" y="401441"/>
                  </a:lnTo>
                  <a:lnTo>
                    <a:pt x="576014" y="391838"/>
                  </a:lnTo>
                  <a:lnTo>
                    <a:pt x="603443" y="382335"/>
                  </a:lnTo>
                  <a:lnTo>
                    <a:pt x="630872" y="372930"/>
                  </a:lnTo>
                  <a:lnTo>
                    <a:pt x="658301" y="363626"/>
                  </a:lnTo>
                  <a:lnTo>
                    <a:pt x="685731" y="354421"/>
                  </a:lnTo>
                  <a:lnTo>
                    <a:pt x="713160" y="345317"/>
                  </a:lnTo>
                  <a:lnTo>
                    <a:pt x="740589" y="336314"/>
                  </a:lnTo>
                  <a:lnTo>
                    <a:pt x="768018" y="327411"/>
                  </a:lnTo>
                  <a:lnTo>
                    <a:pt x="795448" y="318609"/>
                  </a:lnTo>
                  <a:lnTo>
                    <a:pt x="822877" y="309907"/>
                  </a:lnTo>
                  <a:lnTo>
                    <a:pt x="850306" y="301307"/>
                  </a:lnTo>
                  <a:lnTo>
                    <a:pt x="877735" y="292808"/>
                  </a:lnTo>
                  <a:lnTo>
                    <a:pt x="905165" y="284410"/>
                  </a:lnTo>
                  <a:lnTo>
                    <a:pt x="932594" y="276113"/>
                  </a:lnTo>
                  <a:lnTo>
                    <a:pt x="960023" y="267916"/>
                  </a:lnTo>
                  <a:lnTo>
                    <a:pt x="987452" y="259821"/>
                  </a:lnTo>
                  <a:lnTo>
                    <a:pt x="1014882" y="251825"/>
                  </a:lnTo>
                  <a:lnTo>
                    <a:pt x="1042311" y="243930"/>
                  </a:lnTo>
                  <a:lnTo>
                    <a:pt x="1069740" y="236135"/>
                  </a:lnTo>
                  <a:lnTo>
                    <a:pt x="1097169" y="228439"/>
                  </a:lnTo>
                  <a:lnTo>
                    <a:pt x="1124599" y="220843"/>
                  </a:lnTo>
                  <a:lnTo>
                    <a:pt x="1152028" y="213345"/>
                  </a:lnTo>
                  <a:lnTo>
                    <a:pt x="1179457" y="205947"/>
                  </a:lnTo>
                  <a:lnTo>
                    <a:pt x="1206886" y="198646"/>
                  </a:lnTo>
                  <a:lnTo>
                    <a:pt x="1234316" y="191443"/>
                  </a:lnTo>
                  <a:lnTo>
                    <a:pt x="1261745" y="184337"/>
                  </a:lnTo>
                  <a:lnTo>
                    <a:pt x="1289174" y="177328"/>
                  </a:lnTo>
                  <a:lnTo>
                    <a:pt x="1316603" y="170415"/>
                  </a:lnTo>
                  <a:lnTo>
                    <a:pt x="1344032" y="163597"/>
                  </a:lnTo>
                  <a:lnTo>
                    <a:pt x="1371462" y="156875"/>
                  </a:lnTo>
                  <a:lnTo>
                    <a:pt x="1398891" y="150247"/>
                  </a:lnTo>
                  <a:lnTo>
                    <a:pt x="1426320" y="143713"/>
                  </a:lnTo>
                  <a:lnTo>
                    <a:pt x="1453749" y="137271"/>
                  </a:lnTo>
                  <a:lnTo>
                    <a:pt x="1481179" y="130923"/>
                  </a:lnTo>
                  <a:lnTo>
                    <a:pt x="1508608" y="124666"/>
                  </a:lnTo>
                  <a:lnTo>
                    <a:pt x="1536037" y="118500"/>
                  </a:lnTo>
                  <a:lnTo>
                    <a:pt x="1563466" y="112424"/>
                  </a:lnTo>
                  <a:lnTo>
                    <a:pt x="1590896" y="106438"/>
                  </a:lnTo>
                  <a:lnTo>
                    <a:pt x="1618325" y="100541"/>
                  </a:lnTo>
                  <a:lnTo>
                    <a:pt x="1645754" y="94732"/>
                  </a:lnTo>
                  <a:lnTo>
                    <a:pt x="1673183" y="89010"/>
                  </a:lnTo>
                  <a:lnTo>
                    <a:pt x="1700613" y="83375"/>
                  </a:lnTo>
                  <a:lnTo>
                    <a:pt x="1728042" y="77826"/>
                  </a:lnTo>
                  <a:lnTo>
                    <a:pt x="1755471" y="72361"/>
                  </a:lnTo>
                  <a:lnTo>
                    <a:pt x="1782900" y="66980"/>
                  </a:lnTo>
                  <a:lnTo>
                    <a:pt x="1810330" y="61683"/>
                  </a:lnTo>
                  <a:lnTo>
                    <a:pt x="1837759" y="56468"/>
                  </a:lnTo>
                  <a:lnTo>
                    <a:pt x="1865188" y="51335"/>
                  </a:lnTo>
                  <a:lnTo>
                    <a:pt x="1892617" y="46282"/>
                  </a:lnTo>
                  <a:lnTo>
                    <a:pt x="1920047" y="41309"/>
                  </a:lnTo>
                  <a:lnTo>
                    <a:pt x="1947476" y="36415"/>
                  </a:lnTo>
                  <a:lnTo>
                    <a:pt x="1974905" y="31599"/>
                  </a:lnTo>
                  <a:lnTo>
                    <a:pt x="2002334" y="26860"/>
                  </a:lnTo>
                  <a:lnTo>
                    <a:pt x="2029764" y="22198"/>
                  </a:lnTo>
                  <a:lnTo>
                    <a:pt x="2057193" y="17611"/>
                  </a:lnTo>
                  <a:lnTo>
                    <a:pt x="2084622" y="13098"/>
                  </a:lnTo>
                  <a:lnTo>
                    <a:pt x="2112051" y="8660"/>
                  </a:lnTo>
                  <a:lnTo>
                    <a:pt x="2139481" y="4294"/>
                  </a:lnTo>
                  <a:lnTo>
                    <a:pt x="2166910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4" name="pl214"/>
            <p:cNvSpPr/>
            <p:nvPr/>
          </p:nvSpPr>
          <p:spPr>
            <a:xfrm>
              <a:off x="3330973" y="1516267"/>
              <a:ext cx="2317740" cy="1053861"/>
            </a:xfrm>
            <a:custGeom>
              <a:avLst/>
              <a:gdLst/>
              <a:ahLst/>
              <a:cxnLst/>
              <a:rect l="0" t="0" r="0" b="0"/>
              <a:pathLst>
                <a:path w="2317740" h="1053861">
                  <a:moveTo>
                    <a:pt x="0" y="1053861"/>
                  </a:moveTo>
                  <a:lnTo>
                    <a:pt x="29338" y="907903"/>
                  </a:lnTo>
                  <a:lnTo>
                    <a:pt x="58676" y="771588"/>
                  </a:lnTo>
                  <a:lnTo>
                    <a:pt x="88015" y="647566"/>
                  </a:lnTo>
                  <a:lnTo>
                    <a:pt x="117353" y="537384"/>
                  </a:lnTo>
                  <a:lnTo>
                    <a:pt x="146692" y="441550"/>
                  </a:lnTo>
                  <a:lnTo>
                    <a:pt x="176030" y="359720"/>
                  </a:lnTo>
                  <a:lnTo>
                    <a:pt x="205369" y="290941"/>
                  </a:lnTo>
                  <a:lnTo>
                    <a:pt x="234707" y="233896"/>
                  </a:lnTo>
                  <a:lnTo>
                    <a:pt x="264046" y="187100"/>
                  </a:lnTo>
                  <a:lnTo>
                    <a:pt x="293384" y="149059"/>
                  </a:lnTo>
                  <a:lnTo>
                    <a:pt x="322723" y="118361"/>
                  </a:lnTo>
                  <a:lnTo>
                    <a:pt x="352061" y="93737"/>
                  </a:lnTo>
                  <a:lnTo>
                    <a:pt x="381400" y="74078"/>
                  </a:lnTo>
                  <a:lnTo>
                    <a:pt x="410738" y="58443"/>
                  </a:lnTo>
                  <a:lnTo>
                    <a:pt x="440077" y="46046"/>
                  </a:lnTo>
                  <a:lnTo>
                    <a:pt x="469415" y="36240"/>
                  </a:lnTo>
                  <a:lnTo>
                    <a:pt x="498754" y="28498"/>
                  </a:lnTo>
                  <a:lnTo>
                    <a:pt x="528092" y="22396"/>
                  </a:lnTo>
                  <a:lnTo>
                    <a:pt x="557431" y="17591"/>
                  </a:lnTo>
                  <a:lnTo>
                    <a:pt x="586769" y="13811"/>
                  </a:lnTo>
                  <a:lnTo>
                    <a:pt x="616108" y="10840"/>
                  </a:lnTo>
                  <a:lnTo>
                    <a:pt x="645446" y="8505"/>
                  </a:lnTo>
                  <a:lnTo>
                    <a:pt x="674785" y="6673"/>
                  </a:lnTo>
                  <a:lnTo>
                    <a:pt x="704123" y="5234"/>
                  </a:lnTo>
                  <a:lnTo>
                    <a:pt x="733462" y="4105"/>
                  </a:lnTo>
                  <a:lnTo>
                    <a:pt x="762800" y="3219"/>
                  </a:lnTo>
                  <a:lnTo>
                    <a:pt x="792139" y="2524"/>
                  </a:lnTo>
                  <a:lnTo>
                    <a:pt x="821477" y="1979"/>
                  </a:lnTo>
                  <a:lnTo>
                    <a:pt x="850815" y="1552"/>
                  </a:lnTo>
                  <a:lnTo>
                    <a:pt x="880154" y="1216"/>
                  </a:lnTo>
                  <a:lnTo>
                    <a:pt x="909492" y="954"/>
                  </a:lnTo>
                  <a:lnTo>
                    <a:pt x="938831" y="748"/>
                  </a:lnTo>
                  <a:lnTo>
                    <a:pt x="968169" y="586"/>
                  </a:lnTo>
                  <a:lnTo>
                    <a:pt x="997508" y="459"/>
                  </a:lnTo>
                  <a:lnTo>
                    <a:pt x="1026846" y="360"/>
                  </a:lnTo>
                  <a:lnTo>
                    <a:pt x="1056185" y="282"/>
                  </a:lnTo>
                  <a:lnTo>
                    <a:pt x="1085523" y="221"/>
                  </a:lnTo>
                  <a:lnTo>
                    <a:pt x="1114862" y="173"/>
                  </a:lnTo>
                  <a:lnTo>
                    <a:pt x="1144200" y="136"/>
                  </a:lnTo>
                  <a:lnTo>
                    <a:pt x="1173539" y="106"/>
                  </a:lnTo>
                  <a:lnTo>
                    <a:pt x="1202877" y="83"/>
                  </a:lnTo>
                  <a:lnTo>
                    <a:pt x="1232216" y="65"/>
                  </a:lnTo>
                  <a:lnTo>
                    <a:pt x="1261554" y="51"/>
                  </a:lnTo>
                  <a:lnTo>
                    <a:pt x="1290893" y="40"/>
                  </a:lnTo>
                  <a:lnTo>
                    <a:pt x="1320231" y="31"/>
                  </a:lnTo>
                  <a:lnTo>
                    <a:pt x="1349570" y="24"/>
                  </a:lnTo>
                  <a:lnTo>
                    <a:pt x="1378908" y="19"/>
                  </a:lnTo>
                  <a:lnTo>
                    <a:pt x="1408247" y="15"/>
                  </a:lnTo>
                  <a:lnTo>
                    <a:pt x="1437585" y="11"/>
                  </a:lnTo>
                  <a:lnTo>
                    <a:pt x="1466924" y="9"/>
                  </a:lnTo>
                  <a:lnTo>
                    <a:pt x="1496262" y="7"/>
                  </a:lnTo>
                  <a:lnTo>
                    <a:pt x="1525601" y="5"/>
                  </a:lnTo>
                  <a:lnTo>
                    <a:pt x="1554939" y="4"/>
                  </a:lnTo>
                  <a:lnTo>
                    <a:pt x="1584278" y="3"/>
                  </a:lnTo>
                  <a:lnTo>
                    <a:pt x="1613616" y="2"/>
                  </a:lnTo>
                  <a:lnTo>
                    <a:pt x="1642954" y="2"/>
                  </a:lnTo>
                  <a:lnTo>
                    <a:pt x="1672293" y="1"/>
                  </a:lnTo>
                  <a:lnTo>
                    <a:pt x="1701631" y="1"/>
                  </a:lnTo>
                  <a:lnTo>
                    <a:pt x="1730970" y="1"/>
                  </a:lnTo>
                  <a:lnTo>
                    <a:pt x="1760308" y="0"/>
                  </a:lnTo>
                  <a:lnTo>
                    <a:pt x="1789647" y="0"/>
                  </a:lnTo>
                  <a:lnTo>
                    <a:pt x="1818985" y="0"/>
                  </a:lnTo>
                  <a:lnTo>
                    <a:pt x="1848324" y="0"/>
                  </a:lnTo>
                  <a:lnTo>
                    <a:pt x="1877662" y="0"/>
                  </a:lnTo>
                  <a:lnTo>
                    <a:pt x="1907001" y="0"/>
                  </a:lnTo>
                  <a:lnTo>
                    <a:pt x="1936339" y="0"/>
                  </a:lnTo>
                  <a:lnTo>
                    <a:pt x="1965678" y="0"/>
                  </a:lnTo>
                  <a:lnTo>
                    <a:pt x="1995016" y="0"/>
                  </a:lnTo>
                  <a:lnTo>
                    <a:pt x="2024355" y="0"/>
                  </a:lnTo>
                  <a:lnTo>
                    <a:pt x="2053693" y="0"/>
                  </a:lnTo>
                  <a:lnTo>
                    <a:pt x="2083032" y="0"/>
                  </a:lnTo>
                  <a:lnTo>
                    <a:pt x="2112370" y="0"/>
                  </a:lnTo>
                  <a:lnTo>
                    <a:pt x="2141709" y="0"/>
                  </a:lnTo>
                  <a:lnTo>
                    <a:pt x="2171047" y="0"/>
                  </a:lnTo>
                  <a:lnTo>
                    <a:pt x="2200386" y="0"/>
                  </a:lnTo>
                  <a:lnTo>
                    <a:pt x="2229724" y="0"/>
                  </a:lnTo>
                  <a:lnTo>
                    <a:pt x="2259063" y="0"/>
                  </a:lnTo>
                  <a:lnTo>
                    <a:pt x="2288401" y="0"/>
                  </a:lnTo>
                  <a:lnTo>
                    <a:pt x="2317740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5" name="pl215"/>
            <p:cNvSpPr/>
            <p:nvPr/>
          </p:nvSpPr>
          <p:spPr>
            <a:xfrm>
              <a:off x="2059745" y="3202445"/>
              <a:ext cx="1511714" cy="843089"/>
            </a:xfrm>
            <a:custGeom>
              <a:avLst/>
              <a:gdLst/>
              <a:ahLst/>
              <a:cxnLst/>
              <a:rect l="0" t="0" r="0" b="0"/>
              <a:pathLst>
                <a:path w="1511714" h="843089">
                  <a:moveTo>
                    <a:pt x="0" y="0"/>
                  </a:moveTo>
                  <a:lnTo>
                    <a:pt x="19135" y="128545"/>
                  </a:lnTo>
                  <a:lnTo>
                    <a:pt x="38271" y="244450"/>
                  </a:lnTo>
                  <a:lnTo>
                    <a:pt x="57406" y="346697"/>
                  </a:lnTo>
                  <a:lnTo>
                    <a:pt x="76542" y="435169"/>
                  </a:lnTo>
                  <a:lnTo>
                    <a:pt x="95678" y="510454"/>
                  </a:lnTo>
                  <a:lnTo>
                    <a:pt x="114813" y="573609"/>
                  </a:lnTo>
                  <a:lnTo>
                    <a:pt x="133949" y="625959"/>
                  </a:lnTo>
                  <a:lnTo>
                    <a:pt x="153085" y="668922"/>
                  </a:lnTo>
                  <a:lnTo>
                    <a:pt x="172220" y="703897"/>
                  </a:lnTo>
                  <a:lnTo>
                    <a:pt x="191356" y="732179"/>
                  </a:lnTo>
                  <a:lnTo>
                    <a:pt x="210491" y="754926"/>
                  </a:lnTo>
                  <a:lnTo>
                    <a:pt x="229627" y="773143"/>
                  </a:lnTo>
                  <a:lnTo>
                    <a:pt x="248763" y="787681"/>
                  </a:lnTo>
                  <a:lnTo>
                    <a:pt x="267898" y="799251"/>
                  </a:lnTo>
                  <a:lnTo>
                    <a:pt x="287034" y="808439"/>
                  </a:lnTo>
                  <a:lnTo>
                    <a:pt x="306170" y="815723"/>
                  </a:lnTo>
                  <a:lnTo>
                    <a:pt x="325305" y="821489"/>
                  </a:lnTo>
                  <a:lnTo>
                    <a:pt x="344441" y="826048"/>
                  </a:lnTo>
                  <a:lnTo>
                    <a:pt x="363576" y="829650"/>
                  </a:lnTo>
                  <a:lnTo>
                    <a:pt x="382712" y="832494"/>
                  </a:lnTo>
                  <a:lnTo>
                    <a:pt x="401848" y="834738"/>
                  </a:lnTo>
                  <a:lnTo>
                    <a:pt x="420983" y="836508"/>
                  </a:lnTo>
                  <a:lnTo>
                    <a:pt x="440119" y="837903"/>
                  </a:lnTo>
                  <a:lnTo>
                    <a:pt x="459255" y="839003"/>
                  </a:lnTo>
                  <a:lnTo>
                    <a:pt x="478390" y="839870"/>
                  </a:lnTo>
                  <a:lnTo>
                    <a:pt x="497526" y="840554"/>
                  </a:lnTo>
                  <a:lnTo>
                    <a:pt x="516661" y="841092"/>
                  </a:lnTo>
                  <a:lnTo>
                    <a:pt x="535797" y="841516"/>
                  </a:lnTo>
                  <a:lnTo>
                    <a:pt x="554933" y="841850"/>
                  </a:lnTo>
                  <a:lnTo>
                    <a:pt x="574068" y="842113"/>
                  </a:lnTo>
                  <a:lnTo>
                    <a:pt x="593204" y="842320"/>
                  </a:lnTo>
                  <a:lnTo>
                    <a:pt x="612340" y="842484"/>
                  </a:lnTo>
                  <a:lnTo>
                    <a:pt x="631475" y="842612"/>
                  </a:lnTo>
                  <a:lnTo>
                    <a:pt x="650611" y="842713"/>
                  </a:lnTo>
                  <a:lnTo>
                    <a:pt x="669746" y="842793"/>
                  </a:lnTo>
                  <a:lnTo>
                    <a:pt x="688882" y="842856"/>
                  </a:lnTo>
                  <a:lnTo>
                    <a:pt x="708018" y="842905"/>
                  </a:lnTo>
                  <a:lnTo>
                    <a:pt x="727153" y="842944"/>
                  </a:lnTo>
                  <a:lnTo>
                    <a:pt x="746289" y="842975"/>
                  </a:lnTo>
                  <a:lnTo>
                    <a:pt x="765425" y="842999"/>
                  </a:lnTo>
                  <a:lnTo>
                    <a:pt x="784560" y="843018"/>
                  </a:lnTo>
                  <a:lnTo>
                    <a:pt x="803696" y="843033"/>
                  </a:lnTo>
                  <a:lnTo>
                    <a:pt x="822831" y="843045"/>
                  </a:lnTo>
                  <a:lnTo>
                    <a:pt x="841967" y="843054"/>
                  </a:lnTo>
                  <a:lnTo>
                    <a:pt x="861103" y="843062"/>
                  </a:lnTo>
                  <a:lnTo>
                    <a:pt x="880238" y="843067"/>
                  </a:lnTo>
                  <a:lnTo>
                    <a:pt x="899374" y="843072"/>
                  </a:lnTo>
                  <a:lnTo>
                    <a:pt x="918510" y="843075"/>
                  </a:lnTo>
                  <a:lnTo>
                    <a:pt x="937645" y="843078"/>
                  </a:lnTo>
                  <a:lnTo>
                    <a:pt x="956781" y="843080"/>
                  </a:lnTo>
                  <a:lnTo>
                    <a:pt x="975916" y="843082"/>
                  </a:lnTo>
                  <a:lnTo>
                    <a:pt x="995052" y="843084"/>
                  </a:lnTo>
                  <a:lnTo>
                    <a:pt x="1014188" y="843085"/>
                  </a:lnTo>
                  <a:lnTo>
                    <a:pt x="1033323" y="843085"/>
                  </a:lnTo>
                  <a:lnTo>
                    <a:pt x="1052459" y="843086"/>
                  </a:lnTo>
                  <a:lnTo>
                    <a:pt x="1071595" y="843087"/>
                  </a:lnTo>
                  <a:lnTo>
                    <a:pt x="1090730" y="843087"/>
                  </a:lnTo>
                  <a:lnTo>
                    <a:pt x="1109866" y="843087"/>
                  </a:lnTo>
                  <a:lnTo>
                    <a:pt x="1129002" y="843088"/>
                  </a:lnTo>
                  <a:lnTo>
                    <a:pt x="1148137" y="843088"/>
                  </a:lnTo>
                  <a:lnTo>
                    <a:pt x="1167273" y="843088"/>
                  </a:lnTo>
                  <a:lnTo>
                    <a:pt x="1186408" y="843088"/>
                  </a:lnTo>
                  <a:lnTo>
                    <a:pt x="1205544" y="843088"/>
                  </a:lnTo>
                  <a:lnTo>
                    <a:pt x="1224680" y="843088"/>
                  </a:lnTo>
                  <a:lnTo>
                    <a:pt x="1243815" y="843088"/>
                  </a:lnTo>
                  <a:lnTo>
                    <a:pt x="1262951" y="843088"/>
                  </a:lnTo>
                  <a:lnTo>
                    <a:pt x="1282087" y="843089"/>
                  </a:lnTo>
                  <a:lnTo>
                    <a:pt x="1301222" y="843089"/>
                  </a:lnTo>
                  <a:lnTo>
                    <a:pt x="1320358" y="843089"/>
                  </a:lnTo>
                  <a:lnTo>
                    <a:pt x="1339493" y="843089"/>
                  </a:lnTo>
                  <a:lnTo>
                    <a:pt x="1358629" y="843089"/>
                  </a:lnTo>
                  <a:lnTo>
                    <a:pt x="1377765" y="843089"/>
                  </a:lnTo>
                  <a:lnTo>
                    <a:pt x="1396900" y="843089"/>
                  </a:lnTo>
                  <a:lnTo>
                    <a:pt x="1416036" y="843089"/>
                  </a:lnTo>
                  <a:lnTo>
                    <a:pt x="1435172" y="843089"/>
                  </a:lnTo>
                  <a:lnTo>
                    <a:pt x="1454307" y="843089"/>
                  </a:lnTo>
                  <a:lnTo>
                    <a:pt x="1473443" y="843089"/>
                  </a:lnTo>
                  <a:lnTo>
                    <a:pt x="1492578" y="843089"/>
                  </a:lnTo>
                  <a:lnTo>
                    <a:pt x="1511714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6" name="pl216"/>
            <p:cNvSpPr/>
            <p:nvPr/>
          </p:nvSpPr>
          <p:spPr>
            <a:xfrm>
              <a:off x="1629481" y="2359356"/>
              <a:ext cx="1466048" cy="1264633"/>
            </a:xfrm>
            <a:custGeom>
              <a:avLst/>
              <a:gdLst/>
              <a:ahLst/>
              <a:cxnLst/>
              <a:rect l="0" t="0" r="0" b="0"/>
              <a:pathLst>
                <a:path w="1466048" h="1264633">
                  <a:moveTo>
                    <a:pt x="0" y="0"/>
                  </a:moveTo>
                  <a:lnTo>
                    <a:pt x="18557" y="16460"/>
                  </a:lnTo>
                  <a:lnTo>
                    <a:pt x="37115" y="33076"/>
                  </a:lnTo>
                  <a:lnTo>
                    <a:pt x="55672" y="49841"/>
                  </a:lnTo>
                  <a:lnTo>
                    <a:pt x="74230" y="66750"/>
                  </a:lnTo>
                  <a:lnTo>
                    <a:pt x="92787" y="83797"/>
                  </a:lnTo>
                  <a:lnTo>
                    <a:pt x="111345" y="100978"/>
                  </a:lnTo>
                  <a:lnTo>
                    <a:pt x="129903" y="118287"/>
                  </a:lnTo>
                  <a:lnTo>
                    <a:pt x="148460" y="135717"/>
                  </a:lnTo>
                  <a:lnTo>
                    <a:pt x="167018" y="153262"/>
                  </a:lnTo>
                  <a:lnTo>
                    <a:pt x="185575" y="170915"/>
                  </a:lnTo>
                  <a:lnTo>
                    <a:pt x="204133" y="188671"/>
                  </a:lnTo>
                  <a:lnTo>
                    <a:pt x="222690" y="206523"/>
                  </a:lnTo>
                  <a:lnTo>
                    <a:pt x="241248" y="224463"/>
                  </a:lnTo>
                  <a:lnTo>
                    <a:pt x="259806" y="242485"/>
                  </a:lnTo>
                  <a:lnTo>
                    <a:pt x="278363" y="260582"/>
                  </a:lnTo>
                  <a:lnTo>
                    <a:pt x="296921" y="278746"/>
                  </a:lnTo>
                  <a:lnTo>
                    <a:pt x="315478" y="296969"/>
                  </a:lnTo>
                  <a:lnTo>
                    <a:pt x="334036" y="315245"/>
                  </a:lnTo>
                  <a:lnTo>
                    <a:pt x="352594" y="333566"/>
                  </a:lnTo>
                  <a:lnTo>
                    <a:pt x="371151" y="351924"/>
                  </a:lnTo>
                  <a:lnTo>
                    <a:pt x="389709" y="370312"/>
                  </a:lnTo>
                  <a:lnTo>
                    <a:pt x="408266" y="388721"/>
                  </a:lnTo>
                  <a:lnTo>
                    <a:pt x="426824" y="407144"/>
                  </a:lnTo>
                  <a:lnTo>
                    <a:pt x="445381" y="425573"/>
                  </a:lnTo>
                  <a:lnTo>
                    <a:pt x="463939" y="444001"/>
                  </a:lnTo>
                  <a:lnTo>
                    <a:pt x="482497" y="462419"/>
                  </a:lnTo>
                  <a:lnTo>
                    <a:pt x="501054" y="480820"/>
                  </a:lnTo>
                  <a:lnTo>
                    <a:pt x="519612" y="499195"/>
                  </a:lnTo>
                  <a:lnTo>
                    <a:pt x="538169" y="517538"/>
                  </a:lnTo>
                  <a:lnTo>
                    <a:pt x="556727" y="535840"/>
                  </a:lnTo>
                  <a:lnTo>
                    <a:pt x="575284" y="554094"/>
                  </a:lnTo>
                  <a:lnTo>
                    <a:pt x="593842" y="572293"/>
                  </a:lnTo>
                  <a:lnTo>
                    <a:pt x="612400" y="590428"/>
                  </a:lnTo>
                  <a:lnTo>
                    <a:pt x="630957" y="608493"/>
                  </a:lnTo>
                  <a:lnTo>
                    <a:pt x="649515" y="626480"/>
                  </a:lnTo>
                  <a:lnTo>
                    <a:pt x="668072" y="644382"/>
                  </a:lnTo>
                  <a:lnTo>
                    <a:pt x="686630" y="662193"/>
                  </a:lnTo>
                  <a:lnTo>
                    <a:pt x="705188" y="679905"/>
                  </a:lnTo>
                  <a:lnTo>
                    <a:pt x="723745" y="697512"/>
                  </a:lnTo>
                  <a:lnTo>
                    <a:pt x="742303" y="715007"/>
                  </a:lnTo>
                  <a:lnTo>
                    <a:pt x="760860" y="732385"/>
                  </a:lnTo>
                  <a:lnTo>
                    <a:pt x="779418" y="749638"/>
                  </a:lnTo>
                  <a:lnTo>
                    <a:pt x="797975" y="766762"/>
                  </a:lnTo>
                  <a:lnTo>
                    <a:pt x="816533" y="783750"/>
                  </a:lnTo>
                  <a:lnTo>
                    <a:pt x="835091" y="800596"/>
                  </a:lnTo>
                  <a:lnTo>
                    <a:pt x="853648" y="817296"/>
                  </a:lnTo>
                  <a:lnTo>
                    <a:pt x="872206" y="833845"/>
                  </a:lnTo>
                  <a:lnTo>
                    <a:pt x="890763" y="850237"/>
                  </a:lnTo>
                  <a:lnTo>
                    <a:pt x="909321" y="866467"/>
                  </a:lnTo>
                  <a:lnTo>
                    <a:pt x="927878" y="882533"/>
                  </a:lnTo>
                  <a:lnTo>
                    <a:pt x="946436" y="898428"/>
                  </a:lnTo>
                  <a:lnTo>
                    <a:pt x="964994" y="914150"/>
                  </a:lnTo>
                  <a:lnTo>
                    <a:pt x="983551" y="929694"/>
                  </a:lnTo>
                  <a:lnTo>
                    <a:pt x="1002109" y="945057"/>
                  </a:lnTo>
                  <a:lnTo>
                    <a:pt x="1020666" y="960236"/>
                  </a:lnTo>
                  <a:lnTo>
                    <a:pt x="1039224" y="975228"/>
                  </a:lnTo>
                  <a:lnTo>
                    <a:pt x="1057782" y="990030"/>
                  </a:lnTo>
                  <a:lnTo>
                    <a:pt x="1076339" y="1004639"/>
                  </a:lnTo>
                  <a:lnTo>
                    <a:pt x="1094897" y="1019053"/>
                  </a:lnTo>
                  <a:lnTo>
                    <a:pt x="1113454" y="1033269"/>
                  </a:lnTo>
                  <a:lnTo>
                    <a:pt x="1132012" y="1047287"/>
                  </a:lnTo>
                  <a:lnTo>
                    <a:pt x="1150569" y="1061104"/>
                  </a:lnTo>
                  <a:lnTo>
                    <a:pt x="1169127" y="1074719"/>
                  </a:lnTo>
                  <a:lnTo>
                    <a:pt x="1187685" y="1088131"/>
                  </a:lnTo>
                  <a:lnTo>
                    <a:pt x="1206242" y="1101338"/>
                  </a:lnTo>
                  <a:lnTo>
                    <a:pt x="1224800" y="1114340"/>
                  </a:lnTo>
                  <a:lnTo>
                    <a:pt x="1243357" y="1127136"/>
                  </a:lnTo>
                  <a:lnTo>
                    <a:pt x="1261915" y="1139725"/>
                  </a:lnTo>
                  <a:lnTo>
                    <a:pt x="1280472" y="1152108"/>
                  </a:lnTo>
                  <a:lnTo>
                    <a:pt x="1299030" y="1164284"/>
                  </a:lnTo>
                  <a:lnTo>
                    <a:pt x="1317588" y="1176253"/>
                  </a:lnTo>
                  <a:lnTo>
                    <a:pt x="1336145" y="1188016"/>
                  </a:lnTo>
                  <a:lnTo>
                    <a:pt x="1354703" y="1199573"/>
                  </a:lnTo>
                  <a:lnTo>
                    <a:pt x="1373260" y="1210925"/>
                  </a:lnTo>
                  <a:lnTo>
                    <a:pt x="1391818" y="1222072"/>
                  </a:lnTo>
                  <a:lnTo>
                    <a:pt x="1410376" y="1233015"/>
                  </a:lnTo>
                  <a:lnTo>
                    <a:pt x="1428933" y="1243756"/>
                  </a:lnTo>
                  <a:lnTo>
                    <a:pt x="1447491" y="1254295"/>
                  </a:lnTo>
                  <a:lnTo>
                    <a:pt x="1466048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7" name="pl217"/>
            <p:cNvSpPr/>
            <p:nvPr/>
          </p:nvSpPr>
          <p:spPr>
            <a:xfrm>
              <a:off x="1927812" y="2780901"/>
              <a:ext cx="559688" cy="1264633"/>
            </a:xfrm>
            <a:custGeom>
              <a:avLst/>
              <a:gdLst/>
              <a:ahLst/>
              <a:cxnLst/>
              <a:rect l="0" t="0" r="0" b="0"/>
              <a:pathLst>
                <a:path w="559688" h="1264633">
                  <a:moveTo>
                    <a:pt x="0" y="0"/>
                  </a:moveTo>
                  <a:lnTo>
                    <a:pt x="7084" y="155811"/>
                  </a:lnTo>
                  <a:lnTo>
                    <a:pt x="14169" y="306963"/>
                  </a:lnTo>
                  <a:lnTo>
                    <a:pt x="21253" y="449336"/>
                  </a:lnTo>
                  <a:lnTo>
                    <a:pt x="28338" y="579767"/>
                  </a:lnTo>
                  <a:lnTo>
                    <a:pt x="35423" y="696252"/>
                  </a:lnTo>
                  <a:lnTo>
                    <a:pt x="42507" y="797937"/>
                  </a:lnTo>
                  <a:lnTo>
                    <a:pt x="49592" y="884953"/>
                  </a:lnTo>
                  <a:lnTo>
                    <a:pt x="56677" y="958156"/>
                  </a:lnTo>
                  <a:lnTo>
                    <a:pt x="63761" y="1018858"/>
                  </a:lnTo>
                  <a:lnTo>
                    <a:pt x="70846" y="1068598"/>
                  </a:lnTo>
                  <a:lnTo>
                    <a:pt x="77931" y="1108958"/>
                  </a:lnTo>
                  <a:lnTo>
                    <a:pt x="85015" y="1141447"/>
                  </a:lnTo>
                  <a:lnTo>
                    <a:pt x="92100" y="1167434"/>
                  </a:lnTo>
                  <a:lnTo>
                    <a:pt x="99185" y="1188113"/>
                  </a:lnTo>
                  <a:lnTo>
                    <a:pt x="106269" y="1204501"/>
                  </a:lnTo>
                  <a:lnTo>
                    <a:pt x="113354" y="1217447"/>
                  </a:lnTo>
                  <a:lnTo>
                    <a:pt x="120439" y="1227647"/>
                  </a:lnTo>
                  <a:lnTo>
                    <a:pt x="127523" y="1235669"/>
                  </a:lnTo>
                  <a:lnTo>
                    <a:pt x="134608" y="1241966"/>
                  </a:lnTo>
                  <a:lnTo>
                    <a:pt x="141693" y="1246904"/>
                  </a:lnTo>
                  <a:lnTo>
                    <a:pt x="148777" y="1250772"/>
                  </a:lnTo>
                  <a:lnTo>
                    <a:pt x="155862" y="1253800"/>
                  </a:lnTo>
                  <a:lnTo>
                    <a:pt x="162947" y="1256169"/>
                  </a:lnTo>
                  <a:lnTo>
                    <a:pt x="170031" y="1258021"/>
                  </a:lnTo>
                  <a:lnTo>
                    <a:pt x="177116" y="1259469"/>
                  </a:lnTo>
                  <a:lnTo>
                    <a:pt x="184201" y="1260600"/>
                  </a:lnTo>
                  <a:lnTo>
                    <a:pt x="191285" y="1261484"/>
                  </a:lnTo>
                  <a:lnTo>
                    <a:pt x="198370" y="1262174"/>
                  </a:lnTo>
                  <a:lnTo>
                    <a:pt x="205455" y="1262713"/>
                  </a:lnTo>
                  <a:lnTo>
                    <a:pt x="212539" y="1263134"/>
                  </a:lnTo>
                  <a:lnTo>
                    <a:pt x="219624" y="1263463"/>
                  </a:lnTo>
                  <a:lnTo>
                    <a:pt x="226709" y="1263719"/>
                  </a:lnTo>
                  <a:lnTo>
                    <a:pt x="233793" y="1263920"/>
                  </a:lnTo>
                  <a:lnTo>
                    <a:pt x="240878" y="1264076"/>
                  </a:lnTo>
                  <a:lnTo>
                    <a:pt x="247963" y="1264198"/>
                  </a:lnTo>
                  <a:lnTo>
                    <a:pt x="255047" y="1264294"/>
                  </a:lnTo>
                  <a:lnTo>
                    <a:pt x="262132" y="1264368"/>
                  </a:lnTo>
                  <a:lnTo>
                    <a:pt x="269217" y="1264426"/>
                  </a:lnTo>
                  <a:lnTo>
                    <a:pt x="276301" y="1264472"/>
                  </a:lnTo>
                  <a:lnTo>
                    <a:pt x="283386" y="1264507"/>
                  </a:lnTo>
                  <a:lnTo>
                    <a:pt x="290471" y="1264535"/>
                  </a:lnTo>
                  <a:lnTo>
                    <a:pt x="297555" y="1264556"/>
                  </a:lnTo>
                  <a:lnTo>
                    <a:pt x="304640" y="1264573"/>
                  </a:lnTo>
                  <a:lnTo>
                    <a:pt x="311725" y="1264586"/>
                  </a:lnTo>
                  <a:lnTo>
                    <a:pt x="318809" y="1264597"/>
                  </a:lnTo>
                  <a:lnTo>
                    <a:pt x="325894" y="1264605"/>
                  </a:lnTo>
                  <a:lnTo>
                    <a:pt x="332979" y="1264611"/>
                  </a:lnTo>
                  <a:lnTo>
                    <a:pt x="340063" y="1264616"/>
                  </a:lnTo>
                  <a:lnTo>
                    <a:pt x="347148" y="1264620"/>
                  </a:lnTo>
                  <a:lnTo>
                    <a:pt x="354233" y="1264623"/>
                  </a:lnTo>
                  <a:lnTo>
                    <a:pt x="361317" y="1264625"/>
                  </a:lnTo>
                  <a:lnTo>
                    <a:pt x="368402" y="1264627"/>
                  </a:lnTo>
                  <a:lnTo>
                    <a:pt x="375486" y="1264628"/>
                  </a:lnTo>
                  <a:lnTo>
                    <a:pt x="382571" y="1264629"/>
                  </a:lnTo>
                  <a:lnTo>
                    <a:pt x="389656" y="1264630"/>
                  </a:lnTo>
                  <a:lnTo>
                    <a:pt x="396740" y="1264631"/>
                  </a:lnTo>
                  <a:lnTo>
                    <a:pt x="403825" y="1264631"/>
                  </a:lnTo>
                  <a:lnTo>
                    <a:pt x="410910" y="1264632"/>
                  </a:lnTo>
                  <a:lnTo>
                    <a:pt x="417994" y="1264632"/>
                  </a:lnTo>
                  <a:lnTo>
                    <a:pt x="425079" y="1264632"/>
                  </a:lnTo>
                  <a:lnTo>
                    <a:pt x="432164" y="1264633"/>
                  </a:lnTo>
                  <a:lnTo>
                    <a:pt x="439248" y="1264633"/>
                  </a:lnTo>
                  <a:lnTo>
                    <a:pt x="446333" y="1264633"/>
                  </a:lnTo>
                  <a:lnTo>
                    <a:pt x="453418" y="1264633"/>
                  </a:lnTo>
                  <a:lnTo>
                    <a:pt x="460502" y="1264633"/>
                  </a:lnTo>
                  <a:lnTo>
                    <a:pt x="467587" y="1264633"/>
                  </a:lnTo>
                  <a:lnTo>
                    <a:pt x="474672" y="1264633"/>
                  </a:lnTo>
                  <a:lnTo>
                    <a:pt x="481756" y="1264633"/>
                  </a:lnTo>
                  <a:lnTo>
                    <a:pt x="488841" y="1264633"/>
                  </a:lnTo>
                  <a:lnTo>
                    <a:pt x="495926" y="1264633"/>
                  </a:lnTo>
                  <a:lnTo>
                    <a:pt x="503010" y="1264633"/>
                  </a:lnTo>
                  <a:lnTo>
                    <a:pt x="510095" y="1264633"/>
                  </a:lnTo>
                  <a:lnTo>
                    <a:pt x="517180" y="1264633"/>
                  </a:lnTo>
                  <a:lnTo>
                    <a:pt x="524264" y="1264633"/>
                  </a:lnTo>
                  <a:lnTo>
                    <a:pt x="531349" y="1264633"/>
                  </a:lnTo>
                  <a:lnTo>
                    <a:pt x="538434" y="1264633"/>
                  </a:lnTo>
                  <a:lnTo>
                    <a:pt x="545518" y="1264633"/>
                  </a:lnTo>
                  <a:lnTo>
                    <a:pt x="552603" y="1264633"/>
                  </a:lnTo>
                  <a:lnTo>
                    <a:pt x="559688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8" name="pl218"/>
            <p:cNvSpPr/>
            <p:nvPr/>
          </p:nvSpPr>
          <p:spPr>
            <a:xfrm>
              <a:off x="2088925" y="2780901"/>
              <a:ext cx="648418" cy="1264633"/>
            </a:xfrm>
            <a:custGeom>
              <a:avLst/>
              <a:gdLst/>
              <a:ahLst/>
              <a:cxnLst/>
              <a:rect l="0" t="0" r="0" b="0"/>
              <a:pathLst>
                <a:path w="648418" h="1264633">
                  <a:moveTo>
                    <a:pt x="0" y="0"/>
                  </a:moveTo>
                  <a:lnTo>
                    <a:pt x="8207" y="155811"/>
                  </a:lnTo>
                  <a:lnTo>
                    <a:pt x="16415" y="306963"/>
                  </a:lnTo>
                  <a:lnTo>
                    <a:pt x="24623" y="449336"/>
                  </a:lnTo>
                  <a:lnTo>
                    <a:pt x="32831" y="579767"/>
                  </a:lnTo>
                  <a:lnTo>
                    <a:pt x="41039" y="696252"/>
                  </a:lnTo>
                  <a:lnTo>
                    <a:pt x="49246" y="797937"/>
                  </a:lnTo>
                  <a:lnTo>
                    <a:pt x="57454" y="884953"/>
                  </a:lnTo>
                  <a:lnTo>
                    <a:pt x="65662" y="958156"/>
                  </a:lnTo>
                  <a:lnTo>
                    <a:pt x="73870" y="1018858"/>
                  </a:lnTo>
                  <a:lnTo>
                    <a:pt x="82078" y="1068598"/>
                  </a:lnTo>
                  <a:lnTo>
                    <a:pt x="90286" y="1108958"/>
                  </a:lnTo>
                  <a:lnTo>
                    <a:pt x="98493" y="1141447"/>
                  </a:lnTo>
                  <a:lnTo>
                    <a:pt x="106701" y="1167434"/>
                  </a:lnTo>
                  <a:lnTo>
                    <a:pt x="114909" y="1188113"/>
                  </a:lnTo>
                  <a:lnTo>
                    <a:pt x="123117" y="1204501"/>
                  </a:lnTo>
                  <a:lnTo>
                    <a:pt x="131325" y="1217447"/>
                  </a:lnTo>
                  <a:lnTo>
                    <a:pt x="139533" y="1227647"/>
                  </a:lnTo>
                  <a:lnTo>
                    <a:pt x="147740" y="1235669"/>
                  </a:lnTo>
                  <a:lnTo>
                    <a:pt x="155948" y="1241966"/>
                  </a:lnTo>
                  <a:lnTo>
                    <a:pt x="164156" y="1246904"/>
                  </a:lnTo>
                  <a:lnTo>
                    <a:pt x="172364" y="1250772"/>
                  </a:lnTo>
                  <a:lnTo>
                    <a:pt x="180572" y="1253800"/>
                  </a:lnTo>
                  <a:lnTo>
                    <a:pt x="188780" y="1256169"/>
                  </a:lnTo>
                  <a:lnTo>
                    <a:pt x="196987" y="1258021"/>
                  </a:lnTo>
                  <a:lnTo>
                    <a:pt x="205195" y="1259469"/>
                  </a:lnTo>
                  <a:lnTo>
                    <a:pt x="213403" y="1260600"/>
                  </a:lnTo>
                  <a:lnTo>
                    <a:pt x="221611" y="1261484"/>
                  </a:lnTo>
                  <a:lnTo>
                    <a:pt x="229819" y="1262174"/>
                  </a:lnTo>
                  <a:lnTo>
                    <a:pt x="238027" y="1262713"/>
                  </a:lnTo>
                  <a:lnTo>
                    <a:pt x="246234" y="1263134"/>
                  </a:lnTo>
                  <a:lnTo>
                    <a:pt x="254442" y="1263463"/>
                  </a:lnTo>
                  <a:lnTo>
                    <a:pt x="262650" y="1263719"/>
                  </a:lnTo>
                  <a:lnTo>
                    <a:pt x="270858" y="1263920"/>
                  </a:lnTo>
                  <a:lnTo>
                    <a:pt x="279066" y="1264076"/>
                  </a:lnTo>
                  <a:lnTo>
                    <a:pt x="287273" y="1264198"/>
                  </a:lnTo>
                  <a:lnTo>
                    <a:pt x="295481" y="1264294"/>
                  </a:lnTo>
                  <a:lnTo>
                    <a:pt x="303689" y="1264368"/>
                  </a:lnTo>
                  <a:lnTo>
                    <a:pt x="311897" y="1264426"/>
                  </a:lnTo>
                  <a:lnTo>
                    <a:pt x="320105" y="1264472"/>
                  </a:lnTo>
                  <a:lnTo>
                    <a:pt x="328313" y="1264507"/>
                  </a:lnTo>
                  <a:lnTo>
                    <a:pt x="336520" y="1264535"/>
                  </a:lnTo>
                  <a:lnTo>
                    <a:pt x="344728" y="1264556"/>
                  </a:lnTo>
                  <a:lnTo>
                    <a:pt x="352936" y="1264573"/>
                  </a:lnTo>
                  <a:lnTo>
                    <a:pt x="361144" y="1264586"/>
                  </a:lnTo>
                  <a:lnTo>
                    <a:pt x="369352" y="1264597"/>
                  </a:lnTo>
                  <a:lnTo>
                    <a:pt x="377560" y="1264605"/>
                  </a:lnTo>
                  <a:lnTo>
                    <a:pt x="385767" y="1264611"/>
                  </a:lnTo>
                  <a:lnTo>
                    <a:pt x="393975" y="1264616"/>
                  </a:lnTo>
                  <a:lnTo>
                    <a:pt x="402183" y="1264620"/>
                  </a:lnTo>
                  <a:lnTo>
                    <a:pt x="410391" y="1264623"/>
                  </a:lnTo>
                  <a:lnTo>
                    <a:pt x="418599" y="1264625"/>
                  </a:lnTo>
                  <a:lnTo>
                    <a:pt x="426807" y="1264627"/>
                  </a:lnTo>
                  <a:lnTo>
                    <a:pt x="435014" y="1264628"/>
                  </a:lnTo>
                  <a:lnTo>
                    <a:pt x="443222" y="1264629"/>
                  </a:lnTo>
                  <a:lnTo>
                    <a:pt x="451430" y="1264630"/>
                  </a:lnTo>
                  <a:lnTo>
                    <a:pt x="459638" y="1264631"/>
                  </a:lnTo>
                  <a:lnTo>
                    <a:pt x="467846" y="1264631"/>
                  </a:lnTo>
                  <a:lnTo>
                    <a:pt x="476054" y="1264632"/>
                  </a:lnTo>
                  <a:lnTo>
                    <a:pt x="484261" y="1264632"/>
                  </a:lnTo>
                  <a:lnTo>
                    <a:pt x="492469" y="1264632"/>
                  </a:lnTo>
                  <a:lnTo>
                    <a:pt x="500677" y="1264633"/>
                  </a:lnTo>
                  <a:lnTo>
                    <a:pt x="508885" y="1264633"/>
                  </a:lnTo>
                  <a:lnTo>
                    <a:pt x="517093" y="1264633"/>
                  </a:lnTo>
                  <a:lnTo>
                    <a:pt x="525300" y="1264633"/>
                  </a:lnTo>
                  <a:lnTo>
                    <a:pt x="533508" y="1264633"/>
                  </a:lnTo>
                  <a:lnTo>
                    <a:pt x="541716" y="1264633"/>
                  </a:lnTo>
                  <a:lnTo>
                    <a:pt x="549924" y="1264633"/>
                  </a:lnTo>
                  <a:lnTo>
                    <a:pt x="558132" y="1264633"/>
                  </a:lnTo>
                  <a:lnTo>
                    <a:pt x="566340" y="1264633"/>
                  </a:lnTo>
                  <a:lnTo>
                    <a:pt x="574547" y="1264633"/>
                  </a:lnTo>
                  <a:lnTo>
                    <a:pt x="582755" y="1264633"/>
                  </a:lnTo>
                  <a:lnTo>
                    <a:pt x="590963" y="1264633"/>
                  </a:lnTo>
                  <a:lnTo>
                    <a:pt x="599171" y="1264633"/>
                  </a:lnTo>
                  <a:lnTo>
                    <a:pt x="607379" y="1264633"/>
                  </a:lnTo>
                  <a:lnTo>
                    <a:pt x="615587" y="1264633"/>
                  </a:lnTo>
                  <a:lnTo>
                    <a:pt x="623794" y="1264633"/>
                  </a:lnTo>
                  <a:lnTo>
                    <a:pt x="632002" y="1264633"/>
                  </a:lnTo>
                  <a:lnTo>
                    <a:pt x="640210" y="1264633"/>
                  </a:lnTo>
                  <a:lnTo>
                    <a:pt x="648418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9" name="tx219"/>
            <p:cNvSpPr/>
            <p:nvPr/>
          </p:nvSpPr>
          <p:spPr>
            <a:xfrm>
              <a:off x="1148263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3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3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3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3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375828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559085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742342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349004" y="4372932"/>
              <a:ext cx="58018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058443" y="1818264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0" name="pt230"/>
            <p:cNvSpPr/>
            <p:nvPr/>
          </p:nvSpPr>
          <p:spPr>
            <a:xfrm>
              <a:off x="6109468" y="2053636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1" name="pl231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2" name="pt232"/>
            <p:cNvSpPr/>
            <p:nvPr/>
          </p:nvSpPr>
          <p:spPr>
            <a:xfrm>
              <a:off x="6109468" y="227309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" name="pl233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" name="pt234"/>
            <p:cNvSpPr/>
            <p:nvPr/>
          </p:nvSpPr>
          <p:spPr>
            <a:xfrm>
              <a:off x="6109468" y="2492548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" name="pl235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" name="pt236"/>
            <p:cNvSpPr/>
            <p:nvPr/>
          </p:nvSpPr>
          <p:spPr>
            <a:xfrm>
              <a:off x="6109468" y="271200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" name="pl237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" name="pt238"/>
            <p:cNvSpPr/>
            <p:nvPr/>
          </p:nvSpPr>
          <p:spPr>
            <a:xfrm>
              <a:off x="6109468" y="2931460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" name="pl239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" name="pt240"/>
            <p:cNvSpPr/>
            <p:nvPr/>
          </p:nvSpPr>
          <p:spPr>
            <a:xfrm>
              <a:off x="6109468" y="3150916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" name="pl241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" name="pt242"/>
            <p:cNvSpPr/>
            <p:nvPr/>
          </p:nvSpPr>
          <p:spPr>
            <a:xfrm>
              <a:off x="6109468" y="337037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" name="pl243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" name="pt244"/>
            <p:cNvSpPr/>
            <p:nvPr/>
          </p:nvSpPr>
          <p:spPr>
            <a:xfrm>
              <a:off x="6109468" y="3589828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" name="pl245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" name="tx246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47488" y="2291789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347488" y="2730701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347488" y="2950157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347488" y="3389069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428520" y="983990"/>
              <a:ext cx="4130253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(RDA, MLL): 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428519" y="1165041"/>
              <a:ext cx="267224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" name="rc4"/>
            <p:cNvSpPr/>
            <p:nvPr/>
          </p:nvSpPr>
          <p:spPr>
            <a:xfrm>
              <a:off x="914401" y="914401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7200"/>
            </a:p>
          </p:txBody>
        </p:sp>
        <p:sp>
          <p:nvSpPr>
            <p:cNvPr id="5" name="pl5"/>
            <p:cNvSpPr/>
            <p:nvPr/>
          </p:nvSpPr>
          <p:spPr>
            <a:xfrm>
              <a:off x="1428520" y="3729375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" name="pl6"/>
            <p:cNvSpPr/>
            <p:nvPr/>
          </p:nvSpPr>
          <p:spPr>
            <a:xfrm>
              <a:off x="1428520" y="3097058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" name="pl7"/>
            <p:cNvSpPr/>
            <p:nvPr/>
          </p:nvSpPr>
          <p:spPr>
            <a:xfrm>
              <a:off x="1428520" y="2464741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" name="pl8"/>
            <p:cNvSpPr/>
            <p:nvPr/>
          </p:nvSpPr>
          <p:spPr>
            <a:xfrm>
              <a:off x="1428520" y="1832424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" name="pl9"/>
            <p:cNvSpPr/>
            <p:nvPr/>
          </p:nvSpPr>
          <p:spPr>
            <a:xfrm>
              <a:off x="184349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" name="pl10"/>
            <p:cNvSpPr/>
            <p:nvPr/>
          </p:nvSpPr>
          <p:spPr>
            <a:xfrm>
              <a:off x="31953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" name="pl11"/>
            <p:cNvSpPr/>
            <p:nvPr/>
          </p:nvSpPr>
          <p:spPr>
            <a:xfrm>
              <a:off x="45472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" name="pl12"/>
            <p:cNvSpPr/>
            <p:nvPr/>
          </p:nvSpPr>
          <p:spPr>
            <a:xfrm>
              <a:off x="1428520" y="404553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" name="pl13"/>
            <p:cNvSpPr/>
            <p:nvPr/>
          </p:nvSpPr>
          <p:spPr>
            <a:xfrm>
              <a:off x="1428520" y="341321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" name="pl14"/>
            <p:cNvSpPr/>
            <p:nvPr/>
          </p:nvSpPr>
          <p:spPr>
            <a:xfrm>
              <a:off x="1428520" y="2780900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" name="pl15"/>
            <p:cNvSpPr/>
            <p:nvPr/>
          </p:nvSpPr>
          <p:spPr>
            <a:xfrm>
              <a:off x="1428520" y="214858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" name="pl16"/>
            <p:cNvSpPr/>
            <p:nvPr/>
          </p:nvSpPr>
          <p:spPr>
            <a:xfrm>
              <a:off x="1428520" y="151626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" name="pl17"/>
            <p:cNvSpPr/>
            <p:nvPr/>
          </p:nvSpPr>
          <p:spPr>
            <a:xfrm>
              <a:off x="251942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" name="pl18"/>
            <p:cNvSpPr/>
            <p:nvPr/>
          </p:nvSpPr>
          <p:spPr>
            <a:xfrm>
              <a:off x="387130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" name="pl19"/>
            <p:cNvSpPr/>
            <p:nvPr/>
          </p:nvSpPr>
          <p:spPr>
            <a:xfrm>
              <a:off x="522317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" name="pt20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" name="pt21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" name="pt22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" name="pt23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" name="pt24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" name="pt25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6" name="pt26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7" name="pt27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8" name="pt28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9" name="pt29"/>
            <p:cNvSpPr/>
            <p:nvPr/>
          </p:nvSpPr>
          <p:spPr>
            <a:xfrm>
              <a:off x="229966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0" name="pt30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1" name="pt31"/>
            <p:cNvSpPr/>
            <p:nvPr/>
          </p:nvSpPr>
          <p:spPr>
            <a:xfrm>
              <a:off x="2299663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2" name="pt32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3" name="pt33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4" name="pt34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5" name="pt35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6" name="pt36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7" name="pt37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8" name="pt38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9" name="pt39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0" name="pt40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1" name="pt41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2" name="pt42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3" name="pt43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4" name="pt44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5" name="pt45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6" name="pt46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7" name="pt47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8" name="pt48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9" name="pt49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0" name="pt50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1" name="pt51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2" name="pt52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3" name="pt53"/>
            <p:cNvSpPr/>
            <p:nvPr/>
          </p:nvSpPr>
          <p:spPr>
            <a:xfrm>
              <a:off x="1827244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4" name="pt54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5" name="pt55"/>
            <p:cNvSpPr/>
            <p:nvPr/>
          </p:nvSpPr>
          <p:spPr>
            <a:xfrm>
              <a:off x="1827244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6" name="pt56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7" name="pt57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8" name="pt58"/>
            <p:cNvSpPr/>
            <p:nvPr/>
          </p:nvSpPr>
          <p:spPr>
            <a:xfrm>
              <a:off x="195583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9" name="pt59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0" name="pt60"/>
            <p:cNvSpPr/>
            <p:nvPr/>
          </p:nvSpPr>
          <p:spPr>
            <a:xfrm>
              <a:off x="195583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1" name="pt61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2" name="pt62"/>
            <p:cNvSpPr/>
            <p:nvPr/>
          </p:nvSpPr>
          <p:spPr>
            <a:xfrm>
              <a:off x="195583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3" name="pt63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4" name="pt64"/>
            <p:cNvSpPr/>
            <p:nvPr/>
          </p:nvSpPr>
          <p:spPr>
            <a:xfrm>
              <a:off x="195583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5" name="pt65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6" name="pt66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7" name="pt67"/>
            <p:cNvSpPr/>
            <p:nvPr/>
          </p:nvSpPr>
          <p:spPr>
            <a:xfrm>
              <a:off x="195583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8" name="pt68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9" name="pt69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0" name="pt70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1" name="pt71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2" name="pt72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3" name="pt73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4" name="pt74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5" name="pt75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6" name="pt76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7" name="pt77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8" name="pt78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9" name="pt79"/>
            <p:cNvSpPr/>
            <p:nvPr/>
          </p:nvSpPr>
          <p:spPr>
            <a:xfrm>
              <a:off x="3074382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0" name="pt80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1" name="pt81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2" name="pt82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3" name="pt83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4" name="pt84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5" name="pt85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6" name="pt86"/>
            <p:cNvSpPr/>
            <p:nvPr/>
          </p:nvSpPr>
          <p:spPr>
            <a:xfrm>
              <a:off x="2687998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7" name="pt87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8" name="pt88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9" name="pt89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0" name="pt90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1" name="pt91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2" name="pt92"/>
            <p:cNvSpPr/>
            <p:nvPr/>
          </p:nvSpPr>
          <p:spPr>
            <a:xfrm>
              <a:off x="2687998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3" name="pt93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4" name="pt94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5" name="pt95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6" name="pt96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7" name="pt97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8" name="pt98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9" name="pt99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0" name="pt100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1" name="pt101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2" name="pt102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3" name="pt103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4" name="pt104"/>
            <p:cNvSpPr/>
            <p:nvPr/>
          </p:nvSpPr>
          <p:spPr>
            <a:xfrm>
              <a:off x="2382896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5" name="pt105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6" name="pt106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7" name="pt107"/>
            <p:cNvSpPr/>
            <p:nvPr/>
          </p:nvSpPr>
          <p:spPr>
            <a:xfrm>
              <a:off x="3025804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8" name="pt108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9" name="pt109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0" name="pt110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1" name="pt111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2" name="pt112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3" name="pt113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4" name="pt114"/>
            <p:cNvSpPr/>
            <p:nvPr/>
          </p:nvSpPr>
          <p:spPr>
            <a:xfrm>
              <a:off x="3025804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5" name="pt115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6" name="pt116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7" name="pt117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8" name="pt118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9" name="pt119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0" name="pt120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1" name="pt121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2" name="pt122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3" name="pt123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4" name="pt124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5" name="pt125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6" name="pt126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7" name="pt127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8" name="pt128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9" name="pt129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" name="pt130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" name="pt131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" name="pt132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" name="pt133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" name="pt134"/>
            <p:cNvSpPr/>
            <p:nvPr/>
          </p:nvSpPr>
          <p:spPr>
            <a:xfrm>
              <a:off x="5529803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" name="pt135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" name="pt136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" name="pt137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" name="pt138"/>
            <p:cNvSpPr/>
            <p:nvPr/>
          </p:nvSpPr>
          <p:spPr>
            <a:xfrm>
              <a:off x="5063119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" name="pt139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" name="pt140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" name="pt141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" name="pt142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" name="pt143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" name="pt144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" name="pt145"/>
            <p:cNvSpPr/>
            <p:nvPr/>
          </p:nvSpPr>
          <p:spPr>
            <a:xfrm>
              <a:off x="4791222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" name="pt146"/>
            <p:cNvSpPr/>
            <p:nvPr/>
          </p:nvSpPr>
          <p:spPr>
            <a:xfrm>
              <a:off x="4791222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" name="pt147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" name="pt148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" name="pt149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" name="pt150"/>
            <p:cNvSpPr/>
            <p:nvPr/>
          </p:nvSpPr>
          <p:spPr>
            <a:xfrm>
              <a:off x="4791222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" name="pt151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" name="pt152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3" name="pt153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4" name="pt154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5" name="pt155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6" name="pt156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7" name="pt157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8" name="pt158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9" name="pt159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0" name="pt160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1" name="pt161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2" name="pt162"/>
            <p:cNvSpPr/>
            <p:nvPr/>
          </p:nvSpPr>
          <p:spPr>
            <a:xfrm>
              <a:off x="5193744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3" name="pt163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4" name="pt164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5" name="pt165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6" name="pt166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7" name="pt167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8" name="pt168"/>
            <p:cNvSpPr/>
            <p:nvPr/>
          </p:nvSpPr>
          <p:spPr>
            <a:xfrm>
              <a:off x="5501216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9" name="pt169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0" name="pt170"/>
            <p:cNvSpPr/>
            <p:nvPr/>
          </p:nvSpPr>
          <p:spPr>
            <a:xfrm>
              <a:off x="5501216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1" name="pt171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2" name="pt172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3" name="pt173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4" name="pt174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5" name="pt175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6" name="pt176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7" name="pt177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8" name="pt178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9" name="pt179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0" name="pt180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" name="pt181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" name="pt182"/>
            <p:cNvSpPr/>
            <p:nvPr/>
          </p:nvSpPr>
          <p:spPr>
            <a:xfrm>
              <a:off x="5501216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" name="pt183"/>
            <p:cNvSpPr/>
            <p:nvPr/>
          </p:nvSpPr>
          <p:spPr>
            <a:xfrm>
              <a:off x="5501216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" name="pt184"/>
            <p:cNvSpPr/>
            <p:nvPr/>
          </p:nvSpPr>
          <p:spPr>
            <a:xfrm>
              <a:off x="5501216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" name="pt185"/>
            <p:cNvSpPr/>
            <p:nvPr/>
          </p:nvSpPr>
          <p:spPr>
            <a:xfrm>
              <a:off x="5501216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" name="pt186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" name="pt187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" name="pt188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" name="pt189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" name="pt190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" name="pt191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" name="pt192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" name="pt193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" name="pt194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" name="pt195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" name="pt196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" name="pt197"/>
            <p:cNvSpPr/>
            <p:nvPr/>
          </p:nvSpPr>
          <p:spPr>
            <a:xfrm>
              <a:off x="5259750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" name="pt198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" name="pt199"/>
            <p:cNvSpPr/>
            <p:nvPr/>
          </p:nvSpPr>
          <p:spPr>
            <a:xfrm>
              <a:off x="5491569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" name="pt200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" name="pt201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" name="pt202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" name="pt203"/>
            <p:cNvSpPr/>
            <p:nvPr/>
          </p:nvSpPr>
          <p:spPr>
            <a:xfrm>
              <a:off x="5491569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" name="pt204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" name="pt205"/>
            <p:cNvSpPr/>
            <p:nvPr/>
          </p:nvSpPr>
          <p:spPr>
            <a:xfrm>
              <a:off x="5491569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6" name="pt206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7" name="pt207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8" name="pt208"/>
            <p:cNvSpPr/>
            <p:nvPr/>
          </p:nvSpPr>
          <p:spPr>
            <a:xfrm>
              <a:off x="5491569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9" name="pt209"/>
            <p:cNvSpPr/>
            <p:nvPr/>
          </p:nvSpPr>
          <p:spPr>
            <a:xfrm>
              <a:off x="5491569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0" name="pl210"/>
            <p:cNvSpPr/>
            <p:nvPr/>
          </p:nvSpPr>
          <p:spPr>
            <a:xfrm>
              <a:off x="2441597" y="1516266"/>
              <a:ext cx="2876854" cy="0"/>
            </a:xfrm>
            <a:custGeom>
              <a:avLst/>
              <a:gdLst/>
              <a:ahLst/>
              <a:cxnLst/>
              <a:rect l="0" t="0" r="0" b="0"/>
              <a:pathLst>
                <a:path w="2876854">
                  <a:moveTo>
                    <a:pt x="0" y="0"/>
                  </a:moveTo>
                  <a:lnTo>
                    <a:pt x="36415" y="0"/>
                  </a:lnTo>
                  <a:lnTo>
                    <a:pt x="72831" y="0"/>
                  </a:lnTo>
                  <a:lnTo>
                    <a:pt x="109247" y="0"/>
                  </a:lnTo>
                  <a:lnTo>
                    <a:pt x="145663" y="0"/>
                  </a:lnTo>
                  <a:lnTo>
                    <a:pt x="182079" y="0"/>
                  </a:lnTo>
                  <a:lnTo>
                    <a:pt x="218495" y="0"/>
                  </a:lnTo>
                  <a:lnTo>
                    <a:pt x="254911" y="0"/>
                  </a:lnTo>
                  <a:lnTo>
                    <a:pt x="291327" y="0"/>
                  </a:lnTo>
                  <a:lnTo>
                    <a:pt x="327742" y="0"/>
                  </a:lnTo>
                  <a:lnTo>
                    <a:pt x="364158" y="0"/>
                  </a:lnTo>
                  <a:lnTo>
                    <a:pt x="400574" y="0"/>
                  </a:lnTo>
                  <a:lnTo>
                    <a:pt x="436990" y="0"/>
                  </a:lnTo>
                  <a:lnTo>
                    <a:pt x="473406" y="0"/>
                  </a:lnTo>
                  <a:lnTo>
                    <a:pt x="509822" y="0"/>
                  </a:lnTo>
                  <a:lnTo>
                    <a:pt x="546238" y="0"/>
                  </a:lnTo>
                  <a:lnTo>
                    <a:pt x="582654" y="0"/>
                  </a:lnTo>
                  <a:lnTo>
                    <a:pt x="619069" y="0"/>
                  </a:lnTo>
                  <a:lnTo>
                    <a:pt x="655485" y="0"/>
                  </a:lnTo>
                  <a:lnTo>
                    <a:pt x="691901" y="0"/>
                  </a:lnTo>
                  <a:lnTo>
                    <a:pt x="728317" y="0"/>
                  </a:lnTo>
                  <a:lnTo>
                    <a:pt x="764733" y="0"/>
                  </a:lnTo>
                  <a:lnTo>
                    <a:pt x="801149" y="0"/>
                  </a:lnTo>
                  <a:lnTo>
                    <a:pt x="837565" y="0"/>
                  </a:lnTo>
                  <a:lnTo>
                    <a:pt x="873981" y="0"/>
                  </a:lnTo>
                  <a:lnTo>
                    <a:pt x="910396" y="0"/>
                  </a:lnTo>
                  <a:lnTo>
                    <a:pt x="946812" y="0"/>
                  </a:lnTo>
                  <a:lnTo>
                    <a:pt x="983228" y="0"/>
                  </a:lnTo>
                  <a:lnTo>
                    <a:pt x="1019644" y="0"/>
                  </a:lnTo>
                  <a:lnTo>
                    <a:pt x="1056060" y="0"/>
                  </a:lnTo>
                  <a:lnTo>
                    <a:pt x="1092476" y="0"/>
                  </a:lnTo>
                  <a:lnTo>
                    <a:pt x="1128892" y="0"/>
                  </a:lnTo>
                  <a:lnTo>
                    <a:pt x="1165308" y="0"/>
                  </a:lnTo>
                  <a:lnTo>
                    <a:pt x="1201723" y="0"/>
                  </a:lnTo>
                  <a:lnTo>
                    <a:pt x="1238139" y="0"/>
                  </a:lnTo>
                  <a:lnTo>
                    <a:pt x="1274555" y="0"/>
                  </a:lnTo>
                  <a:lnTo>
                    <a:pt x="1310971" y="0"/>
                  </a:lnTo>
                  <a:lnTo>
                    <a:pt x="1347387" y="0"/>
                  </a:lnTo>
                  <a:lnTo>
                    <a:pt x="1383803" y="0"/>
                  </a:lnTo>
                  <a:lnTo>
                    <a:pt x="1420219" y="0"/>
                  </a:lnTo>
                  <a:lnTo>
                    <a:pt x="1456635" y="0"/>
                  </a:lnTo>
                  <a:lnTo>
                    <a:pt x="1493050" y="0"/>
                  </a:lnTo>
                  <a:lnTo>
                    <a:pt x="1529466" y="0"/>
                  </a:lnTo>
                  <a:lnTo>
                    <a:pt x="1565882" y="0"/>
                  </a:lnTo>
                  <a:lnTo>
                    <a:pt x="1602298" y="0"/>
                  </a:lnTo>
                  <a:lnTo>
                    <a:pt x="1638714" y="0"/>
                  </a:lnTo>
                  <a:lnTo>
                    <a:pt x="1675130" y="0"/>
                  </a:lnTo>
                  <a:lnTo>
                    <a:pt x="1711546" y="0"/>
                  </a:lnTo>
                  <a:lnTo>
                    <a:pt x="1747962" y="0"/>
                  </a:lnTo>
                  <a:lnTo>
                    <a:pt x="1784377" y="0"/>
                  </a:lnTo>
                  <a:lnTo>
                    <a:pt x="1820793" y="0"/>
                  </a:lnTo>
                  <a:lnTo>
                    <a:pt x="1857209" y="0"/>
                  </a:lnTo>
                  <a:lnTo>
                    <a:pt x="1893625" y="0"/>
                  </a:lnTo>
                  <a:lnTo>
                    <a:pt x="1930041" y="0"/>
                  </a:lnTo>
                  <a:lnTo>
                    <a:pt x="1966457" y="0"/>
                  </a:lnTo>
                  <a:lnTo>
                    <a:pt x="2002873" y="0"/>
                  </a:lnTo>
                  <a:lnTo>
                    <a:pt x="2039289" y="0"/>
                  </a:lnTo>
                  <a:lnTo>
                    <a:pt x="2075705" y="0"/>
                  </a:lnTo>
                  <a:lnTo>
                    <a:pt x="2112120" y="0"/>
                  </a:lnTo>
                  <a:lnTo>
                    <a:pt x="2148536" y="0"/>
                  </a:lnTo>
                  <a:lnTo>
                    <a:pt x="2184952" y="0"/>
                  </a:lnTo>
                  <a:lnTo>
                    <a:pt x="2221368" y="0"/>
                  </a:lnTo>
                  <a:lnTo>
                    <a:pt x="2257784" y="0"/>
                  </a:lnTo>
                  <a:lnTo>
                    <a:pt x="2294200" y="0"/>
                  </a:lnTo>
                  <a:lnTo>
                    <a:pt x="2330616" y="0"/>
                  </a:lnTo>
                  <a:lnTo>
                    <a:pt x="2367032" y="0"/>
                  </a:lnTo>
                  <a:lnTo>
                    <a:pt x="2403447" y="0"/>
                  </a:lnTo>
                  <a:lnTo>
                    <a:pt x="2439863" y="0"/>
                  </a:lnTo>
                  <a:lnTo>
                    <a:pt x="2476279" y="0"/>
                  </a:lnTo>
                  <a:lnTo>
                    <a:pt x="2512695" y="0"/>
                  </a:lnTo>
                  <a:lnTo>
                    <a:pt x="2549111" y="0"/>
                  </a:lnTo>
                  <a:lnTo>
                    <a:pt x="2585527" y="0"/>
                  </a:lnTo>
                  <a:lnTo>
                    <a:pt x="2621943" y="0"/>
                  </a:lnTo>
                  <a:lnTo>
                    <a:pt x="2658359" y="0"/>
                  </a:lnTo>
                  <a:lnTo>
                    <a:pt x="2694774" y="0"/>
                  </a:lnTo>
                  <a:lnTo>
                    <a:pt x="2731190" y="0"/>
                  </a:lnTo>
                  <a:lnTo>
                    <a:pt x="2767606" y="0"/>
                  </a:lnTo>
                  <a:lnTo>
                    <a:pt x="2804022" y="0"/>
                  </a:lnTo>
                  <a:lnTo>
                    <a:pt x="2840438" y="0"/>
                  </a:lnTo>
                  <a:lnTo>
                    <a:pt x="287685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1" name="pl211"/>
            <p:cNvSpPr/>
            <p:nvPr/>
          </p:nvSpPr>
          <p:spPr>
            <a:xfrm>
              <a:off x="2746700" y="1727038"/>
              <a:ext cx="2902013" cy="1628694"/>
            </a:xfrm>
            <a:custGeom>
              <a:avLst/>
              <a:gdLst/>
              <a:ahLst/>
              <a:cxnLst/>
              <a:rect l="0" t="0" r="0" b="0"/>
              <a:pathLst>
                <a:path w="2902013" h="1628694">
                  <a:moveTo>
                    <a:pt x="0" y="0"/>
                  </a:moveTo>
                  <a:lnTo>
                    <a:pt x="36734" y="8411"/>
                  </a:lnTo>
                  <a:lnTo>
                    <a:pt x="73468" y="17126"/>
                  </a:lnTo>
                  <a:lnTo>
                    <a:pt x="110203" y="26151"/>
                  </a:lnTo>
                  <a:lnTo>
                    <a:pt x="146937" y="35496"/>
                  </a:lnTo>
                  <a:lnTo>
                    <a:pt x="183671" y="45168"/>
                  </a:lnTo>
                  <a:lnTo>
                    <a:pt x="220406" y="55176"/>
                  </a:lnTo>
                  <a:lnTo>
                    <a:pt x="257140" y="65528"/>
                  </a:lnTo>
                  <a:lnTo>
                    <a:pt x="293874" y="76231"/>
                  </a:lnTo>
                  <a:lnTo>
                    <a:pt x="330609" y="87294"/>
                  </a:lnTo>
                  <a:lnTo>
                    <a:pt x="367343" y="98725"/>
                  </a:lnTo>
                  <a:lnTo>
                    <a:pt x="404077" y="110531"/>
                  </a:lnTo>
                  <a:lnTo>
                    <a:pt x="440812" y="122719"/>
                  </a:lnTo>
                  <a:lnTo>
                    <a:pt x="477546" y="135298"/>
                  </a:lnTo>
                  <a:lnTo>
                    <a:pt x="514280" y="148273"/>
                  </a:lnTo>
                  <a:lnTo>
                    <a:pt x="551015" y="161652"/>
                  </a:lnTo>
                  <a:lnTo>
                    <a:pt x="587749" y="175441"/>
                  </a:lnTo>
                  <a:lnTo>
                    <a:pt x="624483" y="189645"/>
                  </a:lnTo>
                  <a:lnTo>
                    <a:pt x="661218" y="204271"/>
                  </a:lnTo>
                  <a:lnTo>
                    <a:pt x="697952" y="219323"/>
                  </a:lnTo>
                  <a:lnTo>
                    <a:pt x="734686" y="234806"/>
                  </a:lnTo>
                  <a:lnTo>
                    <a:pt x="771421" y="250723"/>
                  </a:lnTo>
                  <a:lnTo>
                    <a:pt x="808155" y="267079"/>
                  </a:lnTo>
                  <a:lnTo>
                    <a:pt x="844890" y="283876"/>
                  </a:lnTo>
                  <a:lnTo>
                    <a:pt x="881624" y="301116"/>
                  </a:lnTo>
                  <a:lnTo>
                    <a:pt x="918358" y="318800"/>
                  </a:lnTo>
                  <a:lnTo>
                    <a:pt x="955093" y="336930"/>
                  </a:lnTo>
                  <a:lnTo>
                    <a:pt x="991827" y="355504"/>
                  </a:lnTo>
                  <a:lnTo>
                    <a:pt x="1028561" y="374522"/>
                  </a:lnTo>
                  <a:lnTo>
                    <a:pt x="1065296" y="393982"/>
                  </a:lnTo>
                  <a:lnTo>
                    <a:pt x="1102030" y="413882"/>
                  </a:lnTo>
                  <a:lnTo>
                    <a:pt x="1138764" y="434216"/>
                  </a:lnTo>
                  <a:lnTo>
                    <a:pt x="1175499" y="454982"/>
                  </a:lnTo>
                  <a:lnTo>
                    <a:pt x="1212233" y="476172"/>
                  </a:lnTo>
                  <a:lnTo>
                    <a:pt x="1248967" y="497780"/>
                  </a:lnTo>
                  <a:lnTo>
                    <a:pt x="1285702" y="519798"/>
                  </a:lnTo>
                  <a:lnTo>
                    <a:pt x="1322436" y="542217"/>
                  </a:lnTo>
                  <a:lnTo>
                    <a:pt x="1359170" y="565028"/>
                  </a:lnTo>
                  <a:lnTo>
                    <a:pt x="1395905" y="588219"/>
                  </a:lnTo>
                  <a:lnTo>
                    <a:pt x="1432639" y="611778"/>
                  </a:lnTo>
                  <a:lnTo>
                    <a:pt x="1469373" y="635691"/>
                  </a:lnTo>
                  <a:lnTo>
                    <a:pt x="1506108" y="659946"/>
                  </a:lnTo>
                  <a:lnTo>
                    <a:pt x="1542842" y="684525"/>
                  </a:lnTo>
                  <a:lnTo>
                    <a:pt x="1579576" y="709413"/>
                  </a:lnTo>
                  <a:lnTo>
                    <a:pt x="1616311" y="734593"/>
                  </a:lnTo>
                  <a:lnTo>
                    <a:pt x="1653045" y="760047"/>
                  </a:lnTo>
                  <a:lnTo>
                    <a:pt x="1689780" y="785754"/>
                  </a:lnTo>
                  <a:lnTo>
                    <a:pt x="1726514" y="811696"/>
                  </a:lnTo>
                  <a:lnTo>
                    <a:pt x="1763248" y="837850"/>
                  </a:lnTo>
                  <a:lnTo>
                    <a:pt x="1799983" y="864197"/>
                  </a:lnTo>
                  <a:lnTo>
                    <a:pt x="1836717" y="890713"/>
                  </a:lnTo>
                  <a:lnTo>
                    <a:pt x="1873451" y="917376"/>
                  </a:lnTo>
                  <a:lnTo>
                    <a:pt x="1910186" y="944162"/>
                  </a:lnTo>
                  <a:lnTo>
                    <a:pt x="1946920" y="971047"/>
                  </a:lnTo>
                  <a:lnTo>
                    <a:pt x="1983654" y="998008"/>
                  </a:lnTo>
                  <a:lnTo>
                    <a:pt x="2020389" y="1025020"/>
                  </a:lnTo>
                  <a:lnTo>
                    <a:pt x="2057123" y="1052059"/>
                  </a:lnTo>
                  <a:lnTo>
                    <a:pt x="2093857" y="1079099"/>
                  </a:lnTo>
                  <a:lnTo>
                    <a:pt x="2130592" y="1106116"/>
                  </a:lnTo>
                  <a:lnTo>
                    <a:pt x="2167326" y="1133085"/>
                  </a:lnTo>
                  <a:lnTo>
                    <a:pt x="2204060" y="1159982"/>
                  </a:lnTo>
                  <a:lnTo>
                    <a:pt x="2240795" y="1186783"/>
                  </a:lnTo>
                  <a:lnTo>
                    <a:pt x="2277529" y="1213463"/>
                  </a:lnTo>
                  <a:lnTo>
                    <a:pt x="2314263" y="1240000"/>
                  </a:lnTo>
                  <a:lnTo>
                    <a:pt x="2350998" y="1266371"/>
                  </a:lnTo>
                  <a:lnTo>
                    <a:pt x="2387732" y="1292552"/>
                  </a:lnTo>
                  <a:lnTo>
                    <a:pt x="2424467" y="1318524"/>
                  </a:lnTo>
                  <a:lnTo>
                    <a:pt x="2461201" y="1344263"/>
                  </a:lnTo>
                  <a:lnTo>
                    <a:pt x="2497935" y="1369752"/>
                  </a:lnTo>
                  <a:lnTo>
                    <a:pt x="2534670" y="1394969"/>
                  </a:lnTo>
                  <a:lnTo>
                    <a:pt x="2571404" y="1419897"/>
                  </a:lnTo>
                  <a:lnTo>
                    <a:pt x="2608138" y="1444519"/>
                  </a:lnTo>
                  <a:lnTo>
                    <a:pt x="2644873" y="1468817"/>
                  </a:lnTo>
                  <a:lnTo>
                    <a:pt x="2681607" y="1492777"/>
                  </a:lnTo>
                  <a:lnTo>
                    <a:pt x="2718341" y="1516384"/>
                  </a:lnTo>
                  <a:lnTo>
                    <a:pt x="2755076" y="1539625"/>
                  </a:lnTo>
                  <a:lnTo>
                    <a:pt x="2791810" y="1562487"/>
                  </a:lnTo>
                  <a:lnTo>
                    <a:pt x="2828544" y="1584959"/>
                  </a:lnTo>
                  <a:lnTo>
                    <a:pt x="2865279" y="1607031"/>
                  </a:lnTo>
                  <a:lnTo>
                    <a:pt x="2902013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2" name="pl212"/>
            <p:cNvSpPr/>
            <p:nvPr/>
          </p:nvSpPr>
          <p:spPr>
            <a:xfrm>
              <a:off x="3084507" y="1746200"/>
              <a:ext cx="2465765" cy="613155"/>
            </a:xfrm>
            <a:custGeom>
              <a:avLst/>
              <a:gdLst/>
              <a:ahLst/>
              <a:cxnLst/>
              <a:rect l="0" t="0" r="0" b="0"/>
              <a:pathLst>
                <a:path w="2465765" h="613155">
                  <a:moveTo>
                    <a:pt x="0" y="0"/>
                  </a:moveTo>
                  <a:lnTo>
                    <a:pt x="31212" y="4294"/>
                  </a:lnTo>
                  <a:lnTo>
                    <a:pt x="62424" y="8660"/>
                  </a:lnTo>
                  <a:lnTo>
                    <a:pt x="93636" y="13098"/>
                  </a:lnTo>
                  <a:lnTo>
                    <a:pt x="124848" y="17611"/>
                  </a:lnTo>
                  <a:lnTo>
                    <a:pt x="156061" y="22198"/>
                  </a:lnTo>
                  <a:lnTo>
                    <a:pt x="187273" y="26860"/>
                  </a:lnTo>
                  <a:lnTo>
                    <a:pt x="218485" y="31599"/>
                  </a:lnTo>
                  <a:lnTo>
                    <a:pt x="249697" y="36415"/>
                  </a:lnTo>
                  <a:lnTo>
                    <a:pt x="280909" y="41309"/>
                  </a:lnTo>
                  <a:lnTo>
                    <a:pt x="312122" y="46282"/>
                  </a:lnTo>
                  <a:lnTo>
                    <a:pt x="343334" y="51335"/>
                  </a:lnTo>
                  <a:lnTo>
                    <a:pt x="374546" y="56468"/>
                  </a:lnTo>
                  <a:lnTo>
                    <a:pt x="405758" y="61683"/>
                  </a:lnTo>
                  <a:lnTo>
                    <a:pt x="436971" y="66980"/>
                  </a:lnTo>
                  <a:lnTo>
                    <a:pt x="468183" y="72361"/>
                  </a:lnTo>
                  <a:lnTo>
                    <a:pt x="499395" y="77826"/>
                  </a:lnTo>
                  <a:lnTo>
                    <a:pt x="530607" y="83375"/>
                  </a:lnTo>
                  <a:lnTo>
                    <a:pt x="561819" y="89010"/>
                  </a:lnTo>
                  <a:lnTo>
                    <a:pt x="593032" y="94732"/>
                  </a:lnTo>
                  <a:lnTo>
                    <a:pt x="624244" y="100541"/>
                  </a:lnTo>
                  <a:lnTo>
                    <a:pt x="655456" y="106438"/>
                  </a:lnTo>
                  <a:lnTo>
                    <a:pt x="686668" y="112424"/>
                  </a:lnTo>
                  <a:lnTo>
                    <a:pt x="717880" y="118500"/>
                  </a:lnTo>
                  <a:lnTo>
                    <a:pt x="749093" y="124666"/>
                  </a:lnTo>
                  <a:lnTo>
                    <a:pt x="780305" y="130923"/>
                  </a:lnTo>
                  <a:lnTo>
                    <a:pt x="811517" y="137271"/>
                  </a:lnTo>
                  <a:lnTo>
                    <a:pt x="842729" y="143713"/>
                  </a:lnTo>
                  <a:lnTo>
                    <a:pt x="873942" y="150247"/>
                  </a:lnTo>
                  <a:lnTo>
                    <a:pt x="905154" y="156875"/>
                  </a:lnTo>
                  <a:lnTo>
                    <a:pt x="936366" y="163597"/>
                  </a:lnTo>
                  <a:lnTo>
                    <a:pt x="967578" y="170415"/>
                  </a:lnTo>
                  <a:lnTo>
                    <a:pt x="998790" y="177328"/>
                  </a:lnTo>
                  <a:lnTo>
                    <a:pt x="1030003" y="184337"/>
                  </a:lnTo>
                  <a:lnTo>
                    <a:pt x="1061215" y="191443"/>
                  </a:lnTo>
                  <a:lnTo>
                    <a:pt x="1092427" y="198646"/>
                  </a:lnTo>
                  <a:lnTo>
                    <a:pt x="1123639" y="205947"/>
                  </a:lnTo>
                  <a:lnTo>
                    <a:pt x="1154851" y="213345"/>
                  </a:lnTo>
                  <a:lnTo>
                    <a:pt x="1186064" y="220843"/>
                  </a:lnTo>
                  <a:lnTo>
                    <a:pt x="1217276" y="228439"/>
                  </a:lnTo>
                  <a:lnTo>
                    <a:pt x="1248488" y="236135"/>
                  </a:lnTo>
                  <a:lnTo>
                    <a:pt x="1279700" y="243930"/>
                  </a:lnTo>
                  <a:lnTo>
                    <a:pt x="1310913" y="251825"/>
                  </a:lnTo>
                  <a:lnTo>
                    <a:pt x="1342125" y="259821"/>
                  </a:lnTo>
                  <a:lnTo>
                    <a:pt x="1373337" y="267916"/>
                  </a:lnTo>
                  <a:lnTo>
                    <a:pt x="1404549" y="276113"/>
                  </a:lnTo>
                  <a:lnTo>
                    <a:pt x="1435761" y="284410"/>
                  </a:lnTo>
                  <a:lnTo>
                    <a:pt x="1466974" y="292808"/>
                  </a:lnTo>
                  <a:lnTo>
                    <a:pt x="1498186" y="301307"/>
                  </a:lnTo>
                  <a:lnTo>
                    <a:pt x="1529398" y="309907"/>
                  </a:lnTo>
                  <a:lnTo>
                    <a:pt x="1560610" y="318609"/>
                  </a:lnTo>
                  <a:lnTo>
                    <a:pt x="1591822" y="327411"/>
                  </a:lnTo>
                  <a:lnTo>
                    <a:pt x="1623035" y="336314"/>
                  </a:lnTo>
                  <a:lnTo>
                    <a:pt x="1654247" y="345317"/>
                  </a:lnTo>
                  <a:lnTo>
                    <a:pt x="1685459" y="354421"/>
                  </a:lnTo>
                  <a:lnTo>
                    <a:pt x="1716671" y="363626"/>
                  </a:lnTo>
                  <a:lnTo>
                    <a:pt x="1747884" y="372930"/>
                  </a:lnTo>
                  <a:lnTo>
                    <a:pt x="1779096" y="382335"/>
                  </a:lnTo>
                  <a:lnTo>
                    <a:pt x="1810308" y="391838"/>
                  </a:lnTo>
                  <a:lnTo>
                    <a:pt x="1841520" y="401441"/>
                  </a:lnTo>
                  <a:lnTo>
                    <a:pt x="1872732" y="411142"/>
                  </a:lnTo>
                  <a:lnTo>
                    <a:pt x="1903945" y="420941"/>
                  </a:lnTo>
                  <a:lnTo>
                    <a:pt x="1935157" y="430837"/>
                  </a:lnTo>
                  <a:lnTo>
                    <a:pt x="1966369" y="440830"/>
                  </a:lnTo>
                  <a:lnTo>
                    <a:pt x="1997581" y="450919"/>
                  </a:lnTo>
                  <a:lnTo>
                    <a:pt x="2028793" y="461104"/>
                  </a:lnTo>
                  <a:lnTo>
                    <a:pt x="2060006" y="471383"/>
                  </a:lnTo>
                  <a:lnTo>
                    <a:pt x="2091218" y="481755"/>
                  </a:lnTo>
                  <a:lnTo>
                    <a:pt x="2122430" y="492221"/>
                  </a:lnTo>
                  <a:lnTo>
                    <a:pt x="2153642" y="502778"/>
                  </a:lnTo>
                  <a:lnTo>
                    <a:pt x="2184855" y="513426"/>
                  </a:lnTo>
                  <a:lnTo>
                    <a:pt x="2216067" y="524164"/>
                  </a:lnTo>
                  <a:lnTo>
                    <a:pt x="2247279" y="534991"/>
                  </a:lnTo>
                  <a:lnTo>
                    <a:pt x="2278491" y="545905"/>
                  </a:lnTo>
                  <a:lnTo>
                    <a:pt x="2309703" y="556906"/>
                  </a:lnTo>
                  <a:lnTo>
                    <a:pt x="2340916" y="567991"/>
                  </a:lnTo>
                  <a:lnTo>
                    <a:pt x="2372128" y="579160"/>
                  </a:lnTo>
                  <a:lnTo>
                    <a:pt x="2403340" y="590412"/>
                  </a:lnTo>
                  <a:lnTo>
                    <a:pt x="2434552" y="601744"/>
                  </a:lnTo>
                  <a:lnTo>
                    <a:pt x="24657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3" name="pl213"/>
            <p:cNvSpPr/>
            <p:nvPr/>
          </p:nvSpPr>
          <p:spPr>
            <a:xfrm>
              <a:off x="3133085" y="1516267"/>
              <a:ext cx="2426833" cy="1053861"/>
            </a:xfrm>
            <a:custGeom>
              <a:avLst/>
              <a:gdLst/>
              <a:ahLst/>
              <a:cxnLst/>
              <a:rect l="0" t="0" r="0" b="0"/>
              <a:pathLst>
                <a:path w="2426833" h="1053861">
                  <a:moveTo>
                    <a:pt x="0" y="0"/>
                  </a:moveTo>
                  <a:lnTo>
                    <a:pt x="30719" y="0"/>
                  </a:lnTo>
                  <a:lnTo>
                    <a:pt x="61438" y="0"/>
                  </a:lnTo>
                  <a:lnTo>
                    <a:pt x="92158" y="0"/>
                  </a:lnTo>
                  <a:lnTo>
                    <a:pt x="122877" y="0"/>
                  </a:lnTo>
                  <a:lnTo>
                    <a:pt x="153597" y="0"/>
                  </a:lnTo>
                  <a:lnTo>
                    <a:pt x="184316" y="0"/>
                  </a:lnTo>
                  <a:lnTo>
                    <a:pt x="215035" y="0"/>
                  </a:lnTo>
                  <a:lnTo>
                    <a:pt x="245755" y="0"/>
                  </a:lnTo>
                  <a:lnTo>
                    <a:pt x="276474" y="0"/>
                  </a:lnTo>
                  <a:lnTo>
                    <a:pt x="307194" y="0"/>
                  </a:lnTo>
                  <a:lnTo>
                    <a:pt x="337913" y="0"/>
                  </a:lnTo>
                  <a:lnTo>
                    <a:pt x="368632" y="0"/>
                  </a:lnTo>
                  <a:lnTo>
                    <a:pt x="399352" y="0"/>
                  </a:lnTo>
                  <a:lnTo>
                    <a:pt x="430071" y="0"/>
                  </a:lnTo>
                  <a:lnTo>
                    <a:pt x="460791" y="0"/>
                  </a:lnTo>
                  <a:lnTo>
                    <a:pt x="491510" y="0"/>
                  </a:lnTo>
                  <a:lnTo>
                    <a:pt x="522229" y="0"/>
                  </a:lnTo>
                  <a:lnTo>
                    <a:pt x="552949" y="0"/>
                  </a:lnTo>
                  <a:lnTo>
                    <a:pt x="583668" y="0"/>
                  </a:lnTo>
                  <a:lnTo>
                    <a:pt x="614388" y="1"/>
                  </a:lnTo>
                  <a:lnTo>
                    <a:pt x="645107" y="1"/>
                  </a:lnTo>
                  <a:lnTo>
                    <a:pt x="675827" y="1"/>
                  </a:lnTo>
                  <a:lnTo>
                    <a:pt x="706546" y="2"/>
                  </a:lnTo>
                  <a:lnTo>
                    <a:pt x="737265" y="2"/>
                  </a:lnTo>
                  <a:lnTo>
                    <a:pt x="767985" y="3"/>
                  </a:lnTo>
                  <a:lnTo>
                    <a:pt x="798704" y="4"/>
                  </a:lnTo>
                  <a:lnTo>
                    <a:pt x="829424" y="5"/>
                  </a:lnTo>
                  <a:lnTo>
                    <a:pt x="860143" y="7"/>
                  </a:lnTo>
                  <a:lnTo>
                    <a:pt x="890862" y="9"/>
                  </a:lnTo>
                  <a:lnTo>
                    <a:pt x="921582" y="11"/>
                  </a:lnTo>
                  <a:lnTo>
                    <a:pt x="952301" y="15"/>
                  </a:lnTo>
                  <a:lnTo>
                    <a:pt x="983021" y="19"/>
                  </a:lnTo>
                  <a:lnTo>
                    <a:pt x="1013740" y="24"/>
                  </a:lnTo>
                  <a:lnTo>
                    <a:pt x="1044459" y="31"/>
                  </a:lnTo>
                  <a:lnTo>
                    <a:pt x="1075179" y="40"/>
                  </a:lnTo>
                  <a:lnTo>
                    <a:pt x="1105898" y="51"/>
                  </a:lnTo>
                  <a:lnTo>
                    <a:pt x="1136618" y="65"/>
                  </a:lnTo>
                  <a:lnTo>
                    <a:pt x="1167337" y="83"/>
                  </a:lnTo>
                  <a:lnTo>
                    <a:pt x="1198057" y="106"/>
                  </a:lnTo>
                  <a:lnTo>
                    <a:pt x="1228776" y="136"/>
                  </a:lnTo>
                  <a:lnTo>
                    <a:pt x="1259495" y="173"/>
                  </a:lnTo>
                  <a:lnTo>
                    <a:pt x="1290215" y="221"/>
                  </a:lnTo>
                  <a:lnTo>
                    <a:pt x="1320934" y="282"/>
                  </a:lnTo>
                  <a:lnTo>
                    <a:pt x="1351654" y="360"/>
                  </a:lnTo>
                  <a:lnTo>
                    <a:pt x="1382373" y="459"/>
                  </a:lnTo>
                  <a:lnTo>
                    <a:pt x="1413092" y="586"/>
                  </a:lnTo>
                  <a:lnTo>
                    <a:pt x="1443812" y="748"/>
                  </a:lnTo>
                  <a:lnTo>
                    <a:pt x="1474531" y="954"/>
                  </a:lnTo>
                  <a:lnTo>
                    <a:pt x="1505251" y="1216"/>
                  </a:lnTo>
                  <a:lnTo>
                    <a:pt x="1535970" y="1552"/>
                  </a:lnTo>
                  <a:lnTo>
                    <a:pt x="1566689" y="1979"/>
                  </a:lnTo>
                  <a:lnTo>
                    <a:pt x="1597409" y="2524"/>
                  </a:lnTo>
                  <a:lnTo>
                    <a:pt x="1628128" y="3219"/>
                  </a:lnTo>
                  <a:lnTo>
                    <a:pt x="1658848" y="4105"/>
                  </a:lnTo>
                  <a:lnTo>
                    <a:pt x="1689567" y="5234"/>
                  </a:lnTo>
                  <a:lnTo>
                    <a:pt x="1720286" y="6673"/>
                  </a:lnTo>
                  <a:lnTo>
                    <a:pt x="1751006" y="8505"/>
                  </a:lnTo>
                  <a:lnTo>
                    <a:pt x="1781725" y="10840"/>
                  </a:lnTo>
                  <a:lnTo>
                    <a:pt x="1812445" y="13811"/>
                  </a:lnTo>
                  <a:lnTo>
                    <a:pt x="1843164" y="17591"/>
                  </a:lnTo>
                  <a:lnTo>
                    <a:pt x="1873884" y="22396"/>
                  </a:lnTo>
                  <a:lnTo>
                    <a:pt x="1904603" y="28498"/>
                  </a:lnTo>
                  <a:lnTo>
                    <a:pt x="1935322" y="36240"/>
                  </a:lnTo>
                  <a:lnTo>
                    <a:pt x="1966042" y="46046"/>
                  </a:lnTo>
                  <a:lnTo>
                    <a:pt x="1996761" y="58443"/>
                  </a:lnTo>
                  <a:lnTo>
                    <a:pt x="2027481" y="74078"/>
                  </a:lnTo>
                  <a:lnTo>
                    <a:pt x="2058200" y="93737"/>
                  </a:lnTo>
                  <a:lnTo>
                    <a:pt x="2088919" y="118361"/>
                  </a:lnTo>
                  <a:lnTo>
                    <a:pt x="2119639" y="149059"/>
                  </a:lnTo>
                  <a:lnTo>
                    <a:pt x="2150358" y="187100"/>
                  </a:lnTo>
                  <a:lnTo>
                    <a:pt x="2181078" y="233896"/>
                  </a:lnTo>
                  <a:lnTo>
                    <a:pt x="2211797" y="290941"/>
                  </a:lnTo>
                  <a:lnTo>
                    <a:pt x="2242516" y="359720"/>
                  </a:lnTo>
                  <a:lnTo>
                    <a:pt x="2273236" y="441550"/>
                  </a:lnTo>
                  <a:lnTo>
                    <a:pt x="2303955" y="537384"/>
                  </a:lnTo>
                  <a:lnTo>
                    <a:pt x="2334675" y="647566"/>
                  </a:lnTo>
                  <a:lnTo>
                    <a:pt x="2365394" y="771588"/>
                  </a:lnTo>
                  <a:lnTo>
                    <a:pt x="2396114" y="907903"/>
                  </a:lnTo>
                  <a:lnTo>
                    <a:pt x="242683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4" name="pl214"/>
            <p:cNvSpPr/>
            <p:nvPr/>
          </p:nvSpPr>
          <p:spPr>
            <a:xfrm>
              <a:off x="2014541" y="3202445"/>
              <a:ext cx="3237905" cy="843089"/>
            </a:xfrm>
            <a:custGeom>
              <a:avLst/>
              <a:gdLst/>
              <a:ahLst/>
              <a:cxnLst/>
              <a:rect l="0" t="0" r="0" b="0"/>
              <a:pathLst>
                <a:path w="3237905" h="843089">
                  <a:moveTo>
                    <a:pt x="0" y="0"/>
                  </a:moveTo>
                  <a:lnTo>
                    <a:pt x="40986" y="128545"/>
                  </a:lnTo>
                  <a:lnTo>
                    <a:pt x="81972" y="244450"/>
                  </a:lnTo>
                  <a:lnTo>
                    <a:pt x="122958" y="346697"/>
                  </a:lnTo>
                  <a:lnTo>
                    <a:pt x="163944" y="435169"/>
                  </a:lnTo>
                  <a:lnTo>
                    <a:pt x="204930" y="510454"/>
                  </a:lnTo>
                  <a:lnTo>
                    <a:pt x="245916" y="573609"/>
                  </a:lnTo>
                  <a:lnTo>
                    <a:pt x="286902" y="625959"/>
                  </a:lnTo>
                  <a:lnTo>
                    <a:pt x="327889" y="668922"/>
                  </a:lnTo>
                  <a:lnTo>
                    <a:pt x="368875" y="703897"/>
                  </a:lnTo>
                  <a:lnTo>
                    <a:pt x="409861" y="732179"/>
                  </a:lnTo>
                  <a:lnTo>
                    <a:pt x="450847" y="754926"/>
                  </a:lnTo>
                  <a:lnTo>
                    <a:pt x="491833" y="773143"/>
                  </a:lnTo>
                  <a:lnTo>
                    <a:pt x="532819" y="787681"/>
                  </a:lnTo>
                  <a:lnTo>
                    <a:pt x="573805" y="799251"/>
                  </a:lnTo>
                  <a:lnTo>
                    <a:pt x="614792" y="808439"/>
                  </a:lnTo>
                  <a:lnTo>
                    <a:pt x="655778" y="815723"/>
                  </a:lnTo>
                  <a:lnTo>
                    <a:pt x="696764" y="821489"/>
                  </a:lnTo>
                  <a:lnTo>
                    <a:pt x="737750" y="826048"/>
                  </a:lnTo>
                  <a:lnTo>
                    <a:pt x="778736" y="829650"/>
                  </a:lnTo>
                  <a:lnTo>
                    <a:pt x="819722" y="832494"/>
                  </a:lnTo>
                  <a:lnTo>
                    <a:pt x="860708" y="834738"/>
                  </a:lnTo>
                  <a:lnTo>
                    <a:pt x="901695" y="836508"/>
                  </a:lnTo>
                  <a:lnTo>
                    <a:pt x="942681" y="837903"/>
                  </a:lnTo>
                  <a:lnTo>
                    <a:pt x="983667" y="839003"/>
                  </a:lnTo>
                  <a:lnTo>
                    <a:pt x="1024653" y="839870"/>
                  </a:lnTo>
                  <a:lnTo>
                    <a:pt x="1065639" y="840554"/>
                  </a:lnTo>
                  <a:lnTo>
                    <a:pt x="1106625" y="841092"/>
                  </a:lnTo>
                  <a:lnTo>
                    <a:pt x="1147611" y="841516"/>
                  </a:lnTo>
                  <a:lnTo>
                    <a:pt x="1188598" y="841850"/>
                  </a:lnTo>
                  <a:lnTo>
                    <a:pt x="1229584" y="842113"/>
                  </a:lnTo>
                  <a:lnTo>
                    <a:pt x="1270570" y="842320"/>
                  </a:lnTo>
                  <a:lnTo>
                    <a:pt x="1311556" y="842484"/>
                  </a:lnTo>
                  <a:lnTo>
                    <a:pt x="1352542" y="842612"/>
                  </a:lnTo>
                  <a:lnTo>
                    <a:pt x="1393528" y="842713"/>
                  </a:lnTo>
                  <a:lnTo>
                    <a:pt x="1434514" y="842793"/>
                  </a:lnTo>
                  <a:lnTo>
                    <a:pt x="1475501" y="842856"/>
                  </a:lnTo>
                  <a:lnTo>
                    <a:pt x="1516487" y="842905"/>
                  </a:lnTo>
                  <a:lnTo>
                    <a:pt x="1557473" y="842944"/>
                  </a:lnTo>
                  <a:lnTo>
                    <a:pt x="1598459" y="842975"/>
                  </a:lnTo>
                  <a:lnTo>
                    <a:pt x="1639445" y="842999"/>
                  </a:lnTo>
                  <a:lnTo>
                    <a:pt x="1680431" y="843018"/>
                  </a:lnTo>
                  <a:lnTo>
                    <a:pt x="1721417" y="843033"/>
                  </a:lnTo>
                  <a:lnTo>
                    <a:pt x="1762404" y="843045"/>
                  </a:lnTo>
                  <a:lnTo>
                    <a:pt x="1803390" y="843054"/>
                  </a:lnTo>
                  <a:lnTo>
                    <a:pt x="1844376" y="843062"/>
                  </a:lnTo>
                  <a:lnTo>
                    <a:pt x="1885362" y="843067"/>
                  </a:lnTo>
                  <a:lnTo>
                    <a:pt x="1926348" y="843072"/>
                  </a:lnTo>
                  <a:lnTo>
                    <a:pt x="1967334" y="843075"/>
                  </a:lnTo>
                  <a:lnTo>
                    <a:pt x="2008320" y="843078"/>
                  </a:lnTo>
                  <a:lnTo>
                    <a:pt x="2049307" y="843080"/>
                  </a:lnTo>
                  <a:lnTo>
                    <a:pt x="2090293" y="843082"/>
                  </a:lnTo>
                  <a:lnTo>
                    <a:pt x="2131279" y="843084"/>
                  </a:lnTo>
                  <a:lnTo>
                    <a:pt x="2172265" y="843085"/>
                  </a:lnTo>
                  <a:lnTo>
                    <a:pt x="2213251" y="843085"/>
                  </a:lnTo>
                  <a:lnTo>
                    <a:pt x="2254237" y="843086"/>
                  </a:lnTo>
                  <a:lnTo>
                    <a:pt x="2295223" y="843087"/>
                  </a:lnTo>
                  <a:lnTo>
                    <a:pt x="2336210" y="843087"/>
                  </a:lnTo>
                  <a:lnTo>
                    <a:pt x="2377196" y="843087"/>
                  </a:lnTo>
                  <a:lnTo>
                    <a:pt x="2418182" y="843088"/>
                  </a:lnTo>
                  <a:lnTo>
                    <a:pt x="2459168" y="843088"/>
                  </a:lnTo>
                  <a:lnTo>
                    <a:pt x="2500154" y="843088"/>
                  </a:lnTo>
                  <a:lnTo>
                    <a:pt x="2541140" y="843088"/>
                  </a:lnTo>
                  <a:lnTo>
                    <a:pt x="2582126" y="843088"/>
                  </a:lnTo>
                  <a:lnTo>
                    <a:pt x="2623112" y="843088"/>
                  </a:lnTo>
                  <a:lnTo>
                    <a:pt x="2664099" y="843088"/>
                  </a:lnTo>
                  <a:lnTo>
                    <a:pt x="2705085" y="843088"/>
                  </a:lnTo>
                  <a:lnTo>
                    <a:pt x="2746071" y="843089"/>
                  </a:lnTo>
                  <a:lnTo>
                    <a:pt x="2787057" y="843089"/>
                  </a:lnTo>
                  <a:lnTo>
                    <a:pt x="2828043" y="843089"/>
                  </a:lnTo>
                  <a:lnTo>
                    <a:pt x="2869029" y="843089"/>
                  </a:lnTo>
                  <a:lnTo>
                    <a:pt x="2910015" y="843089"/>
                  </a:lnTo>
                  <a:lnTo>
                    <a:pt x="2951002" y="843089"/>
                  </a:lnTo>
                  <a:lnTo>
                    <a:pt x="2991988" y="843089"/>
                  </a:lnTo>
                  <a:lnTo>
                    <a:pt x="3032974" y="843089"/>
                  </a:lnTo>
                  <a:lnTo>
                    <a:pt x="3073960" y="843089"/>
                  </a:lnTo>
                  <a:lnTo>
                    <a:pt x="3114946" y="843089"/>
                  </a:lnTo>
                  <a:lnTo>
                    <a:pt x="3155932" y="843089"/>
                  </a:lnTo>
                  <a:lnTo>
                    <a:pt x="3196918" y="843089"/>
                  </a:lnTo>
                  <a:lnTo>
                    <a:pt x="3237905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5" name="pl215"/>
            <p:cNvSpPr/>
            <p:nvPr/>
          </p:nvSpPr>
          <p:spPr>
            <a:xfrm>
              <a:off x="1629481" y="2359356"/>
              <a:ext cx="3220442" cy="1264633"/>
            </a:xfrm>
            <a:custGeom>
              <a:avLst/>
              <a:gdLst/>
              <a:ahLst/>
              <a:cxnLst/>
              <a:rect l="0" t="0" r="0" b="0"/>
              <a:pathLst>
                <a:path w="3220442" h="1264633">
                  <a:moveTo>
                    <a:pt x="0" y="0"/>
                  </a:moveTo>
                  <a:lnTo>
                    <a:pt x="40765" y="16460"/>
                  </a:lnTo>
                  <a:lnTo>
                    <a:pt x="81530" y="33076"/>
                  </a:lnTo>
                  <a:lnTo>
                    <a:pt x="122295" y="49841"/>
                  </a:lnTo>
                  <a:lnTo>
                    <a:pt x="163060" y="66750"/>
                  </a:lnTo>
                  <a:lnTo>
                    <a:pt x="203825" y="83797"/>
                  </a:lnTo>
                  <a:lnTo>
                    <a:pt x="244590" y="100978"/>
                  </a:lnTo>
                  <a:lnTo>
                    <a:pt x="285355" y="118287"/>
                  </a:lnTo>
                  <a:lnTo>
                    <a:pt x="326120" y="135717"/>
                  </a:lnTo>
                  <a:lnTo>
                    <a:pt x="366885" y="153262"/>
                  </a:lnTo>
                  <a:lnTo>
                    <a:pt x="407650" y="170915"/>
                  </a:lnTo>
                  <a:lnTo>
                    <a:pt x="448416" y="188671"/>
                  </a:lnTo>
                  <a:lnTo>
                    <a:pt x="489181" y="206523"/>
                  </a:lnTo>
                  <a:lnTo>
                    <a:pt x="529946" y="224463"/>
                  </a:lnTo>
                  <a:lnTo>
                    <a:pt x="570711" y="242485"/>
                  </a:lnTo>
                  <a:lnTo>
                    <a:pt x="611476" y="260582"/>
                  </a:lnTo>
                  <a:lnTo>
                    <a:pt x="652241" y="278746"/>
                  </a:lnTo>
                  <a:lnTo>
                    <a:pt x="693006" y="296969"/>
                  </a:lnTo>
                  <a:lnTo>
                    <a:pt x="733771" y="315245"/>
                  </a:lnTo>
                  <a:lnTo>
                    <a:pt x="774536" y="333566"/>
                  </a:lnTo>
                  <a:lnTo>
                    <a:pt x="815301" y="351924"/>
                  </a:lnTo>
                  <a:lnTo>
                    <a:pt x="856067" y="370312"/>
                  </a:lnTo>
                  <a:lnTo>
                    <a:pt x="896832" y="388721"/>
                  </a:lnTo>
                  <a:lnTo>
                    <a:pt x="937597" y="407144"/>
                  </a:lnTo>
                  <a:lnTo>
                    <a:pt x="978362" y="425573"/>
                  </a:lnTo>
                  <a:lnTo>
                    <a:pt x="1019127" y="444001"/>
                  </a:lnTo>
                  <a:lnTo>
                    <a:pt x="1059892" y="462419"/>
                  </a:lnTo>
                  <a:lnTo>
                    <a:pt x="1100657" y="480820"/>
                  </a:lnTo>
                  <a:lnTo>
                    <a:pt x="1141422" y="499195"/>
                  </a:lnTo>
                  <a:lnTo>
                    <a:pt x="1182187" y="517538"/>
                  </a:lnTo>
                  <a:lnTo>
                    <a:pt x="1222952" y="535840"/>
                  </a:lnTo>
                  <a:lnTo>
                    <a:pt x="1263717" y="554094"/>
                  </a:lnTo>
                  <a:lnTo>
                    <a:pt x="1304483" y="572293"/>
                  </a:lnTo>
                  <a:lnTo>
                    <a:pt x="1345248" y="590428"/>
                  </a:lnTo>
                  <a:lnTo>
                    <a:pt x="1386013" y="608493"/>
                  </a:lnTo>
                  <a:lnTo>
                    <a:pt x="1426778" y="626480"/>
                  </a:lnTo>
                  <a:lnTo>
                    <a:pt x="1467543" y="644382"/>
                  </a:lnTo>
                  <a:lnTo>
                    <a:pt x="1508308" y="662193"/>
                  </a:lnTo>
                  <a:lnTo>
                    <a:pt x="1549073" y="679905"/>
                  </a:lnTo>
                  <a:lnTo>
                    <a:pt x="1589838" y="697512"/>
                  </a:lnTo>
                  <a:lnTo>
                    <a:pt x="1630603" y="715007"/>
                  </a:lnTo>
                  <a:lnTo>
                    <a:pt x="1671368" y="732385"/>
                  </a:lnTo>
                  <a:lnTo>
                    <a:pt x="1712134" y="749638"/>
                  </a:lnTo>
                  <a:lnTo>
                    <a:pt x="1752899" y="766762"/>
                  </a:lnTo>
                  <a:lnTo>
                    <a:pt x="1793664" y="783750"/>
                  </a:lnTo>
                  <a:lnTo>
                    <a:pt x="1834429" y="800596"/>
                  </a:lnTo>
                  <a:lnTo>
                    <a:pt x="1875194" y="817296"/>
                  </a:lnTo>
                  <a:lnTo>
                    <a:pt x="1915959" y="833845"/>
                  </a:lnTo>
                  <a:lnTo>
                    <a:pt x="1956724" y="850237"/>
                  </a:lnTo>
                  <a:lnTo>
                    <a:pt x="1997489" y="866467"/>
                  </a:lnTo>
                  <a:lnTo>
                    <a:pt x="2038254" y="882533"/>
                  </a:lnTo>
                  <a:lnTo>
                    <a:pt x="2079019" y="898428"/>
                  </a:lnTo>
                  <a:lnTo>
                    <a:pt x="2119785" y="914150"/>
                  </a:lnTo>
                  <a:lnTo>
                    <a:pt x="2160550" y="929694"/>
                  </a:lnTo>
                  <a:lnTo>
                    <a:pt x="2201315" y="945057"/>
                  </a:lnTo>
                  <a:lnTo>
                    <a:pt x="2242080" y="960236"/>
                  </a:lnTo>
                  <a:lnTo>
                    <a:pt x="2282845" y="975228"/>
                  </a:lnTo>
                  <a:lnTo>
                    <a:pt x="2323610" y="990030"/>
                  </a:lnTo>
                  <a:lnTo>
                    <a:pt x="2364375" y="1004639"/>
                  </a:lnTo>
                  <a:lnTo>
                    <a:pt x="2405140" y="1019053"/>
                  </a:lnTo>
                  <a:lnTo>
                    <a:pt x="2445905" y="1033269"/>
                  </a:lnTo>
                  <a:lnTo>
                    <a:pt x="2486670" y="1047287"/>
                  </a:lnTo>
                  <a:lnTo>
                    <a:pt x="2527435" y="1061104"/>
                  </a:lnTo>
                  <a:lnTo>
                    <a:pt x="2568201" y="1074719"/>
                  </a:lnTo>
                  <a:lnTo>
                    <a:pt x="2608966" y="1088131"/>
                  </a:lnTo>
                  <a:lnTo>
                    <a:pt x="2649731" y="1101338"/>
                  </a:lnTo>
                  <a:lnTo>
                    <a:pt x="2690496" y="1114340"/>
                  </a:lnTo>
                  <a:lnTo>
                    <a:pt x="2731261" y="1127136"/>
                  </a:lnTo>
                  <a:lnTo>
                    <a:pt x="2772026" y="1139725"/>
                  </a:lnTo>
                  <a:lnTo>
                    <a:pt x="2812791" y="1152108"/>
                  </a:lnTo>
                  <a:lnTo>
                    <a:pt x="2853556" y="1164284"/>
                  </a:lnTo>
                  <a:lnTo>
                    <a:pt x="2894321" y="1176253"/>
                  </a:lnTo>
                  <a:lnTo>
                    <a:pt x="2935086" y="1188016"/>
                  </a:lnTo>
                  <a:lnTo>
                    <a:pt x="2975852" y="1199573"/>
                  </a:lnTo>
                  <a:lnTo>
                    <a:pt x="3016617" y="1210925"/>
                  </a:lnTo>
                  <a:lnTo>
                    <a:pt x="3057382" y="1222072"/>
                  </a:lnTo>
                  <a:lnTo>
                    <a:pt x="3098147" y="1233015"/>
                  </a:lnTo>
                  <a:lnTo>
                    <a:pt x="3138912" y="1243756"/>
                  </a:lnTo>
                  <a:lnTo>
                    <a:pt x="3179677" y="1254295"/>
                  </a:lnTo>
                  <a:lnTo>
                    <a:pt x="322044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6" name="pl216"/>
            <p:cNvSpPr/>
            <p:nvPr/>
          </p:nvSpPr>
          <p:spPr>
            <a:xfrm>
              <a:off x="1885946" y="2780901"/>
              <a:ext cx="3235875" cy="1264633"/>
            </a:xfrm>
            <a:custGeom>
              <a:avLst/>
              <a:gdLst/>
              <a:ahLst/>
              <a:cxnLst/>
              <a:rect l="0" t="0" r="0" b="0"/>
              <a:pathLst>
                <a:path w="3235875" h="1264633">
                  <a:moveTo>
                    <a:pt x="0" y="0"/>
                  </a:moveTo>
                  <a:lnTo>
                    <a:pt x="40960" y="155811"/>
                  </a:lnTo>
                  <a:lnTo>
                    <a:pt x="81920" y="306963"/>
                  </a:lnTo>
                  <a:lnTo>
                    <a:pt x="122881" y="449336"/>
                  </a:lnTo>
                  <a:lnTo>
                    <a:pt x="163841" y="579767"/>
                  </a:lnTo>
                  <a:lnTo>
                    <a:pt x="204802" y="696252"/>
                  </a:lnTo>
                  <a:lnTo>
                    <a:pt x="245762" y="797937"/>
                  </a:lnTo>
                  <a:lnTo>
                    <a:pt x="286723" y="884953"/>
                  </a:lnTo>
                  <a:lnTo>
                    <a:pt x="327683" y="958156"/>
                  </a:lnTo>
                  <a:lnTo>
                    <a:pt x="368643" y="1018858"/>
                  </a:lnTo>
                  <a:lnTo>
                    <a:pt x="409604" y="1068598"/>
                  </a:lnTo>
                  <a:lnTo>
                    <a:pt x="450564" y="1108958"/>
                  </a:lnTo>
                  <a:lnTo>
                    <a:pt x="491525" y="1141447"/>
                  </a:lnTo>
                  <a:lnTo>
                    <a:pt x="532485" y="1167434"/>
                  </a:lnTo>
                  <a:lnTo>
                    <a:pt x="573446" y="1188113"/>
                  </a:lnTo>
                  <a:lnTo>
                    <a:pt x="614406" y="1204501"/>
                  </a:lnTo>
                  <a:lnTo>
                    <a:pt x="655367" y="1217447"/>
                  </a:lnTo>
                  <a:lnTo>
                    <a:pt x="696327" y="1227647"/>
                  </a:lnTo>
                  <a:lnTo>
                    <a:pt x="737287" y="1235669"/>
                  </a:lnTo>
                  <a:lnTo>
                    <a:pt x="778248" y="1241966"/>
                  </a:lnTo>
                  <a:lnTo>
                    <a:pt x="819208" y="1246904"/>
                  </a:lnTo>
                  <a:lnTo>
                    <a:pt x="860169" y="1250772"/>
                  </a:lnTo>
                  <a:lnTo>
                    <a:pt x="901129" y="1253800"/>
                  </a:lnTo>
                  <a:lnTo>
                    <a:pt x="942090" y="1256169"/>
                  </a:lnTo>
                  <a:lnTo>
                    <a:pt x="983050" y="1258021"/>
                  </a:lnTo>
                  <a:lnTo>
                    <a:pt x="1024011" y="1259469"/>
                  </a:lnTo>
                  <a:lnTo>
                    <a:pt x="1064971" y="1260600"/>
                  </a:lnTo>
                  <a:lnTo>
                    <a:pt x="1105931" y="1261484"/>
                  </a:lnTo>
                  <a:lnTo>
                    <a:pt x="1146892" y="1262174"/>
                  </a:lnTo>
                  <a:lnTo>
                    <a:pt x="1187852" y="1262713"/>
                  </a:lnTo>
                  <a:lnTo>
                    <a:pt x="1228813" y="1263134"/>
                  </a:lnTo>
                  <a:lnTo>
                    <a:pt x="1269773" y="1263463"/>
                  </a:lnTo>
                  <a:lnTo>
                    <a:pt x="1310734" y="1263719"/>
                  </a:lnTo>
                  <a:lnTo>
                    <a:pt x="1351694" y="1263920"/>
                  </a:lnTo>
                  <a:lnTo>
                    <a:pt x="1392655" y="1264076"/>
                  </a:lnTo>
                  <a:lnTo>
                    <a:pt x="1433615" y="1264198"/>
                  </a:lnTo>
                  <a:lnTo>
                    <a:pt x="1474575" y="1264294"/>
                  </a:lnTo>
                  <a:lnTo>
                    <a:pt x="1515536" y="1264368"/>
                  </a:lnTo>
                  <a:lnTo>
                    <a:pt x="1556496" y="1264426"/>
                  </a:lnTo>
                  <a:lnTo>
                    <a:pt x="1597457" y="1264472"/>
                  </a:lnTo>
                  <a:lnTo>
                    <a:pt x="1638417" y="1264507"/>
                  </a:lnTo>
                  <a:lnTo>
                    <a:pt x="1679378" y="1264535"/>
                  </a:lnTo>
                  <a:lnTo>
                    <a:pt x="1720338" y="1264556"/>
                  </a:lnTo>
                  <a:lnTo>
                    <a:pt x="1761299" y="1264573"/>
                  </a:lnTo>
                  <a:lnTo>
                    <a:pt x="1802259" y="1264586"/>
                  </a:lnTo>
                  <a:lnTo>
                    <a:pt x="1843219" y="1264597"/>
                  </a:lnTo>
                  <a:lnTo>
                    <a:pt x="1884180" y="1264605"/>
                  </a:lnTo>
                  <a:lnTo>
                    <a:pt x="1925140" y="1264611"/>
                  </a:lnTo>
                  <a:lnTo>
                    <a:pt x="1966101" y="1264616"/>
                  </a:lnTo>
                  <a:lnTo>
                    <a:pt x="2007061" y="1264620"/>
                  </a:lnTo>
                  <a:lnTo>
                    <a:pt x="2048022" y="1264623"/>
                  </a:lnTo>
                  <a:lnTo>
                    <a:pt x="2088982" y="1264625"/>
                  </a:lnTo>
                  <a:lnTo>
                    <a:pt x="2129943" y="1264627"/>
                  </a:lnTo>
                  <a:lnTo>
                    <a:pt x="2170903" y="1264628"/>
                  </a:lnTo>
                  <a:lnTo>
                    <a:pt x="2211863" y="1264629"/>
                  </a:lnTo>
                  <a:lnTo>
                    <a:pt x="2252824" y="1264630"/>
                  </a:lnTo>
                  <a:lnTo>
                    <a:pt x="2293784" y="1264631"/>
                  </a:lnTo>
                  <a:lnTo>
                    <a:pt x="2334745" y="1264631"/>
                  </a:lnTo>
                  <a:lnTo>
                    <a:pt x="2375705" y="1264632"/>
                  </a:lnTo>
                  <a:lnTo>
                    <a:pt x="2416666" y="1264632"/>
                  </a:lnTo>
                  <a:lnTo>
                    <a:pt x="2457626" y="1264632"/>
                  </a:lnTo>
                  <a:lnTo>
                    <a:pt x="2498587" y="1264633"/>
                  </a:lnTo>
                  <a:lnTo>
                    <a:pt x="2539547" y="1264633"/>
                  </a:lnTo>
                  <a:lnTo>
                    <a:pt x="2580507" y="1264633"/>
                  </a:lnTo>
                  <a:lnTo>
                    <a:pt x="2621468" y="1264633"/>
                  </a:lnTo>
                  <a:lnTo>
                    <a:pt x="2662428" y="1264633"/>
                  </a:lnTo>
                  <a:lnTo>
                    <a:pt x="2703389" y="1264633"/>
                  </a:lnTo>
                  <a:lnTo>
                    <a:pt x="2744349" y="1264633"/>
                  </a:lnTo>
                  <a:lnTo>
                    <a:pt x="2785310" y="1264633"/>
                  </a:lnTo>
                  <a:lnTo>
                    <a:pt x="2826270" y="1264633"/>
                  </a:lnTo>
                  <a:lnTo>
                    <a:pt x="2867231" y="1264633"/>
                  </a:lnTo>
                  <a:lnTo>
                    <a:pt x="2908191" y="1264633"/>
                  </a:lnTo>
                  <a:lnTo>
                    <a:pt x="2949151" y="1264633"/>
                  </a:lnTo>
                  <a:lnTo>
                    <a:pt x="2990112" y="1264633"/>
                  </a:lnTo>
                  <a:lnTo>
                    <a:pt x="3031072" y="1264633"/>
                  </a:lnTo>
                  <a:lnTo>
                    <a:pt x="3072033" y="1264633"/>
                  </a:lnTo>
                  <a:lnTo>
                    <a:pt x="3112993" y="1264633"/>
                  </a:lnTo>
                  <a:lnTo>
                    <a:pt x="3153954" y="1264633"/>
                  </a:lnTo>
                  <a:lnTo>
                    <a:pt x="3194914" y="1264633"/>
                  </a:lnTo>
                  <a:lnTo>
                    <a:pt x="3235875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7" name="pl217"/>
            <p:cNvSpPr/>
            <p:nvPr/>
          </p:nvSpPr>
          <p:spPr>
            <a:xfrm>
              <a:off x="2358365" y="2780901"/>
              <a:ext cx="3230139" cy="1264633"/>
            </a:xfrm>
            <a:custGeom>
              <a:avLst/>
              <a:gdLst/>
              <a:ahLst/>
              <a:cxnLst/>
              <a:rect l="0" t="0" r="0" b="0"/>
              <a:pathLst>
                <a:path w="3230139" h="1264633">
                  <a:moveTo>
                    <a:pt x="0" y="0"/>
                  </a:moveTo>
                  <a:lnTo>
                    <a:pt x="40887" y="155811"/>
                  </a:lnTo>
                  <a:lnTo>
                    <a:pt x="81775" y="306963"/>
                  </a:lnTo>
                  <a:lnTo>
                    <a:pt x="122663" y="449336"/>
                  </a:lnTo>
                  <a:lnTo>
                    <a:pt x="163551" y="579767"/>
                  </a:lnTo>
                  <a:lnTo>
                    <a:pt x="204439" y="696252"/>
                  </a:lnTo>
                  <a:lnTo>
                    <a:pt x="245327" y="797937"/>
                  </a:lnTo>
                  <a:lnTo>
                    <a:pt x="286214" y="884953"/>
                  </a:lnTo>
                  <a:lnTo>
                    <a:pt x="327102" y="958156"/>
                  </a:lnTo>
                  <a:lnTo>
                    <a:pt x="367990" y="1018858"/>
                  </a:lnTo>
                  <a:lnTo>
                    <a:pt x="408878" y="1068598"/>
                  </a:lnTo>
                  <a:lnTo>
                    <a:pt x="449766" y="1108958"/>
                  </a:lnTo>
                  <a:lnTo>
                    <a:pt x="490654" y="1141447"/>
                  </a:lnTo>
                  <a:lnTo>
                    <a:pt x="531541" y="1167434"/>
                  </a:lnTo>
                  <a:lnTo>
                    <a:pt x="572429" y="1188113"/>
                  </a:lnTo>
                  <a:lnTo>
                    <a:pt x="613317" y="1204501"/>
                  </a:lnTo>
                  <a:lnTo>
                    <a:pt x="654205" y="1217447"/>
                  </a:lnTo>
                  <a:lnTo>
                    <a:pt x="695093" y="1227647"/>
                  </a:lnTo>
                  <a:lnTo>
                    <a:pt x="735981" y="1235669"/>
                  </a:lnTo>
                  <a:lnTo>
                    <a:pt x="776869" y="1241966"/>
                  </a:lnTo>
                  <a:lnTo>
                    <a:pt x="817756" y="1246904"/>
                  </a:lnTo>
                  <a:lnTo>
                    <a:pt x="858644" y="1250772"/>
                  </a:lnTo>
                  <a:lnTo>
                    <a:pt x="899532" y="1253800"/>
                  </a:lnTo>
                  <a:lnTo>
                    <a:pt x="940420" y="1256169"/>
                  </a:lnTo>
                  <a:lnTo>
                    <a:pt x="981308" y="1258021"/>
                  </a:lnTo>
                  <a:lnTo>
                    <a:pt x="1022196" y="1259469"/>
                  </a:lnTo>
                  <a:lnTo>
                    <a:pt x="1063083" y="1260600"/>
                  </a:lnTo>
                  <a:lnTo>
                    <a:pt x="1103971" y="1261484"/>
                  </a:lnTo>
                  <a:lnTo>
                    <a:pt x="1144859" y="1262174"/>
                  </a:lnTo>
                  <a:lnTo>
                    <a:pt x="1185747" y="1262713"/>
                  </a:lnTo>
                  <a:lnTo>
                    <a:pt x="1226635" y="1263134"/>
                  </a:lnTo>
                  <a:lnTo>
                    <a:pt x="1267523" y="1263463"/>
                  </a:lnTo>
                  <a:lnTo>
                    <a:pt x="1308411" y="1263719"/>
                  </a:lnTo>
                  <a:lnTo>
                    <a:pt x="1349298" y="1263920"/>
                  </a:lnTo>
                  <a:lnTo>
                    <a:pt x="1390186" y="1264076"/>
                  </a:lnTo>
                  <a:lnTo>
                    <a:pt x="1431074" y="1264198"/>
                  </a:lnTo>
                  <a:lnTo>
                    <a:pt x="1471962" y="1264294"/>
                  </a:lnTo>
                  <a:lnTo>
                    <a:pt x="1512850" y="1264368"/>
                  </a:lnTo>
                  <a:lnTo>
                    <a:pt x="1553738" y="1264426"/>
                  </a:lnTo>
                  <a:lnTo>
                    <a:pt x="1594625" y="1264472"/>
                  </a:lnTo>
                  <a:lnTo>
                    <a:pt x="1635513" y="1264507"/>
                  </a:lnTo>
                  <a:lnTo>
                    <a:pt x="1676401" y="1264535"/>
                  </a:lnTo>
                  <a:lnTo>
                    <a:pt x="1717289" y="1264556"/>
                  </a:lnTo>
                  <a:lnTo>
                    <a:pt x="1758177" y="1264573"/>
                  </a:lnTo>
                  <a:lnTo>
                    <a:pt x="1799065" y="1264586"/>
                  </a:lnTo>
                  <a:lnTo>
                    <a:pt x="1839953" y="1264597"/>
                  </a:lnTo>
                  <a:lnTo>
                    <a:pt x="1880840" y="1264605"/>
                  </a:lnTo>
                  <a:lnTo>
                    <a:pt x="1921728" y="1264611"/>
                  </a:lnTo>
                  <a:lnTo>
                    <a:pt x="1962616" y="1264616"/>
                  </a:lnTo>
                  <a:lnTo>
                    <a:pt x="2003504" y="1264620"/>
                  </a:lnTo>
                  <a:lnTo>
                    <a:pt x="2044392" y="1264623"/>
                  </a:lnTo>
                  <a:lnTo>
                    <a:pt x="2085280" y="1264625"/>
                  </a:lnTo>
                  <a:lnTo>
                    <a:pt x="2126167" y="1264627"/>
                  </a:lnTo>
                  <a:lnTo>
                    <a:pt x="2167055" y="1264628"/>
                  </a:lnTo>
                  <a:lnTo>
                    <a:pt x="2207943" y="1264629"/>
                  </a:lnTo>
                  <a:lnTo>
                    <a:pt x="2248831" y="1264630"/>
                  </a:lnTo>
                  <a:lnTo>
                    <a:pt x="2289719" y="1264631"/>
                  </a:lnTo>
                  <a:lnTo>
                    <a:pt x="2330607" y="1264631"/>
                  </a:lnTo>
                  <a:lnTo>
                    <a:pt x="2371495" y="1264632"/>
                  </a:lnTo>
                  <a:lnTo>
                    <a:pt x="2412382" y="1264632"/>
                  </a:lnTo>
                  <a:lnTo>
                    <a:pt x="2453270" y="1264632"/>
                  </a:lnTo>
                  <a:lnTo>
                    <a:pt x="2494158" y="1264633"/>
                  </a:lnTo>
                  <a:lnTo>
                    <a:pt x="2535046" y="1264633"/>
                  </a:lnTo>
                  <a:lnTo>
                    <a:pt x="2575934" y="1264633"/>
                  </a:lnTo>
                  <a:lnTo>
                    <a:pt x="2616822" y="1264633"/>
                  </a:lnTo>
                  <a:lnTo>
                    <a:pt x="2657709" y="1264633"/>
                  </a:lnTo>
                  <a:lnTo>
                    <a:pt x="2698597" y="1264633"/>
                  </a:lnTo>
                  <a:lnTo>
                    <a:pt x="2739485" y="1264633"/>
                  </a:lnTo>
                  <a:lnTo>
                    <a:pt x="2780373" y="1264633"/>
                  </a:lnTo>
                  <a:lnTo>
                    <a:pt x="2821261" y="1264633"/>
                  </a:lnTo>
                  <a:lnTo>
                    <a:pt x="2862149" y="1264633"/>
                  </a:lnTo>
                  <a:lnTo>
                    <a:pt x="2903037" y="1264633"/>
                  </a:lnTo>
                  <a:lnTo>
                    <a:pt x="2943924" y="1264633"/>
                  </a:lnTo>
                  <a:lnTo>
                    <a:pt x="2984812" y="1264633"/>
                  </a:lnTo>
                  <a:lnTo>
                    <a:pt x="3025700" y="1264633"/>
                  </a:lnTo>
                  <a:lnTo>
                    <a:pt x="3066588" y="1264633"/>
                  </a:lnTo>
                  <a:lnTo>
                    <a:pt x="3107476" y="1264633"/>
                  </a:lnTo>
                  <a:lnTo>
                    <a:pt x="3148364" y="1264633"/>
                  </a:lnTo>
                  <a:lnTo>
                    <a:pt x="3189251" y="1264633"/>
                  </a:lnTo>
                  <a:lnTo>
                    <a:pt x="3230139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8" name="tx218"/>
            <p:cNvSpPr/>
            <p:nvPr/>
          </p:nvSpPr>
          <p:spPr>
            <a:xfrm>
              <a:off x="1148263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3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3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3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3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410615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762488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114362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391707" y="4372932"/>
              <a:ext cx="49478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058443" y="1818264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6109468" y="2053636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0" name="pl230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1" name="pt231"/>
            <p:cNvSpPr/>
            <p:nvPr/>
          </p:nvSpPr>
          <p:spPr>
            <a:xfrm>
              <a:off x="6109468" y="227309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2" name="pl232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" name="pt233"/>
            <p:cNvSpPr/>
            <p:nvPr/>
          </p:nvSpPr>
          <p:spPr>
            <a:xfrm>
              <a:off x="6109468" y="2492548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" name="pl234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" name="pt235"/>
            <p:cNvSpPr/>
            <p:nvPr/>
          </p:nvSpPr>
          <p:spPr>
            <a:xfrm>
              <a:off x="6109468" y="271200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" name="pl236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" name="pt237"/>
            <p:cNvSpPr/>
            <p:nvPr/>
          </p:nvSpPr>
          <p:spPr>
            <a:xfrm>
              <a:off x="6109468" y="2931460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" name="pl238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" name="pt239"/>
            <p:cNvSpPr/>
            <p:nvPr/>
          </p:nvSpPr>
          <p:spPr>
            <a:xfrm>
              <a:off x="6109468" y="3150916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" name="pl240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" name="pt241"/>
            <p:cNvSpPr/>
            <p:nvPr/>
          </p:nvSpPr>
          <p:spPr>
            <a:xfrm>
              <a:off x="6109468" y="337037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" name="pl242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" name="pt243"/>
            <p:cNvSpPr/>
            <p:nvPr/>
          </p:nvSpPr>
          <p:spPr>
            <a:xfrm>
              <a:off x="6109468" y="3589828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" name="pl244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" name="tx245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347488" y="2291789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7488" y="2730701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347488" y="2950157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347488" y="3389069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1428519" y="983990"/>
              <a:ext cx="399062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(GF, MLL): 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428519" y="1165041"/>
              <a:ext cx="267224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" name="rc4"/>
            <p:cNvSpPr/>
            <p:nvPr/>
          </p:nvSpPr>
          <p:spPr>
            <a:xfrm>
              <a:off x="914401" y="914401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7200"/>
            </a:p>
          </p:txBody>
        </p:sp>
        <p:sp>
          <p:nvSpPr>
            <p:cNvPr id="5" name="pl5"/>
            <p:cNvSpPr/>
            <p:nvPr/>
          </p:nvSpPr>
          <p:spPr>
            <a:xfrm>
              <a:off x="1428520" y="3729375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" name="pl6"/>
            <p:cNvSpPr/>
            <p:nvPr/>
          </p:nvSpPr>
          <p:spPr>
            <a:xfrm>
              <a:off x="1428520" y="3097058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" name="pl7"/>
            <p:cNvSpPr/>
            <p:nvPr/>
          </p:nvSpPr>
          <p:spPr>
            <a:xfrm>
              <a:off x="1428520" y="2464741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" name="pl8"/>
            <p:cNvSpPr/>
            <p:nvPr/>
          </p:nvSpPr>
          <p:spPr>
            <a:xfrm>
              <a:off x="1428520" y="1832424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" name="pl9"/>
            <p:cNvSpPr/>
            <p:nvPr/>
          </p:nvSpPr>
          <p:spPr>
            <a:xfrm>
              <a:off x="182905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" name="pl10"/>
            <p:cNvSpPr/>
            <p:nvPr/>
          </p:nvSpPr>
          <p:spPr>
            <a:xfrm>
              <a:off x="257398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" name="pl11"/>
            <p:cNvSpPr/>
            <p:nvPr/>
          </p:nvSpPr>
          <p:spPr>
            <a:xfrm>
              <a:off x="331892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" name="pl12"/>
            <p:cNvSpPr/>
            <p:nvPr/>
          </p:nvSpPr>
          <p:spPr>
            <a:xfrm>
              <a:off x="406386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" name="pl13"/>
            <p:cNvSpPr/>
            <p:nvPr/>
          </p:nvSpPr>
          <p:spPr>
            <a:xfrm>
              <a:off x="480879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" name="pl14"/>
            <p:cNvSpPr/>
            <p:nvPr/>
          </p:nvSpPr>
          <p:spPr>
            <a:xfrm>
              <a:off x="555373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" name="pl15"/>
            <p:cNvSpPr/>
            <p:nvPr/>
          </p:nvSpPr>
          <p:spPr>
            <a:xfrm>
              <a:off x="1428520" y="404553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" name="pl16"/>
            <p:cNvSpPr/>
            <p:nvPr/>
          </p:nvSpPr>
          <p:spPr>
            <a:xfrm>
              <a:off x="1428520" y="341321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" name="pl17"/>
            <p:cNvSpPr/>
            <p:nvPr/>
          </p:nvSpPr>
          <p:spPr>
            <a:xfrm>
              <a:off x="1428520" y="2780900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" name="pl18"/>
            <p:cNvSpPr/>
            <p:nvPr/>
          </p:nvSpPr>
          <p:spPr>
            <a:xfrm>
              <a:off x="1428520" y="2148583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" name="pl19"/>
            <p:cNvSpPr/>
            <p:nvPr/>
          </p:nvSpPr>
          <p:spPr>
            <a:xfrm>
              <a:off x="1428520" y="1516266"/>
              <a:ext cx="4421155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" name="pl20"/>
            <p:cNvSpPr/>
            <p:nvPr/>
          </p:nvSpPr>
          <p:spPr>
            <a:xfrm>
              <a:off x="145658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" name="pl21"/>
            <p:cNvSpPr/>
            <p:nvPr/>
          </p:nvSpPr>
          <p:spPr>
            <a:xfrm>
              <a:off x="220151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" name="pl22"/>
            <p:cNvSpPr/>
            <p:nvPr/>
          </p:nvSpPr>
          <p:spPr>
            <a:xfrm>
              <a:off x="29464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" name="pl23"/>
            <p:cNvSpPr/>
            <p:nvPr/>
          </p:nvSpPr>
          <p:spPr>
            <a:xfrm>
              <a:off x="369139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" name="pl24"/>
            <p:cNvSpPr/>
            <p:nvPr/>
          </p:nvSpPr>
          <p:spPr>
            <a:xfrm>
              <a:off x="443632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" name="pl25"/>
            <p:cNvSpPr/>
            <p:nvPr/>
          </p:nvSpPr>
          <p:spPr>
            <a:xfrm>
              <a:off x="51812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6" name="pt26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7" name="pt27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8" name="pt28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9" name="pt29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0" name="pt30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1" name="pt31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2" name="pt32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3" name="pt33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4" name="pt34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5" name="pt35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6" name="pt36"/>
            <p:cNvSpPr/>
            <p:nvPr/>
          </p:nvSpPr>
          <p:spPr>
            <a:xfrm>
              <a:off x="2670381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7" name="pt37"/>
            <p:cNvSpPr/>
            <p:nvPr/>
          </p:nvSpPr>
          <p:spPr>
            <a:xfrm>
              <a:off x="2670381" y="1457564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8" name="pt38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9" name="pt39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0" name="pt40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1" name="pt41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2" name="pt42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3" name="pt43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4" name="pt44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5" name="pt45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6" name="pt46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7" name="pt47"/>
            <p:cNvSpPr/>
            <p:nvPr/>
          </p:nvSpPr>
          <p:spPr>
            <a:xfrm>
              <a:off x="2326071" y="145756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8" name="pt48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9" name="pt49"/>
            <p:cNvSpPr/>
            <p:nvPr/>
          </p:nvSpPr>
          <p:spPr>
            <a:xfrm>
              <a:off x="2326071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0" name="pt50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1" name="pt51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2" name="pt52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3" name="pt53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4" name="pt54"/>
            <p:cNvSpPr/>
            <p:nvPr/>
          </p:nvSpPr>
          <p:spPr>
            <a:xfrm>
              <a:off x="199695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5" name="pt55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6" name="pt56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7" name="pt57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8" name="pt58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9" name="pt59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0" name="pt60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1" name="pt61"/>
            <p:cNvSpPr/>
            <p:nvPr/>
          </p:nvSpPr>
          <p:spPr>
            <a:xfrm>
              <a:off x="157078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2" name="pt62"/>
            <p:cNvSpPr/>
            <p:nvPr/>
          </p:nvSpPr>
          <p:spPr>
            <a:xfrm>
              <a:off x="157078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3" name="pt63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4" name="pt64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5" name="pt65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6" name="pt66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7" name="pt67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8" name="pt68"/>
            <p:cNvSpPr/>
            <p:nvPr/>
          </p:nvSpPr>
          <p:spPr>
            <a:xfrm>
              <a:off x="199695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9" name="pt69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0" name="pt70"/>
            <p:cNvSpPr/>
            <p:nvPr/>
          </p:nvSpPr>
          <p:spPr>
            <a:xfrm>
              <a:off x="199695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1" name="pt71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2" name="pt72"/>
            <p:cNvSpPr/>
            <p:nvPr/>
          </p:nvSpPr>
          <p:spPr>
            <a:xfrm>
              <a:off x="1996958" y="1457564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3" name="pt73"/>
            <p:cNvSpPr/>
            <p:nvPr/>
          </p:nvSpPr>
          <p:spPr>
            <a:xfrm>
              <a:off x="1996958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4" name="pt74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5" name="pt75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6" name="pt76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7" name="pt77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8" name="pt78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9" name="pt79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0" name="pt80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1" name="pt81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2" name="pt82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3" name="pt83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4" name="pt84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5" name="pt85"/>
            <p:cNvSpPr/>
            <p:nvPr/>
          </p:nvSpPr>
          <p:spPr>
            <a:xfrm>
              <a:off x="3106094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6" name="pt86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7" name="pt87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8" name="pt88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9" name="pt89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0" name="pt90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1" name="pt91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2" name="pt92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3" name="pt93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4" name="pt94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5" name="pt95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6" name="pt96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7" name="pt97"/>
            <p:cNvSpPr/>
            <p:nvPr/>
          </p:nvSpPr>
          <p:spPr>
            <a:xfrm>
              <a:off x="2444069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8" name="pt98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9" name="pt99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0" name="pt100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1" name="pt101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2" name="pt102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3" name="pt103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4" name="pt104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5" name="pt105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6" name="pt106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7" name="pt107"/>
            <p:cNvSpPr/>
            <p:nvPr/>
          </p:nvSpPr>
          <p:spPr>
            <a:xfrm>
              <a:off x="3050596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8" name="pt108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9" name="pt109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0" name="pt110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1" name="pt111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2" name="pt112"/>
            <p:cNvSpPr/>
            <p:nvPr/>
          </p:nvSpPr>
          <p:spPr>
            <a:xfrm>
              <a:off x="3050596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3" name="pt113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4" name="pt114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5" name="pt115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6" name="pt116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7" name="pt117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8" name="pt118"/>
            <p:cNvSpPr/>
            <p:nvPr/>
          </p:nvSpPr>
          <p:spPr>
            <a:xfrm>
              <a:off x="3249867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9" name="pt119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0" name="pt120"/>
            <p:cNvSpPr/>
            <p:nvPr/>
          </p:nvSpPr>
          <p:spPr>
            <a:xfrm>
              <a:off x="3249867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1" name="pt121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2" name="pt122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3" name="pt123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4" name="pt124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5" name="pt125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6" name="pt126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7" name="pt127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8" name="pt128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9" name="pt129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" name="pt130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" name="pt131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" name="pt132"/>
            <p:cNvSpPr/>
            <p:nvPr/>
          </p:nvSpPr>
          <p:spPr>
            <a:xfrm>
              <a:off x="5271775" y="3986832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" name="pt133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" name="pt134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" name="pt135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" name="pt136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" name="pt137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" name="pt138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" name="pt139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" name="pt140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" name="pt141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" name="pt142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" name="pt143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" name="pt144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" name="pt145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" name="pt146"/>
            <p:cNvSpPr/>
            <p:nvPr/>
          </p:nvSpPr>
          <p:spPr>
            <a:xfrm>
              <a:off x="419549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" name="pt147"/>
            <p:cNvSpPr/>
            <p:nvPr/>
          </p:nvSpPr>
          <p:spPr>
            <a:xfrm>
              <a:off x="4195490" y="1457564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" name="pt148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" name="pt149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" name="pt150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" name="pt151"/>
            <p:cNvSpPr/>
            <p:nvPr/>
          </p:nvSpPr>
          <p:spPr>
            <a:xfrm>
              <a:off x="4936553" y="398683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" name="pt152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3" name="pt153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4" name="pt154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5" name="pt155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6" name="pt156"/>
            <p:cNvSpPr/>
            <p:nvPr/>
          </p:nvSpPr>
          <p:spPr>
            <a:xfrm>
              <a:off x="4195490" y="3986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7" name="pt157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8" name="pt158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9" name="pt159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0" name="pt160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1" name="pt161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2" name="pt162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3" name="pt163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4" name="pt164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5" name="pt165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6" name="pt166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7" name="pt167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8" name="pt168"/>
            <p:cNvSpPr/>
            <p:nvPr/>
          </p:nvSpPr>
          <p:spPr>
            <a:xfrm>
              <a:off x="4665247" y="39868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9" name="pt169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0" name="pt170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1" name="pt171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2" name="pt172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3" name="pt173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4" name="pt174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5" name="pt175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6" name="pt176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7" name="pt177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8" name="pt178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9" name="pt179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0" name="pt180"/>
            <p:cNvSpPr/>
            <p:nvPr/>
          </p:nvSpPr>
          <p:spPr>
            <a:xfrm>
              <a:off x="4671132" y="145756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" name="pt181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" name="pt182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" name="pt183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" name="pt184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" name="pt185"/>
            <p:cNvSpPr/>
            <p:nvPr/>
          </p:nvSpPr>
          <p:spPr>
            <a:xfrm>
              <a:off x="4971639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" name="pt186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" name="pt187"/>
            <p:cNvSpPr/>
            <p:nvPr/>
          </p:nvSpPr>
          <p:spPr>
            <a:xfrm>
              <a:off x="4971639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" name="pt188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" name="pt189"/>
            <p:cNvSpPr/>
            <p:nvPr/>
          </p:nvSpPr>
          <p:spPr>
            <a:xfrm>
              <a:off x="4971639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" name="pt190"/>
            <p:cNvSpPr/>
            <p:nvPr/>
          </p:nvSpPr>
          <p:spPr>
            <a:xfrm>
              <a:off x="4971639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" name="pt191"/>
            <p:cNvSpPr/>
            <p:nvPr/>
          </p:nvSpPr>
          <p:spPr>
            <a:xfrm>
              <a:off x="4971639" y="145756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" name="pt192"/>
            <p:cNvSpPr/>
            <p:nvPr/>
          </p:nvSpPr>
          <p:spPr>
            <a:xfrm>
              <a:off x="4971639" y="3986832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" name="pt193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" name="pt194"/>
            <p:cNvSpPr/>
            <p:nvPr/>
          </p:nvSpPr>
          <p:spPr>
            <a:xfrm>
              <a:off x="4949962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" name="pt195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" name="pt196"/>
            <p:cNvSpPr/>
            <p:nvPr/>
          </p:nvSpPr>
          <p:spPr>
            <a:xfrm>
              <a:off x="4949962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" name="pt197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" name="pt198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" name="pt199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" name="pt200"/>
            <p:cNvSpPr/>
            <p:nvPr/>
          </p:nvSpPr>
          <p:spPr>
            <a:xfrm>
              <a:off x="4949962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" name="pt201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" name="pt202"/>
            <p:cNvSpPr/>
            <p:nvPr/>
          </p:nvSpPr>
          <p:spPr>
            <a:xfrm>
              <a:off x="4949962" y="3986832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" name="pt203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" name="pt204"/>
            <p:cNvSpPr/>
            <p:nvPr/>
          </p:nvSpPr>
          <p:spPr>
            <a:xfrm>
              <a:off x="4949962" y="145756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" name="pt205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6" name="pt206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7" name="pt207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8" name="pt208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9" name="pt209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0" name="pt210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1" name="pt211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2" name="pt212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3" name="pt213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4" name="pt214"/>
            <p:cNvSpPr/>
            <p:nvPr/>
          </p:nvSpPr>
          <p:spPr>
            <a:xfrm>
              <a:off x="5590012" y="398683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5" name="pt215"/>
            <p:cNvSpPr/>
            <p:nvPr/>
          </p:nvSpPr>
          <p:spPr>
            <a:xfrm>
              <a:off x="5590012" y="145756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6" name="pl216"/>
            <p:cNvSpPr/>
            <p:nvPr/>
          </p:nvSpPr>
          <p:spPr>
            <a:xfrm>
              <a:off x="2502771" y="1516266"/>
              <a:ext cx="2227063" cy="0"/>
            </a:xfrm>
            <a:custGeom>
              <a:avLst/>
              <a:gdLst/>
              <a:ahLst/>
              <a:cxnLst/>
              <a:rect l="0" t="0" r="0" b="0"/>
              <a:pathLst>
                <a:path w="2227063">
                  <a:moveTo>
                    <a:pt x="0" y="0"/>
                  </a:moveTo>
                  <a:lnTo>
                    <a:pt x="28190" y="0"/>
                  </a:lnTo>
                  <a:lnTo>
                    <a:pt x="56381" y="0"/>
                  </a:lnTo>
                  <a:lnTo>
                    <a:pt x="84572" y="0"/>
                  </a:lnTo>
                  <a:lnTo>
                    <a:pt x="112762" y="0"/>
                  </a:lnTo>
                  <a:lnTo>
                    <a:pt x="140953" y="0"/>
                  </a:lnTo>
                  <a:lnTo>
                    <a:pt x="169144" y="0"/>
                  </a:lnTo>
                  <a:lnTo>
                    <a:pt x="197334" y="0"/>
                  </a:lnTo>
                  <a:lnTo>
                    <a:pt x="225525" y="0"/>
                  </a:lnTo>
                  <a:lnTo>
                    <a:pt x="253716" y="0"/>
                  </a:lnTo>
                  <a:lnTo>
                    <a:pt x="281906" y="0"/>
                  </a:lnTo>
                  <a:lnTo>
                    <a:pt x="310097" y="0"/>
                  </a:lnTo>
                  <a:lnTo>
                    <a:pt x="338288" y="0"/>
                  </a:lnTo>
                  <a:lnTo>
                    <a:pt x="366478" y="0"/>
                  </a:lnTo>
                  <a:lnTo>
                    <a:pt x="394669" y="0"/>
                  </a:lnTo>
                  <a:lnTo>
                    <a:pt x="422860" y="0"/>
                  </a:lnTo>
                  <a:lnTo>
                    <a:pt x="451050" y="0"/>
                  </a:lnTo>
                  <a:lnTo>
                    <a:pt x="479241" y="0"/>
                  </a:lnTo>
                  <a:lnTo>
                    <a:pt x="507432" y="0"/>
                  </a:lnTo>
                  <a:lnTo>
                    <a:pt x="535622" y="0"/>
                  </a:lnTo>
                  <a:lnTo>
                    <a:pt x="563813" y="0"/>
                  </a:lnTo>
                  <a:lnTo>
                    <a:pt x="592004" y="0"/>
                  </a:lnTo>
                  <a:lnTo>
                    <a:pt x="620194" y="0"/>
                  </a:lnTo>
                  <a:lnTo>
                    <a:pt x="648385" y="0"/>
                  </a:lnTo>
                  <a:lnTo>
                    <a:pt x="676576" y="0"/>
                  </a:lnTo>
                  <a:lnTo>
                    <a:pt x="704766" y="0"/>
                  </a:lnTo>
                  <a:lnTo>
                    <a:pt x="732957" y="0"/>
                  </a:lnTo>
                  <a:lnTo>
                    <a:pt x="761148" y="0"/>
                  </a:lnTo>
                  <a:lnTo>
                    <a:pt x="789338" y="0"/>
                  </a:lnTo>
                  <a:lnTo>
                    <a:pt x="817529" y="0"/>
                  </a:lnTo>
                  <a:lnTo>
                    <a:pt x="845720" y="0"/>
                  </a:lnTo>
                  <a:lnTo>
                    <a:pt x="873910" y="0"/>
                  </a:lnTo>
                  <a:lnTo>
                    <a:pt x="902101" y="0"/>
                  </a:lnTo>
                  <a:lnTo>
                    <a:pt x="930292" y="0"/>
                  </a:lnTo>
                  <a:lnTo>
                    <a:pt x="958482" y="0"/>
                  </a:lnTo>
                  <a:lnTo>
                    <a:pt x="986673" y="0"/>
                  </a:lnTo>
                  <a:lnTo>
                    <a:pt x="1014864" y="0"/>
                  </a:lnTo>
                  <a:lnTo>
                    <a:pt x="1043054" y="0"/>
                  </a:lnTo>
                  <a:lnTo>
                    <a:pt x="1071245" y="0"/>
                  </a:lnTo>
                  <a:lnTo>
                    <a:pt x="1099436" y="0"/>
                  </a:lnTo>
                  <a:lnTo>
                    <a:pt x="1127626" y="0"/>
                  </a:lnTo>
                  <a:lnTo>
                    <a:pt x="1155817" y="0"/>
                  </a:lnTo>
                  <a:lnTo>
                    <a:pt x="1184008" y="0"/>
                  </a:lnTo>
                  <a:lnTo>
                    <a:pt x="1212198" y="0"/>
                  </a:lnTo>
                  <a:lnTo>
                    <a:pt x="1240389" y="0"/>
                  </a:lnTo>
                  <a:lnTo>
                    <a:pt x="1268580" y="0"/>
                  </a:lnTo>
                  <a:lnTo>
                    <a:pt x="1296770" y="0"/>
                  </a:lnTo>
                  <a:lnTo>
                    <a:pt x="1324961" y="0"/>
                  </a:lnTo>
                  <a:lnTo>
                    <a:pt x="1353152" y="0"/>
                  </a:lnTo>
                  <a:lnTo>
                    <a:pt x="1381342" y="0"/>
                  </a:lnTo>
                  <a:lnTo>
                    <a:pt x="1409533" y="0"/>
                  </a:lnTo>
                  <a:lnTo>
                    <a:pt x="1437724" y="0"/>
                  </a:lnTo>
                  <a:lnTo>
                    <a:pt x="1465914" y="0"/>
                  </a:lnTo>
                  <a:lnTo>
                    <a:pt x="1494105" y="0"/>
                  </a:lnTo>
                  <a:lnTo>
                    <a:pt x="1522296" y="0"/>
                  </a:lnTo>
                  <a:lnTo>
                    <a:pt x="1550486" y="0"/>
                  </a:lnTo>
                  <a:lnTo>
                    <a:pt x="1578677" y="0"/>
                  </a:lnTo>
                  <a:lnTo>
                    <a:pt x="1606868" y="0"/>
                  </a:lnTo>
                  <a:lnTo>
                    <a:pt x="1635058" y="0"/>
                  </a:lnTo>
                  <a:lnTo>
                    <a:pt x="1663249" y="0"/>
                  </a:lnTo>
                  <a:lnTo>
                    <a:pt x="1691440" y="0"/>
                  </a:lnTo>
                  <a:lnTo>
                    <a:pt x="1719630" y="0"/>
                  </a:lnTo>
                  <a:lnTo>
                    <a:pt x="1747821" y="0"/>
                  </a:lnTo>
                  <a:lnTo>
                    <a:pt x="1776012" y="0"/>
                  </a:lnTo>
                  <a:lnTo>
                    <a:pt x="1804202" y="0"/>
                  </a:lnTo>
                  <a:lnTo>
                    <a:pt x="1832393" y="0"/>
                  </a:lnTo>
                  <a:lnTo>
                    <a:pt x="1860584" y="0"/>
                  </a:lnTo>
                  <a:lnTo>
                    <a:pt x="1888774" y="0"/>
                  </a:lnTo>
                  <a:lnTo>
                    <a:pt x="1916965" y="0"/>
                  </a:lnTo>
                  <a:lnTo>
                    <a:pt x="1945156" y="0"/>
                  </a:lnTo>
                  <a:lnTo>
                    <a:pt x="1973346" y="0"/>
                  </a:lnTo>
                  <a:lnTo>
                    <a:pt x="2001537" y="0"/>
                  </a:lnTo>
                  <a:lnTo>
                    <a:pt x="2029728" y="0"/>
                  </a:lnTo>
                  <a:lnTo>
                    <a:pt x="2057919" y="0"/>
                  </a:lnTo>
                  <a:lnTo>
                    <a:pt x="2086109" y="0"/>
                  </a:lnTo>
                  <a:lnTo>
                    <a:pt x="2114300" y="0"/>
                  </a:lnTo>
                  <a:lnTo>
                    <a:pt x="2142491" y="0"/>
                  </a:lnTo>
                  <a:lnTo>
                    <a:pt x="2170681" y="0"/>
                  </a:lnTo>
                  <a:lnTo>
                    <a:pt x="2198872" y="0"/>
                  </a:lnTo>
                  <a:lnTo>
                    <a:pt x="2227063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7" name="pl217"/>
            <p:cNvSpPr/>
            <p:nvPr/>
          </p:nvSpPr>
          <p:spPr>
            <a:xfrm>
              <a:off x="3308569" y="1727038"/>
              <a:ext cx="2340144" cy="1628694"/>
            </a:xfrm>
            <a:custGeom>
              <a:avLst/>
              <a:gdLst/>
              <a:ahLst/>
              <a:cxnLst/>
              <a:rect l="0" t="0" r="0" b="0"/>
              <a:pathLst>
                <a:path w="2340144" h="1628694">
                  <a:moveTo>
                    <a:pt x="0" y="0"/>
                  </a:moveTo>
                  <a:lnTo>
                    <a:pt x="29622" y="8411"/>
                  </a:lnTo>
                  <a:lnTo>
                    <a:pt x="59244" y="17126"/>
                  </a:lnTo>
                  <a:lnTo>
                    <a:pt x="88866" y="26151"/>
                  </a:lnTo>
                  <a:lnTo>
                    <a:pt x="118488" y="35496"/>
                  </a:lnTo>
                  <a:lnTo>
                    <a:pt x="148110" y="45168"/>
                  </a:lnTo>
                  <a:lnTo>
                    <a:pt x="177732" y="55176"/>
                  </a:lnTo>
                  <a:lnTo>
                    <a:pt x="207354" y="65528"/>
                  </a:lnTo>
                  <a:lnTo>
                    <a:pt x="236976" y="76231"/>
                  </a:lnTo>
                  <a:lnTo>
                    <a:pt x="266598" y="87294"/>
                  </a:lnTo>
                  <a:lnTo>
                    <a:pt x="296220" y="98725"/>
                  </a:lnTo>
                  <a:lnTo>
                    <a:pt x="325842" y="110531"/>
                  </a:lnTo>
                  <a:lnTo>
                    <a:pt x="355464" y="122719"/>
                  </a:lnTo>
                  <a:lnTo>
                    <a:pt x="385087" y="135298"/>
                  </a:lnTo>
                  <a:lnTo>
                    <a:pt x="414709" y="148273"/>
                  </a:lnTo>
                  <a:lnTo>
                    <a:pt x="444331" y="161652"/>
                  </a:lnTo>
                  <a:lnTo>
                    <a:pt x="473953" y="175441"/>
                  </a:lnTo>
                  <a:lnTo>
                    <a:pt x="503575" y="189645"/>
                  </a:lnTo>
                  <a:lnTo>
                    <a:pt x="533197" y="204271"/>
                  </a:lnTo>
                  <a:lnTo>
                    <a:pt x="562819" y="219323"/>
                  </a:lnTo>
                  <a:lnTo>
                    <a:pt x="592441" y="234806"/>
                  </a:lnTo>
                  <a:lnTo>
                    <a:pt x="622063" y="250723"/>
                  </a:lnTo>
                  <a:lnTo>
                    <a:pt x="651685" y="267079"/>
                  </a:lnTo>
                  <a:lnTo>
                    <a:pt x="681307" y="283876"/>
                  </a:lnTo>
                  <a:lnTo>
                    <a:pt x="710929" y="301116"/>
                  </a:lnTo>
                  <a:lnTo>
                    <a:pt x="740552" y="318800"/>
                  </a:lnTo>
                  <a:lnTo>
                    <a:pt x="770174" y="336930"/>
                  </a:lnTo>
                  <a:lnTo>
                    <a:pt x="799796" y="355504"/>
                  </a:lnTo>
                  <a:lnTo>
                    <a:pt x="829418" y="374522"/>
                  </a:lnTo>
                  <a:lnTo>
                    <a:pt x="859040" y="393982"/>
                  </a:lnTo>
                  <a:lnTo>
                    <a:pt x="888662" y="413882"/>
                  </a:lnTo>
                  <a:lnTo>
                    <a:pt x="918284" y="434216"/>
                  </a:lnTo>
                  <a:lnTo>
                    <a:pt x="947906" y="454982"/>
                  </a:lnTo>
                  <a:lnTo>
                    <a:pt x="977528" y="476172"/>
                  </a:lnTo>
                  <a:lnTo>
                    <a:pt x="1007150" y="497780"/>
                  </a:lnTo>
                  <a:lnTo>
                    <a:pt x="1036772" y="519798"/>
                  </a:lnTo>
                  <a:lnTo>
                    <a:pt x="1066394" y="542217"/>
                  </a:lnTo>
                  <a:lnTo>
                    <a:pt x="1096017" y="565028"/>
                  </a:lnTo>
                  <a:lnTo>
                    <a:pt x="1125639" y="588219"/>
                  </a:lnTo>
                  <a:lnTo>
                    <a:pt x="1155261" y="611778"/>
                  </a:lnTo>
                  <a:lnTo>
                    <a:pt x="1184883" y="635691"/>
                  </a:lnTo>
                  <a:lnTo>
                    <a:pt x="1214505" y="659946"/>
                  </a:lnTo>
                  <a:lnTo>
                    <a:pt x="1244127" y="684525"/>
                  </a:lnTo>
                  <a:lnTo>
                    <a:pt x="1273749" y="709413"/>
                  </a:lnTo>
                  <a:lnTo>
                    <a:pt x="1303371" y="734593"/>
                  </a:lnTo>
                  <a:lnTo>
                    <a:pt x="1332993" y="760047"/>
                  </a:lnTo>
                  <a:lnTo>
                    <a:pt x="1362615" y="785754"/>
                  </a:lnTo>
                  <a:lnTo>
                    <a:pt x="1392237" y="811696"/>
                  </a:lnTo>
                  <a:lnTo>
                    <a:pt x="1421859" y="837850"/>
                  </a:lnTo>
                  <a:lnTo>
                    <a:pt x="1451481" y="864197"/>
                  </a:lnTo>
                  <a:lnTo>
                    <a:pt x="1481104" y="890713"/>
                  </a:lnTo>
                  <a:lnTo>
                    <a:pt x="1510726" y="917376"/>
                  </a:lnTo>
                  <a:lnTo>
                    <a:pt x="1540348" y="944162"/>
                  </a:lnTo>
                  <a:lnTo>
                    <a:pt x="1569970" y="971047"/>
                  </a:lnTo>
                  <a:lnTo>
                    <a:pt x="1599592" y="998008"/>
                  </a:lnTo>
                  <a:lnTo>
                    <a:pt x="1629214" y="1025020"/>
                  </a:lnTo>
                  <a:lnTo>
                    <a:pt x="1658836" y="1052059"/>
                  </a:lnTo>
                  <a:lnTo>
                    <a:pt x="1688458" y="1079099"/>
                  </a:lnTo>
                  <a:lnTo>
                    <a:pt x="1718080" y="1106116"/>
                  </a:lnTo>
                  <a:lnTo>
                    <a:pt x="1747702" y="1133085"/>
                  </a:lnTo>
                  <a:lnTo>
                    <a:pt x="1777324" y="1159982"/>
                  </a:lnTo>
                  <a:lnTo>
                    <a:pt x="1806946" y="1186783"/>
                  </a:lnTo>
                  <a:lnTo>
                    <a:pt x="1836569" y="1213463"/>
                  </a:lnTo>
                  <a:lnTo>
                    <a:pt x="1866191" y="1240000"/>
                  </a:lnTo>
                  <a:lnTo>
                    <a:pt x="1895813" y="1266371"/>
                  </a:lnTo>
                  <a:lnTo>
                    <a:pt x="1925435" y="1292552"/>
                  </a:lnTo>
                  <a:lnTo>
                    <a:pt x="1955057" y="1318524"/>
                  </a:lnTo>
                  <a:lnTo>
                    <a:pt x="1984679" y="1344263"/>
                  </a:lnTo>
                  <a:lnTo>
                    <a:pt x="2014301" y="1369752"/>
                  </a:lnTo>
                  <a:lnTo>
                    <a:pt x="2043923" y="1394969"/>
                  </a:lnTo>
                  <a:lnTo>
                    <a:pt x="2073545" y="1419897"/>
                  </a:lnTo>
                  <a:lnTo>
                    <a:pt x="2103167" y="1444519"/>
                  </a:lnTo>
                  <a:lnTo>
                    <a:pt x="2132789" y="1468817"/>
                  </a:lnTo>
                  <a:lnTo>
                    <a:pt x="2162411" y="1492777"/>
                  </a:lnTo>
                  <a:lnTo>
                    <a:pt x="2192034" y="1516384"/>
                  </a:lnTo>
                  <a:lnTo>
                    <a:pt x="2221656" y="1539625"/>
                  </a:lnTo>
                  <a:lnTo>
                    <a:pt x="2251278" y="1562487"/>
                  </a:lnTo>
                  <a:lnTo>
                    <a:pt x="2280900" y="1584959"/>
                  </a:lnTo>
                  <a:lnTo>
                    <a:pt x="2310522" y="1607031"/>
                  </a:lnTo>
                  <a:lnTo>
                    <a:pt x="2340144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8" name="pl218"/>
            <p:cNvSpPr/>
            <p:nvPr/>
          </p:nvSpPr>
          <p:spPr>
            <a:xfrm>
              <a:off x="3109299" y="1746200"/>
              <a:ext cx="1899365" cy="613155"/>
            </a:xfrm>
            <a:custGeom>
              <a:avLst/>
              <a:gdLst/>
              <a:ahLst/>
              <a:cxnLst/>
              <a:rect l="0" t="0" r="0" b="0"/>
              <a:pathLst>
                <a:path w="1899365" h="613155">
                  <a:moveTo>
                    <a:pt x="0" y="0"/>
                  </a:moveTo>
                  <a:lnTo>
                    <a:pt x="24042" y="4294"/>
                  </a:lnTo>
                  <a:lnTo>
                    <a:pt x="48085" y="8660"/>
                  </a:lnTo>
                  <a:lnTo>
                    <a:pt x="72127" y="13098"/>
                  </a:lnTo>
                  <a:lnTo>
                    <a:pt x="96170" y="17611"/>
                  </a:lnTo>
                  <a:lnTo>
                    <a:pt x="120212" y="22198"/>
                  </a:lnTo>
                  <a:lnTo>
                    <a:pt x="144255" y="26860"/>
                  </a:lnTo>
                  <a:lnTo>
                    <a:pt x="168298" y="31599"/>
                  </a:lnTo>
                  <a:lnTo>
                    <a:pt x="192340" y="36415"/>
                  </a:lnTo>
                  <a:lnTo>
                    <a:pt x="216383" y="41309"/>
                  </a:lnTo>
                  <a:lnTo>
                    <a:pt x="240425" y="46282"/>
                  </a:lnTo>
                  <a:lnTo>
                    <a:pt x="264468" y="51335"/>
                  </a:lnTo>
                  <a:lnTo>
                    <a:pt x="288511" y="56468"/>
                  </a:lnTo>
                  <a:lnTo>
                    <a:pt x="312553" y="61683"/>
                  </a:lnTo>
                  <a:lnTo>
                    <a:pt x="336596" y="66980"/>
                  </a:lnTo>
                  <a:lnTo>
                    <a:pt x="360638" y="72361"/>
                  </a:lnTo>
                  <a:lnTo>
                    <a:pt x="384681" y="77826"/>
                  </a:lnTo>
                  <a:lnTo>
                    <a:pt x="408724" y="83375"/>
                  </a:lnTo>
                  <a:lnTo>
                    <a:pt x="432766" y="89010"/>
                  </a:lnTo>
                  <a:lnTo>
                    <a:pt x="456809" y="94732"/>
                  </a:lnTo>
                  <a:lnTo>
                    <a:pt x="480851" y="100541"/>
                  </a:lnTo>
                  <a:lnTo>
                    <a:pt x="504894" y="106438"/>
                  </a:lnTo>
                  <a:lnTo>
                    <a:pt x="528937" y="112424"/>
                  </a:lnTo>
                  <a:lnTo>
                    <a:pt x="552979" y="118500"/>
                  </a:lnTo>
                  <a:lnTo>
                    <a:pt x="577022" y="124666"/>
                  </a:lnTo>
                  <a:lnTo>
                    <a:pt x="601064" y="130923"/>
                  </a:lnTo>
                  <a:lnTo>
                    <a:pt x="625107" y="137271"/>
                  </a:lnTo>
                  <a:lnTo>
                    <a:pt x="649150" y="143713"/>
                  </a:lnTo>
                  <a:lnTo>
                    <a:pt x="673192" y="150247"/>
                  </a:lnTo>
                  <a:lnTo>
                    <a:pt x="697235" y="156875"/>
                  </a:lnTo>
                  <a:lnTo>
                    <a:pt x="721277" y="163597"/>
                  </a:lnTo>
                  <a:lnTo>
                    <a:pt x="745320" y="170415"/>
                  </a:lnTo>
                  <a:lnTo>
                    <a:pt x="769363" y="177328"/>
                  </a:lnTo>
                  <a:lnTo>
                    <a:pt x="793405" y="184337"/>
                  </a:lnTo>
                  <a:lnTo>
                    <a:pt x="817448" y="191443"/>
                  </a:lnTo>
                  <a:lnTo>
                    <a:pt x="841490" y="198646"/>
                  </a:lnTo>
                  <a:lnTo>
                    <a:pt x="865533" y="205947"/>
                  </a:lnTo>
                  <a:lnTo>
                    <a:pt x="889576" y="213345"/>
                  </a:lnTo>
                  <a:lnTo>
                    <a:pt x="913618" y="220843"/>
                  </a:lnTo>
                  <a:lnTo>
                    <a:pt x="937661" y="228439"/>
                  </a:lnTo>
                  <a:lnTo>
                    <a:pt x="961703" y="236135"/>
                  </a:lnTo>
                  <a:lnTo>
                    <a:pt x="985746" y="243930"/>
                  </a:lnTo>
                  <a:lnTo>
                    <a:pt x="1009789" y="251825"/>
                  </a:lnTo>
                  <a:lnTo>
                    <a:pt x="1033831" y="259821"/>
                  </a:lnTo>
                  <a:lnTo>
                    <a:pt x="1057874" y="267916"/>
                  </a:lnTo>
                  <a:lnTo>
                    <a:pt x="1081916" y="276113"/>
                  </a:lnTo>
                  <a:lnTo>
                    <a:pt x="1105959" y="284410"/>
                  </a:lnTo>
                  <a:lnTo>
                    <a:pt x="1130002" y="292808"/>
                  </a:lnTo>
                  <a:lnTo>
                    <a:pt x="1154044" y="301307"/>
                  </a:lnTo>
                  <a:lnTo>
                    <a:pt x="1178087" y="309907"/>
                  </a:lnTo>
                  <a:lnTo>
                    <a:pt x="1202129" y="318609"/>
                  </a:lnTo>
                  <a:lnTo>
                    <a:pt x="1226172" y="327411"/>
                  </a:lnTo>
                  <a:lnTo>
                    <a:pt x="1250215" y="336314"/>
                  </a:lnTo>
                  <a:lnTo>
                    <a:pt x="1274257" y="345317"/>
                  </a:lnTo>
                  <a:lnTo>
                    <a:pt x="1298300" y="354421"/>
                  </a:lnTo>
                  <a:lnTo>
                    <a:pt x="1322342" y="363626"/>
                  </a:lnTo>
                  <a:lnTo>
                    <a:pt x="1346385" y="372930"/>
                  </a:lnTo>
                  <a:lnTo>
                    <a:pt x="1370428" y="382335"/>
                  </a:lnTo>
                  <a:lnTo>
                    <a:pt x="1394470" y="391838"/>
                  </a:lnTo>
                  <a:lnTo>
                    <a:pt x="1418513" y="401441"/>
                  </a:lnTo>
                  <a:lnTo>
                    <a:pt x="1442555" y="411142"/>
                  </a:lnTo>
                  <a:lnTo>
                    <a:pt x="1466598" y="420941"/>
                  </a:lnTo>
                  <a:lnTo>
                    <a:pt x="1490641" y="430837"/>
                  </a:lnTo>
                  <a:lnTo>
                    <a:pt x="1514683" y="440830"/>
                  </a:lnTo>
                  <a:lnTo>
                    <a:pt x="1538726" y="450919"/>
                  </a:lnTo>
                  <a:lnTo>
                    <a:pt x="1562768" y="461104"/>
                  </a:lnTo>
                  <a:lnTo>
                    <a:pt x="1586811" y="471383"/>
                  </a:lnTo>
                  <a:lnTo>
                    <a:pt x="1610854" y="481755"/>
                  </a:lnTo>
                  <a:lnTo>
                    <a:pt x="1634896" y="492221"/>
                  </a:lnTo>
                  <a:lnTo>
                    <a:pt x="1658939" y="502778"/>
                  </a:lnTo>
                  <a:lnTo>
                    <a:pt x="1682981" y="513426"/>
                  </a:lnTo>
                  <a:lnTo>
                    <a:pt x="1707024" y="524164"/>
                  </a:lnTo>
                  <a:lnTo>
                    <a:pt x="1731067" y="534991"/>
                  </a:lnTo>
                  <a:lnTo>
                    <a:pt x="1755109" y="545905"/>
                  </a:lnTo>
                  <a:lnTo>
                    <a:pt x="1779152" y="556906"/>
                  </a:lnTo>
                  <a:lnTo>
                    <a:pt x="1803194" y="567991"/>
                  </a:lnTo>
                  <a:lnTo>
                    <a:pt x="1827237" y="579160"/>
                  </a:lnTo>
                  <a:lnTo>
                    <a:pt x="1851280" y="590412"/>
                  </a:lnTo>
                  <a:lnTo>
                    <a:pt x="1875322" y="601744"/>
                  </a:lnTo>
                  <a:lnTo>
                    <a:pt x="18993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9" name="pl219"/>
            <p:cNvSpPr/>
            <p:nvPr/>
          </p:nvSpPr>
          <p:spPr>
            <a:xfrm>
              <a:off x="3164797" y="1516267"/>
              <a:ext cx="1865545" cy="1053861"/>
            </a:xfrm>
            <a:custGeom>
              <a:avLst/>
              <a:gdLst/>
              <a:ahLst/>
              <a:cxnLst/>
              <a:rect l="0" t="0" r="0" b="0"/>
              <a:pathLst>
                <a:path w="1865545" h="1053861">
                  <a:moveTo>
                    <a:pt x="0" y="0"/>
                  </a:moveTo>
                  <a:lnTo>
                    <a:pt x="23614" y="0"/>
                  </a:lnTo>
                  <a:lnTo>
                    <a:pt x="47228" y="0"/>
                  </a:lnTo>
                  <a:lnTo>
                    <a:pt x="70843" y="0"/>
                  </a:lnTo>
                  <a:lnTo>
                    <a:pt x="94457" y="0"/>
                  </a:lnTo>
                  <a:lnTo>
                    <a:pt x="118072" y="0"/>
                  </a:lnTo>
                  <a:lnTo>
                    <a:pt x="141686" y="0"/>
                  </a:lnTo>
                  <a:lnTo>
                    <a:pt x="165301" y="0"/>
                  </a:lnTo>
                  <a:lnTo>
                    <a:pt x="188915" y="0"/>
                  </a:lnTo>
                  <a:lnTo>
                    <a:pt x="212530" y="0"/>
                  </a:lnTo>
                  <a:lnTo>
                    <a:pt x="236144" y="0"/>
                  </a:lnTo>
                  <a:lnTo>
                    <a:pt x="259759" y="0"/>
                  </a:lnTo>
                  <a:lnTo>
                    <a:pt x="283373" y="0"/>
                  </a:lnTo>
                  <a:lnTo>
                    <a:pt x="306988" y="0"/>
                  </a:lnTo>
                  <a:lnTo>
                    <a:pt x="330602" y="0"/>
                  </a:lnTo>
                  <a:lnTo>
                    <a:pt x="354217" y="0"/>
                  </a:lnTo>
                  <a:lnTo>
                    <a:pt x="377831" y="0"/>
                  </a:lnTo>
                  <a:lnTo>
                    <a:pt x="401446" y="0"/>
                  </a:lnTo>
                  <a:lnTo>
                    <a:pt x="425060" y="0"/>
                  </a:lnTo>
                  <a:lnTo>
                    <a:pt x="448675" y="0"/>
                  </a:lnTo>
                  <a:lnTo>
                    <a:pt x="472289" y="1"/>
                  </a:lnTo>
                  <a:lnTo>
                    <a:pt x="495904" y="1"/>
                  </a:lnTo>
                  <a:lnTo>
                    <a:pt x="519518" y="1"/>
                  </a:lnTo>
                  <a:lnTo>
                    <a:pt x="543133" y="2"/>
                  </a:lnTo>
                  <a:lnTo>
                    <a:pt x="566747" y="2"/>
                  </a:lnTo>
                  <a:lnTo>
                    <a:pt x="590362" y="3"/>
                  </a:lnTo>
                  <a:lnTo>
                    <a:pt x="613976" y="4"/>
                  </a:lnTo>
                  <a:lnTo>
                    <a:pt x="637591" y="5"/>
                  </a:lnTo>
                  <a:lnTo>
                    <a:pt x="661205" y="7"/>
                  </a:lnTo>
                  <a:lnTo>
                    <a:pt x="684820" y="9"/>
                  </a:lnTo>
                  <a:lnTo>
                    <a:pt x="708434" y="11"/>
                  </a:lnTo>
                  <a:lnTo>
                    <a:pt x="732049" y="15"/>
                  </a:lnTo>
                  <a:lnTo>
                    <a:pt x="755663" y="19"/>
                  </a:lnTo>
                  <a:lnTo>
                    <a:pt x="779278" y="24"/>
                  </a:lnTo>
                  <a:lnTo>
                    <a:pt x="802892" y="31"/>
                  </a:lnTo>
                  <a:lnTo>
                    <a:pt x="826507" y="40"/>
                  </a:lnTo>
                  <a:lnTo>
                    <a:pt x="850121" y="51"/>
                  </a:lnTo>
                  <a:lnTo>
                    <a:pt x="873736" y="65"/>
                  </a:lnTo>
                  <a:lnTo>
                    <a:pt x="897350" y="83"/>
                  </a:lnTo>
                  <a:lnTo>
                    <a:pt x="920965" y="106"/>
                  </a:lnTo>
                  <a:lnTo>
                    <a:pt x="944579" y="136"/>
                  </a:lnTo>
                  <a:lnTo>
                    <a:pt x="968194" y="173"/>
                  </a:lnTo>
                  <a:lnTo>
                    <a:pt x="991808" y="221"/>
                  </a:lnTo>
                  <a:lnTo>
                    <a:pt x="1015423" y="282"/>
                  </a:lnTo>
                  <a:lnTo>
                    <a:pt x="1039037" y="360"/>
                  </a:lnTo>
                  <a:lnTo>
                    <a:pt x="1062652" y="459"/>
                  </a:lnTo>
                  <a:lnTo>
                    <a:pt x="1086266" y="586"/>
                  </a:lnTo>
                  <a:lnTo>
                    <a:pt x="1109881" y="748"/>
                  </a:lnTo>
                  <a:lnTo>
                    <a:pt x="1133495" y="954"/>
                  </a:lnTo>
                  <a:lnTo>
                    <a:pt x="1157110" y="1216"/>
                  </a:lnTo>
                  <a:lnTo>
                    <a:pt x="1180724" y="1552"/>
                  </a:lnTo>
                  <a:lnTo>
                    <a:pt x="1204339" y="1979"/>
                  </a:lnTo>
                  <a:lnTo>
                    <a:pt x="1227953" y="2524"/>
                  </a:lnTo>
                  <a:lnTo>
                    <a:pt x="1251568" y="3219"/>
                  </a:lnTo>
                  <a:lnTo>
                    <a:pt x="1275182" y="4105"/>
                  </a:lnTo>
                  <a:lnTo>
                    <a:pt x="1298797" y="5234"/>
                  </a:lnTo>
                  <a:lnTo>
                    <a:pt x="1322411" y="6673"/>
                  </a:lnTo>
                  <a:lnTo>
                    <a:pt x="1346026" y="8505"/>
                  </a:lnTo>
                  <a:lnTo>
                    <a:pt x="1369640" y="10840"/>
                  </a:lnTo>
                  <a:lnTo>
                    <a:pt x="1393255" y="13811"/>
                  </a:lnTo>
                  <a:lnTo>
                    <a:pt x="1416869" y="17591"/>
                  </a:lnTo>
                  <a:lnTo>
                    <a:pt x="1440484" y="22396"/>
                  </a:lnTo>
                  <a:lnTo>
                    <a:pt x="1464098" y="28498"/>
                  </a:lnTo>
                  <a:lnTo>
                    <a:pt x="1487713" y="36240"/>
                  </a:lnTo>
                  <a:lnTo>
                    <a:pt x="1511327" y="46046"/>
                  </a:lnTo>
                  <a:lnTo>
                    <a:pt x="1534942" y="58443"/>
                  </a:lnTo>
                  <a:lnTo>
                    <a:pt x="1558556" y="74078"/>
                  </a:lnTo>
                  <a:lnTo>
                    <a:pt x="1582171" y="93737"/>
                  </a:lnTo>
                  <a:lnTo>
                    <a:pt x="1605785" y="118361"/>
                  </a:lnTo>
                  <a:lnTo>
                    <a:pt x="1629400" y="149059"/>
                  </a:lnTo>
                  <a:lnTo>
                    <a:pt x="1653014" y="187100"/>
                  </a:lnTo>
                  <a:lnTo>
                    <a:pt x="1676629" y="233896"/>
                  </a:lnTo>
                  <a:lnTo>
                    <a:pt x="1700243" y="290941"/>
                  </a:lnTo>
                  <a:lnTo>
                    <a:pt x="1723858" y="359720"/>
                  </a:lnTo>
                  <a:lnTo>
                    <a:pt x="1747472" y="441550"/>
                  </a:lnTo>
                  <a:lnTo>
                    <a:pt x="1771087" y="537384"/>
                  </a:lnTo>
                  <a:lnTo>
                    <a:pt x="1794701" y="647566"/>
                  </a:lnTo>
                  <a:lnTo>
                    <a:pt x="1818316" y="771588"/>
                  </a:lnTo>
                  <a:lnTo>
                    <a:pt x="1841930" y="907903"/>
                  </a:lnTo>
                  <a:lnTo>
                    <a:pt x="1865545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0" name="pl220"/>
            <p:cNvSpPr/>
            <p:nvPr/>
          </p:nvSpPr>
          <p:spPr>
            <a:xfrm>
              <a:off x="2055660" y="3202445"/>
              <a:ext cx="2668289" cy="843089"/>
            </a:xfrm>
            <a:custGeom>
              <a:avLst/>
              <a:gdLst/>
              <a:ahLst/>
              <a:cxnLst/>
              <a:rect l="0" t="0" r="0" b="0"/>
              <a:pathLst>
                <a:path w="2668289" h="843089">
                  <a:moveTo>
                    <a:pt x="0" y="0"/>
                  </a:moveTo>
                  <a:lnTo>
                    <a:pt x="33775" y="128545"/>
                  </a:lnTo>
                  <a:lnTo>
                    <a:pt x="67551" y="244450"/>
                  </a:lnTo>
                  <a:lnTo>
                    <a:pt x="101327" y="346697"/>
                  </a:lnTo>
                  <a:lnTo>
                    <a:pt x="135103" y="435169"/>
                  </a:lnTo>
                  <a:lnTo>
                    <a:pt x="168879" y="510454"/>
                  </a:lnTo>
                  <a:lnTo>
                    <a:pt x="202654" y="573609"/>
                  </a:lnTo>
                  <a:lnTo>
                    <a:pt x="236430" y="625959"/>
                  </a:lnTo>
                  <a:lnTo>
                    <a:pt x="270206" y="668922"/>
                  </a:lnTo>
                  <a:lnTo>
                    <a:pt x="303982" y="703897"/>
                  </a:lnTo>
                  <a:lnTo>
                    <a:pt x="337758" y="732179"/>
                  </a:lnTo>
                  <a:lnTo>
                    <a:pt x="371533" y="754926"/>
                  </a:lnTo>
                  <a:lnTo>
                    <a:pt x="405309" y="773143"/>
                  </a:lnTo>
                  <a:lnTo>
                    <a:pt x="439085" y="787681"/>
                  </a:lnTo>
                  <a:lnTo>
                    <a:pt x="472861" y="799251"/>
                  </a:lnTo>
                  <a:lnTo>
                    <a:pt x="506637" y="808439"/>
                  </a:lnTo>
                  <a:lnTo>
                    <a:pt x="540412" y="815723"/>
                  </a:lnTo>
                  <a:lnTo>
                    <a:pt x="574188" y="821489"/>
                  </a:lnTo>
                  <a:lnTo>
                    <a:pt x="607964" y="826048"/>
                  </a:lnTo>
                  <a:lnTo>
                    <a:pt x="641740" y="829650"/>
                  </a:lnTo>
                  <a:lnTo>
                    <a:pt x="675516" y="832494"/>
                  </a:lnTo>
                  <a:lnTo>
                    <a:pt x="709292" y="834738"/>
                  </a:lnTo>
                  <a:lnTo>
                    <a:pt x="743067" y="836508"/>
                  </a:lnTo>
                  <a:lnTo>
                    <a:pt x="776843" y="837903"/>
                  </a:lnTo>
                  <a:lnTo>
                    <a:pt x="810619" y="839003"/>
                  </a:lnTo>
                  <a:lnTo>
                    <a:pt x="844395" y="839870"/>
                  </a:lnTo>
                  <a:lnTo>
                    <a:pt x="878171" y="840554"/>
                  </a:lnTo>
                  <a:lnTo>
                    <a:pt x="911946" y="841092"/>
                  </a:lnTo>
                  <a:lnTo>
                    <a:pt x="945722" y="841516"/>
                  </a:lnTo>
                  <a:lnTo>
                    <a:pt x="979498" y="841850"/>
                  </a:lnTo>
                  <a:lnTo>
                    <a:pt x="1013274" y="842113"/>
                  </a:lnTo>
                  <a:lnTo>
                    <a:pt x="1047050" y="842320"/>
                  </a:lnTo>
                  <a:lnTo>
                    <a:pt x="1080825" y="842484"/>
                  </a:lnTo>
                  <a:lnTo>
                    <a:pt x="1114601" y="842612"/>
                  </a:lnTo>
                  <a:lnTo>
                    <a:pt x="1148377" y="842713"/>
                  </a:lnTo>
                  <a:lnTo>
                    <a:pt x="1182153" y="842793"/>
                  </a:lnTo>
                  <a:lnTo>
                    <a:pt x="1215929" y="842856"/>
                  </a:lnTo>
                  <a:lnTo>
                    <a:pt x="1249705" y="842905"/>
                  </a:lnTo>
                  <a:lnTo>
                    <a:pt x="1283480" y="842944"/>
                  </a:lnTo>
                  <a:lnTo>
                    <a:pt x="1317256" y="842975"/>
                  </a:lnTo>
                  <a:lnTo>
                    <a:pt x="1351032" y="842999"/>
                  </a:lnTo>
                  <a:lnTo>
                    <a:pt x="1384808" y="843018"/>
                  </a:lnTo>
                  <a:lnTo>
                    <a:pt x="1418584" y="843033"/>
                  </a:lnTo>
                  <a:lnTo>
                    <a:pt x="1452359" y="843045"/>
                  </a:lnTo>
                  <a:lnTo>
                    <a:pt x="1486135" y="843054"/>
                  </a:lnTo>
                  <a:lnTo>
                    <a:pt x="1519911" y="843062"/>
                  </a:lnTo>
                  <a:lnTo>
                    <a:pt x="1553687" y="843067"/>
                  </a:lnTo>
                  <a:lnTo>
                    <a:pt x="1587463" y="843072"/>
                  </a:lnTo>
                  <a:lnTo>
                    <a:pt x="1621238" y="843075"/>
                  </a:lnTo>
                  <a:lnTo>
                    <a:pt x="1655014" y="843078"/>
                  </a:lnTo>
                  <a:lnTo>
                    <a:pt x="1688790" y="843080"/>
                  </a:lnTo>
                  <a:lnTo>
                    <a:pt x="1722566" y="843082"/>
                  </a:lnTo>
                  <a:lnTo>
                    <a:pt x="1756342" y="843084"/>
                  </a:lnTo>
                  <a:lnTo>
                    <a:pt x="1790118" y="843085"/>
                  </a:lnTo>
                  <a:lnTo>
                    <a:pt x="1823893" y="843085"/>
                  </a:lnTo>
                  <a:lnTo>
                    <a:pt x="1857669" y="843086"/>
                  </a:lnTo>
                  <a:lnTo>
                    <a:pt x="1891445" y="843087"/>
                  </a:lnTo>
                  <a:lnTo>
                    <a:pt x="1925221" y="843087"/>
                  </a:lnTo>
                  <a:lnTo>
                    <a:pt x="1958997" y="843087"/>
                  </a:lnTo>
                  <a:lnTo>
                    <a:pt x="1992772" y="843088"/>
                  </a:lnTo>
                  <a:lnTo>
                    <a:pt x="2026548" y="843088"/>
                  </a:lnTo>
                  <a:lnTo>
                    <a:pt x="2060324" y="843088"/>
                  </a:lnTo>
                  <a:lnTo>
                    <a:pt x="2094100" y="843088"/>
                  </a:lnTo>
                  <a:lnTo>
                    <a:pt x="2127876" y="843088"/>
                  </a:lnTo>
                  <a:lnTo>
                    <a:pt x="2161651" y="843088"/>
                  </a:lnTo>
                  <a:lnTo>
                    <a:pt x="2195427" y="843088"/>
                  </a:lnTo>
                  <a:lnTo>
                    <a:pt x="2229203" y="843088"/>
                  </a:lnTo>
                  <a:lnTo>
                    <a:pt x="2262979" y="843089"/>
                  </a:lnTo>
                  <a:lnTo>
                    <a:pt x="2296755" y="843089"/>
                  </a:lnTo>
                  <a:lnTo>
                    <a:pt x="2330530" y="843089"/>
                  </a:lnTo>
                  <a:lnTo>
                    <a:pt x="2364306" y="843089"/>
                  </a:lnTo>
                  <a:lnTo>
                    <a:pt x="2398082" y="843089"/>
                  </a:lnTo>
                  <a:lnTo>
                    <a:pt x="2431858" y="843089"/>
                  </a:lnTo>
                  <a:lnTo>
                    <a:pt x="2465634" y="843089"/>
                  </a:lnTo>
                  <a:lnTo>
                    <a:pt x="2499410" y="843089"/>
                  </a:lnTo>
                  <a:lnTo>
                    <a:pt x="2533185" y="843089"/>
                  </a:lnTo>
                  <a:lnTo>
                    <a:pt x="2566961" y="843089"/>
                  </a:lnTo>
                  <a:lnTo>
                    <a:pt x="2600737" y="843089"/>
                  </a:lnTo>
                  <a:lnTo>
                    <a:pt x="2634513" y="843089"/>
                  </a:lnTo>
                  <a:lnTo>
                    <a:pt x="2668289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1" name="pl221"/>
            <p:cNvSpPr/>
            <p:nvPr/>
          </p:nvSpPr>
          <p:spPr>
            <a:xfrm>
              <a:off x="1629481" y="2359356"/>
              <a:ext cx="2624710" cy="1264633"/>
            </a:xfrm>
            <a:custGeom>
              <a:avLst/>
              <a:gdLst/>
              <a:ahLst/>
              <a:cxnLst/>
              <a:rect l="0" t="0" r="0" b="0"/>
              <a:pathLst>
                <a:path w="2624710" h="1264633">
                  <a:moveTo>
                    <a:pt x="0" y="0"/>
                  </a:moveTo>
                  <a:lnTo>
                    <a:pt x="33224" y="16460"/>
                  </a:lnTo>
                  <a:lnTo>
                    <a:pt x="66448" y="33076"/>
                  </a:lnTo>
                  <a:lnTo>
                    <a:pt x="99672" y="49841"/>
                  </a:lnTo>
                  <a:lnTo>
                    <a:pt x="132896" y="66750"/>
                  </a:lnTo>
                  <a:lnTo>
                    <a:pt x="166120" y="83797"/>
                  </a:lnTo>
                  <a:lnTo>
                    <a:pt x="199345" y="100978"/>
                  </a:lnTo>
                  <a:lnTo>
                    <a:pt x="232569" y="118287"/>
                  </a:lnTo>
                  <a:lnTo>
                    <a:pt x="265793" y="135717"/>
                  </a:lnTo>
                  <a:lnTo>
                    <a:pt x="299017" y="153262"/>
                  </a:lnTo>
                  <a:lnTo>
                    <a:pt x="332241" y="170915"/>
                  </a:lnTo>
                  <a:lnTo>
                    <a:pt x="365465" y="188671"/>
                  </a:lnTo>
                  <a:lnTo>
                    <a:pt x="398690" y="206523"/>
                  </a:lnTo>
                  <a:lnTo>
                    <a:pt x="431914" y="224463"/>
                  </a:lnTo>
                  <a:lnTo>
                    <a:pt x="465138" y="242485"/>
                  </a:lnTo>
                  <a:lnTo>
                    <a:pt x="498362" y="260582"/>
                  </a:lnTo>
                  <a:lnTo>
                    <a:pt x="531586" y="278746"/>
                  </a:lnTo>
                  <a:lnTo>
                    <a:pt x="564811" y="296969"/>
                  </a:lnTo>
                  <a:lnTo>
                    <a:pt x="598035" y="315245"/>
                  </a:lnTo>
                  <a:lnTo>
                    <a:pt x="631259" y="333566"/>
                  </a:lnTo>
                  <a:lnTo>
                    <a:pt x="664483" y="351924"/>
                  </a:lnTo>
                  <a:lnTo>
                    <a:pt x="697707" y="370312"/>
                  </a:lnTo>
                  <a:lnTo>
                    <a:pt x="730931" y="388721"/>
                  </a:lnTo>
                  <a:lnTo>
                    <a:pt x="764156" y="407144"/>
                  </a:lnTo>
                  <a:lnTo>
                    <a:pt x="797380" y="425573"/>
                  </a:lnTo>
                  <a:lnTo>
                    <a:pt x="830604" y="444001"/>
                  </a:lnTo>
                  <a:lnTo>
                    <a:pt x="863828" y="462419"/>
                  </a:lnTo>
                  <a:lnTo>
                    <a:pt x="897052" y="480820"/>
                  </a:lnTo>
                  <a:lnTo>
                    <a:pt x="930277" y="499195"/>
                  </a:lnTo>
                  <a:lnTo>
                    <a:pt x="963501" y="517538"/>
                  </a:lnTo>
                  <a:lnTo>
                    <a:pt x="996725" y="535840"/>
                  </a:lnTo>
                  <a:lnTo>
                    <a:pt x="1029949" y="554094"/>
                  </a:lnTo>
                  <a:lnTo>
                    <a:pt x="1063173" y="572293"/>
                  </a:lnTo>
                  <a:lnTo>
                    <a:pt x="1096397" y="590428"/>
                  </a:lnTo>
                  <a:lnTo>
                    <a:pt x="1129622" y="608493"/>
                  </a:lnTo>
                  <a:lnTo>
                    <a:pt x="1162846" y="626480"/>
                  </a:lnTo>
                  <a:lnTo>
                    <a:pt x="1196070" y="644382"/>
                  </a:lnTo>
                  <a:lnTo>
                    <a:pt x="1229294" y="662193"/>
                  </a:lnTo>
                  <a:lnTo>
                    <a:pt x="1262518" y="679905"/>
                  </a:lnTo>
                  <a:lnTo>
                    <a:pt x="1295743" y="697512"/>
                  </a:lnTo>
                  <a:lnTo>
                    <a:pt x="1328967" y="715007"/>
                  </a:lnTo>
                  <a:lnTo>
                    <a:pt x="1362191" y="732385"/>
                  </a:lnTo>
                  <a:lnTo>
                    <a:pt x="1395415" y="749638"/>
                  </a:lnTo>
                  <a:lnTo>
                    <a:pt x="1428639" y="766762"/>
                  </a:lnTo>
                  <a:lnTo>
                    <a:pt x="1461863" y="783750"/>
                  </a:lnTo>
                  <a:lnTo>
                    <a:pt x="1495088" y="800596"/>
                  </a:lnTo>
                  <a:lnTo>
                    <a:pt x="1528312" y="817296"/>
                  </a:lnTo>
                  <a:lnTo>
                    <a:pt x="1561536" y="833845"/>
                  </a:lnTo>
                  <a:lnTo>
                    <a:pt x="1594760" y="850237"/>
                  </a:lnTo>
                  <a:lnTo>
                    <a:pt x="1627984" y="866467"/>
                  </a:lnTo>
                  <a:lnTo>
                    <a:pt x="1661209" y="882533"/>
                  </a:lnTo>
                  <a:lnTo>
                    <a:pt x="1694433" y="898428"/>
                  </a:lnTo>
                  <a:lnTo>
                    <a:pt x="1727657" y="914150"/>
                  </a:lnTo>
                  <a:lnTo>
                    <a:pt x="1760881" y="929694"/>
                  </a:lnTo>
                  <a:lnTo>
                    <a:pt x="1794105" y="945057"/>
                  </a:lnTo>
                  <a:lnTo>
                    <a:pt x="1827329" y="960236"/>
                  </a:lnTo>
                  <a:lnTo>
                    <a:pt x="1860554" y="975228"/>
                  </a:lnTo>
                  <a:lnTo>
                    <a:pt x="1893778" y="990030"/>
                  </a:lnTo>
                  <a:lnTo>
                    <a:pt x="1927002" y="1004639"/>
                  </a:lnTo>
                  <a:lnTo>
                    <a:pt x="1960226" y="1019053"/>
                  </a:lnTo>
                  <a:lnTo>
                    <a:pt x="1993450" y="1033269"/>
                  </a:lnTo>
                  <a:lnTo>
                    <a:pt x="2026675" y="1047287"/>
                  </a:lnTo>
                  <a:lnTo>
                    <a:pt x="2059899" y="1061104"/>
                  </a:lnTo>
                  <a:lnTo>
                    <a:pt x="2093123" y="1074719"/>
                  </a:lnTo>
                  <a:lnTo>
                    <a:pt x="2126347" y="1088131"/>
                  </a:lnTo>
                  <a:lnTo>
                    <a:pt x="2159571" y="1101338"/>
                  </a:lnTo>
                  <a:lnTo>
                    <a:pt x="2192795" y="1114340"/>
                  </a:lnTo>
                  <a:lnTo>
                    <a:pt x="2226020" y="1127136"/>
                  </a:lnTo>
                  <a:lnTo>
                    <a:pt x="2259244" y="1139725"/>
                  </a:lnTo>
                  <a:lnTo>
                    <a:pt x="2292468" y="1152108"/>
                  </a:lnTo>
                  <a:lnTo>
                    <a:pt x="2325692" y="1164284"/>
                  </a:lnTo>
                  <a:lnTo>
                    <a:pt x="2358916" y="1176253"/>
                  </a:lnTo>
                  <a:lnTo>
                    <a:pt x="2392141" y="1188016"/>
                  </a:lnTo>
                  <a:lnTo>
                    <a:pt x="2425365" y="1199573"/>
                  </a:lnTo>
                  <a:lnTo>
                    <a:pt x="2458589" y="1210925"/>
                  </a:lnTo>
                  <a:lnTo>
                    <a:pt x="2491813" y="1222072"/>
                  </a:lnTo>
                  <a:lnTo>
                    <a:pt x="2525037" y="1233015"/>
                  </a:lnTo>
                  <a:lnTo>
                    <a:pt x="2558261" y="1243756"/>
                  </a:lnTo>
                  <a:lnTo>
                    <a:pt x="2591486" y="1254295"/>
                  </a:lnTo>
                  <a:lnTo>
                    <a:pt x="2624710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2" name="pl222"/>
            <p:cNvSpPr/>
            <p:nvPr/>
          </p:nvSpPr>
          <p:spPr>
            <a:xfrm>
              <a:off x="2384772" y="2780901"/>
              <a:ext cx="2610482" cy="1264633"/>
            </a:xfrm>
            <a:custGeom>
              <a:avLst/>
              <a:gdLst/>
              <a:ahLst/>
              <a:cxnLst/>
              <a:rect l="0" t="0" r="0" b="0"/>
              <a:pathLst>
                <a:path w="2610482" h="1264633">
                  <a:moveTo>
                    <a:pt x="0" y="0"/>
                  </a:moveTo>
                  <a:lnTo>
                    <a:pt x="33044" y="155811"/>
                  </a:lnTo>
                  <a:lnTo>
                    <a:pt x="66088" y="306963"/>
                  </a:lnTo>
                  <a:lnTo>
                    <a:pt x="99132" y="449336"/>
                  </a:lnTo>
                  <a:lnTo>
                    <a:pt x="132176" y="579767"/>
                  </a:lnTo>
                  <a:lnTo>
                    <a:pt x="165220" y="696252"/>
                  </a:lnTo>
                  <a:lnTo>
                    <a:pt x="198264" y="797937"/>
                  </a:lnTo>
                  <a:lnTo>
                    <a:pt x="231308" y="884953"/>
                  </a:lnTo>
                  <a:lnTo>
                    <a:pt x="264352" y="958156"/>
                  </a:lnTo>
                  <a:lnTo>
                    <a:pt x="297396" y="1018858"/>
                  </a:lnTo>
                  <a:lnTo>
                    <a:pt x="330440" y="1068598"/>
                  </a:lnTo>
                  <a:lnTo>
                    <a:pt x="363484" y="1108958"/>
                  </a:lnTo>
                  <a:lnTo>
                    <a:pt x="396528" y="1141447"/>
                  </a:lnTo>
                  <a:lnTo>
                    <a:pt x="429572" y="1167434"/>
                  </a:lnTo>
                  <a:lnTo>
                    <a:pt x="462617" y="1188113"/>
                  </a:lnTo>
                  <a:lnTo>
                    <a:pt x="495661" y="1204501"/>
                  </a:lnTo>
                  <a:lnTo>
                    <a:pt x="528705" y="1217447"/>
                  </a:lnTo>
                  <a:lnTo>
                    <a:pt x="561749" y="1227647"/>
                  </a:lnTo>
                  <a:lnTo>
                    <a:pt x="594793" y="1235669"/>
                  </a:lnTo>
                  <a:lnTo>
                    <a:pt x="627837" y="1241966"/>
                  </a:lnTo>
                  <a:lnTo>
                    <a:pt x="660881" y="1246904"/>
                  </a:lnTo>
                  <a:lnTo>
                    <a:pt x="693925" y="1250772"/>
                  </a:lnTo>
                  <a:lnTo>
                    <a:pt x="726969" y="1253800"/>
                  </a:lnTo>
                  <a:lnTo>
                    <a:pt x="760013" y="1256169"/>
                  </a:lnTo>
                  <a:lnTo>
                    <a:pt x="793057" y="1258021"/>
                  </a:lnTo>
                  <a:lnTo>
                    <a:pt x="826101" y="1259469"/>
                  </a:lnTo>
                  <a:lnTo>
                    <a:pt x="859145" y="1260600"/>
                  </a:lnTo>
                  <a:lnTo>
                    <a:pt x="892190" y="1261484"/>
                  </a:lnTo>
                  <a:lnTo>
                    <a:pt x="925234" y="1262174"/>
                  </a:lnTo>
                  <a:lnTo>
                    <a:pt x="958278" y="1262713"/>
                  </a:lnTo>
                  <a:lnTo>
                    <a:pt x="991322" y="1263134"/>
                  </a:lnTo>
                  <a:lnTo>
                    <a:pt x="1024366" y="1263463"/>
                  </a:lnTo>
                  <a:lnTo>
                    <a:pt x="1057410" y="1263719"/>
                  </a:lnTo>
                  <a:lnTo>
                    <a:pt x="1090454" y="1263920"/>
                  </a:lnTo>
                  <a:lnTo>
                    <a:pt x="1123498" y="1264076"/>
                  </a:lnTo>
                  <a:lnTo>
                    <a:pt x="1156542" y="1264198"/>
                  </a:lnTo>
                  <a:lnTo>
                    <a:pt x="1189586" y="1264294"/>
                  </a:lnTo>
                  <a:lnTo>
                    <a:pt x="1222630" y="1264368"/>
                  </a:lnTo>
                  <a:lnTo>
                    <a:pt x="1255674" y="1264426"/>
                  </a:lnTo>
                  <a:lnTo>
                    <a:pt x="1288718" y="1264472"/>
                  </a:lnTo>
                  <a:lnTo>
                    <a:pt x="1321763" y="1264507"/>
                  </a:lnTo>
                  <a:lnTo>
                    <a:pt x="1354807" y="1264535"/>
                  </a:lnTo>
                  <a:lnTo>
                    <a:pt x="1387851" y="1264556"/>
                  </a:lnTo>
                  <a:lnTo>
                    <a:pt x="1420895" y="1264573"/>
                  </a:lnTo>
                  <a:lnTo>
                    <a:pt x="1453939" y="1264586"/>
                  </a:lnTo>
                  <a:lnTo>
                    <a:pt x="1486983" y="1264597"/>
                  </a:lnTo>
                  <a:lnTo>
                    <a:pt x="1520027" y="1264605"/>
                  </a:lnTo>
                  <a:lnTo>
                    <a:pt x="1553071" y="1264611"/>
                  </a:lnTo>
                  <a:lnTo>
                    <a:pt x="1586115" y="1264616"/>
                  </a:lnTo>
                  <a:lnTo>
                    <a:pt x="1619159" y="1264620"/>
                  </a:lnTo>
                  <a:lnTo>
                    <a:pt x="1652203" y="1264623"/>
                  </a:lnTo>
                  <a:lnTo>
                    <a:pt x="1685247" y="1264625"/>
                  </a:lnTo>
                  <a:lnTo>
                    <a:pt x="1718291" y="1264627"/>
                  </a:lnTo>
                  <a:lnTo>
                    <a:pt x="1751336" y="1264628"/>
                  </a:lnTo>
                  <a:lnTo>
                    <a:pt x="1784380" y="1264629"/>
                  </a:lnTo>
                  <a:lnTo>
                    <a:pt x="1817424" y="1264630"/>
                  </a:lnTo>
                  <a:lnTo>
                    <a:pt x="1850468" y="1264631"/>
                  </a:lnTo>
                  <a:lnTo>
                    <a:pt x="1883512" y="1264631"/>
                  </a:lnTo>
                  <a:lnTo>
                    <a:pt x="1916556" y="1264632"/>
                  </a:lnTo>
                  <a:lnTo>
                    <a:pt x="1949600" y="1264632"/>
                  </a:lnTo>
                  <a:lnTo>
                    <a:pt x="1982644" y="1264632"/>
                  </a:lnTo>
                  <a:lnTo>
                    <a:pt x="2015688" y="1264633"/>
                  </a:lnTo>
                  <a:lnTo>
                    <a:pt x="2048732" y="1264633"/>
                  </a:lnTo>
                  <a:lnTo>
                    <a:pt x="2081776" y="1264633"/>
                  </a:lnTo>
                  <a:lnTo>
                    <a:pt x="2114820" y="1264633"/>
                  </a:lnTo>
                  <a:lnTo>
                    <a:pt x="2147864" y="1264633"/>
                  </a:lnTo>
                  <a:lnTo>
                    <a:pt x="2180909" y="1264633"/>
                  </a:lnTo>
                  <a:lnTo>
                    <a:pt x="2213953" y="1264633"/>
                  </a:lnTo>
                  <a:lnTo>
                    <a:pt x="2246997" y="1264633"/>
                  </a:lnTo>
                  <a:lnTo>
                    <a:pt x="2280041" y="1264633"/>
                  </a:lnTo>
                  <a:lnTo>
                    <a:pt x="2313085" y="1264633"/>
                  </a:lnTo>
                  <a:lnTo>
                    <a:pt x="2346129" y="1264633"/>
                  </a:lnTo>
                  <a:lnTo>
                    <a:pt x="2379173" y="1264633"/>
                  </a:lnTo>
                  <a:lnTo>
                    <a:pt x="2412217" y="1264633"/>
                  </a:lnTo>
                  <a:lnTo>
                    <a:pt x="2445261" y="1264633"/>
                  </a:lnTo>
                  <a:lnTo>
                    <a:pt x="2478305" y="1264633"/>
                  </a:lnTo>
                  <a:lnTo>
                    <a:pt x="2511349" y="1264633"/>
                  </a:lnTo>
                  <a:lnTo>
                    <a:pt x="2544393" y="1264633"/>
                  </a:lnTo>
                  <a:lnTo>
                    <a:pt x="2577437" y="1264633"/>
                  </a:lnTo>
                  <a:lnTo>
                    <a:pt x="2610482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3" name="pl223"/>
            <p:cNvSpPr/>
            <p:nvPr/>
          </p:nvSpPr>
          <p:spPr>
            <a:xfrm>
              <a:off x="2729083" y="2780901"/>
              <a:ext cx="2601393" cy="1264633"/>
            </a:xfrm>
            <a:custGeom>
              <a:avLst/>
              <a:gdLst/>
              <a:ahLst/>
              <a:cxnLst/>
              <a:rect l="0" t="0" r="0" b="0"/>
              <a:pathLst>
                <a:path w="2601393" h="1264633">
                  <a:moveTo>
                    <a:pt x="0" y="0"/>
                  </a:moveTo>
                  <a:lnTo>
                    <a:pt x="32929" y="155811"/>
                  </a:lnTo>
                  <a:lnTo>
                    <a:pt x="65858" y="306963"/>
                  </a:lnTo>
                  <a:lnTo>
                    <a:pt x="98787" y="449336"/>
                  </a:lnTo>
                  <a:lnTo>
                    <a:pt x="131716" y="579767"/>
                  </a:lnTo>
                  <a:lnTo>
                    <a:pt x="164645" y="696252"/>
                  </a:lnTo>
                  <a:lnTo>
                    <a:pt x="197574" y="797937"/>
                  </a:lnTo>
                  <a:lnTo>
                    <a:pt x="230503" y="884953"/>
                  </a:lnTo>
                  <a:lnTo>
                    <a:pt x="263432" y="958156"/>
                  </a:lnTo>
                  <a:lnTo>
                    <a:pt x="296361" y="1018858"/>
                  </a:lnTo>
                  <a:lnTo>
                    <a:pt x="329290" y="1068598"/>
                  </a:lnTo>
                  <a:lnTo>
                    <a:pt x="362219" y="1108958"/>
                  </a:lnTo>
                  <a:lnTo>
                    <a:pt x="395148" y="1141447"/>
                  </a:lnTo>
                  <a:lnTo>
                    <a:pt x="428077" y="1167434"/>
                  </a:lnTo>
                  <a:lnTo>
                    <a:pt x="461006" y="1188113"/>
                  </a:lnTo>
                  <a:lnTo>
                    <a:pt x="493935" y="1204501"/>
                  </a:lnTo>
                  <a:lnTo>
                    <a:pt x="526864" y="1217447"/>
                  </a:lnTo>
                  <a:lnTo>
                    <a:pt x="559793" y="1227647"/>
                  </a:lnTo>
                  <a:lnTo>
                    <a:pt x="592722" y="1235669"/>
                  </a:lnTo>
                  <a:lnTo>
                    <a:pt x="625651" y="1241966"/>
                  </a:lnTo>
                  <a:lnTo>
                    <a:pt x="658580" y="1246904"/>
                  </a:lnTo>
                  <a:lnTo>
                    <a:pt x="691509" y="1250772"/>
                  </a:lnTo>
                  <a:lnTo>
                    <a:pt x="724438" y="1253800"/>
                  </a:lnTo>
                  <a:lnTo>
                    <a:pt x="757367" y="1256169"/>
                  </a:lnTo>
                  <a:lnTo>
                    <a:pt x="790296" y="1258021"/>
                  </a:lnTo>
                  <a:lnTo>
                    <a:pt x="823225" y="1259469"/>
                  </a:lnTo>
                  <a:lnTo>
                    <a:pt x="856154" y="1260600"/>
                  </a:lnTo>
                  <a:lnTo>
                    <a:pt x="889083" y="1261484"/>
                  </a:lnTo>
                  <a:lnTo>
                    <a:pt x="922012" y="1262174"/>
                  </a:lnTo>
                  <a:lnTo>
                    <a:pt x="954942" y="1262713"/>
                  </a:lnTo>
                  <a:lnTo>
                    <a:pt x="987871" y="1263134"/>
                  </a:lnTo>
                  <a:lnTo>
                    <a:pt x="1020800" y="1263463"/>
                  </a:lnTo>
                  <a:lnTo>
                    <a:pt x="1053729" y="1263719"/>
                  </a:lnTo>
                  <a:lnTo>
                    <a:pt x="1086658" y="1263920"/>
                  </a:lnTo>
                  <a:lnTo>
                    <a:pt x="1119587" y="1264076"/>
                  </a:lnTo>
                  <a:lnTo>
                    <a:pt x="1152516" y="1264198"/>
                  </a:lnTo>
                  <a:lnTo>
                    <a:pt x="1185445" y="1264294"/>
                  </a:lnTo>
                  <a:lnTo>
                    <a:pt x="1218374" y="1264368"/>
                  </a:lnTo>
                  <a:lnTo>
                    <a:pt x="1251303" y="1264426"/>
                  </a:lnTo>
                  <a:lnTo>
                    <a:pt x="1284232" y="1264472"/>
                  </a:lnTo>
                  <a:lnTo>
                    <a:pt x="1317161" y="1264507"/>
                  </a:lnTo>
                  <a:lnTo>
                    <a:pt x="1350090" y="1264535"/>
                  </a:lnTo>
                  <a:lnTo>
                    <a:pt x="1383019" y="1264556"/>
                  </a:lnTo>
                  <a:lnTo>
                    <a:pt x="1415948" y="1264573"/>
                  </a:lnTo>
                  <a:lnTo>
                    <a:pt x="1448877" y="1264586"/>
                  </a:lnTo>
                  <a:lnTo>
                    <a:pt x="1481806" y="1264597"/>
                  </a:lnTo>
                  <a:lnTo>
                    <a:pt x="1514735" y="1264605"/>
                  </a:lnTo>
                  <a:lnTo>
                    <a:pt x="1547664" y="1264611"/>
                  </a:lnTo>
                  <a:lnTo>
                    <a:pt x="1580593" y="1264616"/>
                  </a:lnTo>
                  <a:lnTo>
                    <a:pt x="1613522" y="1264620"/>
                  </a:lnTo>
                  <a:lnTo>
                    <a:pt x="1646451" y="1264623"/>
                  </a:lnTo>
                  <a:lnTo>
                    <a:pt x="1679380" y="1264625"/>
                  </a:lnTo>
                  <a:lnTo>
                    <a:pt x="1712309" y="1264627"/>
                  </a:lnTo>
                  <a:lnTo>
                    <a:pt x="1745238" y="1264628"/>
                  </a:lnTo>
                  <a:lnTo>
                    <a:pt x="1778167" y="1264629"/>
                  </a:lnTo>
                  <a:lnTo>
                    <a:pt x="1811096" y="1264630"/>
                  </a:lnTo>
                  <a:lnTo>
                    <a:pt x="1844025" y="1264631"/>
                  </a:lnTo>
                  <a:lnTo>
                    <a:pt x="1876955" y="1264631"/>
                  </a:lnTo>
                  <a:lnTo>
                    <a:pt x="1909884" y="1264632"/>
                  </a:lnTo>
                  <a:lnTo>
                    <a:pt x="1942813" y="1264632"/>
                  </a:lnTo>
                  <a:lnTo>
                    <a:pt x="1975742" y="1264632"/>
                  </a:lnTo>
                  <a:lnTo>
                    <a:pt x="2008671" y="1264633"/>
                  </a:lnTo>
                  <a:lnTo>
                    <a:pt x="2041600" y="1264633"/>
                  </a:lnTo>
                  <a:lnTo>
                    <a:pt x="2074529" y="1264633"/>
                  </a:lnTo>
                  <a:lnTo>
                    <a:pt x="2107458" y="1264633"/>
                  </a:lnTo>
                  <a:lnTo>
                    <a:pt x="2140387" y="1264633"/>
                  </a:lnTo>
                  <a:lnTo>
                    <a:pt x="2173316" y="1264633"/>
                  </a:lnTo>
                  <a:lnTo>
                    <a:pt x="2206245" y="1264633"/>
                  </a:lnTo>
                  <a:lnTo>
                    <a:pt x="2239174" y="1264633"/>
                  </a:lnTo>
                  <a:lnTo>
                    <a:pt x="2272103" y="1264633"/>
                  </a:lnTo>
                  <a:lnTo>
                    <a:pt x="2305032" y="1264633"/>
                  </a:lnTo>
                  <a:lnTo>
                    <a:pt x="2337961" y="1264633"/>
                  </a:lnTo>
                  <a:lnTo>
                    <a:pt x="2370890" y="1264633"/>
                  </a:lnTo>
                  <a:lnTo>
                    <a:pt x="2403819" y="1264633"/>
                  </a:lnTo>
                  <a:lnTo>
                    <a:pt x="2436748" y="1264633"/>
                  </a:lnTo>
                  <a:lnTo>
                    <a:pt x="2469677" y="1264633"/>
                  </a:lnTo>
                  <a:lnTo>
                    <a:pt x="2502606" y="1264633"/>
                  </a:lnTo>
                  <a:lnTo>
                    <a:pt x="2535535" y="1264633"/>
                  </a:lnTo>
                  <a:lnTo>
                    <a:pt x="2568464" y="1264633"/>
                  </a:lnTo>
                  <a:lnTo>
                    <a:pt x="2601393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4" name="tx224"/>
            <p:cNvSpPr/>
            <p:nvPr/>
          </p:nvSpPr>
          <p:spPr>
            <a:xfrm>
              <a:off x="1148263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3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3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3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148263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425493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2170429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2915366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660303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0524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150177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3345301" y="4372932"/>
              <a:ext cx="58759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Env. Dist.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058443" y="1818264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8" name="pt238"/>
            <p:cNvSpPr/>
            <p:nvPr/>
          </p:nvSpPr>
          <p:spPr>
            <a:xfrm>
              <a:off x="6109468" y="2053636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" name="pl239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" name="pt240"/>
            <p:cNvSpPr/>
            <p:nvPr/>
          </p:nvSpPr>
          <p:spPr>
            <a:xfrm>
              <a:off x="6109468" y="2273092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" name="pl241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" name="pt242"/>
            <p:cNvSpPr/>
            <p:nvPr/>
          </p:nvSpPr>
          <p:spPr>
            <a:xfrm>
              <a:off x="6109468" y="2492548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" name="pl243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" name="pt244"/>
            <p:cNvSpPr/>
            <p:nvPr/>
          </p:nvSpPr>
          <p:spPr>
            <a:xfrm>
              <a:off x="6109468" y="271200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" name="pl245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" name="pt246"/>
            <p:cNvSpPr/>
            <p:nvPr/>
          </p:nvSpPr>
          <p:spPr>
            <a:xfrm>
              <a:off x="6109468" y="2931460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" name="pl247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" name="pt248"/>
            <p:cNvSpPr/>
            <p:nvPr/>
          </p:nvSpPr>
          <p:spPr>
            <a:xfrm>
              <a:off x="6109468" y="3150916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" name="pl249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" name="pt250"/>
            <p:cNvSpPr/>
            <p:nvPr/>
          </p:nvSpPr>
          <p:spPr>
            <a:xfrm>
              <a:off x="6109468" y="3370372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" name="pl251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" name="pt252"/>
            <p:cNvSpPr/>
            <p:nvPr/>
          </p:nvSpPr>
          <p:spPr>
            <a:xfrm>
              <a:off x="6109468" y="3589828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" name="pl253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" name="tx254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347488" y="2291789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347488" y="2730701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347488" y="2950157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47488" y="3389069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20" y="983990"/>
              <a:ext cx="380792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Environmental Distance: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1165041"/>
              <a:ext cx="267224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402D-104B-06FA-7EF8-A7568FEA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roup 2588">
            <a:extLst>
              <a:ext uri="{FF2B5EF4-FFF2-40B4-BE49-F238E27FC236}">
                <a16:creationId xmlns:a16="http://schemas.microsoft.com/office/drawing/2014/main" id="{BE611F4F-48B3-BC83-1628-0E53032D1AF6}"/>
              </a:ext>
            </a:extLst>
          </p:cNvPr>
          <p:cNvGrpSpPr/>
          <p:nvPr/>
        </p:nvGrpSpPr>
        <p:grpSpPr>
          <a:xfrm>
            <a:off x="611560" y="365760"/>
            <a:ext cx="3393002" cy="2483942"/>
            <a:chOff x="611560" y="365760"/>
            <a:chExt cx="3393002" cy="2483942"/>
          </a:xfrm>
        </p:grpSpPr>
        <p:sp>
          <p:nvSpPr>
            <p:cNvPr id="5" name="pl5">
              <a:extLst>
                <a:ext uri="{FF2B5EF4-FFF2-40B4-BE49-F238E27FC236}">
                  <a16:creationId xmlns:a16="http://schemas.microsoft.com/office/drawing/2014/main" id="{DD967B2C-0099-9BAC-24B3-99BDCE1225F4}"/>
                </a:ext>
              </a:extLst>
            </p:cNvPr>
            <p:cNvSpPr/>
            <p:nvPr/>
          </p:nvSpPr>
          <p:spPr>
            <a:xfrm>
              <a:off x="965018" y="2267951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252068D3-74AB-09FA-581A-52960642DB10}"/>
                </a:ext>
              </a:extLst>
            </p:cNvPr>
            <p:cNvSpPr/>
            <p:nvPr/>
          </p:nvSpPr>
          <p:spPr>
            <a:xfrm>
              <a:off x="965018" y="1833233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" name="pl7">
              <a:extLst>
                <a:ext uri="{FF2B5EF4-FFF2-40B4-BE49-F238E27FC236}">
                  <a16:creationId xmlns:a16="http://schemas.microsoft.com/office/drawing/2014/main" id="{9DD0926A-8719-B20B-C873-63610DD45750}"/>
                </a:ext>
              </a:extLst>
            </p:cNvPr>
            <p:cNvSpPr/>
            <p:nvPr/>
          </p:nvSpPr>
          <p:spPr>
            <a:xfrm>
              <a:off x="965018" y="1398515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" name="pl8">
              <a:extLst>
                <a:ext uri="{FF2B5EF4-FFF2-40B4-BE49-F238E27FC236}">
                  <a16:creationId xmlns:a16="http://schemas.microsoft.com/office/drawing/2014/main" id="{38A9C3AA-0C53-D2D4-0504-D3609E47773B}"/>
                </a:ext>
              </a:extLst>
            </p:cNvPr>
            <p:cNvSpPr/>
            <p:nvPr/>
          </p:nvSpPr>
          <p:spPr>
            <a:xfrm>
              <a:off x="965018" y="963798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" name="pl9">
              <a:extLst>
                <a:ext uri="{FF2B5EF4-FFF2-40B4-BE49-F238E27FC236}">
                  <a16:creationId xmlns:a16="http://schemas.microsoft.com/office/drawing/2014/main" id="{4F2D51EE-07ED-4EA0-AF7D-7D603D3D6589}"/>
                </a:ext>
              </a:extLst>
            </p:cNvPr>
            <p:cNvSpPr/>
            <p:nvPr/>
          </p:nvSpPr>
          <p:spPr>
            <a:xfrm>
              <a:off x="1229596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" name="pl10">
              <a:extLst>
                <a:ext uri="{FF2B5EF4-FFF2-40B4-BE49-F238E27FC236}">
                  <a16:creationId xmlns:a16="http://schemas.microsoft.com/office/drawing/2014/main" id="{B1CE5B23-E55E-547F-F0F4-EF496AF3702D}"/>
                </a:ext>
              </a:extLst>
            </p:cNvPr>
            <p:cNvSpPr/>
            <p:nvPr/>
          </p:nvSpPr>
          <p:spPr>
            <a:xfrm>
              <a:off x="1750682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" name="pl11">
              <a:extLst>
                <a:ext uri="{FF2B5EF4-FFF2-40B4-BE49-F238E27FC236}">
                  <a16:creationId xmlns:a16="http://schemas.microsoft.com/office/drawing/2014/main" id="{8970E150-09CD-2474-EECA-16B2AFC62037}"/>
                </a:ext>
              </a:extLst>
            </p:cNvPr>
            <p:cNvSpPr/>
            <p:nvPr/>
          </p:nvSpPr>
          <p:spPr>
            <a:xfrm>
              <a:off x="2271767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" name="pl12">
              <a:extLst>
                <a:ext uri="{FF2B5EF4-FFF2-40B4-BE49-F238E27FC236}">
                  <a16:creationId xmlns:a16="http://schemas.microsoft.com/office/drawing/2014/main" id="{EA9D2F84-87FB-4D1C-A48E-4A267220DA9B}"/>
                </a:ext>
              </a:extLst>
            </p:cNvPr>
            <p:cNvSpPr/>
            <p:nvPr/>
          </p:nvSpPr>
          <p:spPr>
            <a:xfrm>
              <a:off x="2792852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" name="pl13">
              <a:extLst>
                <a:ext uri="{FF2B5EF4-FFF2-40B4-BE49-F238E27FC236}">
                  <a16:creationId xmlns:a16="http://schemas.microsoft.com/office/drawing/2014/main" id="{9D844891-D69C-D7F1-B779-E971EA736F12}"/>
                </a:ext>
              </a:extLst>
            </p:cNvPr>
            <p:cNvSpPr/>
            <p:nvPr/>
          </p:nvSpPr>
          <p:spPr>
            <a:xfrm>
              <a:off x="3313938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" name="pl14">
              <a:extLst>
                <a:ext uri="{FF2B5EF4-FFF2-40B4-BE49-F238E27FC236}">
                  <a16:creationId xmlns:a16="http://schemas.microsoft.com/office/drawing/2014/main" id="{CFC3FB16-C9EA-1439-ED87-9AAA8B378943}"/>
                </a:ext>
              </a:extLst>
            </p:cNvPr>
            <p:cNvSpPr/>
            <p:nvPr/>
          </p:nvSpPr>
          <p:spPr>
            <a:xfrm>
              <a:off x="3835023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" name="pl15">
              <a:extLst>
                <a:ext uri="{FF2B5EF4-FFF2-40B4-BE49-F238E27FC236}">
                  <a16:creationId xmlns:a16="http://schemas.microsoft.com/office/drawing/2014/main" id="{E97A65CF-3225-0880-189C-3EC8BAF99A5A}"/>
                </a:ext>
              </a:extLst>
            </p:cNvPr>
            <p:cNvSpPr/>
            <p:nvPr/>
          </p:nvSpPr>
          <p:spPr>
            <a:xfrm>
              <a:off x="965018" y="2485310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" name="pl16">
              <a:extLst>
                <a:ext uri="{FF2B5EF4-FFF2-40B4-BE49-F238E27FC236}">
                  <a16:creationId xmlns:a16="http://schemas.microsoft.com/office/drawing/2014/main" id="{B63A870C-D022-B3B3-F401-E90917E83077}"/>
                </a:ext>
              </a:extLst>
            </p:cNvPr>
            <p:cNvSpPr/>
            <p:nvPr/>
          </p:nvSpPr>
          <p:spPr>
            <a:xfrm>
              <a:off x="965018" y="2050592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" name="pl17">
              <a:extLst>
                <a:ext uri="{FF2B5EF4-FFF2-40B4-BE49-F238E27FC236}">
                  <a16:creationId xmlns:a16="http://schemas.microsoft.com/office/drawing/2014/main" id="{9ACC254F-7E23-DB43-321B-DE520C1F34E1}"/>
                </a:ext>
              </a:extLst>
            </p:cNvPr>
            <p:cNvSpPr/>
            <p:nvPr/>
          </p:nvSpPr>
          <p:spPr>
            <a:xfrm>
              <a:off x="965018" y="1615875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" name="pl18">
              <a:extLst>
                <a:ext uri="{FF2B5EF4-FFF2-40B4-BE49-F238E27FC236}">
                  <a16:creationId xmlns:a16="http://schemas.microsoft.com/office/drawing/2014/main" id="{2337A3C9-0318-E045-41C7-872E0A3FCC2E}"/>
                </a:ext>
              </a:extLst>
            </p:cNvPr>
            <p:cNvSpPr/>
            <p:nvPr/>
          </p:nvSpPr>
          <p:spPr>
            <a:xfrm>
              <a:off x="965018" y="1181157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" name="pl19">
              <a:extLst>
                <a:ext uri="{FF2B5EF4-FFF2-40B4-BE49-F238E27FC236}">
                  <a16:creationId xmlns:a16="http://schemas.microsoft.com/office/drawing/2014/main" id="{631F6313-8ED6-D13B-5653-999F1E94ACE2}"/>
                </a:ext>
              </a:extLst>
            </p:cNvPr>
            <p:cNvSpPr/>
            <p:nvPr/>
          </p:nvSpPr>
          <p:spPr>
            <a:xfrm>
              <a:off x="965018" y="746439"/>
              <a:ext cx="303954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" name="pl20">
              <a:extLst>
                <a:ext uri="{FF2B5EF4-FFF2-40B4-BE49-F238E27FC236}">
                  <a16:creationId xmlns:a16="http://schemas.microsoft.com/office/drawing/2014/main" id="{E353ACA5-7BC1-053F-C95B-3ED6C923BF72}"/>
                </a:ext>
              </a:extLst>
            </p:cNvPr>
            <p:cNvSpPr/>
            <p:nvPr/>
          </p:nvSpPr>
          <p:spPr>
            <a:xfrm>
              <a:off x="969053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" name="pl21">
              <a:extLst>
                <a:ext uri="{FF2B5EF4-FFF2-40B4-BE49-F238E27FC236}">
                  <a16:creationId xmlns:a16="http://schemas.microsoft.com/office/drawing/2014/main" id="{4727B92C-5C8D-5021-6F1C-B96E86C58961}"/>
                </a:ext>
              </a:extLst>
            </p:cNvPr>
            <p:cNvSpPr/>
            <p:nvPr/>
          </p:nvSpPr>
          <p:spPr>
            <a:xfrm>
              <a:off x="1490139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" name="pl22">
              <a:extLst>
                <a:ext uri="{FF2B5EF4-FFF2-40B4-BE49-F238E27FC236}">
                  <a16:creationId xmlns:a16="http://schemas.microsoft.com/office/drawing/2014/main" id="{50A6DE7C-3941-F0B6-DFC7-178AB6340444}"/>
                </a:ext>
              </a:extLst>
            </p:cNvPr>
            <p:cNvSpPr/>
            <p:nvPr/>
          </p:nvSpPr>
          <p:spPr>
            <a:xfrm>
              <a:off x="2011224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" name="pl23">
              <a:extLst>
                <a:ext uri="{FF2B5EF4-FFF2-40B4-BE49-F238E27FC236}">
                  <a16:creationId xmlns:a16="http://schemas.microsoft.com/office/drawing/2014/main" id="{86476258-DF93-F7BD-EC94-043AD5C5AF33}"/>
                </a:ext>
              </a:extLst>
            </p:cNvPr>
            <p:cNvSpPr/>
            <p:nvPr/>
          </p:nvSpPr>
          <p:spPr>
            <a:xfrm>
              <a:off x="2532310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" name="pl24">
              <a:extLst>
                <a:ext uri="{FF2B5EF4-FFF2-40B4-BE49-F238E27FC236}">
                  <a16:creationId xmlns:a16="http://schemas.microsoft.com/office/drawing/2014/main" id="{89C4A9AC-DA52-4879-8E02-AE17D4A67CC5}"/>
                </a:ext>
              </a:extLst>
            </p:cNvPr>
            <p:cNvSpPr/>
            <p:nvPr/>
          </p:nvSpPr>
          <p:spPr>
            <a:xfrm>
              <a:off x="3053396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" name="pl25">
              <a:extLst>
                <a:ext uri="{FF2B5EF4-FFF2-40B4-BE49-F238E27FC236}">
                  <a16:creationId xmlns:a16="http://schemas.microsoft.com/office/drawing/2014/main" id="{D27B298F-4394-78B3-7881-C1528C7D0A61}"/>
                </a:ext>
              </a:extLst>
            </p:cNvPr>
            <p:cNvSpPr/>
            <p:nvPr/>
          </p:nvSpPr>
          <p:spPr>
            <a:xfrm>
              <a:off x="3574481" y="659495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6" name="pt26">
              <a:extLst>
                <a:ext uri="{FF2B5EF4-FFF2-40B4-BE49-F238E27FC236}">
                  <a16:creationId xmlns:a16="http://schemas.microsoft.com/office/drawing/2014/main" id="{224B5652-A5E2-2837-6A0C-9209AB7A1923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7" name="pt27">
              <a:extLst>
                <a:ext uri="{FF2B5EF4-FFF2-40B4-BE49-F238E27FC236}">
                  <a16:creationId xmlns:a16="http://schemas.microsoft.com/office/drawing/2014/main" id="{9ADE8E9D-FDFE-F91E-B967-FA179516E99C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8" name="pt28">
              <a:extLst>
                <a:ext uri="{FF2B5EF4-FFF2-40B4-BE49-F238E27FC236}">
                  <a16:creationId xmlns:a16="http://schemas.microsoft.com/office/drawing/2014/main" id="{8227F372-3734-382F-B9B7-9D1BF0E3C682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9" name="pt29">
              <a:extLst>
                <a:ext uri="{FF2B5EF4-FFF2-40B4-BE49-F238E27FC236}">
                  <a16:creationId xmlns:a16="http://schemas.microsoft.com/office/drawing/2014/main" id="{A29D44F3-355C-C815-DB57-399650A08914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0" name="pt30">
              <a:extLst>
                <a:ext uri="{FF2B5EF4-FFF2-40B4-BE49-F238E27FC236}">
                  <a16:creationId xmlns:a16="http://schemas.microsoft.com/office/drawing/2014/main" id="{8E0915BA-83F7-46CF-8348-E68EF12A24AA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1" name="pt31">
              <a:extLst>
                <a:ext uri="{FF2B5EF4-FFF2-40B4-BE49-F238E27FC236}">
                  <a16:creationId xmlns:a16="http://schemas.microsoft.com/office/drawing/2014/main" id="{6504ED94-B89C-9C5C-22E6-553E7682465B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2" name="pt32">
              <a:extLst>
                <a:ext uri="{FF2B5EF4-FFF2-40B4-BE49-F238E27FC236}">
                  <a16:creationId xmlns:a16="http://schemas.microsoft.com/office/drawing/2014/main" id="{9DDB97B6-0487-E759-47CA-D86F456A0E97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3" name="pt33">
              <a:extLst>
                <a:ext uri="{FF2B5EF4-FFF2-40B4-BE49-F238E27FC236}">
                  <a16:creationId xmlns:a16="http://schemas.microsoft.com/office/drawing/2014/main" id="{DB025B4D-CE1E-7ECC-7DEA-F74A284D0A99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4" name="pt34">
              <a:extLst>
                <a:ext uri="{FF2B5EF4-FFF2-40B4-BE49-F238E27FC236}">
                  <a16:creationId xmlns:a16="http://schemas.microsoft.com/office/drawing/2014/main" id="{3C4A6DA9-C862-94AE-FE58-8B83BEF36F23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5" name="pt35">
              <a:extLst>
                <a:ext uri="{FF2B5EF4-FFF2-40B4-BE49-F238E27FC236}">
                  <a16:creationId xmlns:a16="http://schemas.microsoft.com/office/drawing/2014/main" id="{5212EE2B-AE85-B2D7-FACA-3279F39D1076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6" name="pt36">
              <a:extLst>
                <a:ext uri="{FF2B5EF4-FFF2-40B4-BE49-F238E27FC236}">
                  <a16:creationId xmlns:a16="http://schemas.microsoft.com/office/drawing/2014/main" id="{1F77D405-9752-053A-64E4-0FF6BEB6313A}"/>
                </a:ext>
              </a:extLst>
            </p:cNvPr>
            <p:cNvSpPr/>
            <p:nvPr/>
          </p:nvSpPr>
          <p:spPr>
            <a:xfrm>
              <a:off x="1481245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7" name="pt37">
              <a:extLst>
                <a:ext uri="{FF2B5EF4-FFF2-40B4-BE49-F238E27FC236}">
                  <a16:creationId xmlns:a16="http://schemas.microsoft.com/office/drawing/2014/main" id="{2DFC4286-62DE-43EF-61C6-95B7A27D9336}"/>
                </a:ext>
              </a:extLst>
            </p:cNvPr>
            <p:cNvSpPr/>
            <p:nvPr/>
          </p:nvSpPr>
          <p:spPr>
            <a:xfrm>
              <a:off x="1481245" y="706081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8" name="pt38">
              <a:extLst>
                <a:ext uri="{FF2B5EF4-FFF2-40B4-BE49-F238E27FC236}">
                  <a16:creationId xmlns:a16="http://schemas.microsoft.com/office/drawing/2014/main" id="{56AF49C1-DCAF-3D6A-5841-25ACD486E71A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39" name="pt39">
              <a:extLst>
                <a:ext uri="{FF2B5EF4-FFF2-40B4-BE49-F238E27FC236}">
                  <a16:creationId xmlns:a16="http://schemas.microsoft.com/office/drawing/2014/main" id="{CB24665F-FC13-AF5E-625E-507C16745F6A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0" name="pt40">
              <a:extLst>
                <a:ext uri="{FF2B5EF4-FFF2-40B4-BE49-F238E27FC236}">
                  <a16:creationId xmlns:a16="http://schemas.microsoft.com/office/drawing/2014/main" id="{E6C62227-9760-A509-DE10-0CA3DD2D8095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1" name="pt41">
              <a:extLst>
                <a:ext uri="{FF2B5EF4-FFF2-40B4-BE49-F238E27FC236}">
                  <a16:creationId xmlns:a16="http://schemas.microsoft.com/office/drawing/2014/main" id="{B9B219A2-F453-BF86-E349-DCF1B8DBAE47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2" name="pt42">
              <a:extLst>
                <a:ext uri="{FF2B5EF4-FFF2-40B4-BE49-F238E27FC236}">
                  <a16:creationId xmlns:a16="http://schemas.microsoft.com/office/drawing/2014/main" id="{4D4DF69B-0EFC-9FF6-255D-D48B6765E1C6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3" name="pt43">
              <a:extLst>
                <a:ext uri="{FF2B5EF4-FFF2-40B4-BE49-F238E27FC236}">
                  <a16:creationId xmlns:a16="http://schemas.microsoft.com/office/drawing/2014/main" id="{6B9EA4F2-14FB-FECD-2D90-81EFFE092E26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4" name="pt44">
              <a:extLst>
                <a:ext uri="{FF2B5EF4-FFF2-40B4-BE49-F238E27FC236}">
                  <a16:creationId xmlns:a16="http://schemas.microsoft.com/office/drawing/2014/main" id="{103B7E5F-DBFE-13FB-A650-A7218CD5FE53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5" name="pt45">
              <a:extLst>
                <a:ext uri="{FF2B5EF4-FFF2-40B4-BE49-F238E27FC236}">
                  <a16:creationId xmlns:a16="http://schemas.microsoft.com/office/drawing/2014/main" id="{061400E3-306A-F321-626D-7F2E5E02E0DC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6" name="pt46">
              <a:extLst>
                <a:ext uri="{FF2B5EF4-FFF2-40B4-BE49-F238E27FC236}">
                  <a16:creationId xmlns:a16="http://schemas.microsoft.com/office/drawing/2014/main" id="{D03DC84F-3BBA-1763-8CAE-98D0D1349B04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7" name="pt47">
              <a:extLst>
                <a:ext uri="{FF2B5EF4-FFF2-40B4-BE49-F238E27FC236}">
                  <a16:creationId xmlns:a16="http://schemas.microsoft.com/office/drawing/2014/main" id="{9F63DB3E-6798-522F-647E-3CA5CCD17A06}"/>
                </a:ext>
              </a:extLst>
            </p:cNvPr>
            <p:cNvSpPr/>
            <p:nvPr/>
          </p:nvSpPr>
          <p:spPr>
            <a:xfrm>
              <a:off x="1189491" y="706081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8" name="pt48">
              <a:extLst>
                <a:ext uri="{FF2B5EF4-FFF2-40B4-BE49-F238E27FC236}">
                  <a16:creationId xmlns:a16="http://schemas.microsoft.com/office/drawing/2014/main" id="{A4B34613-C641-6F85-69DC-0324BB211481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49" name="pt49">
              <a:extLst>
                <a:ext uri="{FF2B5EF4-FFF2-40B4-BE49-F238E27FC236}">
                  <a16:creationId xmlns:a16="http://schemas.microsoft.com/office/drawing/2014/main" id="{6B4985DF-36C3-5808-A2B5-550942B5E532}"/>
                </a:ext>
              </a:extLst>
            </p:cNvPr>
            <p:cNvSpPr/>
            <p:nvPr/>
          </p:nvSpPr>
          <p:spPr>
            <a:xfrm>
              <a:off x="106282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0" name="pt50">
              <a:extLst>
                <a:ext uri="{FF2B5EF4-FFF2-40B4-BE49-F238E27FC236}">
                  <a16:creationId xmlns:a16="http://schemas.microsoft.com/office/drawing/2014/main" id="{ADD6FB42-1A09-50D9-90D3-BC1260F86956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1" name="pt51">
              <a:extLst>
                <a:ext uri="{FF2B5EF4-FFF2-40B4-BE49-F238E27FC236}">
                  <a16:creationId xmlns:a16="http://schemas.microsoft.com/office/drawing/2014/main" id="{C2BAE652-6DCF-6256-B200-3858D20F5C2F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2" name="pt52">
              <a:extLst>
                <a:ext uri="{FF2B5EF4-FFF2-40B4-BE49-F238E27FC236}">
                  <a16:creationId xmlns:a16="http://schemas.microsoft.com/office/drawing/2014/main" id="{91B93907-A58A-7B0C-306D-F1F5C66D21F8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3" name="pt53">
              <a:extLst>
                <a:ext uri="{FF2B5EF4-FFF2-40B4-BE49-F238E27FC236}">
                  <a16:creationId xmlns:a16="http://schemas.microsoft.com/office/drawing/2014/main" id="{896CC155-11C3-8291-138D-46AF159A1B26}"/>
                </a:ext>
              </a:extLst>
            </p:cNvPr>
            <p:cNvSpPr/>
            <p:nvPr/>
          </p:nvSpPr>
          <p:spPr>
            <a:xfrm>
              <a:off x="106282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4" name="pt54">
              <a:extLst>
                <a:ext uri="{FF2B5EF4-FFF2-40B4-BE49-F238E27FC236}">
                  <a16:creationId xmlns:a16="http://schemas.microsoft.com/office/drawing/2014/main" id="{538547F7-D1B0-1000-FFB5-5FE88F4526C1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5" name="pt55">
              <a:extLst>
                <a:ext uri="{FF2B5EF4-FFF2-40B4-BE49-F238E27FC236}">
                  <a16:creationId xmlns:a16="http://schemas.microsoft.com/office/drawing/2014/main" id="{38B4A8CB-0613-84F5-0757-9BB55456CC00}"/>
                </a:ext>
              </a:extLst>
            </p:cNvPr>
            <p:cNvSpPr/>
            <p:nvPr/>
          </p:nvSpPr>
          <p:spPr>
            <a:xfrm>
              <a:off x="106282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6" name="pt56">
              <a:extLst>
                <a:ext uri="{FF2B5EF4-FFF2-40B4-BE49-F238E27FC236}">
                  <a16:creationId xmlns:a16="http://schemas.microsoft.com/office/drawing/2014/main" id="{E51AACA6-F2B5-17B4-DCE9-642A219C59DB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7" name="pt57">
              <a:extLst>
                <a:ext uri="{FF2B5EF4-FFF2-40B4-BE49-F238E27FC236}">
                  <a16:creationId xmlns:a16="http://schemas.microsoft.com/office/drawing/2014/main" id="{EA3928C6-3E82-45D4-A659-08D943DF286C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8" name="pt58">
              <a:extLst>
                <a:ext uri="{FF2B5EF4-FFF2-40B4-BE49-F238E27FC236}">
                  <a16:creationId xmlns:a16="http://schemas.microsoft.com/office/drawing/2014/main" id="{9AB2D96F-CBF6-5E07-62FE-C3A25D31C8CB}"/>
                </a:ext>
              </a:extLst>
            </p:cNvPr>
            <p:cNvSpPr/>
            <p:nvPr/>
          </p:nvSpPr>
          <p:spPr>
            <a:xfrm>
              <a:off x="106282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59" name="pt59">
              <a:extLst>
                <a:ext uri="{FF2B5EF4-FFF2-40B4-BE49-F238E27FC236}">
                  <a16:creationId xmlns:a16="http://schemas.microsoft.com/office/drawing/2014/main" id="{67C0245F-A915-1B62-F668-F4CA0364E05D}"/>
                </a:ext>
              </a:extLst>
            </p:cNvPr>
            <p:cNvSpPr/>
            <p:nvPr/>
          </p:nvSpPr>
          <p:spPr>
            <a:xfrm>
              <a:off x="106282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0" name="pt60">
              <a:extLst>
                <a:ext uri="{FF2B5EF4-FFF2-40B4-BE49-F238E27FC236}">
                  <a16:creationId xmlns:a16="http://schemas.microsoft.com/office/drawing/2014/main" id="{3A256E1C-0190-18CD-574C-CA948D73D593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1" name="pt61">
              <a:extLst>
                <a:ext uri="{FF2B5EF4-FFF2-40B4-BE49-F238E27FC236}">
                  <a16:creationId xmlns:a16="http://schemas.microsoft.com/office/drawing/2014/main" id="{CFE038CB-646F-1E52-7AB2-9A24DFDAB611}"/>
                </a:ext>
              </a:extLst>
            </p:cNvPr>
            <p:cNvSpPr/>
            <p:nvPr/>
          </p:nvSpPr>
          <p:spPr>
            <a:xfrm>
              <a:off x="1189491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2" name="pt62">
              <a:extLst>
                <a:ext uri="{FF2B5EF4-FFF2-40B4-BE49-F238E27FC236}">
                  <a16:creationId xmlns:a16="http://schemas.microsoft.com/office/drawing/2014/main" id="{5DA1AA9B-529E-9A1E-C333-A8F1959113BE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3" name="pt63">
              <a:extLst>
                <a:ext uri="{FF2B5EF4-FFF2-40B4-BE49-F238E27FC236}">
                  <a16:creationId xmlns:a16="http://schemas.microsoft.com/office/drawing/2014/main" id="{C6250C7A-6526-BD9E-CA63-5E6BAA1FEE0A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4" name="pt64">
              <a:extLst>
                <a:ext uri="{FF2B5EF4-FFF2-40B4-BE49-F238E27FC236}">
                  <a16:creationId xmlns:a16="http://schemas.microsoft.com/office/drawing/2014/main" id="{5A8E367A-4A51-6C0E-C2B4-A0E3DA6892B9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5" name="pt65">
              <a:extLst>
                <a:ext uri="{FF2B5EF4-FFF2-40B4-BE49-F238E27FC236}">
                  <a16:creationId xmlns:a16="http://schemas.microsoft.com/office/drawing/2014/main" id="{CEC6527B-5DF7-8A4D-10F5-0253875F967D}"/>
                </a:ext>
              </a:extLst>
            </p:cNvPr>
            <p:cNvSpPr/>
            <p:nvPr/>
          </p:nvSpPr>
          <p:spPr>
            <a:xfrm>
              <a:off x="1183792" y="706081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6" name="pt66">
              <a:extLst>
                <a:ext uri="{FF2B5EF4-FFF2-40B4-BE49-F238E27FC236}">
                  <a16:creationId xmlns:a16="http://schemas.microsoft.com/office/drawing/2014/main" id="{56B09305-78B9-D4DE-CE31-7B8683336244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7" name="pt67">
              <a:extLst>
                <a:ext uri="{FF2B5EF4-FFF2-40B4-BE49-F238E27FC236}">
                  <a16:creationId xmlns:a16="http://schemas.microsoft.com/office/drawing/2014/main" id="{A20D6729-45D6-43E6-73B3-1C99D172526B}"/>
                </a:ext>
              </a:extLst>
            </p:cNvPr>
            <p:cNvSpPr/>
            <p:nvPr/>
          </p:nvSpPr>
          <p:spPr>
            <a:xfrm>
              <a:off x="1183792" y="706081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8" name="pt68">
              <a:extLst>
                <a:ext uri="{FF2B5EF4-FFF2-40B4-BE49-F238E27FC236}">
                  <a16:creationId xmlns:a16="http://schemas.microsoft.com/office/drawing/2014/main" id="{DE0D2E09-E8A7-7764-D4AC-5FC19D166344}"/>
                </a:ext>
              </a:extLst>
            </p:cNvPr>
            <p:cNvSpPr/>
            <p:nvPr/>
          </p:nvSpPr>
          <p:spPr>
            <a:xfrm>
              <a:off x="1183792" y="706081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69" name="pt69">
              <a:extLst>
                <a:ext uri="{FF2B5EF4-FFF2-40B4-BE49-F238E27FC236}">
                  <a16:creationId xmlns:a16="http://schemas.microsoft.com/office/drawing/2014/main" id="{A6C21C85-51AD-48FA-6FC9-01AC21C889E9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0" name="pt70">
              <a:extLst>
                <a:ext uri="{FF2B5EF4-FFF2-40B4-BE49-F238E27FC236}">
                  <a16:creationId xmlns:a16="http://schemas.microsoft.com/office/drawing/2014/main" id="{629D6B74-DDC8-4F0E-17E5-B8D953BC2496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1" name="pt71">
              <a:extLst>
                <a:ext uri="{FF2B5EF4-FFF2-40B4-BE49-F238E27FC236}">
                  <a16:creationId xmlns:a16="http://schemas.microsoft.com/office/drawing/2014/main" id="{F2EF71C6-ACD3-0627-1AB5-EB0213BCD78C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2" name="pt72">
              <a:extLst>
                <a:ext uri="{FF2B5EF4-FFF2-40B4-BE49-F238E27FC236}">
                  <a16:creationId xmlns:a16="http://schemas.microsoft.com/office/drawing/2014/main" id="{CE7311FF-1F54-DFFA-CA89-A4F15B6FE2E7}"/>
                </a:ext>
              </a:extLst>
            </p:cNvPr>
            <p:cNvSpPr/>
            <p:nvPr/>
          </p:nvSpPr>
          <p:spPr>
            <a:xfrm>
              <a:off x="1183792" y="706081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3" name="pt73">
              <a:extLst>
                <a:ext uri="{FF2B5EF4-FFF2-40B4-BE49-F238E27FC236}">
                  <a16:creationId xmlns:a16="http://schemas.microsoft.com/office/drawing/2014/main" id="{2E1B5CBB-0EB2-E33C-7D58-A3D5AA1283CE}"/>
                </a:ext>
              </a:extLst>
            </p:cNvPr>
            <p:cNvSpPr/>
            <p:nvPr/>
          </p:nvSpPr>
          <p:spPr>
            <a:xfrm>
              <a:off x="1183792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4" name="pt74">
              <a:extLst>
                <a:ext uri="{FF2B5EF4-FFF2-40B4-BE49-F238E27FC236}">
                  <a16:creationId xmlns:a16="http://schemas.microsoft.com/office/drawing/2014/main" id="{902649D4-A08B-E4C7-5AF7-A36F17381045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5" name="pt75">
              <a:extLst>
                <a:ext uri="{FF2B5EF4-FFF2-40B4-BE49-F238E27FC236}">
                  <a16:creationId xmlns:a16="http://schemas.microsoft.com/office/drawing/2014/main" id="{EDB0C3A2-478C-476A-98A0-DACAC10AD4E7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6" name="pt76">
              <a:extLst>
                <a:ext uri="{FF2B5EF4-FFF2-40B4-BE49-F238E27FC236}">
                  <a16:creationId xmlns:a16="http://schemas.microsoft.com/office/drawing/2014/main" id="{B724F942-F877-03CE-7ACD-8C47E7371A89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7" name="pt77">
              <a:extLst>
                <a:ext uri="{FF2B5EF4-FFF2-40B4-BE49-F238E27FC236}">
                  <a16:creationId xmlns:a16="http://schemas.microsoft.com/office/drawing/2014/main" id="{3176586D-FD81-DE3D-6B2E-C7D75E6FD61D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8" name="pt78">
              <a:extLst>
                <a:ext uri="{FF2B5EF4-FFF2-40B4-BE49-F238E27FC236}">
                  <a16:creationId xmlns:a16="http://schemas.microsoft.com/office/drawing/2014/main" id="{1599E343-C931-7984-A0E7-935A868EF15D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79" name="pt79">
              <a:extLst>
                <a:ext uri="{FF2B5EF4-FFF2-40B4-BE49-F238E27FC236}">
                  <a16:creationId xmlns:a16="http://schemas.microsoft.com/office/drawing/2014/main" id="{A2FFCC05-069B-BDEC-4568-30C08C6608A9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0" name="pt80">
              <a:extLst>
                <a:ext uri="{FF2B5EF4-FFF2-40B4-BE49-F238E27FC236}">
                  <a16:creationId xmlns:a16="http://schemas.microsoft.com/office/drawing/2014/main" id="{EFD6B11D-DF76-81F3-3D5D-BBFE2A77854A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1" name="pt81">
              <a:extLst>
                <a:ext uri="{FF2B5EF4-FFF2-40B4-BE49-F238E27FC236}">
                  <a16:creationId xmlns:a16="http://schemas.microsoft.com/office/drawing/2014/main" id="{148C9E20-012C-AC64-5565-8CEA17599400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2" name="pt82">
              <a:extLst>
                <a:ext uri="{FF2B5EF4-FFF2-40B4-BE49-F238E27FC236}">
                  <a16:creationId xmlns:a16="http://schemas.microsoft.com/office/drawing/2014/main" id="{5BBE9B0B-7576-F4C2-53EB-7B20EA0620E8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3" name="pt83">
              <a:extLst>
                <a:ext uri="{FF2B5EF4-FFF2-40B4-BE49-F238E27FC236}">
                  <a16:creationId xmlns:a16="http://schemas.microsoft.com/office/drawing/2014/main" id="{34C97F99-13DF-24D6-C80D-4AA9902B3FF7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4" name="pt84">
              <a:extLst>
                <a:ext uri="{FF2B5EF4-FFF2-40B4-BE49-F238E27FC236}">
                  <a16:creationId xmlns:a16="http://schemas.microsoft.com/office/drawing/2014/main" id="{BD897F2D-A9C1-03AF-0C3F-BB7B9C548F80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5" name="pt85">
              <a:extLst>
                <a:ext uri="{FF2B5EF4-FFF2-40B4-BE49-F238E27FC236}">
                  <a16:creationId xmlns:a16="http://schemas.microsoft.com/office/drawing/2014/main" id="{B6984643-E659-CFD9-DBC7-6A2645FB13BA}"/>
                </a:ext>
              </a:extLst>
            </p:cNvPr>
            <p:cNvSpPr/>
            <p:nvPr/>
          </p:nvSpPr>
          <p:spPr>
            <a:xfrm>
              <a:off x="1382890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6" name="pt86">
              <a:extLst>
                <a:ext uri="{FF2B5EF4-FFF2-40B4-BE49-F238E27FC236}">
                  <a16:creationId xmlns:a16="http://schemas.microsoft.com/office/drawing/2014/main" id="{43F1AFEF-3C81-C36B-0F04-38C73C3E11C5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7" name="pt87">
              <a:extLst>
                <a:ext uri="{FF2B5EF4-FFF2-40B4-BE49-F238E27FC236}">
                  <a16:creationId xmlns:a16="http://schemas.microsoft.com/office/drawing/2014/main" id="{62F7FA7E-AA76-1553-2A91-405D7F781FC6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8" name="pt88">
              <a:extLst>
                <a:ext uri="{FF2B5EF4-FFF2-40B4-BE49-F238E27FC236}">
                  <a16:creationId xmlns:a16="http://schemas.microsoft.com/office/drawing/2014/main" id="{A9346A1B-C151-5A82-C2F3-B30B7F9C3E46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89" name="pt89">
              <a:extLst>
                <a:ext uri="{FF2B5EF4-FFF2-40B4-BE49-F238E27FC236}">
                  <a16:creationId xmlns:a16="http://schemas.microsoft.com/office/drawing/2014/main" id="{7D33344F-1BCD-4866-8256-18290DCB4949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0" name="pt90">
              <a:extLst>
                <a:ext uri="{FF2B5EF4-FFF2-40B4-BE49-F238E27FC236}">
                  <a16:creationId xmlns:a16="http://schemas.microsoft.com/office/drawing/2014/main" id="{86407E5A-9039-F7F9-6F4E-47B543618E61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1" name="pt91">
              <a:extLst>
                <a:ext uri="{FF2B5EF4-FFF2-40B4-BE49-F238E27FC236}">
                  <a16:creationId xmlns:a16="http://schemas.microsoft.com/office/drawing/2014/main" id="{57496B70-646D-2C9B-AE6E-8BC664977637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2" name="pt92">
              <a:extLst>
                <a:ext uri="{FF2B5EF4-FFF2-40B4-BE49-F238E27FC236}">
                  <a16:creationId xmlns:a16="http://schemas.microsoft.com/office/drawing/2014/main" id="{18585EA0-C04B-6778-C903-045C77721A91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3" name="pt93">
              <a:extLst>
                <a:ext uri="{FF2B5EF4-FFF2-40B4-BE49-F238E27FC236}">
                  <a16:creationId xmlns:a16="http://schemas.microsoft.com/office/drawing/2014/main" id="{2853E03B-F5EB-AB75-B5E5-FC0AC1603306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4" name="pt94">
              <a:extLst>
                <a:ext uri="{FF2B5EF4-FFF2-40B4-BE49-F238E27FC236}">
                  <a16:creationId xmlns:a16="http://schemas.microsoft.com/office/drawing/2014/main" id="{907475F9-61FB-EDDA-7FD4-07A405FC6902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5" name="pt95">
              <a:extLst>
                <a:ext uri="{FF2B5EF4-FFF2-40B4-BE49-F238E27FC236}">
                  <a16:creationId xmlns:a16="http://schemas.microsoft.com/office/drawing/2014/main" id="{9073BC25-346F-514A-7A71-0D309369DBC2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6" name="pt96">
              <a:extLst>
                <a:ext uri="{FF2B5EF4-FFF2-40B4-BE49-F238E27FC236}">
                  <a16:creationId xmlns:a16="http://schemas.microsoft.com/office/drawing/2014/main" id="{753A3FA5-5845-06B8-785B-A57595006D60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7" name="pt97">
              <a:extLst>
                <a:ext uri="{FF2B5EF4-FFF2-40B4-BE49-F238E27FC236}">
                  <a16:creationId xmlns:a16="http://schemas.microsoft.com/office/drawing/2014/main" id="{B144FC6D-C441-6EDD-B02C-A412F37F83C5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8" name="pt98">
              <a:extLst>
                <a:ext uri="{FF2B5EF4-FFF2-40B4-BE49-F238E27FC236}">
                  <a16:creationId xmlns:a16="http://schemas.microsoft.com/office/drawing/2014/main" id="{8B3F576E-D15B-363D-2D3B-938E80D1B06E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99" name="pt99">
              <a:extLst>
                <a:ext uri="{FF2B5EF4-FFF2-40B4-BE49-F238E27FC236}">
                  <a16:creationId xmlns:a16="http://schemas.microsoft.com/office/drawing/2014/main" id="{0BAB6B00-D9BF-BF63-37FE-A89A15200A6D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0" name="pt100">
              <a:extLst>
                <a:ext uri="{FF2B5EF4-FFF2-40B4-BE49-F238E27FC236}">
                  <a16:creationId xmlns:a16="http://schemas.microsoft.com/office/drawing/2014/main" id="{0D8E105B-8BD1-8E0A-DD96-98178F41377A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1" name="pt101">
              <a:extLst>
                <a:ext uri="{FF2B5EF4-FFF2-40B4-BE49-F238E27FC236}">
                  <a16:creationId xmlns:a16="http://schemas.microsoft.com/office/drawing/2014/main" id="{2A52ECC3-F860-C1E5-EE5E-4767375DA67F}"/>
                </a:ext>
              </a:extLst>
            </p:cNvPr>
            <p:cNvSpPr/>
            <p:nvPr/>
          </p:nvSpPr>
          <p:spPr>
            <a:xfrm>
              <a:off x="1254364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2" name="pt102">
              <a:extLst>
                <a:ext uri="{FF2B5EF4-FFF2-40B4-BE49-F238E27FC236}">
                  <a16:creationId xmlns:a16="http://schemas.microsoft.com/office/drawing/2014/main" id="{022610ED-2F1F-3A9C-2C70-E243144C6A7C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3" name="pt103">
              <a:extLst>
                <a:ext uri="{FF2B5EF4-FFF2-40B4-BE49-F238E27FC236}">
                  <a16:creationId xmlns:a16="http://schemas.microsoft.com/office/drawing/2014/main" id="{A9D0DA8C-C5B2-ABF7-13D0-59456646BD7E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4" name="pt104">
              <a:extLst>
                <a:ext uri="{FF2B5EF4-FFF2-40B4-BE49-F238E27FC236}">
                  <a16:creationId xmlns:a16="http://schemas.microsoft.com/office/drawing/2014/main" id="{2F56D224-1503-1A05-0437-456D1D9986D4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5" name="pt105">
              <a:extLst>
                <a:ext uri="{FF2B5EF4-FFF2-40B4-BE49-F238E27FC236}">
                  <a16:creationId xmlns:a16="http://schemas.microsoft.com/office/drawing/2014/main" id="{3089EFAA-8BEB-86F1-5CD9-526BF724198C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6" name="pt106">
              <a:extLst>
                <a:ext uri="{FF2B5EF4-FFF2-40B4-BE49-F238E27FC236}">
                  <a16:creationId xmlns:a16="http://schemas.microsoft.com/office/drawing/2014/main" id="{D48BF9A2-6160-1915-90D1-1D4994D40118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7" name="pt107">
              <a:extLst>
                <a:ext uri="{FF2B5EF4-FFF2-40B4-BE49-F238E27FC236}">
                  <a16:creationId xmlns:a16="http://schemas.microsoft.com/office/drawing/2014/main" id="{898F26C5-E405-D152-FCB0-67160440E35A}"/>
                </a:ext>
              </a:extLst>
            </p:cNvPr>
            <p:cNvSpPr/>
            <p:nvPr/>
          </p:nvSpPr>
          <p:spPr>
            <a:xfrm>
              <a:off x="1455534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8" name="pt108">
              <a:extLst>
                <a:ext uri="{FF2B5EF4-FFF2-40B4-BE49-F238E27FC236}">
                  <a16:creationId xmlns:a16="http://schemas.microsoft.com/office/drawing/2014/main" id="{4C50A548-013E-39AE-CD0B-A6F2696A953B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09" name="pt109">
              <a:extLst>
                <a:ext uri="{FF2B5EF4-FFF2-40B4-BE49-F238E27FC236}">
                  <a16:creationId xmlns:a16="http://schemas.microsoft.com/office/drawing/2014/main" id="{ACD1F7B7-1769-83F4-6916-6E94186D5BFE}"/>
                </a:ext>
              </a:extLst>
            </p:cNvPr>
            <p:cNvSpPr/>
            <p:nvPr/>
          </p:nvSpPr>
          <p:spPr>
            <a:xfrm>
              <a:off x="1455534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0" name="pt110">
              <a:extLst>
                <a:ext uri="{FF2B5EF4-FFF2-40B4-BE49-F238E27FC236}">
                  <a16:creationId xmlns:a16="http://schemas.microsoft.com/office/drawing/2014/main" id="{971E20D9-C513-C96E-F816-F3D7934559A3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1" name="pt111">
              <a:extLst>
                <a:ext uri="{FF2B5EF4-FFF2-40B4-BE49-F238E27FC236}">
                  <a16:creationId xmlns:a16="http://schemas.microsoft.com/office/drawing/2014/main" id="{903C64AD-21D8-6A52-A370-9B989FEA9251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2" name="pt112">
              <a:extLst>
                <a:ext uri="{FF2B5EF4-FFF2-40B4-BE49-F238E27FC236}">
                  <a16:creationId xmlns:a16="http://schemas.microsoft.com/office/drawing/2014/main" id="{01770C8D-AA1F-274D-71D1-FDA78E5145F8}"/>
                </a:ext>
              </a:extLst>
            </p:cNvPr>
            <p:cNvSpPr/>
            <p:nvPr/>
          </p:nvSpPr>
          <p:spPr>
            <a:xfrm>
              <a:off x="1403645" y="2444953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3" name="pt113">
              <a:extLst>
                <a:ext uri="{FF2B5EF4-FFF2-40B4-BE49-F238E27FC236}">
                  <a16:creationId xmlns:a16="http://schemas.microsoft.com/office/drawing/2014/main" id="{D58CAB03-D329-8570-6107-124291E0133B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4" name="pt114">
              <a:extLst>
                <a:ext uri="{FF2B5EF4-FFF2-40B4-BE49-F238E27FC236}">
                  <a16:creationId xmlns:a16="http://schemas.microsoft.com/office/drawing/2014/main" id="{53CD2018-ECD0-DCA8-52F7-0F6B9F5B746F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5" name="pt115">
              <a:extLst>
                <a:ext uri="{FF2B5EF4-FFF2-40B4-BE49-F238E27FC236}">
                  <a16:creationId xmlns:a16="http://schemas.microsoft.com/office/drawing/2014/main" id="{EC342AFB-0594-C325-BF78-D48B5E622674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6" name="pt116">
              <a:extLst>
                <a:ext uri="{FF2B5EF4-FFF2-40B4-BE49-F238E27FC236}">
                  <a16:creationId xmlns:a16="http://schemas.microsoft.com/office/drawing/2014/main" id="{4234155C-D55B-3718-D40E-76189CA17E5F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7" name="pt117">
              <a:extLst>
                <a:ext uri="{FF2B5EF4-FFF2-40B4-BE49-F238E27FC236}">
                  <a16:creationId xmlns:a16="http://schemas.microsoft.com/office/drawing/2014/main" id="{533ADAA0-B02D-CAC0-B606-2D7C918708F9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8" name="pt118">
              <a:extLst>
                <a:ext uri="{FF2B5EF4-FFF2-40B4-BE49-F238E27FC236}">
                  <a16:creationId xmlns:a16="http://schemas.microsoft.com/office/drawing/2014/main" id="{0D31A201-D3F0-0A8E-BD5A-8B0DDC248F20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19" name="pt119">
              <a:extLst>
                <a:ext uri="{FF2B5EF4-FFF2-40B4-BE49-F238E27FC236}">
                  <a16:creationId xmlns:a16="http://schemas.microsoft.com/office/drawing/2014/main" id="{4F96857B-3984-5962-051A-8FD41A5D51CE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0" name="pt120">
              <a:extLst>
                <a:ext uri="{FF2B5EF4-FFF2-40B4-BE49-F238E27FC236}">
                  <a16:creationId xmlns:a16="http://schemas.microsoft.com/office/drawing/2014/main" id="{CC4CC7AF-5CEB-E403-BA18-84052AF379D8}"/>
                </a:ext>
              </a:extLst>
            </p:cNvPr>
            <p:cNvSpPr/>
            <p:nvPr/>
          </p:nvSpPr>
          <p:spPr>
            <a:xfrm>
              <a:off x="1403645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1" name="pt121">
              <a:extLst>
                <a:ext uri="{FF2B5EF4-FFF2-40B4-BE49-F238E27FC236}">
                  <a16:creationId xmlns:a16="http://schemas.microsoft.com/office/drawing/2014/main" id="{A0DB58EB-AFAE-E795-1E76-77B6D2A8A244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2" name="pt122">
              <a:extLst>
                <a:ext uri="{FF2B5EF4-FFF2-40B4-BE49-F238E27FC236}">
                  <a16:creationId xmlns:a16="http://schemas.microsoft.com/office/drawing/2014/main" id="{06535E57-0291-9DBB-B685-6A9664AC6C72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3" name="pt123">
              <a:extLst>
                <a:ext uri="{FF2B5EF4-FFF2-40B4-BE49-F238E27FC236}">
                  <a16:creationId xmlns:a16="http://schemas.microsoft.com/office/drawing/2014/main" id="{F663B8EA-88A4-D8B6-12CB-F72BDC119451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4" name="pt124">
              <a:extLst>
                <a:ext uri="{FF2B5EF4-FFF2-40B4-BE49-F238E27FC236}">
                  <a16:creationId xmlns:a16="http://schemas.microsoft.com/office/drawing/2014/main" id="{F97C1778-D1CF-F40E-64F9-3F52CCF4A653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5" name="pt125">
              <a:extLst>
                <a:ext uri="{FF2B5EF4-FFF2-40B4-BE49-F238E27FC236}">
                  <a16:creationId xmlns:a16="http://schemas.microsoft.com/office/drawing/2014/main" id="{84678B8D-50AC-FF2C-6719-BFEEEA0FBF10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6" name="pt126">
              <a:extLst>
                <a:ext uri="{FF2B5EF4-FFF2-40B4-BE49-F238E27FC236}">
                  <a16:creationId xmlns:a16="http://schemas.microsoft.com/office/drawing/2014/main" id="{C40646A7-86C3-2577-245C-A784F341621E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7" name="pt127">
              <a:extLst>
                <a:ext uri="{FF2B5EF4-FFF2-40B4-BE49-F238E27FC236}">
                  <a16:creationId xmlns:a16="http://schemas.microsoft.com/office/drawing/2014/main" id="{FF4F9A45-9E00-40D2-1E4B-D769D3844E79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8" name="pt128">
              <a:extLst>
                <a:ext uri="{FF2B5EF4-FFF2-40B4-BE49-F238E27FC236}">
                  <a16:creationId xmlns:a16="http://schemas.microsoft.com/office/drawing/2014/main" id="{E79F83B6-8EFE-900E-67C8-FDFD339E734B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29" name="pt129">
              <a:extLst>
                <a:ext uri="{FF2B5EF4-FFF2-40B4-BE49-F238E27FC236}">
                  <a16:creationId xmlns:a16="http://schemas.microsoft.com/office/drawing/2014/main" id="{5D9683AB-128E-F127-5DE5-97BF48A037E4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" name="pt130">
              <a:extLst>
                <a:ext uri="{FF2B5EF4-FFF2-40B4-BE49-F238E27FC236}">
                  <a16:creationId xmlns:a16="http://schemas.microsoft.com/office/drawing/2014/main" id="{C3115465-9245-5A9C-67BE-44F8A5A4A7CD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" name="pt131">
              <a:extLst>
                <a:ext uri="{FF2B5EF4-FFF2-40B4-BE49-F238E27FC236}">
                  <a16:creationId xmlns:a16="http://schemas.microsoft.com/office/drawing/2014/main" id="{55B8109C-CF31-0412-0256-381C27518B75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" name="pt132">
              <a:extLst>
                <a:ext uri="{FF2B5EF4-FFF2-40B4-BE49-F238E27FC236}">
                  <a16:creationId xmlns:a16="http://schemas.microsoft.com/office/drawing/2014/main" id="{905D7758-B323-9D94-85B0-A073FC97FE17}"/>
                </a:ext>
              </a:extLst>
            </p:cNvPr>
            <p:cNvSpPr/>
            <p:nvPr/>
          </p:nvSpPr>
          <p:spPr>
            <a:xfrm>
              <a:off x="3826043" y="2444953"/>
              <a:ext cx="80716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" name="pt133">
              <a:extLst>
                <a:ext uri="{FF2B5EF4-FFF2-40B4-BE49-F238E27FC236}">
                  <a16:creationId xmlns:a16="http://schemas.microsoft.com/office/drawing/2014/main" id="{78B972A5-C2A0-9AC8-7C3A-42C60D6255C3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" name="pt134">
              <a:extLst>
                <a:ext uri="{FF2B5EF4-FFF2-40B4-BE49-F238E27FC236}">
                  <a16:creationId xmlns:a16="http://schemas.microsoft.com/office/drawing/2014/main" id="{3D8AB8E9-C4B6-7206-B4FB-283D66F8369E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" name="pt135">
              <a:extLst>
                <a:ext uri="{FF2B5EF4-FFF2-40B4-BE49-F238E27FC236}">
                  <a16:creationId xmlns:a16="http://schemas.microsoft.com/office/drawing/2014/main" id="{A14E63AB-EB9B-33E8-5DA8-E96D2063085E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" name="pt136">
              <a:extLst>
                <a:ext uri="{FF2B5EF4-FFF2-40B4-BE49-F238E27FC236}">
                  <a16:creationId xmlns:a16="http://schemas.microsoft.com/office/drawing/2014/main" id="{BFEC1731-391C-6B24-740F-4FA790E3F3B2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" name="pt137">
              <a:extLst>
                <a:ext uri="{FF2B5EF4-FFF2-40B4-BE49-F238E27FC236}">
                  <a16:creationId xmlns:a16="http://schemas.microsoft.com/office/drawing/2014/main" id="{6A77C6A5-D6F8-F7B0-A5BE-EF5F8D1C6523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" name="pt138">
              <a:extLst>
                <a:ext uri="{FF2B5EF4-FFF2-40B4-BE49-F238E27FC236}">
                  <a16:creationId xmlns:a16="http://schemas.microsoft.com/office/drawing/2014/main" id="{E724B2D9-8253-6727-7FD0-1E9E7256B08F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" name="pt139">
              <a:extLst>
                <a:ext uri="{FF2B5EF4-FFF2-40B4-BE49-F238E27FC236}">
                  <a16:creationId xmlns:a16="http://schemas.microsoft.com/office/drawing/2014/main" id="{5CAB9D94-8DC2-279D-9F5E-CD088E72E4E4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" name="pt140">
              <a:extLst>
                <a:ext uri="{FF2B5EF4-FFF2-40B4-BE49-F238E27FC236}">
                  <a16:creationId xmlns:a16="http://schemas.microsoft.com/office/drawing/2014/main" id="{C22BB00A-B952-353B-7BB9-9E411A6D9E05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" name="pt141">
              <a:extLst>
                <a:ext uri="{FF2B5EF4-FFF2-40B4-BE49-F238E27FC236}">
                  <a16:creationId xmlns:a16="http://schemas.microsoft.com/office/drawing/2014/main" id="{6E856029-3D2A-885D-CC9B-08E8340BB2B0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" name="pt142">
              <a:extLst>
                <a:ext uri="{FF2B5EF4-FFF2-40B4-BE49-F238E27FC236}">
                  <a16:creationId xmlns:a16="http://schemas.microsoft.com/office/drawing/2014/main" id="{73089AC3-7914-1506-B356-81798146CEFE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" name="pt143">
              <a:extLst>
                <a:ext uri="{FF2B5EF4-FFF2-40B4-BE49-F238E27FC236}">
                  <a16:creationId xmlns:a16="http://schemas.microsoft.com/office/drawing/2014/main" id="{BA3D68A4-88B3-7AB5-F5EE-4AA0BF07B54D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" name="pt144">
              <a:extLst>
                <a:ext uri="{FF2B5EF4-FFF2-40B4-BE49-F238E27FC236}">
                  <a16:creationId xmlns:a16="http://schemas.microsoft.com/office/drawing/2014/main" id="{DBC6FC8F-4FDF-7922-CB58-737E1C3F9355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" name="pt145">
              <a:extLst>
                <a:ext uri="{FF2B5EF4-FFF2-40B4-BE49-F238E27FC236}">
                  <a16:creationId xmlns:a16="http://schemas.microsoft.com/office/drawing/2014/main" id="{C440DAC3-2280-D659-0B46-F5CEF6E3A8F3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" name="pt146">
              <a:extLst>
                <a:ext uri="{FF2B5EF4-FFF2-40B4-BE49-F238E27FC236}">
                  <a16:creationId xmlns:a16="http://schemas.microsoft.com/office/drawing/2014/main" id="{2FF11CBE-678D-1767-90F8-6F1E5DA831A5}"/>
                </a:ext>
              </a:extLst>
            </p:cNvPr>
            <p:cNvSpPr/>
            <p:nvPr/>
          </p:nvSpPr>
          <p:spPr>
            <a:xfrm>
              <a:off x="3067069" y="2444953"/>
              <a:ext cx="80716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" name="pt147">
              <a:extLst>
                <a:ext uri="{FF2B5EF4-FFF2-40B4-BE49-F238E27FC236}">
                  <a16:creationId xmlns:a16="http://schemas.microsoft.com/office/drawing/2014/main" id="{6B539D19-F650-D551-354D-CDBA50991FA0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" name="pt148">
              <a:extLst>
                <a:ext uri="{FF2B5EF4-FFF2-40B4-BE49-F238E27FC236}">
                  <a16:creationId xmlns:a16="http://schemas.microsoft.com/office/drawing/2014/main" id="{B79F0611-3525-BB34-EE44-9CC9E76BF500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" name="pt149">
              <a:extLst>
                <a:ext uri="{FF2B5EF4-FFF2-40B4-BE49-F238E27FC236}">
                  <a16:creationId xmlns:a16="http://schemas.microsoft.com/office/drawing/2014/main" id="{03E0AE74-D45F-C03E-D221-D4F553777D82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" name="pt150">
              <a:extLst>
                <a:ext uri="{FF2B5EF4-FFF2-40B4-BE49-F238E27FC236}">
                  <a16:creationId xmlns:a16="http://schemas.microsoft.com/office/drawing/2014/main" id="{996CF70A-22F6-759B-21AC-FA87863EB31B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" name="pt151">
              <a:extLst>
                <a:ext uri="{FF2B5EF4-FFF2-40B4-BE49-F238E27FC236}">
                  <a16:creationId xmlns:a16="http://schemas.microsoft.com/office/drawing/2014/main" id="{53ADDA21-A559-EEBF-C7EE-E8CE6422E9E0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" name="pt152">
              <a:extLst>
                <a:ext uri="{FF2B5EF4-FFF2-40B4-BE49-F238E27FC236}">
                  <a16:creationId xmlns:a16="http://schemas.microsoft.com/office/drawing/2014/main" id="{E2539D8E-AA06-51B6-3FE9-B4ABEC855130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3" name="pt153">
              <a:extLst>
                <a:ext uri="{FF2B5EF4-FFF2-40B4-BE49-F238E27FC236}">
                  <a16:creationId xmlns:a16="http://schemas.microsoft.com/office/drawing/2014/main" id="{2FBC9967-D02C-C652-5287-6B5C86B72F4D}"/>
                </a:ext>
              </a:extLst>
            </p:cNvPr>
            <p:cNvSpPr/>
            <p:nvPr/>
          </p:nvSpPr>
          <p:spPr>
            <a:xfrm>
              <a:off x="269153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4" name="pt154">
              <a:extLst>
                <a:ext uri="{FF2B5EF4-FFF2-40B4-BE49-F238E27FC236}">
                  <a16:creationId xmlns:a16="http://schemas.microsoft.com/office/drawing/2014/main" id="{76BDB792-D675-FD96-6E5C-53706663A3A4}"/>
                </a:ext>
              </a:extLst>
            </p:cNvPr>
            <p:cNvSpPr/>
            <p:nvPr/>
          </p:nvSpPr>
          <p:spPr>
            <a:xfrm>
              <a:off x="2691531" y="706081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5" name="pt155">
              <a:extLst>
                <a:ext uri="{FF2B5EF4-FFF2-40B4-BE49-F238E27FC236}">
                  <a16:creationId xmlns:a16="http://schemas.microsoft.com/office/drawing/2014/main" id="{0B8CC472-D3DB-163C-A7AA-8535CA761F6B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6" name="pt156">
              <a:extLst>
                <a:ext uri="{FF2B5EF4-FFF2-40B4-BE49-F238E27FC236}">
                  <a16:creationId xmlns:a16="http://schemas.microsoft.com/office/drawing/2014/main" id="{E56FD423-256F-0360-1566-71EF643B64C1}"/>
                </a:ext>
              </a:extLst>
            </p:cNvPr>
            <p:cNvSpPr/>
            <p:nvPr/>
          </p:nvSpPr>
          <p:spPr>
            <a:xfrm>
              <a:off x="2691531" y="2444953"/>
              <a:ext cx="80716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7" name="pt157">
              <a:extLst>
                <a:ext uri="{FF2B5EF4-FFF2-40B4-BE49-F238E27FC236}">
                  <a16:creationId xmlns:a16="http://schemas.microsoft.com/office/drawing/2014/main" id="{C100B0C3-B811-33EB-5834-D48E64B4642A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8" name="pt158">
              <a:extLst>
                <a:ext uri="{FF2B5EF4-FFF2-40B4-BE49-F238E27FC236}">
                  <a16:creationId xmlns:a16="http://schemas.microsoft.com/office/drawing/2014/main" id="{786F88B5-2F29-5D3E-D50B-14E3C3462AFF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9" name="pt159">
              <a:extLst>
                <a:ext uri="{FF2B5EF4-FFF2-40B4-BE49-F238E27FC236}">
                  <a16:creationId xmlns:a16="http://schemas.microsoft.com/office/drawing/2014/main" id="{AD78544D-8446-E462-A727-E255FE8C2C6C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0" name="pt160">
              <a:extLst>
                <a:ext uri="{FF2B5EF4-FFF2-40B4-BE49-F238E27FC236}">
                  <a16:creationId xmlns:a16="http://schemas.microsoft.com/office/drawing/2014/main" id="{5C5ABF53-24DC-E2E9-D61C-299C1679E553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1" name="pt161">
              <a:extLst>
                <a:ext uri="{FF2B5EF4-FFF2-40B4-BE49-F238E27FC236}">
                  <a16:creationId xmlns:a16="http://schemas.microsoft.com/office/drawing/2014/main" id="{A1847F0B-2AF2-7123-74A1-8A7436027686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2" name="pt162">
              <a:extLst>
                <a:ext uri="{FF2B5EF4-FFF2-40B4-BE49-F238E27FC236}">
                  <a16:creationId xmlns:a16="http://schemas.microsoft.com/office/drawing/2014/main" id="{8DA29F2D-C1D8-37EE-15A8-6A6559C2D9FA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3" name="pt163">
              <a:extLst>
                <a:ext uri="{FF2B5EF4-FFF2-40B4-BE49-F238E27FC236}">
                  <a16:creationId xmlns:a16="http://schemas.microsoft.com/office/drawing/2014/main" id="{B83245C2-9A90-0CFF-DD30-6D7C82D05D0D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4" name="pt164">
              <a:extLst>
                <a:ext uri="{FF2B5EF4-FFF2-40B4-BE49-F238E27FC236}">
                  <a16:creationId xmlns:a16="http://schemas.microsoft.com/office/drawing/2014/main" id="{6817EE3F-7DDF-2E45-0FD5-0A9418964844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5" name="pt165">
              <a:extLst>
                <a:ext uri="{FF2B5EF4-FFF2-40B4-BE49-F238E27FC236}">
                  <a16:creationId xmlns:a16="http://schemas.microsoft.com/office/drawing/2014/main" id="{59133FAA-67ED-5F0C-3D68-2D0F3DD4D955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6" name="pt166">
              <a:extLst>
                <a:ext uri="{FF2B5EF4-FFF2-40B4-BE49-F238E27FC236}">
                  <a16:creationId xmlns:a16="http://schemas.microsoft.com/office/drawing/2014/main" id="{D097E280-DE5C-69F8-3C90-3F25710CFADE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7" name="pt167">
              <a:extLst>
                <a:ext uri="{FF2B5EF4-FFF2-40B4-BE49-F238E27FC236}">
                  <a16:creationId xmlns:a16="http://schemas.microsoft.com/office/drawing/2014/main" id="{D816F8F3-0C82-E7E4-CF4E-6C624D672EAA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8" name="pt168">
              <a:extLst>
                <a:ext uri="{FF2B5EF4-FFF2-40B4-BE49-F238E27FC236}">
                  <a16:creationId xmlns:a16="http://schemas.microsoft.com/office/drawing/2014/main" id="{DD1C69FB-B2FD-F4A9-F050-BF7777E4C0F6}"/>
                </a:ext>
              </a:extLst>
            </p:cNvPr>
            <p:cNvSpPr/>
            <p:nvPr/>
          </p:nvSpPr>
          <p:spPr>
            <a:xfrm>
              <a:off x="3094155" y="2444953"/>
              <a:ext cx="80716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69" name="pt169">
              <a:extLst>
                <a:ext uri="{FF2B5EF4-FFF2-40B4-BE49-F238E27FC236}">
                  <a16:creationId xmlns:a16="http://schemas.microsoft.com/office/drawing/2014/main" id="{3E6B5514-54C3-4D35-D24D-9BBC1A614CBB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0" name="pt170">
              <a:extLst>
                <a:ext uri="{FF2B5EF4-FFF2-40B4-BE49-F238E27FC236}">
                  <a16:creationId xmlns:a16="http://schemas.microsoft.com/office/drawing/2014/main" id="{36200D86-F9C1-1441-414B-6FC632E6D763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1" name="pt171">
              <a:extLst>
                <a:ext uri="{FF2B5EF4-FFF2-40B4-BE49-F238E27FC236}">
                  <a16:creationId xmlns:a16="http://schemas.microsoft.com/office/drawing/2014/main" id="{3F3072DD-D10C-792C-030C-94A78CA63847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2" name="pt172">
              <a:extLst>
                <a:ext uri="{FF2B5EF4-FFF2-40B4-BE49-F238E27FC236}">
                  <a16:creationId xmlns:a16="http://schemas.microsoft.com/office/drawing/2014/main" id="{3BE80850-112D-4B0D-6665-5C28F42D60AA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3" name="pt173">
              <a:extLst>
                <a:ext uri="{FF2B5EF4-FFF2-40B4-BE49-F238E27FC236}">
                  <a16:creationId xmlns:a16="http://schemas.microsoft.com/office/drawing/2014/main" id="{814F2DE6-09EB-7D78-EE53-0BC7B67E0186}"/>
                </a:ext>
              </a:extLst>
            </p:cNvPr>
            <p:cNvSpPr/>
            <p:nvPr/>
          </p:nvSpPr>
          <p:spPr>
            <a:xfrm>
              <a:off x="3170152" y="2444953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4" name="pt174">
              <a:extLst>
                <a:ext uri="{FF2B5EF4-FFF2-40B4-BE49-F238E27FC236}">
                  <a16:creationId xmlns:a16="http://schemas.microsoft.com/office/drawing/2014/main" id="{55E25FBF-0B43-6210-D96D-F35A553594EE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5" name="pt175">
              <a:extLst>
                <a:ext uri="{FF2B5EF4-FFF2-40B4-BE49-F238E27FC236}">
                  <a16:creationId xmlns:a16="http://schemas.microsoft.com/office/drawing/2014/main" id="{31451194-A792-F86A-618F-EFDC97EB84CE}"/>
                </a:ext>
              </a:extLst>
            </p:cNvPr>
            <p:cNvSpPr/>
            <p:nvPr/>
          </p:nvSpPr>
          <p:spPr>
            <a:xfrm>
              <a:off x="3170152" y="2444953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6" name="pt176">
              <a:extLst>
                <a:ext uri="{FF2B5EF4-FFF2-40B4-BE49-F238E27FC236}">
                  <a16:creationId xmlns:a16="http://schemas.microsoft.com/office/drawing/2014/main" id="{10B7288F-1764-92B3-6F49-55C8BD9465FB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7" name="pt177">
              <a:extLst>
                <a:ext uri="{FF2B5EF4-FFF2-40B4-BE49-F238E27FC236}">
                  <a16:creationId xmlns:a16="http://schemas.microsoft.com/office/drawing/2014/main" id="{84FD7040-43B3-DE01-C4EF-9F2798316154}"/>
                </a:ext>
              </a:extLst>
            </p:cNvPr>
            <p:cNvSpPr/>
            <p:nvPr/>
          </p:nvSpPr>
          <p:spPr>
            <a:xfrm>
              <a:off x="3170152" y="2444953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8" name="pt178">
              <a:extLst>
                <a:ext uri="{FF2B5EF4-FFF2-40B4-BE49-F238E27FC236}">
                  <a16:creationId xmlns:a16="http://schemas.microsoft.com/office/drawing/2014/main" id="{D4FD5FCE-FB34-A0A5-B2FA-226CBAEEC57D}"/>
                </a:ext>
              </a:extLst>
            </p:cNvPr>
            <p:cNvSpPr/>
            <p:nvPr/>
          </p:nvSpPr>
          <p:spPr>
            <a:xfrm>
              <a:off x="3170152" y="2444953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79" name="pt179">
              <a:extLst>
                <a:ext uri="{FF2B5EF4-FFF2-40B4-BE49-F238E27FC236}">
                  <a16:creationId xmlns:a16="http://schemas.microsoft.com/office/drawing/2014/main" id="{03F1EB58-B892-EC9C-A15D-EAEE5363A5E6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0" name="pt180">
              <a:extLst>
                <a:ext uri="{FF2B5EF4-FFF2-40B4-BE49-F238E27FC236}">
                  <a16:creationId xmlns:a16="http://schemas.microsoft.com/office/drawing/2014/main" id="{49B2926F-6A32-A1F6-CEC7-EAAFBE7EADCD}"/>
                </a:ext>
              </a:extLst>
            </p:cNvPr>
            <p:cNvSpPr/>
            <p:nvPr/>
          </p:nvSpPr>
          <p:spPr>
            <a:xfrm>
              <a:off x="3170152" y="2444953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" name="pt181">
              <a:extLst>
                <a:ext uri="{FF2B5EF4-FFF2-40B4-BE49-F238E27FC236}">
                  <a16:creationId xmlns:a16="http://schemas.microsoft.com/office/drawing/2014/main" id="{E4821DDC-1399-5CED-9B1E-BB9662ED8070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" name="pt182">
              <a:extLst>
                <a:ext uri="{FF2B5EF4-FFF2-40B4-BE49-F238E27FC236}">
                  <a16:creationId xmlns:a16="http://schemas.microsoft.com/office/drawing/2014/main" id="{8739142C-FDDD-3FFC-3C17-364D73031E92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" name="pt183">
              <a:extLst>
                <a:ext uri="{FF2B5EF4-FFF2-40B4-BE49-F238E27FC236}">
                  <a16:creationId xmlns:a16="http://schemas.microsoft.com/office/drawing/2014/main" id="{8F4AB721-1678-AF08-0FF4-AC34ED7BFF70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" name="pt184">
              <a:extLst>
                <a:ext uri="{FF2B5EF4-FFF2-40B4-BE49-F238E27FC236}">
                  <a16:creationId xmlns:a16="http://schemas.microsoft.com/office/drawing/2014/main" id="{67A0C0A3-897E-565A-3821-ADFC40F6524E}"/>
                </a:ext>
              </a:extLst>
            </p:cNvPr>
            <p:cNvSpPr/>
            <p:nvPr/>
          </p:nvSpPr>
          <p:spPr>
            <a:xfrm>
              <a:off x="3170152" y="706081"/>
              <a:ext cx="80716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" name="pt185">
              <a:extLst>
                <a:ext uri="{FF2B5EF4-FFF2-40B4-BE49-F238E27FC236}">
                  <a16:creationId xmlns:a16="http://schemas.microsoft.com/office/drawing/2014/main" id="{412771B3-71AD-CAC5-D532-E76BF98FFBC4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" name="pt186">
              <a:extLst>
                <a:ext uri="{FF2B5EF4-FFF2-40B4-BE49-F238E27FC236}">
                  <a16:creationId xmlns:a16="http://schemas.microsoft.com/office/drawing/2014/main" id="{3A854514-9FBD-3D85-F9BB-AA583BE1A7D1}"/>
                </a:ext>
              </a:extLst>
            </p:cNvPr>
            <p:cNvSpPr/>
            <p:nvPr/>
          </p:nvSpPr>
          <p:spPr>
            <a:xfrm>
              <a:off x="3287903" y="2444953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" name="pt187">
              <a:extLst>
                <a:ext uri="{FF2B5EF4-FFF2-40B4-BE49-F238E27FC236}">
                  <a16:creationId xmlns:a16="http://schemas.microsoft.com/office/drawing/2014/main" id="{824A1D47-985D-2BA0-A24A-B560C425F7E0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" name="pt188">
              <a:extLst>
                <a:ext uri="{FF2B5EF4-FFF2-40B4-BE49-F238E27FC236}">
                  <a16:creationId xmlns:a16="http://schemas.microsoft.com/office/drawing/2014/main" id="{B7B956C2-3C50-A046-4730-2162527876BC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" name="pt189">
              <a:extLst>
                <a:ext uri="{FF2B5EF4-FFF2-40B4-BE49-F238E27FC236}">
                  <a16:creationId xmlns:a16="http://schemas.microsoft.com/office/drawing/2014/main" id="{1FA2C1F9-A051-BFB9-0143-A0DAD71DE341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" name="pt190">
              <a:extLst>
                <a:ext uri="{FF2B5EF4-FFF2-40B4-BE49-F238E27FC236}">
                  <a16:creationId xmlns:a16="http://schemas.microsoft.com/office/drawing/2014/main" id="{7A2F74FB-99AC-7E4F-4D87-77478D6133B7}"/>
                </a:ext>
              </a:extLst>
            </p:cNvPr>
            <p:cNvSpPr/>
            <p:nvPr/>
          </p:nvSpPr>
          <p:spPr>
            <a:xfrm>
              <a:off x="3287903" y="2444953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" name="pt191">
              <a:extLst>
                <a:ext uri="{FF2B5EF4-FFF2-40B4-BE49-F238E27FC236}">
                  <a16:creationId xmlns:a16="http://schemas.microsoft.com/office/drawing/2014/main" id="{B2A6EDCF-B6CA-C879-0307-67F923132B07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" name="pt192">
              <a:extLst>
                <a:ext uri="{FF2B5EF4-FFF2-40B4-BE49-F238E27FC236}">
                  <a16:creationId xmlns:a16="http://schemas.microsoft.com/office/drawing/2014/main" id="{A49ABA37-EA6A-B039-4466-AF6E026BE062}"/>
                </a:ext>
              </a:extLst>
            </p:cNvPr>
            <p:cNvSpPr/>
            <p:nvPr/>
          </p:nvSpPr>
          <p:spPr>
            <a:xfrm>
              <a:off x="3287903" y="2444953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" name="pt193">
              <a:extLst>
                <a:ext uri="{FF2B5EF4-FFF2-40B4-BE49-F238E27FC236}">
                  <a16:creationId xmlns:a16="http://schemas.microsoft.com/office/drawing/2014/main" id="{80B5776D-C073-A682-7408-641C9F2DCEFE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" name="pt194">
              <a:extLst>
                <a:ext uri="{FF2B5EF4-FFF2-40B4-BE49-F238E27FC236}">
                  <a16:creationId xmlns:a16="http://schemas.microsoft.com/office/drawing/2014/main" id="{B1EF160F-CFEA-4286-69AB-99ED88F2D89B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" name="pt195">
              <a:extLst>
                <a:ext uri="{FF2B5EF4-FFF2-40B4-BE49-F238E27FC236}">
                  <a16:creationId xmlns:a16="http://schemas.microsoft.com/office/drawing/2014/main" id="{EA793F2D-3EC1-2199-692E-8F463A3A3C02}"/>
                </a:ext>
              </a:extLst>
            </p:cNvPr>
            <p:cNvSpPr/>
            <p:nvPr/>
          </p:nvSpPr>
          <p:spPr>
            <a:xfrm>
              <a:off x="3287903" y="706081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" name="pt196">
              <a:extLst>
                <a:ext uri="{FF2B5EF4-FFF2-40B4-BE49-F238E27FC236}">
                  <a16:creationId xmlns:a16="http://schemas.microsoft.com/office/drawing/2014/main" id="{326A4C06-92A5-E23F-7D1B-A579567913BE}"/>
                </a:ext>
              </a:extLst>
            </p:cNvPr>
            <p:cNvSpPr/>
            <p:nvPr/>
          </p:nvSpPr>
          <p:spPr>
            <a:xfrm>
              <a:off x="3287903" y="2444953"/>
              <a:ext cx="80716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" name="pt197">
              <a:extLst>
                <a:ext uri="{FF2B5EF4-FFF2-40B4-BE49-F238E27FC236}">
                  <a16:creationId xmlns:a16="http://schemas.microsoft.com/office/drawing/2014/main" id="{ACA14F71-72BB-ABA2-4548-D63C1E88E486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" name="pt198">
              <a:extLst>
                <a:ext uri="{FF2B5EF4-FFF2-40B4-BE49-F238E27FC236}">
                  <a16:creationId xmlns:a16="http://schemas.microsoft.com/office/drawing/2014/main" id="{DC556B94-6C4F-106E-BD51-FDE18E7491A3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" name="pt199">
              <a:extLst>
                <a:ext uri="{FF2B5EF4-FFF2-40B4-BE49-F238E27FC236}">
                  <a16:creationId xmlns:a16="http://schemas.microsoft.com/office/drawing/2014/main" id="{10D5B49D-66C4-2E71-07E4-319B1442CB96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" name="pt200">
              <a:extLst>
                <a:ext uri="{FF2B5EF4-FFF2-40B4-BE49-F238E27FC236}">
                  <a16:creationId xmlns:a16="http://schemas.microsoft.com/office/drawing/2014/main" id="{B5C262B3-1734-3D5D-511A-9EF18137EEC4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" name="pt201">
              <a:extLst>
                <a:ext uri="{FF2B5EF4-FFF2-40B4-BE49-F238E27FC236}">
                  <a16:creationId xmlns:a16="http://schemas.microsoft.com/office/drawing/2014/main" id="{75A78F97-482B-463E-E8AC-77C97E410384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" name="pt202">
              <a:extLst>
                <a:ext uri="{FF2B5EF4-FFF2-40B4-BE49-F238E27FC236}">
                  <a16:creationId xmlns:a16="http://schemas.microsoft.com/office/drawing/2014/main" id="{590DA17D-D292-64F9-CF8B-30D32E1D2B1B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" name="pt203">
              <a:extLst>
                <a:ext uri="{FF2B5EF4-FFF2-40B4-BE49-F238E27FC236}">
                  <a16:creationId xmlns:a16="http://schemas.microsoft.com/office/drawing/2014/main" id="{BB9FCACE-04CC-EF50-7E3B-282A136D6104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" name="pt204">
              <a:extLst>
                <a:ext uri="{FF2B5EF4-FFF2-40B4-BE49-F238E27FC236}">
                  <a16:creationId xmlns:a16="http://schemas.microsoft.com/office/drawing/2014/main" id="{04B495B5-EA44-335B-3CA8-D97D5746714C}"/>
                </a:ext>
              </a:extLst>
            </p:cNvPr>
            <p:cNvSpPr/>
            <p:nvPr/>
          </p:nvSpPr>
          <p:spPr>
            <a:xfrm>
              <a:off x="3129950" y="706081"/>
              <a:ext cx="80716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" name="pt205">
              <a:extLst>
                <a:ext uri="{FF2B5EF4-FFF2-40B4-BE49-F238E27FC236}">
                  <a16:creationId xmlns:a16="http://schemas.microsoft.com/office/drawing/2014/main" id="{6A789E96-1D5E-2F6E-3D91-FD8DBA7029D6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6" name="pt206">
              <a:extLst>
                <a:ext uri="{FF2B5EF4-FFF2-40B4-BE49-F238E27FC236}">
                  <a16:creationId xmlns:a16="http://schemas.microsoft.com/office/drawing/2014/main" id="{F2245EBA-3DD9-2AEA-8C6F-DA7A38161BBC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7" name="pt207">
              <a:extLst>
                <a:ext uri="{FF2B5EF4-FFF2-40B4-BE49-F238E27FC236}">
                  <a16:creationId xmlns:a16="http://schemas.microsoft.com/office/drawing/2014/main" id="{08CB29DD-4367-A14F-9F9B-17964857EBF4}"/>
                </a:ext>
              </a:extLst>
            </p:cNvPr>
            <p:cNvSpPr/>
            <p:nvPr/>
          </p:nvSpPr>
          <p:spPr>
            <a:xfrm>
              <a:off x="3462339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8" name="pt208">
              <a:extLst>
                <a:ext uri="{FF2B5EF4-FFF2-40B4-BE49-F238E27FC236}">
                  <a16:creationId xmlns:a16="http://schemas.microsoft.com/office/drawing/2014/main" id="{BDBC0330-1413-87C6-0263-013A34BFD29A}"/>
                </a:ext>
              </a:extLst>
            </p:cNvPr>
            <p:cNvSpPr/>
            <p:nvPr/>
          </p:nvSpPr>
          <p:spPr>
            <a:xfrm>
              <a:off x="3462339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9" name="pt209">
              <a:extLst>
                <a:ext uri="{FF2B5EF4-FFF2-40B4-BE49-F238E27FC236}">
                  <a16:creationId xmlns:a16="http://schemas.microsoft.com/office/drawing/2014/main" id="{81797F0F-226C-EC4F-4743-8B57A103C68A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0" name="pt210">
              <a:extLst>
                <a:ext uri="{FF2B5EF4-FFF2-40B4-BE49-F238E27FC236}">
                  <a16:creationId xmlns:a16="http://schemas.microsoft.com/office/drawing/2014/main" id="{40B7A025-C155-A371-F853-C7F4E9C3C80F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1" name="pt211">
              <a:extLst>
                <a:ext uri="{FF2B5EF4-FFF2-40B4-BE49-F238E27FC236}">
                  <a16:creationId xmlns:a16="http://schemas.microsoft.com/office/drawing/2014/main" id="{FE1D4FF5-F730-4779-962E-38DEE2970190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2" name="pt212">
              <a:extLst>
                <a:ext uri="{FF2B5EF4-FFF2-40B4-BE49-F238E27FC236}">
                  <a16:creationId xmlns:a16="http://schemas.microsoft.com/office/drawing/2014/main" id="{64B02899-F814-F324-E0E8-34C483914B10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3" name="pt213">
              <a:extLst>
                <a:ext uri="{FF2B5EF4-FFF2-40B4-BE49-F238E27FC236}">
                  <a16:creationId xmlns:a16="http://schemas.microsoft.com/office/drawing/2014/main" id="{61AD179A-0A29-EF5A-1D32-3DD5739464B8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4" name="pt214">
              <a:extLst>
                <a:ext uri="{FF2B5EF4-FFF2-40B4-BE49-F238E27FC236}">
                  <a16:creationId xmlns:a16="http://schemas.microsoft.com/office/drawing/2014/main" id="{3750CC3E-6CEB-7F21-26AC-ADAE42F20B45}"/>
                </a:ext>
              </a:extLst>
            </p:cNvPr>
            <p:cNvSpPr/>
            <p:nvPr/>
          </p:nvSpPr>
          <p:spPr>
            <a:xfrm>
              <a:off x="3462339" y="2444953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5" name="pt215">
              <a:extLst>
                <a:ext uri="{FF2B5EF4-FFF2-40B4-BE49-F238E27FC236}">
                  <a16:creationId xmlns:a16="http://schemas.microsoft.com/office/drawing/2014/main" id="{85A8EB28-7E6D-9ADC-0C06-9C09F5EBC5FE}"/>
                </a:ext>
              </a:extLst>
            </p:cNvPr>
            <p:cNvSpPr/>
            <p:nvPr/>
          </p:nvSpPr>
          <p:spPr>
            <a:xfrm>
              <a:off x="3462339" y="706081"/>
              <a:ext cx="80716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6" name="pl216">
              <a:extLst>
                <a:ext uri="{FF2B5EF4-FFF2-40B4-BE49-F238E27FC236}">
                  <a16:creationId xmlns:a16="http://schemas.microsoft.com/office/drawing/2014/main" id="{9EF52241-604F-B035-E233-80C1B2E5C878}"/>
                </a:ext>
              </a:extLst>
            </p:cNvPr>
            <p:cNvSpPr/>
            <p:nvPr/>
          </p:nvSpPr>
          <p:spPr>
            <a:xfrm>
              <a:off x="1294722" y="746439"/>
              <a:ext cx="1875586" cy="0"/>
            </a:xfrm>
            <a:custGeom>
              <a:avLst/>
              <a:gdLst/>
              <a:ahLst/>
              <a:cxnLst/>
              <a:rect l="0" t="0" r="0" b="0"/>
              <a:pathLst>
                <a:path w="2728125">
                  <a:moveTo>
                    <a:pt x="0" y="0"/>
                  </a:moveTo>
                  <a:lnTo>
                    <a:pt x="34533" y="0"/>
                  </a:lnTo>
                  <a:lnTo>
                    <a:pt x="69066" y="0"/>
                  </a:lnTo>
                  <a:lnTo>
                    <a:pt x="103599" y="0"/>
                  </a:lnTo>
                  <a:lnTo>
                    <a:pt x="138132" y="0"/>
                  </a:lnTo>
                  <a:lnTo>
                    <a:pt x="172666" y="0"/>
                  </a:lnTo>
                  <a:lnTo>
                    <a:pt x="207199" y="0"/>
                  </a:lnTo>
                  <a:lnTo>
                    <a:pt x="241732" y="0"/>
                  </a:lnTo>
                  <a:lnTo>
                    <a:pt x="276265" y="0"/>
                  </a:lnTo>
                  <a:lnTo>
                    <a:pt x="310799" y="0"/>
                  </a:lnTo>
                  <a:lnTo>
                    <a:pt x="345332" y="0"/>
                  </a:lnTo>
                  <a:lnTo>
                    <a:pt x="379865" y="0"/>
                  </a:lnTo>
                  <a:lnTo>
                    <a:pt x="414398" y="0"/>
                  </a:lnTo>
                  <a:lnTo>
                    <a:pt x="448932" y="0"/>
                  </a:lnTo>
                  <a:lnTo>
                    <a:pt x="483465" y="0"/>
                  </a:lnTo>
                  <a:lnTo>
                    <a:pt x="517998" y="0"/>
                  </a:lnTo>
                  <a:lnTo>
                    <a:pt x="552531" y="0"/>
                  </a:lnTo>
                  <a:lnTo>
                    <a:pt x="587064" y="0"/>
                  </a:lnTo>
                  <a:lnTo>
                    <a:pt x="621598" y="0"/>
                  </a:lnTo>
                  <a:lnTo>
                    <a:pt x="656131" y="0"/>
                  </a:lnTo>
                  <a:lnTo>
                    <a:pt x="690664" y="0"/>
                  </a:lnTo>
                  <a:lnTo>
                    <a:pt x="725197" y="0"/>
                  </a:lnTo>
                  <a:lnTo>
                    <a:pt x="759731" y="0"/>
                  </a:lnTo>
                  <a:lnTo>
                    <a:pt x="794264" y="0"/>
                  </a:lnTo>
                  <a:lnTo>
                    <a:pt x="828797" y="0"/>
                  </a:lnTo>
                  <a:lnTo>
                    <a:pt x="863330" y="0"/>
                  </a:lnTo>
                  <a:lnTo>
                    <a:pt x="897864" y="0"/>
                  </a:lnTo>
                  <a:lnTo>
                    <a:pt x="932397" y="0"/>
                  </a:lnTo>
                  <a:lnTo>
                    <a:pt x="966930" y="0"/>
                  </a:lnTo>
                  <a:lnTo>
                    <a:pt x="1001463" y="0"/>
                  </a:lnTo>
                  <a:lnTo>
                    <a:pt x="1035996" y="0"/>
                  </a:lnTo>
                  <a:lnTo>
                    <a:pt x="1070530" y="0"/>
                  </a:lnTo>
                  <a:lnTo>
                    <a:pt x="1105063" y="0"/>
                  </a:lnTo>
                  <a:lnTo>
                    <a:pt x="1139596" y="0"/>
                  </a:lnTo>
                  <a:lnTo>
                    <a:pt x="1174129" y="0"/>
                  </a:lnTo>
                  <a:lnTo>
                    <a:pt x="1208663" y="0"/>
                  </a:lnTo>
                  <a:lnTo>
                    <a:pt x="1243196" y="0"/>
                  </a:lnTo>
                  <a:lnTo>
                    <a:pt x="1277729" y="0"/>
                  </a:lnTo>
                  <a:lnTo>
                    <a:pt x="1312262" y="0"/>
                  </a:lnTo>
                  <a:lnTo>
                    <a:pt x="1346796" y="0"/>
                  </a:lnTo>
                  <a:lnTo>
                    <a:pt x="1381329" y="0"/>
                  </a:lnTo>
                  <a:lnTo>
                    <a:pt x="1415862" y="0"/>
                  </a:lnTo>
                  <a:lnTo>
                    <a:pt x="1450395" y="0"/>
                  </a:lnTo>
                  <a:lnTo>
                    <a:pt x="1484929" y="0"/>
                  </a:lnTo>
                  <a:lnTo>
                    <a:pt x="1519462" y="0"/>
                  </a:lnTo>
                  <a:lnTo>
                    <a:pt x="1553995" y="0"/>
                  </a:lnTo>
                  <a:lnTo>
                    <a:pt x="1588528" y="0"/>
                  </a:lnTo>
                  <a:lnTo>
                    <a:pt x="1623061" y="0"/>
                  </a:lnTo>
                  <a:lnTo>
                    <a:pt x="1657595" y="0"/>
                  </a:lnTo>
                  <a:lnTo>
                    <a:pt x="1692128" y="0"/>
                  </a:lnTo>
                  <a:lnTo>
                    <a:pt x="1726661" y="0"/>
                  </a:lnTo>
                  <a:lnTo>
                    <a:pt x="1761194" y="0"/>
                  </a:lnTo>
                  <a:lnTo>
                    <a:pt x="1795728" y="0"/>
                  </a:lnTo>
                  <a:lnTo>
                    <a:pt x="1830261" y="0"/>
                  </a:lnTo>
                  <a:lnTo>
                    <a:pt x="1864794" y="0"/>
                  </a:lnTo>
                  <a:lnTo>
                    <a:pt x="1899327" y="0"/>
                  </a:lnTo>
                  <a:lnTo>
                    <a:pt x="1933861" y="0"/>
                  </a:lnTo>
                  <a:lnTo>
                    <a:pt x="1968394" y="0"/>
                  </a:lnTo>
                  <a:lnTo>
                    <a:pt x="2002927" y="0"/>
                  </a:lnTo>
                  <a:lnTo>
                    <a:pt x="2037460" y="0"/>
                  </a:lnTo>
                  <a:lnTo>
                    <a:pt x="2071993" y="0"/>
                  </a:lnTo>
                  <a:lnTo>
                    <a:pt x="2106527" y="0"/>
                  </a:lnTo>
                  <a:lnTo>
                    <a:pt x="2141060" y="0"/>
                  </a:lnTo>
                  <a:lnTo>
                    <a:pt x="2175593" y="0"/>
                  </a:lnTo>
                  <a:lnTo>
                    <a:pt x="2210126" y="0"/>
                  </a:lnTo>
                  <a:lnTo>
                    <a:pt x="2244660" y="0"/>
                  </a:lnTo>
                  <a:lnTo>
                    <a:pt x="2279193" y="0"/>
                  </a:lnTo>
                  <a:lnTo>
                    <a:pt x="2313726" y="0"/>
                  </a:lnTo>
                  <a:lnTo>
                    <a:pt x="2348259" y="0"/>
                  </a:lnTo>
                  <a:lnTo>
                    <a:pt x="2382793" y="0"/>
                  </a:lnTo>
                  <a:lnTo>
                    <a:pt x="2417326" y="0"/>
                  </a:lnTo>
                  <a:lnTo>
                    <a:pt x="2451859" y="0"/>
                  </a:lnTo>
                  <a:lnTo>
                    <a:pt x="2486392" y="0"/>
                  </a:lnTo>
                  <a:lnTo>
                    <a:pt x="2520926" y="0"/>
                  </a:lnTo>
                  <a:lnTo>
                    <a:pt x="2555459" y="0"/>
                  </a:lnTo>
                  <a:lnTo>
                    <a:pt x="2589992" y="0"/>
                  </a:lnTo>
                  <a:lnTo>
                    <a:pt x="2624525" y="0"/>
                  </a:lnTo>
                  <a:lnTo>
                    <a:pt x="2659058" y="0"/>
                  </a:lnTo>
                  <a:lnTo>
                    <a:pt x="2693592" y="0"/>
                  </a:lnTo>
                  <a:lnTo>
                    <a:pt x="27281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7" name="pl217">
              <a:extLst>
                <a:ext uri="{FF2B5EF4-FFF2-40B4-BE49-F238E27FC236}">
                  <a16:creationId xmlns:a16="http://schemas.microsoft.com/office/drawing/2014/main" id="{01BA2D06-6EB4-ACBB-4439-F9273242D2D5}"/>
                </a:ext>
              </a:extLst>
            </p:cNvPr>
            <p:cNvSpPr/>
            <p:nvPr/>
          </p:nvSpPr>
          <p:spPr>
            <a:xfrm>
              <a:off x="1495892" y="891345"/>
              <a:ext cx="2006804" cy="1119727"/>
            </a:xfrm>
            <a:custGeom>
              <a:avLst/>
              <a:gdLst/>
              <a:ahLst/>
              <a:cxnLst/>
              <a:rect l="0" t="0" r="0" b="0"/>
              <a:pathLst>
                <a:path w="2918988" h="1628694">
                  <a:moveTo>
                    <a:pt x="0" y="0"/>
                  </a:moveTo>
                  <a:lnTo>
                    <a:pt x="36949" y="8411"/>
                  </a:lnTo>
                  <a:lnTo>
                    <a:pt x="73898" y="17126"/>
                  </a:lnTo>
                  <a:lnTo>
                    <a:pt x="110847" y="26151"/>
                  </a:lnTo>
                  <a:lnTo>
                    <a:pt x="147796" y="35496"/>
                  </a:lnTo>
                  <a:lnTo>
                    <a:pt x="184746" y="45168"/>
                  </a:lnTo>
                  <a:lnTo>
                    <a:pt x="221695" y="55176"/>
                  </a:lnTo>
                  <a:lnTo>
                    <a:pt x="258644" y="65528"/>
                  </a:lnTo>
                  <a:lnTo>
                    <a:pt x="295593" y="76231"/>
                  </a:lnTo>
                  <a:lnTo>
                    <a:pt x="332542" y="87294"/>
                  </a:lnTo>
                  <a:lnTo>
                    <a:pt x="369492" y="98725"/>
                  </a:lnTo>
                  <a:lnTo>
                    <a:pt x="406441" y="110531"/>
                  </a:lnTo>
                  <a:lnTo>
                    <a:pt x="443390" y="122719"/>
                  </a:lnTo>
                  <a:lnTo>
                    <a:pt x="480339" y="135298"/>
                  </a:lnTo>
                  <a:lnTo>
                    <a:pt x="517289" y="148273"/>
                  </a:lnTo>
                  <a:lnTo>
                    <a:pt x="554238" y="161652"/>
                  </a:lnTo>
                  <a:lnTo>
                    <a:pt x="591187" y="175441"/>
                  </a:lnTo>
                  <a:lnTo>
                    <a:pt x="628136" y="189645"/>
                  </a:lnTo>
                  <a:lnTo>
                    <a:pt x="665085" y="204271"/>
                  </a:lnTo>
                  <a:lnTo>
                    <a:pt x="702035" y="219323"/>
                  </a:lnTo>
                  <a:lnTo>
                    <a:pt x="738984" y="234806"/>
                  </a:lnTo>
                  <a:lnTo>
                    <a:pt x="775933" y="250723"/>
                  </a:lnTo>
                  <a:lnTo>
                    <a:pt x="812882" y="267079"/>
                  </a:lnTo>
                  <a:lnTo>
                    <a:pt x="849831" y="283876"/>
                  </a:lnTo>
                  <a:lnTo>
                    <a:pt x="886781" y="301116"/>
                  </a:lnTo>
                  <a:lnTo>
                    <a:pt x="923730" y="318800"/>
                  </a:lnTo>
                  <a:lnTo>
                    <a:pt x="960679" y="336930"/>
                  </a:lnTo>
                  <a:lnTo>
                    <a:pt x="997628" y="355504"/>
                  </a:lnTo>
                  <a:lnTo>
                    <a:pt x="1034578" y="374522"/>
                  </a:lnTo>
                  <a:lnTo>
                    <a:pt x="1071527" y="393982"/>
                  </a:lnTo>
                  <a:lnTo>
                    <a:pt x="1108476" y="413882"/>
                  </a:lnTo>
                  <a:lnTo>
                    <a:pt x="1145425" y="434216"/>
                  </a:lnTo>
                  <a:lnTo>
                    <a:pt x="1182374" y="454982"/>
                  </a:lnTo>
                  <a:lnTo>
                    <a:pt x="1219324" y="476172"/>
                  </a:lnTo>
                  <a:lnTo>
                    <a:pt x="1256273" y="497780"/>
                  </a:lnTo>
                  <a:lnTo>
                    <a:pt x="1293222" y="519798"/>
                  </a:lnTo>
                  <a:lnTo>
                    <a:pt x="1330171" y="542217"/>
                  </a:lnTo>
                  <a:lnTo>
                    <a:pt x="1367121" y="565028"/>
                  </a:lnTo>
                  <a:lnTo>
                    <a:pt x="1404070" y="588219"/>
                  </a:lnTo>
                  <a:lnTo>
                    <a:pt x="1441019" y="611778"/>
                  </a:lnTo>
                  <a:lnTo>
                    <a:pt x="1477968" y="635691"/>
                  </a:lnTo>
                  <a:lnTo>
                    <a:pt x="1514917" y="659946"/>
                  </a:lnTo>
                  <a:lnTo>
                    <a:pt x="1551867" y="684525"/>
                  </a:lnTo>
                  <a:lnTo>
                    <a:pt x="1588816" y="709413"/>
                  </a:lnTo>
                  <a:lnTo>
                    <a:pt x="1625765" y="734593"/>
                  </a:lnTo>
                  <a:lnTo>
                    <a:pt x="1662714" y="760047"/>
                  </a:lnTo>
                  <a:lnTo>
                    <a:pt x="1699663" y="785754"/>
                  </a:lnTo>
                  <a:lnTo>
                    <a:pt x="1736613" y="811696"/>
                  </a:lnTo>
                  <a:lnTo>
                    <a:pt x="1773562" y="837850"/>
                  </a:lnTo>
                  <a:lnTo>
                    <a:pt x="1810511" y="864197"/>
                  </a:lnTo>
                  <a:lnTo>
                    <a:pt x="1847460" y="890713"/>
                  </a:lnTo>
                  <a:lnTo>
                    <a:pt x="1884410" y="917376"/>
                  </a:lnTo>
                  <a:lnTo>
                    <a:pt x="1921359" y="944162"/>
                  </a:lnTo>
                  <a:lnTo>
                    <a:pt x="1958308" y="971047"/>
                  </a:lnTo>
                  <a:lnTo>
                    <a:pt x="1995257" y="998008"/>
                  </a:lnTo>
                  <a:lnTo>
                    <a:pt x="2032206" y="1025020"/>
                  </a:lnTo>
                  <a:lnTo>
                    <a:pt x="2069156" y="1052059"/>
                  </a:lnTo>
                  <a:lnTo>
                    <a:pt x="2106105" y="1079099"/>
                  </a:lnTo>
                  <a:lnTo>
                    <a:pt x="2143054" y="1106116"/>
                  </a:lnTo>
                  <a:lnTo>
                    <a:pt x="2180003" y="1133085"/>
                  </a:lnTo>
                  <a:lnTo>
                    <a:pt x="2216953" y="1159982"/>
                  </a:lnTo>
                  <a:lnTo>
                    <a:pt x="2253902" y="1186783"/>
                  </a:lnTo>
                  <a:lnTo>
                    <a:pt x="2290851" y="1213463"/>
                  </a:lnTo>
                  <a:lnTo>
                    <a:pt x="2327800" y="1240000"/>
                  </a:lnTo>
                  <a:lnTo>
                    <a:pt x="2364749" y="1266371"/>
                  </a:lnTo>
                  <a:lnTo>
                    <a:pt x="2401699" y="1292552"/>
                  </a:lnTo>
                  <a:lnTo>
                    <a:pt x="2438648" y="1318524"/>
                  </a:lnTo>
                  <a:lnTo>
                    <a:pt x="2475597" y="1344263"/>
                  </a:lnTo>
                  <a:lnTo>
                    <a:pt x="2512546" y="1369752"/>
                  </a:lnTo>
                  <a:lnTo>
                    <a:pt x="2549495" y="1394969"/>
                  </a:lnTo>
                  <a:lnTo>
                    <a:pt x="2586445" y="1419897"/>
                  </a:lnTo>
                  <a:lnTo>
                    <a:pt x="2623394" y="1444519"/>
                  </a:lnTo>
                  <a:lnTo>
                    <a:pt x="2660343" y="1468817"/>
                  </a:lnTo>
                  <a:lnTo>
                    <a:pt x="2697292" y="1492777"/>
                  </a:lnTo>
                  <a:lnTo>
                    <a:pt x="2734242" y="1516384"/>
                  </a:lnTo>
                  <a:lnTo>
                    <a:pt x="2771191" y="1539625"/>
                  </a:lnTo>
                  <a:lnTo>
                    <a:pt x="2808140" y="1562487"/>
                  </a:lnTo>
                  <a:lnTo>
                    <a:pt x="2845089" y="1584959"/>
                  </a:lnTo>
                  <a:lnTo>
                    <a:pt x="2882038" y="1607031"/>
                  </a:lnTo>
                  <a:lnTo>
                    <a:pt x="2918988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8" name="pl218">
              <a:extLst>
                <a:ext uri="{FF2B5EF4-FFF2-40B4-BE49-F238E27FC236}">
                  <a16:creationId xmlns:a16="http://schemas.microsoft.com/office/drawing/2014/main" id="{E175BB8F-7E30-AF33-6300-375814FB5803}"/>
                </a:ext>
              </a:extLst>
            </p:cNvPr>
            <p:cNvSpPr/>
            <p:nvPr/>
          </p:nvSpPr>
          <p:spPr>
            <a:xfrm>
              <a:off x="1444003" y="904519"/>
              <a:ext cx="1884258" cy="421544"/>
            </a:xfrm>
            <a:custGeom>
              <a:avLst/>
              <a:gdLst/>
              <a:ahLst/>
              <a:cxnLst/>
              <a:rect l="0" t="0" r="0" b="0"/>
              <a:pathLst>
                <a:path w="2740739" h="613155">
                  <a:moveTo>
                    <a:pt x="0" y="0"/>
                  </a:moveTo>
                  <a:lnTo>
                    <a:pt x="34692" y="4294"/>
                  </a:lnTo>
                  <a:lnTo>
                    <a:pt x="69385" y="8660"/>
                  </a:lnTo>
                  <a:lnTo>
                    <a:pt x="104078" y="13098"/>
                  </a:lnTo>
                  <a:lnTo>
                    <a:pt x="138771" y="17611"/>
                  </a:lnTo>
                  <a:lnTo>
                    <a:pt x="173464" y="22198"/>
                  </a:lnTo>
                  <a:lnTo>
                    <a:pt x="208157" y="26860"/>
                  </a:lnTo>
                  <a:lnTo>
                    <a:pt x="242850" y="31599"/>
                  </a:lnTo>
                  <a:lnTo>
                    <a:pt x="277543" y="36415"/>
                  </a:lnTo>
                  <a:lnTo>
                    <a:pt x="312236" y="41309"/>
                  </a:lnTo>
                  <a:lnTo>
                    <a:pt x="346929" y="46282"/>
                  </a:lnTo>
                  <a:lnTo>
                    <a:pt x="381621" y="51335"/>
                  </a:lnTo>
                  <a:lnTo>
                    <a:pt x="416314" y="56468"/>
                  </a:lnTo>
                  <a:lnTo>
                    <a:pt x="451007" y="61683"/>
                  </a:lnTo>
                  <a:lnTo>
                    <a:pt x="485700" y="66980"/>
                  </a:lnTo>
                  <a:lnTo>
                    <a:pt x="520393" y="72361"/>
                  </a:lnTo>
                  <a:lnTo>
                    <a:pt x="555086" y="77826"/>
                  </a:lnTo>
                  <a:lnTo>
                    <a:pt x="589779" y="83375"/>
                  </a:lnTo>
                  <a:lnTo>
                    <a:pt x="624472" y="89010"/>
                  </a:lnTo>
                  <a:lnTo>
                    <a:pt x="659165" y="94732"/>
                  </a:lnTo>
                  <a:lnTo>
                    <a:pt x="693858" y="100541"/>
                  </a:lnTo>
                  <a:lnTo>
                    <a:pt x="728550" y="106438"/>
                  </a:lnTo>
                  <a:lnTo>
                    <a:pt x="763243" y="112424"/>
                  </a:lnTo>
                  <a:lnTo>
                    <a:pt x="797936" y="118500"/>
                  </a:lnTo>
                  <a:lnTo>
                    <a:pt x="832629" y="124666"/>
                  </a:lnTo>
                  <a:lnTo>
                    <a:pt x="867322" y="130923"/>
                  </a:lnTo>
                  <a:lnTo>
                    <a:pt x="902015" y="137271"/>
                  </a:lnTo>
                  <a:lnTo>
                    <a:pt x="936708" y="143713"/>
                  </a:lnTo>
                  <a:lnTo>
                    <a:pt x="971401" y="150247"/>
                  </a:lnTo>
                  <a:lnTo>
                    <a:pt x="1006094" y="156875"/>
                  </a:lnTo>
                  <a:lnTo>
                    <a:pt x="1040787" y="163597"/>
                  </a:lnTo>
                  <a:lnTo>
                    <a:pt x="1075479" y="170415"/>
                  </a:lnTo>
                  <a:lnTo>
                    <a:pt x="1110172" y="177328"/>
                  </a:lnTo>
                  <a:lnTo>
                    <a:pt x="1144865" y="184337"/>
                  </a:lnTo>
                  <a:lnTo>
                    <a:pt x="1179558" y="191443"/>
                  </a:lnTo>
                  <a:lnTo>
                    <a:pt x="1214251" y="198646"/>
                  </a:lnTo>
                  <a:lnTo>
                    <a:pt x="1248944" y="205947"/>
                  </a:lnTo>
                  <a:lnTo>
                    <a:pt x="1283637" y="213345"/>
                  </a:lnTo>
                  <a:lnTo>
                    <a:pt x="1318330" y="220843"/>
                  </a:lnTo>
                  <a:lnTo>
                    <a:pt x="1353023" y="228439"/>
                  </a:lnTo>
                  <a:lnTo>
                    <a:pt x="1387716" y="236135"/>
                  </a:lnTo>
                  <a:lnTo>
                    <a:pt x="1422409" y="243930"/>
                  </a:lnTo>
                  <a:lnTo>
                    <a:pt x="1457101" y="251825"/>
                  </a:lnTo>
                  <a:lnTo>
                    <a:pt x="1491794" y="259821"/>
                  </a:lnTo>
                  <a:lnTo>
                    <a:pt x="1526487" y="267916"/>
                  </a:lnTo>
                  <a:lnTo>
                    <a:pt x="1561180" y="276113"/>
                  </a:lnTo>
                  <a:lnTo>
                    <a:pt x="1595873" y="284410"/>
                  </a:lnTo>
                  <a:lnTo>
                    <a:pt x="1630566" y="292808"/>
                  </a:lnTo>
                  <a:lnTo>
                    <a:pt x="1665259" y="301307"/>
                  </a:lnTo>
                  <a:lnTo>
                    <a:pt x="1699952" y="309907"/>
                  </a:lnTo>
                  <a:lnTo>
                    <a:pt x="1734645" y="318609"/>
                  </a:lnTo>
                  <a:lnTo>
                    <a:pt x="1769338" y="327411"/>
                  </a:lnTo>
                  <a:lnTo>
                    <a:pt x="1804030" y="336314"/>
                  </a:lnTo>
                  <a:lnTo>
                    <a:pt x="1838723" y="345317"/>
                  </a:lnTo>
                  <a:lnTo>
                    <a:pt x="1873416" y="354421"/>
                  </a:lnTo>
                  <a:lnTo>
                    <a:pt x="1908109" y="363626"/>
                  </a:lnTo>
                  <a:lnTo>
                    <a:pt x="1942802" y="372930"/>
                  </a:lnTo>
                  <a:lnTo>
                    <a:pt x="1977495" y="382335"/>
                  </a:lnTo>
                  <a:lnTo>
                    <a:pt x="2012188" y="391838"/>
                  </a:lnTo>
                  <a:lnTo>
                    <a:pt x="2046881" y="401441"/>
                  </a:lnTo>
                  <a:lnTo>
                    <a:pt x="2081574" y="411142"/>
                  </a:lnTo>
                  <a:lnTo>
                    <a:pt x="2116267" y="420941"/>
                  </a:lnTo>
                  <a:lnTo>
                    <a:pt x="2150959" y="430837"/>
                  </a:lnTo>
                  <a:lnTo>
                    <a:pt x="2185652" y="440830"/>
                  </a:lnTo>
                  <a:lnTo>
                    <a:pt x="2220345" y="450919"/>
                  </a:lnTo>
                  <a:lnTo>
                    <a:pt x="2255038" y="461104"/>
                  </a:lnTo>
                  <a:lnTo>
                    <a:pt x="2289731" y="471383"/>
                  </a:lnTo>
                  <a:lnTo>
                    <a:pt x="2324424" y="481755"/>
                  </a:lnTo>
                  <a:lnTo>
                    <a:pt x="2359117" y="492221"/>
                  </a:lnTo>
                  <a:lnTo>
                    <a:pt x="2393810" y="502778"/>
                  </a:lnTo>
                  <a:lnTo>
                    <a:pt x="2428503" y="513426"/>
                  </a:lnTo>
                  <a:lnTo>
                    <a:pt x="2463196" y="524164"/>
                  </a:lnTo>
                  <a:lnTo>
                    <a:pt x="2497889" y="534991"/>
                  </a:lnTo>
                  <a:lnTo>
                    <a:pt x="2532581" y="545905"/>
                  </a:lnTo>
                  <a:lnTo>
                    <a:pt x="2567274" y="556906"/>
                  </a:lnTo>
                  <a:lnTo>
                    <a:pt x="2601967" y="567991"/>
                  </a:lnTo>
                  <a:lnTo>
                    <a:pt x="2636660" y="579160"/>
                  </a:lnTo>
                  <a:lnTo>
                    <a:pt x="2671353" y="590412"/>
                  </a:lnTo>
                  <a:lnTo>
                    <a:pt x="2706046" y="601744"/>
                  </a:lnTo>
                  <a:lnTo>
                    <a:pt x="2740739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19" name="pl219">
              <a:extLst>
                <a:ext uri="{FF2B5EF4-FFF2-40B4-BE49-F238E27FC236}">
                  <a16:creationId xmlns:a16="http://schemas.microsoft.com/office/drawing/2014/main" id="{AE92B185-49B8-1555-8BD7-F56029CFE661}"/>
                </a:ext>
              </a:extLst>
            </p:cNvPr>
            <p:cNvSpPr/>
            <p:nvPr/>
          </p:nvSpPr>
          <p:spPr>
            <a:xfrm>
              <a:off x="1423248" y="746440"/>
              <a:ext cx="1787261" cy="724529"/>
            </a:xfrm>
            <a:custGeom>
              <a:avLst/>
              <a:gdLst/>
              <a:ahLst/>
              <a:cxnLst/>
              <a:rect l="0" t="0" r="0" b="0"/>
              <a:pathLst>
                <a:path w="2599653" h="1053861">
                  <a:moveTo>
                    <a:pt x="0" y="0"/>
                  </a:moveTo>
                  <a:lnTo>
                    <a:pt x="32907" y="0"/>
                  </a:lnTo>
                  <a:lnTo>
                    <a:pt x="65814" y="0"/>
                  </a:lnTo>
                  <a:lnTo>
                    <a:pt x="98721" y="0"/>
                  </a:lnTo>
                  <a:lnTo>
                    <a:pt x="131628" y="0"/>
                  </a:lnTo>
                  <a:lnTo>
                    <a:pt x="164535" y="0"/>
                  </a:lnTo>
                  <a:lnTo>
                    <a:pt x="197442" y="0"/>
                  </a:lnTo>
                  <a:lnTo>
                    <a:pt x="230349" y="0"/>
                  </a:lnTo>
                  <a:lnTo>
                    <a:pt x="263256" y="0"/>
                  </a:lnTo>
                  <a:lnTo>
                    <a:pt x="296163" y="0"/>
                  </a:lnTo>
                  <a:lnTo>
                    <a:pt x="329070" y="0"/>
                  </a:lnTo>
                  <a:lnTo>
                    <a:pt x="361977" y="0"/>
                  </a:lnTo>
                  <a:lnTo>
                    <a:pt x="394884" y="0"/>
                  </a:lnTo>
                  <a:lnTo>
                    <a:pt x="427791" y="0"/>
                  </a:lnTo>
                  <a:lnTo>
                    <a:pt x="460698" y="0"/>
                  </a:lnTo>
                  <a:lnTo>
                    <a:pt x="493605" y="0"/>
                  </a:lnTo>
                  <a:lnTo>
                    <a:pt x="526512" y="0"/>
                  </a:lnTo>
                  <a:lnTo>
                    <a:pt x="559419" y="0"/>
                  </a:lnTo>
                  <a:lnTo>
                    <a:pt x="592326" y="0"/>
                  </a:lnTo>
                  <a:lnTo>
                    <a:pt x="625233" y="0"/>
                  </a:lnTo>
                  <a:lnTo>
                    <a:pt x="658140" y="1"/>
                  </a:lnTo>
                  <a:lnTo>
                    <a:pt x="691047" y="1"/>
                  </a:lnTo>
                  <a:lnTo>
                    <a:pt x="723954" y="1"/>
                  </a:lnTo>
                  <a:lnTo>
                    <a:pt x="756861" y="2"/>
                  </a:lnTo>
                  <a:lnTo>
                    <a:pt x="789768" y="2"/>
                  </a:lnTo>
                  <a:lnTo>
                    <a:pt x="822675" y="3"/>
                  </a:lnTo>
                  <a:lnTo>
                    <a:pt x="855582" y="4"/>
                  </a:lnTo>
                  <a:lnTo>
                    <a:pt x="888489" y="5"/>
                  </a:lnTo>
                  <a:lnTo>
                    <a:pt x="921396" y="7"/>
                  </a:lnTo>
                  <a:lnTo>
                    <a:pt x="954303" y="9"/>
                  </a:lnTo>
                  <a:lnTo>
                    <a:pt x="987210" y="11"/>
                  </a:lnTo>
                  <a:lnTo>
                    <a:pt x="1020117" y="15"/>
                  </a:lnTo>
                  <a:lnTo>
                    <a:pt x="1053024" y="19"/>
                  </a:lnTo>
                  <a:lnTo>
                    <a:pt x="1085931" y="24"/>
                  </a:lnTo>
                  <a:lnTo>
                    <a:pt x="1118838" y="31"/>
                  </a:lnTo>
                  <a:lnTo>
                    <a:pt x="1151745" y="40"/>
                  </a:lnTo>
                  <a:lnTo>
                    <a:pt x="1184652" y="51"/>
                  </a:lnTo>
                  <a:lnTo>
                    <a:pt x="1217559" y="65"/>
                  </a:lnTo>
                  <a:lnTo>
                    <a:pt x="1250466" y="83"/>
                  </a:lnTo>
                  <a:lnTo>
                    <a:pt x="1283373" y="106"/>
                  </a:lnTo>
                  <a:lnTo>
                    <a:pt x="1316280" y="136"/>
                  </a:lnTo>
                  <a:lnTo>
                    <a:pt x="1349187" y="173"/>
                  </a:lnTo>
                  <a:lnTo>
                    <a:pt x="1382094" y="221"/>
                  </a:lnTo>
                  <a:lnTo>
                    <a:pt x="1415001" y="282"/>
                  </a:lnTo>
                  <a:lnTo>
                    <a:pt x="1447908" y="360"/>
                  </a:lnTo>
                  <a:lnTo>
                    <a:pt x="1480815" y="459"/>
                  </a:lnTo>
                  <a:lnTo>
                    <a:pt x="1513722" y="586"/>
                  </a:lnTo>
                  <a:lnTo>
                    <a:pt x="1546629" y="748"/>
                  </a:lnTo>
                  <a:lnTo>
                    <a:pt x="1579536" y="954"/>
                  </a:lnTo>
                  <a:lnTo>
                    <a:pt x="1612443" y="1216"/>
                  </a:lnTo>
                  <a:lnTo>
                    <a:pt x="1645350" y="1552"/>
                  </a:lnTo>
                  <a:lnTo>
                    <a:pt x="1678257" y="1979"/>
                  </a:lnTo>
                  <a:lnTo>
                    <a:pt x="1711164" y="2524"/>
                  </a:lnTo>
                  <a:lnTo>
                    <a:pt x="1744071" y="3219"/>
                  </a:lnTo>
                  <a:lnTo>
                    <a:pt x="1776978" y="4105"/>
                  </a:lnTo>
                  <a:lnTo>
                    <a:pt x="1809885" y="5234"/>
                  </a:lnTo>
                  <a:lnTo>
                    <a:pt x="1842792" y="6673"/>
                  </a:lnTo>
                  <a:lnTo>
                    <a:pt x="1875699" y="8505"/>
                  </a:lnTo>
                  <a:lnTo>
                    <a:pt x="1908606" y="10840"/>
                  </a:lnTo>
                  <a:lnTo>
                    <a:pt x="1941513" y="13811"/>
                  </a:lnTo>
                  <a:lnTo>
                    <a:pt x="1974420" y="17591"/>
                  </a:lnTo>
                  <a:lnTo>
                    <a:pt x="2007327" y="22396"/>
                  </a:lnTo>
                  <a:lnTo>
                    <a:pt x="2040234" y="28498"/>
                  </a:lnTo>
                  <a:lnTo>
                    <a:pt x="2073141" y="36240"/>
                  </a:lnTo>
                  <a:lnTo>
                    <a:pt x="2106048" y="46046"/>
                  </a:lnTo>
                  <a:lnTo>
                    <a:pt x="2138955" y="58443"/>
                  </a:lnTo>
                  <a:lnTo>
                    <a:pt x="2171862" y="74078"/>
                  </a:lnTo>
                  <a:lnTo>
                    <a:pt x="2204769" y="93737"/>
                  </a:lnTo>
                  <a:lnTo>
                    <a:pt x="2237676" y="118361"/>
                  </a:lnTo>
                  <a:lnTo>
                    <a:pt x="2270583" y="149059"/>
                  </a:lnTo>
                  <a:lnTo>
                    <a:pt x="2303490" y="187100"/>
                  </a:lnTo>
                  <a:lnTo>
                    <a:pt x="2336397" y="233896"/>
                  </a:lnTo>
                  <a:lnTo>
                    <a:pt x="2369304" y="290941"/>
                  </a:lnTo>
                  <a:lnTo>
                    <a:pt x="2402211" y="359720"/>
                  </a:lnTo>
                  <a:lnTo>
                    <a:pt x="2435118" y="441550"/>
                  </a:lnTo>
                  <a:lnTo>
                    <a:pt x="2468025" y="537384"/>
                  </a:lnTo>
                  <a:lnTo>
                    <a:pt x="2500932" y="647566"/>
                  </a:lnTo>
                  <a:lnTo>
                    <a:pt x="2533839" y="771588"/>
                  </a:lnTo>
                  <a:lnTo>
                    <a:pt x="2566746" y="907903"/>
                  </a:lnTo>
                  <a:lnTo>
                    <a:pt x="259965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0" name="pl220">
              <a:extLst>
                <a:ext uri="{FF2B5EF4-FFF2-40B4-BE49-F238E27FC236}">
                  <a16:creationId xmlns:a16="http://schemas.microsoft.com/office/drawing/2014/main" id="{FA5FBF30-0203-3500-97B6-207B622980C1}"/>
                </a:ext>
              </a:extLst>
            </p:cNvPr>
            <p:cNvSpPr/>
            <p:nvPr/>
          </p:nvSpPr>
          <p:spPr>
            <a:xfrm>
              <a:off x="1224149" y="1905687"/>
              <a:ext cx="1910363" cy="579624"/>
            </a:xfrm>
            <a:custGeom>
              <a:avLst/>
              <a:gdLst/>
              <a:ahLst/>
              <a:cxnLst/>
              <a:rect l="0" t="0" r="0" b="0"/>
              <a:pathLst>
                <a:path w="2778710" h="843089">
                  <a:moveTo>
                    <a:pt x="0" y="0"/>
                  </a:moveTo>
                  <a:lnTo>
                    <a:pt x="35173" y="128545"/>
                  </a:lnTo>
                  <a:lnTo>
                    <a:pt x="70347" y="244450"/>
                  </a:lnTo>
                  <a:lnTo>
                    <a:pt x="105520" y="346697"/>
                  </a:lnTo>
                  <a:lnTo>
                    <a:pt x="140694" y="435169"/>
                  </a:lnTo>
                  <a:lnTo>
                    <a:pt x="175867" y="510454"/>
                  </a:lnTo>
                  <a:lnTo>
                    <a:pt x="211041" y="573609"/>
                  </a:lnTo>
                  <a:lnTo>
                    <a:pt x="246214" y="625959"/>
                  </a:lnTo>
                  <a:lnTo>
                    <a:pt x="281388" y="668922"/>
                  </a:lnTo>
                  <a:lnTo>
                    <a:pt x="316561" y="703897"/>
                  </a:lnTo>
                  <a:lnTo>
                    <a:pt x="351735" y="732179"/>
                  </a:lnTo>
                  <a:lnTo>
                    <a:pt x="386909" y="754926"/>
                  </a:lnTo>
                  <a:lnTo>
                    <a:pt x="422082" y="773143"/>
                  </a:lnTo>
                  <a:lnTo>
                    <a:pt x="457256" y="787681"/>
                  </a:lnTo>
                  <a:lnTo>
                    <a:pt x="492429" y="799251"/>
                  </a:lnTo>
                  <a:lnTo>
                    <a:pt x="527603" y="808439"/>
                  </a:lnTo>
                  <a:lnTo>
                    <a:pt x="562776" y="815723"/>
                  </a:lnTo>
                  <a:lnTo>
                    <a:pt x="597950" y="821489"/>
                  </a:lnTo>
                  <a:lnTo>
                    <a:pt x="633123" y="826048"/>
                  </a:lnTo>
                  <a:lnTo>
                    <a:pt x="668297" y="829650"/>
                  </a:lnTo>
                  <a:lnTo>
                    <a:pt x="703470" y="832494"/>
                  </a:lnTo>
                  <a:lnTo>
                    <a:pt x="738644" y="834738"/>
                  </a:lnTo>
                  <a:lnTo>
                    <a:pt x="773818" y="836508"/>
                  </a:lnTo>
                  <a:lnTo>
                    <a:pt x="808991" y="837903"/>
                  </a:lnTo>
                  <a:lnTo>
                    <a:pt x="844165" y="839003"/>
                  </a:lnTo>
                  <a:lnTo>
                    <a:pt x="879338" y="839870"/>
                  </a:lnTo>
                  <a:lnTo>
                    <a:pt x="914512" y="840554"/>
                  </a:lnTo>
                  <a:lnTo>
                    <a:pt x="949685" y="841092"/>
                  </a:lnTo>
                  <a:lnTo>
                    <a:pt x="984859" y="841516"/>
                  </a:lnTo>
                  <a:lnTo>
                    <a:pt x="1020032" y="841850"/>
                  </a:lnTo>
                  <a:lnTo>
                    <a:pt x="1055206" y="842113"/>
                  </a:lnTo>
                  <a:lnTo>
                    <a:pt x="1090380" y="842320"/>
                  </a:lnTo>
                  <a:lnTo>
                    <a:pt x="1125553" y="842484"/>
                  </a:lnTo>
                  <a:lnTo>
                    <a:pt x="1160727" y="842612"/>
                  </a:lnTo>
                  <a:lnTo>
                    <a:pt x="1195900" y="842713"/>
                  </a:lnTo>
                  <a:lnTo>
                    <a:pt x="1231074" y="842793"/>
                  </a:lnTo>
                  <a:lnTo>
                    <a:pt x="1266247" y="842856"/>
                  </a:lnTo>
                  <a:lnTo>
                    <a:pt x="1301421" y="842905"/>
                  </a:lnTo>
                  <a:lnTo>
                    <a:pt x="1336594" y="842944"/>
                  </a:lnTo>
                  <a:lnTo>
                    <a:pt x="1371768" y="842975"/>
                  </a:lnTo>
                  <a:lnTo>
                    <a:pt x="1406941" y="842999"/>
                  </a:lnTo>
                  <a:lnTo>
                    <a:pt x="1442115" y="843018"/>
                  </a:lnTo>
                  <a:lnTo>
                    <a:pt x="1477289" y="843033"/>
                  </a:lnTo>
                  <a:lnTo>
                    <a:pt x="1512462" y="843045"/>
                  </a:lnTo>
                  <a:lnTo>
                    <a:pt x="1547636" y="843054"/>
                  </a:lnTo>
                  <a:lnTo>
                    <a:pt x="1582809" y="843062"/>
                  </a:lnTo>
                  <a:lnTo>
                    <a:pt x="1617983" y="843067"/>
                  </a:lnTo>
                  <a:lnTo>
                    <a:pt x="1653156" y="843072"/>
                  </a:lnTo>
                  <a:lnTo>
                    <a:pt x="1688330" y="843075"/>
                  </a:lnTo>
                  <a:lnTo>
                    <a:pt x="1723503" y="843078"/>
                  </a:lnTo>
                  <a:lnTo>
                    <a:pt x="1758677" y="843080"/>
                  </a:lnTo>
                  <a:lnTo>
                    <a:pt x="1793851" y="843082"/>
                  </a:lnTo>
                  <a:lnTo>
                    <a:pt x="1829024" y="843084"/>
                  </a:lnTo>
                  <a:lnTo>
                    <a:pt x="1864198" y="843085"/>
                  </a:lnTo>
                  <a:lnTo>
                    <a:pt x="1899371" y="843085"/>
                  </a:lnTo>
                  <a:lnTo>
                    <a:pt x="1934545" y="843086"/>
                  </a:lnTo>
                  <a:lnTo>
                    <a:pt x="1969718" y="843087"/>
                  </a:lnTo>
                  <a:lnTo>
                    <a:pt x="2004892" y="843087"/>
                  </a:lnTo>
                  <a:lnTo>
                    <a:pt x="2040065" y="843087"/>
                  </a:lnTo>
                  <a:lnTo>
                    <a:pt x="2075239" y="843088"/>
                  </a:lnTo>
                  <a:lnTo>
                    <a:pt x="2110412" y="843088"/>
                  </a:lnTo>
                  <a:lnTo>
                    <a:pt x="2145586" y="843088"/>
                  </a:lnTo>
                  <a:lnTo>
                    <a:pt x="2180760" y="843088"/>
                  </a:lnTo>
                  <a:lnTo>
                    <a:pt x="2215933" y="843088"/>
                  </a:lnTo>
                  <a:lnTo>
                    <a:pt x="2251107" y="843088"/>
                  </a:lnTo>
                  <a:lnTo>
                    <a:pt x="2286280" y="843088"/>
                  </a:lnTo>
                  <a:lnTo>
                    <a:pt x="2321454" y="843088"/>
                  </a:lnTo>
                  <a:lnTo>
                    <a:pt x="2356627" y="843089"/>
                  </a:lnTo>
                  <a:lnTo>
                    <a:pt x="2391801" y="843089"/>
                  </a:lnTo>
                  <a:lnTo>
                    <a:pt x="2426974" y="843089"/>
                  </a:lnTo>
                  <a:lnTo>
                    <a:pt x="2462148" y="843089"/>
                  </a:lnTo>
                  <a:lnTo>
                    <a:pt x="2497322" y="843089"/>
                  </a:lnTo>
                  <a:lnTo>
                    <a:pt x="2532495" y="843089"/>
                  </a:lnTo>
                  <a:lnTo>
                    <a:pt x="2567669" y="843089"/>
                  </a:lnTo>
                  <a:lnTo>
                    <a:pt x="2602842" y="843089"/>
                  </a:lnTo>
                  <a:lnTo>
                    <a:pt x="2638016" y="843089"/>
                  </a:lnTo>
                  <a:lnTo>
                    <a:pt x="2673189" y="843089"/>
                  </a:lnTo>
                  <a:lnTo>
                    <a:pt x="2708363" y="843089"/>
                  </a:lnTo>
                  <a:lnTo>
                    <a:pt x="2743536" y="843089"/>
                  </a:lnTo>
                  <a:lnTo>
                    <a:pt x="2778710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1" name="pl221">
              <a:extLst>
                <a:ext uri="{FF2B5EF4-FFF2-40B4-BE49-F238E27FC236}">
                  <a16:creationId xmlns:a16="http://schemas.microsoft.com/office/drawing/2014/main" id="{E6B62CCD-5F43-4AB9-B68F-CA29DA7635FB}"/>
                </a:ext>
              </a:extLst>
            </p:cNvPr>
            <p:cNvSpPr/>
            <p:nvPr/>
          </p:nvSpPr>
          <p:spPr>
            <a:xfrm>
              <a:off x="1103178" y="1326063"/>
              <a:ext cx="1628710" cy="869435"/>
            </a:xfrm>
            <a:custGeom>
              <a:avLst/>
              <a:gdLst/>
              <a:ahLst/>
              <a:cxnLst/>
              <a:rect l="0" t="0" r="0" b="0"/>
              <a:pathLst>
                <a:path w="2369032" h="1264633">
                  <a:moveTo>
                    <a:pt x="0" y="0"/>
                  </a:moveTo>
                  <a:lnTo>
                    <a:pt x="29987" y="16460"/>
                  </a:lnTo>
                  <a:lnTo>
                    <a:pt x="59975" y="33076"/>
                  </a:lnTo>
                  <a:lnTo>
                    <a:pt x="89963" y="49841"/>
                  </a:lnTo>
                  <a:lnTo>
                    <a:pt x="119951" y="66750"/>
                  </a:lnTo>
                  <a:lnTo>
                    <a:pt x="149938" y="83797"/>
                  </a:lnTo>
                  <a:lnTo>
                    <a:pt x="179926" y="100978"/>
                  </a:lnTo>
                  <a:lnTo>
                    <a:pt x="209914" y="118287"/>
                  </a:lnTo>
                  <a:lnTo>
                    <a:pt x="239902" y="135717"/>
                  </a:lnTo>
                  <a:lnTo>
                    <a:pt x="269889" y="153262"/>
                  </a:lnTo>
                  <a:lnTo>
                    <a:pt x="299877" y="170915"/>
                  </a:lnTo>
                  <a:lnTo>
                    <a:pt x="329865" y="188671"/>
                  </a:lnTo>
                  <a:lnTo>
                    <a:pt x="359853" y="206523"/>
                  </a:lnTo>
                  <a:lnTo>
                    <a:pt x="389840" y="224463"/>
                  </a:lnTo>
                  <a:lnTo>
                    <a:pt x="419828" y="242485"/>
                  </a:lnTo>
                  <a:lnTo>
                    <a:pt x="449816" y="260582"/>
                  </a:lnTo>
                  <a:lnTo>
                    <a:pt x="479804" y="278746"/>
                  </a:lnTo>
                  <a:lnTo>
                    <a:pt x="509791" y="296969"/>
                  </a:lnTo>
                  <a:lnTo>
                    <a:pt x="539779" y="315245"/>
                  </a:lnTo>
                  <a:lnTo>
                    <a:pt x="569767" y="333566"/>
                  </a:lnTo>
                  <a:lnTo>
                    <a:pt x="599755" y="351924"/>
                  </a:lnTo>
                  <a:lnTo>
                    <a:pt x="629742" y="370312"/>
                  </a:lnTo>
                  <a:lnTo>
                    <a:pt x="659730" y="388721"/>
                  </a:lnTo>
                  <a:lnTo>
                    <a:pt x="689718" y="407144"/>
                  </a:lnTo>
                  <a:lnTo>
                    <a:pt x="719706" y="425573"/>
                  </a:lnTo>
                  <a:lnTo>
                    <a:pt x="749693" y="444001"/>
                  </a:lnTo>
                  <a:lnTo>
                    <a:pt x="779681" y="462419"/>
                  </a:lnTo>
                  <a:lnTo>
                    <a:pt x="809669" y="480820"/>
                  </a:lnTo>
                  <a:lnTo>
                    <a:pt x="839657" y="499195"/>
                  </a:lnTo>
                  <a:lnTo>
                    <a:pt x="869644" y="517538"/>
                  </a:lnTo>
                  <a:lnTo>
                    <a:pt x="899632" y="535840"/>
                  </a:lnTo>
                  <a:lnTo>
                    <a:pt x="929620" y="554094"/>
                  </a:lnTo>
                  <a:lnTo>
                    <a:pt x="959608" y="572293"/>
                  </a:lnTo>
                  <a:lnTo>
                    <a:pt x="989595" y="590428"/>
                  </a:lnTo>
                  <a:lnTo>
                    <a:pt x="1019583" y="608493"/>
                  </a:lnTo>
                  <a:lnTo>
                    <a:pt x="1049571" y="626480"/>
                  </a:lnTo>
                  <a:lnTo>
                    <a:pt x="1079559" y="644382"/>
                  </a:lnTo>
                  <a:lnTo>
                    <a:pt x="1109546" y="662193"/>
                  </a:lnTo>
                  <a:lnTo>
                    <a:pt x="1139534" y="679905"/>
                  </a:lnTo>
                  <a:lnTo>
                    <a:pt x="1169522" y="697512"/>
                  </a:lnTo>
                  <a:lnTo>
                    <a:pt x="1199510" y="715007"/>
                  </a:lnTo>
                  <a:lnTo>
                    <a:pt x="1229497" y="732385"/>
                  </a:lnTo>
                  <a:lnTo>
                    <a:pt x="1259485" y="749638"/>
                  </a:lnTo>
                  <a:lnTo>
                    <a:pt x="1289473" y="766762"/>
                  </a:lnTo>
                  <a:lnTo>
                    <a:pt x="1319461" y="783750"/>
                  </a:lnTo>
                  <a:lnTo>
                    <a:pt x="1349448" y="800596"/>
                  </a:lnTo>
                  <a:lnTo>
                    <a:pt x="1379436" y="817296"/>
                  </a:lnTo>
                  <a:lnTo>
                    <a:pt x="1409424" y="833845"/>
                  </a:lnTo>
                  <a:lnTo>
                    <a:pt x="1439412" y="850237"/>
                  </a:lnTo>
                  <a:lnTo>
                    <a:pt x="1469399" y="866467"/>
                  </a:lnTo>
                  <a:lnTo>
                    <a:pt x="1499387" y="882533"/>
                  </a:lnTo>
                  <a:lnTo>
                    <a:pt x="1529375" y="898428"/>
                  </a:lnTo>
                  <a:lnTo>
                    <a:pt x="1559363" y="914150"/>
                  </a:lnTo>
                  <a:lnTo>
                    <a:pt x="1589350" y="929694"/>
                  </a:lnTo>
                  <a:lnTo>
                    <a:pt x="1619338" y="945057"/>
                  </a:lnTo>
                  <a:lnTo>
                    <a:pt x="1649326" y="960236"/>
                  </a:lnTo>
                  <a:lnTo>
                    <a:pt x="1679314" y="975228"/>
                  </a:lnTo>
                  <a:lnTo>
                    <a:pt x="1709301" y="990030"/>
                  </a:lnTo>
                  <a:lnTo>
                    <a:pt x="1739289" y="1004639"/>
                  </a:lnTo>
                  <a:lnTo>
                    <a:pt x="1769277" y="1019053"/>
                  </a:lnTo>
                  <a:lnTo>
                    <a:pt x="1799265" y="1033269"/>
                  </a:lnTo>
                  <a:lnTo>
                    <a:pt x="1829252" y="1047287"/>
                  </a:lnTo>
                  <a:lnTo>
                    <a:pt x="1859240" y="1061104"/>
                  </a:lnTo>
                  <a:lnTo>
                    <a:pt x="1889228" y="1074719"/>
                  </a:lnTo>
                  <a:lnTo>
                    <a:pt x="1919216" y="1088131"/>
                  </a:lnTo>
                  <a:lnTo>
                    <a:pt x="1949203" y="1101338"/>
                  </a:lnTo>
                  <a:lnTo>
                    <a:pt x="1979191" y="1114340"/>
                  </a:lnTo>
                  <a:lnTo>
                    <a:pt x="2009179" y="1127136"/>
                  </a:lnTo>
                  <a:lnTo>
                    <a:pt x="2039167" y="1139725"/>
                  </a:lnTo>
                  <a:lnTo>
                    <a:pt x="2069154" y="1152108"/>
                  </a:lnTo>
                  <a:lnTo>
                    <a:pt x="2099142" y="1164284"/>
                  </a:lnTo>
                  <a:lnTo>
                    <a:pt x="2129130" y="1176253"/>
                  </a:lnTo>
                  <a:lnTo>
                    <a:pt x="2159118" y="1188016"/>
                  </a:lnTo>
                  <a:lnTo>
                    <a:pt x="2189105" y="1199573"/>
                  </a:lnTo>
                  <a:lnTo>
                    <a:pt x="2219093" y="1210925"/>
                  </a:lnTo>
                  <a:lnTo>
                    <a:pt x="2249081" y="1222072"/>
                  </a:lnTo>
                  <a:lnTo>
                    <a:pt x="2279069" y="1233015"/>
                  </a:lnTo>
                  <a:lnTo>
                    <a:pt x="2309056" y="1243756"/>
                  </a:lnTo>
                  <a:lnTo>
                    <a:pt x="2339044" y="1254295"/>
                  </a:lnTo>
                  <a:lnTo>
                    <a:pt x="236903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2" name="pl222">
              <a:extLst>
                <a:ext uri="{FF2B5EF4-FFF2-40B4-BE49-F238E27FC236}">
                  <a16:creationId xmlns:a16="http://schemas.microsoft.com/office/drawing/2014/main" id="{F4BCC7F5-8ED9-03F4-A2B5-AEBAB2F2BFBF}"/>
                </a:ext>
              </a:extLst>
            </p:cNvPr>
            <p:cNvSpPr/>
            <p:nvPr/>
          </p:nvSpPr>
          <p:spPr>
            <a:xfrm>
              <a:off x="1229849" y="1615875"/>
              <a:ext cx="1877578" cy="869435"/>
            </a:xfrm>
            <a:custGeom>
              <a:avLst/>
              <a:gdLst/>
              <a:ahLst/>
              <a:cxnLst/>
              <a:rect l="0" t="0" r="0" b="0"/>
              <a:pathLst>
                <a:path w="2731023" h="1264633">
                  <a:moveTo>
                    <a:pt x="0" y="0"/>
                  </a:moveTo>
                  <a:lnTo>
                    <a:pt x="34569" y="155811"/>
                  </a:lnTo>
                  <a:lnTo>
                    <a:pt x="69139" y="306963"/>
                  </a:lnTo>
                  <a:lnTo>
                    <a:pt x="103709" y="449336"/>
                  </a:lnTo>
                  <a:lnTo>
                    <a:pt x="138279" y="579767"/>
                  </a:lnTo>
                  <a:lnTo>
                    <a:pt x="172849" y="696252"/>
                  </a:lnTo>
                  <a:lnTo>
                    <a:pt x="207419" y="797937"/>
                  </a:lnTo>
                  <a:lnTo>
                    <a:pt x="241989" y="884953"/>
                  </a:lnTo>
                  <a:lnTo>
                    <a:pt x="276559" y="958156"/>
                  </a:lnTo>
                  <a:lnTo>
                    <a:pt x="311129" y="1018858"/>
                  </a:lnTo>
                  <a:lnTo>
                    <a:pt x="345699" y="1068598"/>
                  </a:lnTo>
                  <a:lnTo>
                    <a:pt x="380269" y="1108958"/>
                  </a:lnTo>
                  <a:lnTo>
                    <a:pt x="414838" y="1141447"/>
                  </a:lnTo>
                  <a:lnTo>
                    <a:pt x="449408" y="1167434"/>
                  </a:lnTo>
                  <a:lnTo>
                    <a:pt x="483978" y="1188113"/>
                  </a:lnTo>
                  <a:lnTo>
                    <a:pt x="518548" y="1204501"/>
                  </a:lnTo>
                  <a:lnTo>
                    <a:pt x="553118" y="1217447"/>
                  </a:lnTo>
                  <a:lnTo>
                    <a:pt x="587688" y="1227647"/>
                  </a:lnTo>
                  <a:lnTo>
                    <a:pt x="622258" y="1235669"/>
                  </a:lnTo>
                  <a:lnTo>
                    <a:pt x="656828" y="1241966"/>
                  </a:lnTo>
                  <a:lnTo>
                    <a:pt x="691398" y="1246904"/>
                  </a:lnTo>
                  <a:lnTo>
                    <a:pt x="725968" y="1250772"/>
                  </a:lnTo>
                  <a:lnTo>
                    <a:pt x="760538" y="1253800"/>
                  </a:lnTo>
                  <a:lnTo>
                    <a:pt x="795108" y="1256169"/>
                  </a:lnTo>
                  <a:lnTo>
                    <a:pt x="829677" y="1258021"/>
                  </a:lnTo>
                  <a:lnTo>
                    <a:pt x="864247" y="1259469"/>
                  </a:lnTo>
                  <a:lnTo>
                    <a:pt x="898817" y="1260600"/>
                  </a:lnTo>
                  <a:lnTo>
                    <a:pt x="933387" y="1261484"/>
                  </a:lnTo>
                  <a:lnTo>
                    <a:pt x="967957" y="1262174"/>
                  </a:lnTo>
                  <a:lnTo>
                    <a:pt x="1002527" y="1262713"/>
                  </a:lnTo>
                  <a:lnTo>
                    <a:pt x="1037097" y="1263134"/>
                  </a:lnTo>
                  <a:lnTo>
                    <a:pt x="1071667" y="1263463"/>
                  </a:lnTo>
                  <a:lnTo>
                    <a:pt x="1106237" y="1263719"/>
                  </a:lnTo>
                  <a:lnTo>
                    <a:pt x="1140807" y="1263920"/>
                  </a:lnTo>
                  <a:lnTo>
                    <a:pt x="1175377" y="1264076"/>
                  </a:lnTo>
                  <a:lnTo>
                    <a:pt x="1209946" y="1264198"/>
                  </a:lnTo>
                  <a:lnTo>
                    <a:pt x="1244516" y="1264294"/>
                  </a:lnTo>
                  <a:lnTo>
                    <a:pt x="1279086" y="1264368"/>
                  </a:lnTo>
                  <a:lnTo>
                    <a:pt x="1313656" y="1264426"/>
                  </a:lnTo>
                  <a:lnTo>
                    <a:pt x="1348226" y="1264472"/>
                  </a:lnTo>
                  <a:lnTo>
                    <a:pt x="1382796" y="1264507"/>
                  </a:lnTo>
                  <a:lnTo>
                    <a:pt x="1417366" y="1264535"/>
                  </a:lnTo>
                  <a:lnTo>
                    <a:pt x="1451936" y="1264556"/>
                  </a:lnTo>
                  <a:lnTo>
                    <a:pt x="1486506" y="1264573"/>
                  </a:lnTo>
                  <a:lnTo>
                    <a:pt x="1521076" y="1264586"/>
                  </a:lnTo>
                  <a:lnTo>
                    <a:pt x="1555646" y="1264597"/>
                  </a:lnTo>
                  <a:lnTo>
                    <a:pt x="1590216" y="1264605"/>
                  </a:lnTo>
                  <a:lnTo>
                    <a:pt x="1624785" y="1264611"/>
                  </a:lnTo>
                  <a:lnTo>
                    <a:pt x="1659355" y="1264616"/>
                  </a:lnTo>
                  <a:lnTo>
                    <a:pt x="1693925" y="1264620"/>
                  </a:lnTo>
                  <a:lnTo>
                    <a:pt x="1728495" y="1264623"/>
                  </a:lnTo>
                  <a:lnTo>
                    <a:pt x="1763065" y="1264625"/>
                  </a:lnTo>
                  <a:lnTo>
                    <a:pt x="1797635" y="1264627"/>
                  </a:lnTo>
                  <a:lnTo>
                    <a:pt x="1832205" y="1264628"/>
                  </a:lnTo>
                  <a:lnTo>
                    <a:pt x="1866775" y="1264629"/>
                  </a:lnTo>
                  <a:lnTo>
                    <a:pt x="1901345" y="1264630"/>
                  </a:lnTo>
                  <a:lnTo>
                    <a:pt x="1935915" y="1264631"/>
                  </a:lnTo>
                  <a:lnTo>
                    <a:pt x="1970485" y="1264631"/>
                  </a:lnTo>
                  <a:lnTo>
                    <a:pt x="2005054" y="1264632"/>
                  </a:lnTo>
                  <a:lnTo>
                    <a:pt x="2039624" y="1264632"/>
                  </a:lnTo>
                  <a:lnTo>
                    <a:pt x="2074194" y="1264632"/>
                  </a:lnTo>
                  <a:lnTo>
                    <a:pt x="2108764" y="1264633"/>
                  </a:lnTo>
                  <a:lnTo>
                    <a:pt x="2143334" y="1264633"/>
                  </a:lnTo>
                  <a:lnTo>
                    <a:pt x="2177904" y="1264633"/>
                  </a:lnTo>
                  <a:lnTo>
                    <a:pt x="2212474" y="1264633"/>
                  </a:lnTo>
                  <a:lnTo>
                    <a:pt x="2247044" y="1264633"/>
                  </a:lnTo>
                  <a:lnTo>
                    <a:pt x="2281614" y="1264633"/>
                  </a:lnTo>
                  <a:lnTo>
                    <a:pt x="2316184" y="1264633"/>
                  </a:lnTo>
                  <a:lnTo>
                    <a:pt x="2350754" y="1264633"/>
                  </a:lnTo>
                  <a:lnTo>
                    <a:pt x="2385324" y="1264633"/>
                  </a:lnTo>
                  <a:lnTo>
                    <a:pt x="2419893" y="1264633"/>
                  </a:lnTo>
                  <a:lnTo>
                    <a:pt x="2454463" y="1264633"/>
                  </a:lnTo>
                  <a:lnTo>
                    <a:pt x="2489033" y="1264633"/>
                  </a:lnTo>
                  <a:lnTo>
                    <a:pt x="2523603" y="1264633"/>
                  </a:lnTo>
                  <a:lnTo>
                    <a:pt x="2558173" y="1264633"/>
                  </a:lnTo>
                  <a:lnTo>
                    <a:pt x="2592743" y="1264633"/>
                  </a:lnTo>
                  <a:lnTo>
                    <a:pt x="2627313" y="1264633"/>
                  </a:lnTo>
                  <a:lnTo>
                    <a:pt x="2661883" y="1264633"/>
                  </a:lnTo>
                  <a:lnTo>
                    <a:pt x="2696453" y="1264633"/>
                  </a:lnTo>
                  <a:lnTo>
                    <a:pt x="2731023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3" name="pl223">
              <a:extLst>
                <a:ext uri="{FF2B5EF4-FFF2-40B4-BE49-F238E27FC236}">
                  <a16:creationId xmlns:a16="http://schemas.microsoft.com/office/drawing/2014/main" id="{3546F5C6-0D15-DB45-E56E-1230A299C2CB}"/>
                </a:ext>
              </a:extLst>
            </p:cNvPr>
            <p:cNvSpPr/>
            <p:nvPr/>
          </p:nvSpPr>
          <p:spPr>
            <a:xfrm>
              <a:off x="1521602" y="1615875"/>
              <a:ext cx="2344798" cy="869435"/>
            </a:xfrm>
            <a:custGeom>
              <a:avLst/>
              <a:gdLst/>
              <a:ahLst/>
              <a:cxnLst/>
              <a:rect l="0" t="0" r="0" b="0"/>
              <a:pathLst>
                <a:path w="3410615" h="1264633">
                  <a:moveTo>
                    <a:pt x="0" y="0"/>
                  </a:moveTo>
                  <a:lnTo>
                    <a:pt x="43172" y="155811"/>
                  </a:lnTo>
                  <a:lnTo>
                    <a:pt x="86344" y="306963"/>
                  </a:lnTo>
                  <a:lnTo>
                    <a:pt x="129517" y="449336"/>
                  </a:lnTo>
                  <a:lnTo>
                    <a:pt x="172689" y="579767"/>
                  </a:lnTo>
                  <a:lnTo>
                    <a:pt x="215861" y="696252"/>
                  </a:lnTo>
                  <a:lnTo>
                    <a:pt x="259034" y="797937"/>
                  </a:lnTo>
                  <a:lnTo>
                    <a:pt x="302206" y="884953"/>
                  </a:lnTo>
                  <a:lnTo>
                    <a:pt x="345378" y="958156"/>
                  </a:lnTo>
                  <a:lnTo>
                    <a:pt x="388551" y="1018858"/>
                  </a:lnTo>
                  <a:lnTo>
                    <a:pt x="431723" y="1068598"/>
                  </a:lnTo>
                  <a:lnTo>
                    <a:pt x="474895" y="1108958"/>
                  </a:lnTo>
                  <a:lnTo>
                    <a:pt x="518068" y="1141447"/>
                  </a:lnTo>
                  <a:lnTo>
                    <a:pt x="561240" y="1167434"/>
                  </a:lnTo>
                  <a:lnTo>
                    <a:pt x="604412" y="1188113"/>
                  </a:lnTo>
                  <a:lnTo>
                    <a:pt x="647585" y="1204501"/>
                  </a:lnTo>
                  <a:lnTo>
                    <a:pt x="690757" y="1217447"/>
                  </a:lnTo>
                  <a:lnTo>
                    <a:pt x="733929" y="1227647"/>
                  </a:lnTo>
                  <a:lnTo>
                    <a:pt x="777102" y="1235669"/>
                  </a:lnTo>
                  <a:lnTo>
                    <a:pt x="820274" y="1241966"/>
                  </a:lnTo>
                  <a:lnTo>
                    <a:pt x="863446" y="1246904"/>
                  </a:lnTo>
                  <a:lnTo>
                    <a:pt x="906619" y="1250772"/>
                  </a:lnTo>
                  <a:lnTo>
                    <a:pt x="949791" y="1253800"/>
                  </a:lnTo>
                  <a:lnTo>
                    <a:pt x="992964" y="1256169"/>
                  </a:lnTo>
                  <a:lnTo>
                    <a:pt x="1036136" y="1258021"/>
                  </a:lnTo>
                  <a:lnTo>
                    <a:pt x="1079308" y="1259469"/>
                  </a:lnTo>
                  <a:lnTo>
                    <a:pt x="1122481" y="1260600"/>
                  </a:lnTo>
                  <a:lnTo>
                    <a:pt x="1165653" y="1261484"/>
                  </a:lnTo>
                  <a:lnTo>
                    <a:pt x="1208825" y="1262174"/>
                  </a:lnTo>
                  <a:lnTo>
                    <a:pt x="1251998" y="1262713"/>
                  </a:lnTo>
                  <a:lnTo>
                    <a:pt x="1295170" y="1263134"/>
                  </a:lnTo>
                  <a:lnTo>
                    <a:pt x="1338342" y="1263463"/>
                  </a:lnTo>
                  <a:lnTo>
                    <a:pt x="1381515" y="1263719"/>
                  </a:lnTo>
                  <a:lnTo>
                    <a:pt x="1424687" y="1263920"/>
                  </a:lnTo>
                  <a:lnTo>
                    <a:pt x="1467859" y="1264076"/>
                  </a:lnTo>
                  <a:lnTo>
                    <a:pt x="1511032" y="1264198"/>
                  </a:lnTo>
                  <a:lnTo>
                    <a:pt x="1554204" y="1264294"/>
                  </a:lnTo>
                  <a:lnTo>
                    <a:pt x="1597376" y="1264368"/>
                  </a:lnTo>
                  <a:lnTo>
                    <a:pt x="1640549" y="1264426"/>
                  </a:lnTo>
                  <a:lnTo>
                    <a:pt x="1683721" y="1264472"/>
                  </a:lnTo>
                  <a:lnTo>
                    <a:pt x="1726893" y="1264507"/>
                  </a:lnTo>
                  <a:lnTo>
                    <a:pt x="1770066" y="1264535"/>
                  </a:lnTo>
                  <a:lnTo>
                    <a:pt x="1813238" y="1264556"/>
                  </a:lnTo>
                  <a:lnTo>
                    <a:pt x="1856411" y="1264573"/>
                  </a:lnTo>
                  <a:lnTo>
                    <a:pt x="1899583" y="1264586"/>
                  </a:lnTo>
                  <a:lnTo>
                    <a:pt x="1942755" y="1264597"/>
                  </a:lnTo>
                  <a:lnTo>
                    <a:pt x="1985928" y="1264605"/>
                  </a:lnTo>
                  <a:lnTo>
                    <a:pt x="2029100" y="1264611"/>
                  </a:lnTo>
                  <a:lnTo>
                    <a:pt x="2072272" y="1264616"/>
                  </a:lnTo>
                  <a:lnTo>
                    <a:pt x="2115445" y="1264620"/>
                  </a:lnTo>
                  <a:lnTo>
                    <a:pt x="2158617" y="1264623"/>
                  </a:lnTo>
                  <a:lnTo>
                    <a:pt x="2201789" y="1264625"/>
                  </a:lnTo>
                  <a:lnTo>
                    <a:pt x="2244962" y="1264627"/>
                  </a:lnTo>
                  <a:lnTo>
                    <a:pt x="2288134" y="1264628"/>
                  </a:lnTo>
                  <a:lnTo>
                    <a:pt x="2331306" y="1264629"/>
                  </a:lnTo>
                  <a:lnTo>
                    <a:pt x="2374479" y="1264630"/>
                  </a:lnTo>
                  <a:lnTo>
                    <a:pt x="2417651" y="1264631"/>
                  </a:lnTo>
                  <a:lnTo>
                    <a:pt x="2460823" y="1264631"/>
                  </a:lnTo>
                  <a:lnTo>
                    <a:pt x="2503996" y="1264632"/>
                  </a:lnTo>
                  <a:lnTo>
                    <a:pt x="2547168" y="1264632"/>
                  </a:lnTo>
                  <a:lnTo>
                    <a:pt x="2590340" y="1264632"/>
                  </a:lnTo>
                  <a:lnTo>
                    <a:pt x="2633513" y="1264633"/>
                  </a:lnTo>
                  <a:lnTo>
                    <a:pt x="2676685" y="1264633"/>
                  </a:lnTo>
                  <a:lnTo>
                    <a:pt x="2719858" y="1264633"/>
                  </a:lnTo>
                  <a:lnTo>
                    <a:pt x="2763030" y="1264633"/>
                  </a:lnTo>
                  <a:lnTo>
                    <a:pt x="2806202" y="1264633"/>
                  </a:lnTo>
                  <a:lnTo>
                    <a:pt x="2849375" y="1264633"/>
                  </a:lnTo>
                  <a:lnTo>
                    <a:pt x="2892547" y="1264633"/>
                  </a:lnTo>
                  <a:lnTo>
                    <a:pt x="2935719" y="1264633"/>
                  </a:lnTo>
                  <a:lnTo>
                    <a:pt x="2978892" y="1264633"/>
                  </a:lnTo>
                  <a:lnTo>
                    <a:pt x="3022064" y="1264633"/>
                  </a:lnTo>
                  <a:lnTo>
                    <a:pt x="3065236" y="1264633"/>
                  </a:lnTo>
                  <a:lnTo>
                    <a:pt x="3108409" y="1264633"/>
                  </a:lnTo>
                  <a:lnTo>
                    <a:pt x="3151581" y="1264633"/>
                  </a:lnTo>
                  <a:lnTo>
                    <a:pt x="3194753" y="1264633"/>
                  </a:lnTo>
                  <a:lnTo>
                    <a:pt x="3237926" y="1264633"/>
                  </a:lnTo>
                  <a:lnTo>
                    <a:pt x="3281098" y="1264633"/>
                  </a:lnTo>
                  <a:lnTo>
                    <a:pt x="3324270" y="1264633"/>
                  </a:lnTo>
                  <a:lnTo>
                    <a:pt x="3367443" y="1264633"/>
                  </a:lnTo>
                  <a:lnTo>
                    <a:pt x="3410615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24" name="tx224">
              <a:extLst>
                <a:ext uri="{FF2B5EF4-FFF2-40B4-BE49-F238E27FC236}">
                  <a16:creationId xmlns:a16="http://schemas.microsoft.com/office/drawing/2014/main" id="{F352C4B6-0B67-F7BC-AA9B-8273CE80FBEF}"/>
                </a:ext>
              </a:extLst>
            </p:cNvPr>
            <p:cNvSpPr/>
            <p:nvPr/>
          </p:nvSpPr>
          <p:spPr>
            <a:xfrm>
              <a:off x="772341" y="2457807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5" name="tx225">
              <a:extLst>
                <a:ext uri="{FF2B5EF4-FFF2-40B4-BE49-F238E27FC236}">
                  <a16:creationId xmlns:a16="http://schemas.microsoft.com/office/drawing/2014/main" id="{C45F8405-DEB0-3D02-9214-611864011F4C}"/>
                </a:ext>
              </a:extLst>
            </p:cNvPr>
            <p:cNvSpPr/>
            <p:nvPr/>
          </p:nvSpPr>
          <p:spPr>
            <a:xfrm>
              <a:off x="772341" y="2023089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6" name="tx226">
              <a:extLst>
                <a:ext uri="{FF2B5EF4-FFF2-40B4-BE49-F238E27FC236}">
                  <a16:creationId xmlns:a16="http://schemas.microsoft.com/office/drawing/2014/main" id="{15CB02A7-4D6C-3B65-EC44-98A4387EB95E}"/>
                </a:ext>
              </a:extLst>
            </p:cNvPr>
            <p:cNvSpPr/>
            <p:nvPr/>
          </p:nvSpPr>
          <p:spPr>
            <a:xfrm>
              <a:off x="772341" y="1588371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7" name="tx227">
              <a:extLst>
                <a:ext uri="{FF2B5EF4-FFF2-40B4-BE49-F238E27FC236}">
                  <a16:creationId xmlns:a16="http://schemas.microsoft.com/office/drawing/2014/main" id="{AD00FAA4-D9AE-FD5B-C380-636223580854}"/>
                </a:ext>
              </a:extLst>
            </p:cNvPr>
            <p:cNvSpPr/>
            <p:nvPr/>
          </p:nvSpPr>
          <p:spPr>
            <a:xfrm>
              <a:off x="772341" y="1153653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8" name="tx228">
              <a:extLst>
                <a:ext uri="{FF2B5EF4-FFF2-40B4-BE49-F238E27FC236}">
                  <a16:creationId xmlns:a16="http://schemas.microsoft.com/office/drawing/2014/main" id="{1D77015C-DE76-07F0-2989-4D1A3C6DC48C}"/>
                </a:ext>
              </a:extLst>
            </p:cNvPr>
            <p:cNvSpPr/>
            <p:nvPr/>
          </p:nvSpPr>
          <p:spPr>
            <a:xfrm>
              <a:off x="772341" y="718935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9" name="tx229">
              <a:extLst>
                <a:ext uri="{FF2B5EF4-FFF2-40B4-BE49-F238E27FC236}">
                  <a16:creationId xmlns:a16="http://schemas.microsoft.com/office/drawing/2014/main" id="{B889C072-B173-FBB5-F788-487FE651FBB6}"/>
                </a:ext>
              </a:extLst>
            </p:cNvPr>
            <p:cNvSpPr/>
            <p:nvPr/>
          </p:nvSpPr>
          <p:spPr>
            <a:xfrm>
              <a:off x="894245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30" name="tx230">
              <a:extLst>
                <a:ext uri="{FF2B5EF4-FFF2-40B4-BE49-F238E27FC236}">
                  <a16:creationId xmlns:a16="http://schemas.microsoft.com/office/drawing/2014/main" id="{2C84BC67-3343-FD8F-58C6-22FEE66C81BB}"/>
                </a:ext>
              </a:extLst>
            </p:cNvPr>
            <p:cNvSpPr/>
            <p:nvPr/>
          </p:nvSpPr>
          <p:spPr>
            <a:xfrm>
              <a:off x="1415330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31" name="tx231">
              <a:extLst>
                <a:ext uri="{FF2B5EF4-FFF2-40B4-BE49-F238E27FC236}">
                  <a16:creationId xmlns:a16="http://schemas.microsoft.com/office/drawing/2014/main" id="{25579375-42F7-6D3D-D235-CE54D829D218}"/>
                </a:ext>
              </a:extLst>
            </p:cNvPr>
            <p:cNvSpPr/>
            <p:nvPr/>
          </p:nvSpPr>
          <p:spPr>
            <a:xfrm>
              <a:off x="1936416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232" name="tx232">
              <a:extLst>
                <a:ext uri="{FF2B5EF4-FFF2-40B4-BE49-F238E27FC236}">
                  <a16:creationId xmlns:a16="http://schemas.microsoft.com/office/drawing/2014/main" id="{522057C4-3076-C750-9B6D-5D9C6FD2DD29}"/>
                </a:ext>
              </a:extLst>
            </p:cNvPr>
            <p:cNvSpPr/>
            <p:nvPr/>
          </p:nvSpPr>
          <p:spPr>
            <a:xfrm>
              <a:off x="2457501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233" name="tx233">
              <a:extLst>
                <a:ext uri="{FF2B5EF4-FFF2-40B4-BE49-F238E27FC236}">
                  <a16:creationId xmlns:a16="http://schemas.microsoft.com/office/drawing/2014/main" id="{EF742013-E56A-30C6-B987-B7AE9F7F8212}"/>
                </a:ext>
              </a:extLst>
            </p:cNvPr>
            <p:cNvSpPr/>
            <p:nvPr/>
          </p:nvSpPr>
          <p:spPr>
            <a:xfrm>
              <a:off x="2978587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34" name="tx234">
              <a:extLst>
                <a:ext uri="{FF2B5EF4-FFF2-40B4-BE49-F238E27FC236}">
                  <a16:creationId xmlns:a16="http://schemas.microsoft.com/office/drawing/2014/main" id="{C3E200BE-945B-E183-A6AD-82952534750B}"/>
                </a:ext>
              </a:extLst>
            </p:cNvPr>
            <p:cNvSpPr/>
            <p:nvPr/>
          </p:nvSpPr>
          <p:spPr>
            <a:xfrm>
              <a:off x="3499673" y="2615312"/>
              <a:ext cx="149619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35" name="tx235">
              <a:extLst>
                <a:ext uri="{FF2B5EF4-FFF2-40B4-BE49-F238E27FC236}">
                  <a16:creationId xmlns:a16="http://schemas.microsoft.com/office/drawing/2014/main" id="{C82C4A29-F8AD-1A00-FE00-65AEAC1A1367}"/>
                </a:ext>
              </a:extLst>
            </p:cNvPr>
            <p:cNvSpPr/>
            <p:nvPr/>
          </p:nvSpPr>
          <p:spPr>
            <a:xfrm>
              <a:off x="2266648" y="2780928"/>
              <a:ext cx="436283" cy="68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6" name="tx236">
              <a:extLst>
                <a:ext uri="{FF2B5EF4-FFF2-40B4-BE49-F238E27FC236}">
                  <a16:creationId xmlns:a16="http://schemas.microsoft.com/office/drawing/2014/main" id="{812FF53A-340A-E17C-2A53-014019FA3EAB}"/>
                </a:ext>
              </a:extLst>
            </p:cNvPr>
            <p:cNvSpPr/>
            <p:nvPr/>
          </p:nvSpPr>
          <p:spPr>
            <a:xfrm rot="16200000">
              <a:off x="475143" y="1581487"/>
              <a:ext cx="341608" cy="68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62" name="tx262">
              <a:extLst>
                <a:ext uri="{FF2B5EF4-FFF2-40B4-BE49-F238E27FC236}">
                  <a16:creationId xmlns:a16="http://schemas.microsoft.com/office/drawing/2014/main" id="{AFBAC240-73E1-8F4C-43BF-273E9CB934F2}"/>
                </a:ext>
              </a:extLst>
            </p:cNvPr>
            <p:cNvSpPr/>
            <p:nvPr/>
          </p:nvSpPr>
          <p:spPr>
            <a:xfrm>
              <a:off x="827584" y="365760"/>
              <a:ext cx="1656185" cy="23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  <a:r>
                <a:rPr lang="en-US" sz="1400" baseline="-25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594" name="Group 2593">
            <a:extLst>
              <a:ext uri="{FF2B5EF4-FFF2-40B4-BE49-F238E27FC236}">
                <a16:creationId xmlns:a16="http://schemas.microsoft.com/office/drawing/2014/main" id="{671755FE-C805-DE7D-2BC9-1927CFA16EAB}"/>
              </a:ext>
            </a:extLst>
          </p:cNvPr>
          <p:cNvGrpSpPr/>
          <p:nvPr/>
        </p:nvGrpSpPr>
        <p:grpSpPr>
          <a:xfrm>
            <a:off x="8028384" y="836712"/>
            <a:ext cx="720080" cy="2051673"/>
            <a:chOff x="7821487" y="951803"/>
            <a:chExt cx="454138" cy="1293943"/>
          </a:xfrm>
        </p:grpSpPr>
        <p:sp>
          <p:nvSpPr>
            <p:cNvPr id="2037" name="tx228">
              <a:extLst>
                <a:ext uri="{FF2B5EF4-FFF2-40B4-BE49-F238E27FC236}">
                  <a16:creationId xmlns:a16="http://schemas.microsoft.com/office/drawing/2014/main" id="{0E7A9EBD-5369-BEAB-13FE-F7E02D96A7C6}"/>
                </a:ext>
              </a:extLst>
            </p:cNvPr>
            <p:cNvSpPr/>
            <p:nvPr/>
          </p:nvSpPr>
          <p:spPr>
            <a:xfrm>
              <a:off x="7821487" y="951803"/>
              <a:ext cx="454138" cy="68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038" name="pt229">
              <a:extLst>
                <a:ext uri="{FF2B5EF4-FFF2-40B4-BE49-F238E27FC236}">
                  <a16:creationId xmlns:a16="http://schemas.microsoft.com/office/drawing/2014/main" id="{94CE7005-CD6A-C2C5-43D7-D492A9A255BF}"/>
                </a:ext>
              </a:extLst>
            </p:cNvPr>
            <p:cNvSpPr/>
            <p:nvPr/>
          </p:nvSpPr>
          <p:spPr>
            <a:xfrm>
              <a:off x="7856576" y="111303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39" name="pl230">
              <a:extLst>
                <a:ext uri="{FF2B5EF4-FFF2-40B4-BE49-F238E27FC236}">
                  <a16:creationId xmlns:a16="http://schemas.microsoft.com/office/drawing/2014/main" id="{4F6CAF24-194B-9882-2AB3-173F2F188769}"/>
                </a:ext>
              </a:extLst>
            </p:cNvPr>
            <p:cNvSpPr/>
            <p:nvPr/>
          </p:nvSpPr>
          <p:spPr>
            <a:xfrm>
              <a:off x="7836578" y="1153244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0" name="pt231">
              <a:extLst>
                <a:ext uri="{FF2B5EF4-FFF2-40B4-BE49-F238E27FC236}">
                  <a16:creationId xmlns:a16="http://schemas.microsoft.com/office/drawing/2014/main" id="{890B97E5-F736-EBC8-FD3B-5E2AC8DC7ACA}"/>
                </a:ext>
              </a:extLst>
            </p:cNvPr>
            <p:cNvSpPr/>
            <p:nvPr/>
          </p:nvSpPr>
          <p:spPr>
            <a:xfrm>
              <a:off x="7856576" y="1263360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1" name="pl232">
              <a:extLst>
                <a:ext uri="{FF2B5EF4-FFF2-40B4-BE49-F238E27FC236}">
                  <a16:creationId xmlns:a16="http://schemas.microsoft.com/office/drawing/2014/main" id="{6D44679A-BB86-2D04-E72E-6564852CFFD8}"/>
                </a:ext>
              </a:extLst>
            </p:cNvPr>
            <p:cNvSpPr/>
            <p:nvPr/>
          </p:nvSpPr>
          <p:spPr>
            <a:xfrm>
              <a:off x="7836578" y="1303571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2" name="pt233">
              <a:extLst>
                <a:ext uri="{FF2B5EF4-FFF2-40B4-BE49-F238E27FC236}">
                  <a16:creationId xmlns:a16="http://schemas.microsoft.com/office/drawing/2014/main" id="{B690F99B-12AA-1287-E8B7-8506CB32711C}"/>
                </a:ext>
              </a:extLst>
            </p:cNvPr>
            <p:cNvSpPr/>
            <p:nvPr/>
          </p:nvSpPr>
          <p:spPr>
            <a:xfrm>
              <a:off x="7856576" y="1413687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3" name="pl234">
              <a:extLst>
                <a:ext uri="{FF2B5EF4-FFF2-40B4-BE49-F238E27FC236}">
                  <a16:creationId xmlns:a16="http://schemas.microsoft.com/office/drawing/2014/main" id="{050B23D9-3B7B-AF15-6F83-38B077E8CA6D}"/>
                </a:ext>
              </a:extLst>
            </p:cNvPr>
            <p:cNvSpPr/>
            <p:nvPr/>
          </p:nvSpPr>
          <p:spPr>
            <a:xfrm>
              <a:off x="7836578" y="1453898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4" name="pt235">
              <a:extLst>
                <a:ext uri="{FF2B5EF4-FFF2-40B4-BE49-F238E27FC236}">
                  <a16:creationId xmlns:a16="http://schemas.microsoft.com/office/drawing/2014/main" id="{57F5DD06-6FFB-4127-2699-E3506863A7FF}"/>
                </a:ext>
              </a:extLst>
            </p:cNvPr>
            <p:cNvSpPr/>
            <p:nvPr/>
          </p:nvSpPr>
          <p:spPr>
            <a:xfrm>
              <a:off x="7856576" y="1564015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5" name="pl236">
              <a:extLst>
                <a:ext uri="{FF2B5EF4-FFF2-40B4-BE49-F238E27FC236}">
                  <a16:creationId xmlns:a16="http://schemas.microsoft.com/office/drawing/2014/main" id="{D72BFB57-5E60-4425-B452-1B0067FA4EA0}"/>
                </a:ext>
              </a:extLst>
            </p:cNvPr>
            <p:cNvSpPr/>
            <p:nvPr/>
          </p:nvSpPr>
          <p:spPr>
            <a:xfrm>
              <a:off x="7836578" y="1604226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6" name="pt237">
              <a:extLst>
                <a:ext uri="{FF2B5EF4-FFF2-40B4-BE49-F238E27FC236}">
                  <a16:creationId xmlns:a16="http://schemas.microsoft.com/office/drawing/2014/main" id="{9B03EBB2-ECA7-805C-E9F1-06AAC9F5FD08}"/>
                </a:ext>
              </a:extLst>
            </p:cNvPr>
            <p:cNvSpPr/>
            <p:nvPr/>
          </p:nvSpPr>
          <p:spPr>
            <a:xfrm>
              <a:off x="7856576" y="171434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7" name="pl238">
              <a:extLst>
                <a:ext uri="{FF2B5EF4-FFF2-40B4-BE49-F238E27FC236}">
                  <a16:creationId xmlns:a16="http://schemas.microsoft.com/office/drawing/2014/main" id="{00D56A27-E75B-1292-C1DC-6980AACCC6E3}"/>
                </a:ext>
              </a:extLst>
            </p:cNvPr>
            <p:cNvSpPr/>
            <p:nvPr/>
          </p:nvSpPr>
          <p:spPr>
            <a:xfrm>
              <a:off x="7836578" y="1754553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8" name="pt239">
              <a:extLst>
                <a:ext uri="{FF2B5EF4-FFF2-40B4-BE49-F238E27FC236}">
                  <a16:creationId xmlns:a16="http://schemas.microsoft.com/office/drawing/2014/main" id="{C0CBA3FE-548B-838A-E71A-8EC811C4A783}"/>
                </a:ext>
              </a:extLst>
            </p:cNvPr>
            <p:cNvSpPr/>
            <p:nvPr/>
          </p:nvSpPr>
          <p:spPr>
            <a:xfrm>
              <a:off x="7856576" y="1864669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49" name="pl240">
              <a:extLst>
                <a:ext uri="{FF2B5EF4-FFF2-40B4-BE49-F238E27FC236}">
                  <a16:creationId xmlns:a16="http://schemas.microsoft.com/office/drawing/2014/main" id="{1E8B6B4F-3D6A-B7C4-9630-9BB2F20F4FBD}"/>
                </a:ext>
              </a:extLst>
            </p:cNvPr>
            <p:cNvSpPr/>
            <p:nvPr/>
          </p:nvSpPr>
          <p:spPr>
            <a:xfrm>
              <a:off x="7836578" y="1904880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0" name="pt241">
              <a:extLst>
                <a:ext uri="{FF2B5EF4-FFF2-40B4-BE49-F238E27FC236}">
                  <a16:creationId xmlns:a16="http://schemas.microsoft.com/office/drawing/2014/main" id="{075271A0-A39D-052D-EEC1-CDF05C76E61D}"/>
                </a:ext>
              </a:extLst>
            </p:cNvPr>
            <p:cNvSpPr/>
            <p:nvPr/>
          </p:nvSpPr>
          <p:spPr>
            <a:xfrm>
              <a:off x="7856576" y="2014997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1" name="pl242">
              <a:extLst>
                <a:ext uri="{FF2B5EF4-FFF2-40B4-BE49-F238E27FC236}">
                  <a16:creationId xmlns:a16="http://schemas.microsoft.com/office/drawing/2014/main" id="{ED0AD573-1A86-5F80-9349-87DA69B5EDA5}"/>
                </a:ext>
              </a:extLst>
            </p:cNvPr>
            <p:cNvSpPr/>
            <p:nvPr/>
          </p:nvSpPr>
          <p:spPr>
            <a:xfrm>
              <a:off x="7836578" y="2055208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2" name="pt243">
              <a:extLst>
                <a:ext uri="{FF2B5EF4-FFF2-40B4-BE49-F238E27FC236}">
                  <a16:creationId xmlns:a16="http://schemas.microsoft.com/office/drawing/2014/main" id="{4958185B-0149-C74B-CC73-A7E59F1582B4}"/>
                </a:ext>
              </a:extLst>
            </p:cNvPr>
            <p:cNvSpPr/>
            <p:nvPr/>
          </p:nvSpPr>
          <p:spPr>
            <a:xfrm>
              <a:off x="7856576" y="2165324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3" name="pl244">
              <a:extLst>
                <a:ext uri="{FF2B5EF4-FFF2-40B4-BE49-F238E27FC236}">
                  <a16:creationId xmlns:a16="http://schemas.microsoft.com/office/drawing/2014/main" id="{EB91295A-E0C8-DFD9-A4B0-888898F15A99}"/>
                </a:ext>
              </a:extLst>
            </p:cNvPr>
            <p:cNvSpPr/>
            <p:nvPr/>
          </p:nvSpPr>
          <p:spPr>
            <a:xfrm>
              <a:off x="7836578" y="2205535"/>
              <a:ext cx="12073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54" name="tx245">
              <a:extLst>
                <a:ext uri="{FF2B5EF4-FFF2-40B4-BE49-F238E27FC236}">
                  <a16:creationId xmlns:a16="http://schemas.microsoft.com/office/drawing/2014/main" id="{C1CB4D95-AD9D-EC27-CC2D-B63269553104}"/>
                </a:ext>
              </a:extLst>
            </p:cNvPr>
            <p:cNvSpPr/>
            <p:nvPr/>
          </p:nvSpPr>
          <p:spPr>
            <a:xfrm>
              <a:off x="8003142" y="1133458"/>
              <a:ext cx="164534" cy="471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</a:t>
              </a: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055" name="tx246">
              <a:extLst>
                <a:ext uri="{FF2B5EF4-FFF2-40B4-BE49-F238E27FC236}">
                  <a16:creationId xmlns:a16="http://schemas.microsoft.com/office/drawing/2014/main" id="{AED4C552-9E7B-84AE-720F-DC99F3C036F0}"/>
                </a:ext>
              </a:extLst>
            </p:cNvPr>
            <p:cNvSpPr/>
            <p:nvPr/>
          </p:nvSpPr>
          <p:spPr>
            <a:xfrm>
              <a:off x="8020261" y="1276167"/>
              <a:ext cx="137964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056" name="tx247">
              <a:extLst>
                <a:ext uri="{FF2B5EF4-FFF2-40B4-BE49-F238E27FC236}">
                  <a16:creationId xmlns:a16="http://schemas.microsoft.com/office/drawing/2014/main" id="{D7228240-1164-657D-73EF-DC87BEF271FA}"/>
                </a:ext>
              </a:extLst>
            </p:cNvPr>
            <p:cNvSpPr/>
            <p:nvPr/>
          </p:nvSpPr>
          <p:spPr>
            <a:xfrm>
              <a:off x="8020260" y="1426495"/>
              <a:ext cx="175064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057" name="tx248">
              <a:extLst>
                <a:ext uri="{FF2B5EF4-FFF2-40B4-BE49-F238E27FC236}">
                  <a16:creationId xmlns:a16="http://schemas.microsoft.com/office/drawing/2014/main" id="{8D29D163-92E3-B06D-40FF-1B01F48EFF7C}"/>
                </a:ext>
              </a:extLst>
            </p:cNvPr>
            <p:cNvSpPr/>
            <p:nvPr/>
          </p:nvSpPr>
          <p:spPr>
            <a:xfrm>
              <a:off x="8020261" y="1576822"/>
              <a:ext cx="157961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058" name="tx249">
              <a:extLst>
                <a:ext uri="{FF2B5EF4-FFF2-40B4-BE49-F238E27FC236}">
                  <a16:creationId xmlns:a16="http://schemas.microsoft.com/office/drawing/2014/main" id="{70F237F6-2E27-1D82-2B97-0A24F8440BB8}"/>
                </a:ext>
              </a:extLst>
            </p:cNvPr>
            <p:cNvSpPr/>
            <p:nvPr/>
          </p:nvSpPr>
          <p:spPr>
            <a:xfrm>
              <a:off x="8020261" y="1727149"/>
              <a:ext cx="162174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059" name="tx250">
              <a:extLst>
                <a:ext uri="{FF2B5EF4-FFF2-40B4-BE49-F238E27FC236}">
                  <a16:creationId xmlns:a16="http://schemas.microsoft.com/office/drawing/2014/main" id="{DC334ECD-FB39-1499-86EE-3F11F5E0F185}"/>
                </a:ext>
              </a:extLst>
            </p:cNvPr>
            <p:cNvSpPr/>
            <p:nvPr/>
          </p:nvSpPr>
          <p:spPr>
            <a:xfrm>
              <a:off x="8020260" y="1877477"/>
              <a:ext cx="145258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060" name="tx251">
              <a:extLst>
                <a:ext uri="{FF2B5EF4-FFF2-40B4-BE49-F238E27FC236}">
                  <a16:creationId xmlns:a16="http://schemas.microsoft.com/office/drawing/2014/main" id="{75D24DE0-16F5-61DF-0CB0-A0C505487817}"/>
                </a:ext>
              </a:extLst>
            </p:cNvPr>
            <p:cNvSpPr/>
            <p:nvPr/>
          </p:nvSpPr>
          <p:spPr>
            <a:xfrm>
              <a:off x="8020261" y="2027804"/>
              <a:ext cx="170726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061" name="tx252">
              <a:extLst>
                <a:ext uri="{FF2B5EF4-FFF2-40B4-BE49-F238E27FC236}">
                  <a16:creationId xmlns:a16="http://schemas.microsoft.com/office/drawing/2014/main" id="{C1354D55-2711-53C8-9AEE-546A7AE5C49E}"/>
                </a:ext>
              </a:extLst>
            </p:cNvPr>
            <p:cNvSpPr/>
            <p:nvPr/>
          </p:nvSpPr>
          <p:spPr>
            <a:xfrm>
              <a:off x="8020260" y="2178132"/>
              <a:ext cx="149471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</p:grpSp>
      <p:grpSp>
        <p:nvGrpSpPr>
          <p:cNvPr id="2595" name="Group 2594">
            <a:extLst>
              <a:ext uri="{FF2B5EF4-FFF2-40B4-BE49-F238E27FC236}">
                <a16:creationId xmlns:a16="http://schemas.microsoft.com/office/drawing/2014/main" id="{0D523FCC-1D2D-15C0-54FF-AC8E34086AD5}"/>
              </a:ext>
            </a:extLst>
          </p:cNvPr>
          <p:cNvGrpSpPr/>
          <p:nvPr/>
        </p:nvGrpSpPr>
        <p:grpSpPr>
          <a:xfrm>
            <a:off x="4283968" y="365760"/>
            <a:ext cx="3393950" cy="2487176"/>
            <a:chOff x="4283968" y="365760"/>
            <a:chExt cx="3393950" cy="2487176"/>
          </a:xfrm>
        </p:grpSpPr>
        <p:sp>
          <p:nvSpPr>
            <p:cNvPr id="1814" name="pl5">
              <a:extLst>
                <a:ext uri="{FF2B5EF4-FFF2-40B4-BE49-F238E27FC236}">
                  <a16:creationId xmlns:a16="http://schemas.microsoft.com/office/drawing/2014/main" id="{9FE6A945-C6BB-6FB2-C844-4E2295AC2866}"/>
                </a:ext>
              </a:extLst>
            </p:cNvPr>
            <p:cNvSpPr/>
            <p:nvPr/>
          </p:nvSpPr>
          <p:spPr>
            <a:xfrm>
              <a:off x="4637524" y="2260914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5" name="pl6">
              <a:extLst>
                <a:ext uri="{FF2B5EF4-FFF2-40B4-BE49-F238E27FC236}">
                  <a16:creationId xmlns:a16="http://schemas.microsoft.com/office/drawing/2014/main" id="{BEF70DD8-9E47-1265-EED5-E6EF1304700A}"/>
                </a:ext>
              </a:extLst>
            </p:cNvPr>
            <p:cNvSpPr/>
            <p:nvPr/>
          </p:nvSpPr>
          <p:spPr>
            <a:xfrm>
              <a:off x="4637524" y="1827777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6" name="pl7">
              <a:extLst>
                <a:ext uri="{FF2B5EF4-FFF2-40B4-BE49-F238E27FC236}">
                  <a16:creationId xmlns:a16="http://schemas.microsoft.com/office/drawing/2014/main" id="{7CA7D551-E195-1B43-E821-A84D0709E2FA}"/>
                </a:ext>
              </a:extLst>
            </p:cNvPr>
            <p:cNvSpPr/>
            <p:nvPr/>
          </p:nvSpPr>
          <p:spPr>
            <a:xfrm>
              <a:off x="4637524" y="1394640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7" name="pl8">
              <a:extLst>
                <a:ext uri="{FF2B5EF4-FFF2-40B4-BE49-F238E27FC236}">
                  <a16:creationId xmlns:a16="http://schemas.microsoft.com/office/drawing/2014/main" id="{1417FECC-035C-9B17-A2EE-D97C6B3F5B14}"/>
                </a:ext>
              </a:extLst>
            </p:cNvPr>
            <p:cNvSpPr/>
            <p:nvPr/>
          </p:nvSpPr>
          <p:spPr>
            <a:xfrm>
              <a:off x="4637524" y="961502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8" name="pl9">
              <a:extLst>
                <a:ext uri="{FF2B5EF4-FFF2-40B4-BE49-F238E27FC236}">
                  <a16:creationId xmlns:a16="http://schemas.microsoft.com/office/drawing/2014/main" id="{3D84E1ED-4D79-D069-97DF-B61DC47FD921}"/>
                </a:ext>
              </a:extLst>
            </p:cNvPr>
            <p:cNvSpPr/>
            <p:nvPr/>
          </p:nvSpPr>
          <p:spPr>
            <a:xfrm>
              <a:off x="4922896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19" name="pl10">
              <a:extLst>
                <a:ext uri="{FF2B5EF4-FFF2-40B4-BE49-F238E27FC236}">
                  <a16:creationId xmlns:a16="http://schemas.microsoft.com/office/drawing/2014/main" id="{718AE53C-18B6-416F-A693-1092A4A941A8}"/>
                </a:ext>
              </a:extLst>
            </p:cNvPr>
            <p:cNvSpPr/>
            <p:nvPr/>
          </p:nvSpPr>
          <p:spPr>
            <a:xfrm>
              <a:off x="5852569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0" name="pl11">
              <a:extLst>
                <a:ext uri="{FF2B5EF4-FFF2-40B4-BE49-F238E27FC236}">
                  <a16:creationId xmlns:a16="http://schemas.microsoft.com/office/drawing/2014/main" id="{2A842061-3B26-EC71-A2A7-FA9802A90843}"/>
                </a:ext>
              </a:extLst>
            </p:cNvPr>
            <p:cNvSpPr/>
            <p:nvPr/>
          </p:nvSpPr>
          <p:spPr>
            <a:xfrm>
              <a:off x="6782243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1" name="pl12">
              <a:extLst>
                <a:ext uri="{FF2B5EF4-FFF2-40B4-BE49-F238E27FC236}">
                  <a16:creationId xmlns:a16="http://schemas.microsoft.com/office/drawing/2014/main" id="{3E43E17C-CC90-2364-C78E-298A2B785E4F}"/>
                </a:ext>
              </a:extLst>
            </p:cNvPr>
            <p:cNvSpPr/>
            <p:nvPr/>
          </p:nvSpPr>
          <p:spPr>
            <a:xfrm>
              <a:off x="4637524" y="2477482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2" name="pl13">
              <a:extLst>
                <a:ext uri="{FF2B5EF4-FFF2-40B4-BE49-F238E27FC236}">
                  <a16:creationId xmlns:a16="http://schemas.microsoft.com/office/drawing/2014/main" id="{D31854A1-96FA-22B5-39C0-5798C66DE179}"/>
                </a:ext>
              </a:extLst>
            </p:cNvPr>
            <p:cNvSpPr/>
            <p:nvPr/>
          </p:nvSpPr>
          <p:spPr>
            <a:xfrm>
              <a:off x="4637524" y="2044345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3" name="pl14">
              <a:extLst>
                <a:ext uri="{FF2B5EF4-FFF2-40B4-BE49-F238E27FC236}">
                  <a16:creationId xmlns:a16="http://schemas.microsoft.com/office/drawing/2014/main" id="{44C6DD09-CE9B-E11E-79E6-66D60A28B5B1}"/>
                </a:ext>
              </a:extLst>
            </p:cNvPr>
            <p:cNvSpPr/>
            <p:nvPr/>
          </p:nvSpPr>
          <p:spPr>
            <a:xfrm>
              <a:off x="4637524" y="1611208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4" name="pl15">
              <a:extLst>
                <a:ext uri="{FF2B5EF4-FFF2-40B4-BE49-F238E27FC236}">
                  <a16:creationId xmlns:a16="http://schemas.microsoft.com/office/drawing/2014/main" id="{C20C24FF-FF1E-F7CB-7FB2-3B28AF0FDDB7}"/>
                </a:ext>
              </a:extLst>
            </p:cNvPr>
            <p:cNvSpPr/>
            <p:nvPr/>
          </p:nvSpPr>
          <p:spPr>
            <a:xfrm>
              <a:off x="4637524" y="1178071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5" name="pl16">
              <a:extLst>
                <a:ext uri="{FF2B5EF4-FFF2-40B4-BE49-F238E27FC236}">
                  <a16:creationId xmlns:a16="http://schemas.microsoft.com/office/drawing/2014/main" id="{98C114E9-74BC-9C8A-91E8-9BFD7328B980}"/>
                </a:ext>
              </a:extLst>
            </p:cNvPr>
            <p:cNvSpPr/>
            <p:nvPr/>
          </p:nvSpPr>
          <p:spPr>
            <a:xfrm>
              <a:off x="4637524" y="744934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6" name="pl17">
              <a:extLst>
                <a:ext uri="{FF2B5EF4-FFF2-40B4-BE49-F238E27FC236}">
                  <a16:creationId xmlns:a16="http://schemas.microsoft.com/office/drawing/2014/main" id="{AAF0989D-4DA6-D767-2CFE-BE04E9E9F378}"/>
                </a:ext>
              </a:extLst>
            </p:cNvPr>
            <p:cNvSpPr/>
            <p:nvPr/>
          </p:nvSpPr>
          <p:spPr>
            <a:xfrm>
              <a:off x="5387733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7" name="pl18">
              <a:extLst>
                <a:ext uri="{FF2B5EF4-FFF2-40B4-BE49-F238E27FC236}">
                  <a16:creationId xmlns:a16="http://schemas.microsoft.com/office/drawing/2014/main" id="{E3E4132B-50AD-7B60-59A6-26BBB8BD8087}"/>
                </a:ext>
              </a:extLst>
            </p:cNvPr>
            <p:cNvSpPr/>
            <p:nvPr/>
          </p:nvSpPr>
          <p:spPr>
            <a:xfrm>
              <a:off x="6317406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8" name="pl19">
              <a:extLst>
                <a:ext uri="{FF2B5EF4-FFF2-40B4-BE49-F238E27FC236}">
                  <a16:creationId xmlns:a16="http://schemas.microsoft.com/office/drawing/2014/main" id="{DF237809-92EF-B20A-85DF-928CE7B482D2}"/>
                </a:ext>
              </a:extLst>
            </p:cNvPr>
            <p:cNvSpPr/>
            <p:nvPr/>
          </p:nvSpPr>
          <p:spPr>
            <a:xfrm>
              <a:off x="7247079" y="658306"/>
              <a:ext cx="0" cy="1905803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29" name="pt20">
              <a:extLst>
                <a:ext uri="{FF2B5EF4-FFF2-40B4-BE49-F238E27FC236}">
                  <a16:creationId xmlns:a16="http://schemas.microsoft.com/office/drawing/2014/main" id="{CD5E2237-F454-66FA-1E10-46467A46375F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0" name="pt21">
              <a:extLst>
                <a:ext uri="{FF2B5EF4-FFF2-40B4-BE49-F238E27FC236}">
                  <a16:creationId xmlns:a16="http://schemas.microsoft.com/office/drawing/2014/main" id="{435FF4B3-7937-AFA3-9EB6-A825393E4C48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1" name="pt22">
              <a:extLst>
                <a:ext uri="{FF2B5EF4-FFF2-40B4-BE49-F238E27FC236}">
                  <a16:creationId xmlns:a16="http://schemas.microsoft.com/office/drawing/2014/main" id="{F9B7DF53-8E45-B6F3-4E56-C84A049D72F1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2" name="pt23">
              <a:extLst>
                <a:ext uri="{FF2B5EF4-FFF2-40B4-BE49-F238E27FC236}">
                  <a16:creationId xmlns:a16="http://schemas.microsoft.com/office/drawing/2014/main" id="{8AA288D1-FAAF-05EC-3A58-96A54D1198D2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3" name="pt24">
              <a:extLst>
                <a:ext uri="{FF2B5EF4-FFF2-40B4-BE49-F238E27FC236}">
                  <a16:creationId xmlns:a16="http://schemas.microsoft.com/office/drawing/2014/main" id="{D3FEC9D5-3E06-7A3E-9E55-7271A824EF64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4" name="pt25">
              <a:extLst>
                <a:ext uri="{FF2B5EF4-FFF2-40B4-BE49-F238E27FC236}">
                  <a16:creationId xmlns:a16="http://schemas.microsoft.com/office/drawing/2014/main" id="{7A591349-9C81-D71D-3604-CB27C0BB1D62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5" name="pt26">
              <a:extLst>
                <a:ext uri="{FF2B5EF4-FFF2-40B4-BE49-F238E27FC236}">
                  <a16:creationId xmlns:a16="http://schemas.microsoft.com/office/drawing/2014/main" id="{9EFD5650-60A8-29D8-AF2C-34C998EF7170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6" name="pt27">
              <a:extLst>
                <a:ext uri="{FF2B5EF4-FFF2-40B4-BE49-F238E27FC236}">
                  <a16:creationId xmlns:a16="http://schemas.microsoft.com/office/drawing/2014/main" id="{8700D113-211F-2A1B-DB52-589DDB52E3C2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7" name="pt28">
              <a:extLst>
                <a:ext uri="{FF2B5EF4-FFF2-40B4-BE49-F238E27FC236}">
                  <a16:creationId xmlns:a16="http://schemas.microsoft.com/office/drawing/2014/main" id="{E5E8C2F3-855A-52FD-9832-CAAB2CCC7559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8" name="pt29">
              <a:extLst>
                <a:ext uri="{FF2B5EF4-FFF2-40B4-BE49-F238E27FC236}">
                  <a16:creationId xmlns:a16="http://schemas.microsoft.com/office/drawing/2014/main" id="{C41EA353-BA34-A2F2-C8E7-5A87FCC081EF}"/>
                </a:ext>
              </a:extLst>
            </p:cNvPr>
            <p:cNvSpPr/>
            <p:nvPr/>
          </p:nvSpPr>
          <p:spPr>
            <a:xfrm>
              <a:off x="5236603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39" name="pt30">
              <a:extLst>
                <a:ext uri="{FF2B5EF4-FFF2-40B4-BE49-F238E27FC236}">
                  <a16:creationId xmlns:a16="http://schemas.microsoft.com/office/drawing/2014/main" id="{12458119-53E4-F93E-6962-6D57ED6F51E8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0" name="pt31">
              <a:extLst>
                <a:ext uri="{FF2B5EF4-FFF2-40B4-BE49-F238E27FC236}">
                  <a16:creationId xmlns:a16="http://schemas.microsoft.com/office/drawing/2014/main" id="{8AF5F0F8-6C50-45D9-6B52-8A0982838D11}"/>
                </a:ext>
              </a:extLst>
            </p:cNvPr>
            <p:cNvSpPr/>
            <p:nvPr/>
          </p:nvSpPr>
          <p:spPr>
            <a:xfrm>
              <a:off x="5236603" y="704723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1" name="pt32">
              <a:extLst>
                <a:ext uri="{FF2B5EF4-FFF2-40B4-BE49-F238E27FC236}">
                  <a16:creationId xmlns:a16="http://schemas.microsoft.com/office/drawing/2014/main" id="{4C202DEC-9B16-645B-3081-8F989E2AD12C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2" name="pt33">
              <a:extLst>
                <a:ext uri="{FF2B5EF4-FFF2-40B4-BE49-F238E27FC236}">
                  <a16:creationId xmlns:a16="http://schemas.microsoft.com/office/drawing/2014/main" id="{7CC0FC36-E20F-AC20-025A-DB5D495B897A}"/>
                </a:ext>
              </a:extLst>
            </p:cNvPr>
            <p:cNvSpPr/>
            <p:nvPr/>
          </p:nvSpPr>
          <p:spPr>
            <a:xfrm>
              <a:off x="4735355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3" name="pt34">
              <a:extLst>
                <a:ext uri="{FF2B5EF4-FFF2-40B4-BE49-F238E27FC236}">
                  <a16:creationId xmlns:a16="http://schemas.microsoft.com/office/drawing/2014/main" id="{A5F8EA0C-BA3B-53DA-50AD-AF94F426ADB3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4" name="pt35">
              <a:extLst>
                <a:ext uri="{FF2B5EF4-FFF2-40B4-BE49-F238E27FC236}">
                  <a16:creationId xmlns:a16="http://schemas.microsoft.com/office/drawing/2014/main" id="{425C7D43-6FA4-AE3D-89E1-AE08BB187E5C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5" name="pt36">
              <a:extLst>
                <a:ext uri="{FF2B5EF4-FFF2-40B4-BE49-F238E27FC236}">
                  <a16:creationId xmlns:a16="http://schemas.microsoft.com/office/drawing/2014/main" id="{4C417076-9C13-32C7-766B-45190148D808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6" name="pt37">
              <a:extLst>
                <a:ext uri="{FF2B5EF4-FFF2-40B4-BE49-F238E27FC236}">
                  <a16:creationId xmlns:a16="http://schemas.microsoft.com/office/drawing/2014/main" id="{59730391-87A6-1A88-16AD-B1B2F4B20E0A}"/>
                </a:ext>
              </a:extLst>
            </p:cNvPr>
            <p:cNvSpPr/>
            <p:nvPr/>
          </p:nvSpPr>
          <p:spPr>
            <a:xfrm>
              <a:off x="4735355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7" name="pt38">
              <a:extLst>
                <a:ext uri="{FF2B5EF4-FFF2-40B4-BE49-F238E27FC236}">
                  <a16:creationId xmlns:a16="http://schemas.microsoft.com/office/drawing/2014/main" id="{2727C6C9-4D4E-D536-788C-949B2880D15C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8" name="pt39">
              <a:extLst>
                <a:ext uri="{FF2B5EF4-FFF2-40B4-BE49-F238E27FC236}">
                  <a16:creationId xmlns:a16="http://schemas.microsoft.com/office/drawing/2014/main" id="{8DD16DAA-EF43-24C4-8D25-BEC94E7C7741}"/>
                </a:ext>
              </a:extLst>
            </p:cNvPr>
            <p:cNvSpPr/>
            <p:nvPr/>
          </p:nvSpPr>
          <p:spPr>
            <a:xfrm>
              <a:off x="4735355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49" name="pt40">
              <a:extLst>
                <a:ext uri="{FF2B5EF4-FFF2-40B4-BE49-F238E27FC236}">
                  <a16:creationId xmlns:a16="http://schemas.microsoft.com/office/drawing/2014/main" id="{E29C7DE2-7098-FFF1-B75F-A7F965B068D8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0" name="pt41">
              <a:extLst>
                <a:ext uri="{FF2B5EF4-FFF2-40B4-BE49-F238E27FC236}">
                  <a16:creationId xmlns:a16="http://schemas.microsoft.com/office/drawing/2014/main" id="{1DF106DF-11CF-B3E0-429F-A4E4854EBFC8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1" name="pt42">
              <a:extLst>
                <a:ext uri="{FF2B5EF4-FFF2-40B4-BE49-F238E27FC236}">
                  <a16:creationId xmlns:a16="http://schemas.microsoft.com/office/drawing/2014/main" id="{108E965D-0C77-4CDE-79EE-CC40A41ED87D}"/>
                </a:ext>
              </a:extLst>
            </p:cNvPr>
            <p:cNvSpPr/>
            <p:nvPr/>
          </p:nvSpPr>
          <p:spPr>
            <a:xfrm>
              <a:off x="4735355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2" name="pt43">
              <a:extLst>
                <a:ext uri="{FF2B5EF4-FFF2-40B4-BE49-F238E27FC236}">
                  <a16:creationId xmlns:a16="http://schemas.microsoft.com/office/drawing/2014/main" id="{735C2E4C-16C8-F6EA-0BA5-BF599B6A6338}"/>
                </a:ext>
              </a:extLst>
            </p:cNvPr>
            <p:cNvSpPr/>
            <p:nvPr/>
          </p:nvSpPr>
          <p:spPr>
            <a:xfrm>
              <a:off x="4735355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3" name="pt44">
              <a:extLst>
                <a:ext uri="{FF2B5EF4-FFF2-40B4-BE49-F238E27FC236}">
                  <a16:creationId xmlns:a16="http://schemas.microsoft.com/office/drawing/2014/main" id="{F7ED5A4D-837B-2BF1-F475-4C4FECA7B1D7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4" name="pt45">
              <a:extLst>
                <a:ext uri="{FF2B5EF4-FFF2-40B4-BE49-F238E27FC236}">
                  <a16:creationId xmlns:a16="http://schemas.microsoft.com/office/drawing/2014/main" id="{CE4F30F4-A9FE-157F-440B-B955C6AC8BD8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5" name="pt46">
              <a:extLst>
                <a:ext uri="{FF2B5EF4-FFF2-40B4-BE49-F238E27FC236}">
                  <a16:creationId xmlns:a16="http://schemas.microsoft.com/office/drawing/2014/main" id="{D61A09E0-E55E-39E2-2F0C-249219D0000D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6" name="pt47">
              <a:extLst>
                <a:ext uri="{FF2B5EF4-FFF2-40B4-BE49-F238E27FC236}">
                  <a16:creationId xmlns:a16="http://schemas.microsoft.com/office/drawing/2014/main" id="{C0960523-69B6-75F5-05BF-AB22BC9E104F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7" name="pt48">
              <a:extLst>
                <a:ext uri="{FF2B5EF4-FFF2-40B4-BE49-F238E27FC236}">
                  <a16:creationId xmlns:a16="http://schemas.microsoft.com/office/drawing/2014/main" id="{660884AA-5209-3F5F-54F7-2799E777030F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8" name="pt49">
              <a:extLst>
                <a:ext uri="{FF2B5EF4-FFF2-40B4-BE49-F238E27FC236}">
                  <a16:creationId xmlns:a16="http://schemas.microsoft.com/office/drawing/2014/main" id="{0841C794-027F-58BA-7BDD-F716E304B753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59" name="pt50">
              <a:extLst>
                <a:ext uri="{FF2B5EF4-FFF2-40B4-BE49-F238E27FC236}">
                  <a16:creationId xmlns:a16="http://schemas.microsoft.com/office/drawing/2014/main" id="{377C3BF9-7DE8-213D-A471-B893FCC1EE1C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0" name="pt51">
              <a:extLst>
                <a:ext uri="{FF2B5EF4-FFF2-40B4-BE49-F238E27FC236}">
                  <a16:creationId xmlns:a16="http://schemas.microsoft.com/office/drawing/2014/main" id="{30F7DF9D-2B91-D587-B0E8-8D3D1AE99907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1" name="pt52">
              <a:extLst>
                <a:ext uri="{FF2B5EF4-FFF2-40B4-BE49-F238E27FC236}">
                  <a16:creationId xmlns:a16="http://schemas.microsoft.com/office/drawing/2014/main" id="{78AEB6B3-965B-756A-FFD6-EBCA3009522D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2" name="pt53">
              <a:extLst>
                <a:ext uri="{FF2B5EF4-FFF2-40B4-BE49-F238E27FC236}">
                  <a16:creationId xmlns:a16="http://schemas.microsoft.com/office/drawing/2014/main" id="{0A5570CE-E416-E574-FE2F-5715156A0802}"/>
                </a:ext>
              </a:extLst>
            </p:cNvPr>
            <p:cNvSpPr/>
            <p:nvPr/>
          </p:nvSpPr>
          <p:spPr>
            <a:xfrm>
              <a:off x="4911724" y="704723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3" name="pt54">
              <a:extLst>
                <a:ext uri="{FF2B5EF4-FFF2-40B4-BE49-F238E27FC236}">
                  <a16:creationId xmlns:a16="http://schemas.microsoft.com/office/drawing/2014/main" id="{D1141BA5-4B08-2A76-5646-EE0547E1606E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4" name="pt55">
              <a:extLst>
                <a:ext uri="{FF2B5EF4-FFF2-40B4-BE49-F238E27FC236}">
                  <a16:creationId xmlns:a16="http://schemas.microsoft.com/office/drawing/2014/main" id="{0D419179-4180-09B0-5106-52488A9A83E1}"/>
                </a:ext>
              </a:extLst>
            </p:cNvPr>
            <p:cNvSpPr/>
            <p:nvPr/>
          </p:nvSpPr>
          <p:spPr>
            <a:xfrm>
              <a:off x="4911724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5" name="pt56">
              <a:extLst>
                <a:ext uri="{FF2B5EF4-FFF2-40B4-BE49-F238E27FC236}">
                  <a16:creationId xmlns:a16="http://schemas.microsoft.com/office/drawing/2014/main" id="{5F082A30-C68B-02D0-6A78-D0717E57FFAA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6" name="pt57">
              <a:extLst>
                <a:ext uri="{FF2B5EF4-FFF2-40B4-BE49-F238E27FC236}">
                  <a16:creationId xmlns:a16="http://schemas.microsoft.com/office/drawing/2014/main" id="{C8E576F4-4A96-DECF-58B5-14A4CCE6AA5F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7" name="pt58">
              <a:extLst>
                <a:ext uri="{FF2B5EF4-FFF2-40B4-BE49-F238E27FC236}">
                  <a16:creationId xmlns:a16="http://schemas.microsoft.com/office/drawing/2014/main" id="{447B9DBE-4ECE-3CED-02F9-DE6B2E8BEE71}"/>
                </a:ext>
              </a:extLst>
            </p:cNvPr>
            <p:cNvSpPr/>
            <p:nvPr/>
          </p:nvSpPr>
          <p:spPr>
            <a:xfrm>
              <a:off x="5000157" y="704723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8" name="pt59">
              <a:extLst>
                <a:ext uri="{FF2B5EF4-FFF2-40B4-BE49-F238E27FC236}">
                  <a16:creationId xmlns:a16="http://schemas.microsoft.com/office/drawing/2014/main" id="{A50B85C1-E44B-114F-8A2E-0BFAAE1F6E2F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69" name="pt60">
              <a:extLst>
                <a:ext uri="{FF2B5EF4-FFF2-40B4-BE49-F238E27FC236}">
                  <a16:creationId xmlns:a16="http://schemas.microsoft.com/office/drawing/2014/main" id="{21F1D198-BAFA-717A-6F74-600E626E6F09}"/>
                </a:ext>
              </a:extLst>
            </p:cNvPr>
            <p:cNvSpPr/>
            <p:nvPr/>
          </p:nvSpPr>
          <p:spPr>
            <a:xfrm>
              <a:off x="5000157" y="704723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0" name="pt61">
              <a:extLst>
                <a:ext uri="{FF2B5EF4-FFF2-40B4-BE49-F238E27FC236}">
                  <a16:creationId xmlns:a16="http://schemas.microsoft.com/office/drawing/2014/main" id="{323BB90D-A08F-2A0C-F5E1-1437409DA607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1" name="pt62">
              <a:extLst>
                <a:ext uri="{FF2B5EF4-FFF2-40B4-BE49-F238E27FC236}">
                  <a16:creationId xmlns:a16="http://schemas.microsoft.com/office/drawing/2014/main" id="{F2F72DEE-1755-4866-F0B4-A178C349F58C}"/>
                </a:ext>
              </a:extLst>
            </p:cNvPr>
            <p:cNvSpPr/>
            <p:nvPr/>
          </p:nvSpPr>
          <p:spPr>
            <a:xfrm>
              <a:off x="5000157" y="704723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2" name="pt63">
              <a:extLst>
                <a:ext uri="{FF2B5EF4-FFF2-40B4-BE49-F238E27FC236}">
                  <a16:creationId xmlns:a16="http://schemas.microsoft.com/office/drawing/2014/main" id="{DDC65427-5DBD-FCB8-A37C-0D6B41733E19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3" name="pt64">
              <a:extLst>
                <a:ext uri="{FF2B5EF4-FFF2-40B4-BE49-F238E27FC236}">
                  <a16:creationId xmlns:a16="http://schemas.microsoft.com/office/drawing/2014/main" id="{A67E45E4-18FD-B657-4C45-BFDB0E9FE4F7}"/>
                </a:ext>
              </a:extLst>
            </p:cNvPr>
            <p:cNvSpPr/>
            <p:nvPr/>
          </p:nvSpPr>
          <p:spPr>
            <a:xfrm>
              <a:off x="5000157" y="704723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4" name="pt65">
              <a:extLst>
                <a:ext uri="{FF2B5EF4-FFF2-40B4-BE49-F238E27FC236}">
                  <a16:creationId xmlns:a16="http://schemas.microsoft.com/office/drawing/2014/main" id="{8D2E8F12-91C6-7A94-1885-8C7D64A6AF2E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5" name="pt66">
              <a:extLst>
                <a:ext uri="{FF2B5EF4-FFF2-40B4-BE49-F238E27FC236}">
                  <a16:creationId xmlns:a16="http://schemas.microsoft.com/office/drawing/2014/main" id="{49E3BA1A-876A-90A6-B695-D7D641B57441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6" name="pt67">
              <a:extLst>
                <a:ext uri="{FF2B5EF4-FFF2-40B4-BE49-F238E27FC236}">
                  <a16:creationId xmlns:a16="http://schemas.microsoft.com/office/drawing/2014/main" id="{CD52EAA3-95F0-4408-C26D-19314F6465DC}"/>
                </a:ext>
              </a:extLst>
            </p:cNvPr>
            <p:cNvSpPr/>
            <p:nvPr/>
          </p:nvSpPr>
          <p:spPr>
            <a:xfrm>
              <a:off x="5000157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7" name="pt68">
              <a:extLst>
                <a:ext uri="{FF2B5EF4-FFF2-40B4-BE49-F238E27FC236}">
                  <a16:creationId xmlns:a16="http://schemas.microsoft.com/office/drawing/2014/main" id="{FC108DA4-8EE7-6EBD-E71C-7180D1546885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8" name="pt69">
              <a:extLst>
                <a:ext uri="{FF2B5EF4-FFF2-40B4-BE49-F238E27FC236}">
                  <a16:creationId xmlns:a16="http://schemas.microsoft.com/office/drawing/2014/main" id="{6F5A0961-56DD-095A-DB32-BB4ED6C95CA7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79" name="pt70">
              <a:extLst>
                <a:ext uri="{FF2B5EF4-FFF2-40B4-BE49-F238E27FC236}">
                  <a16:creationId xmlns:a16="http://schemas.microsoft.com/office/drawing/2014/main" id="{B202A215-DBCF-ABC8-5889-3DBD51A458A4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0" name="pt71">
              <a:extLst>
                <a:ext uri="{FF2B5EF4-FFF2-40B4-BE49-F238E27FC236}">
                  <a16:creationId xmlns:a16="http://schemas.microsoft.com/office/drawing/2014/main" id="{40A48FDA-01D0-5CF3-02AA-2DFC722AD1C3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1" name="pt72">
              <a:extLst>
                <a:ext uri="{FF2B5EF4-FFF2-40B4-BE49-F238E27FC236}">
                  <a16:creationId xmlns:a16="http://schemas.microsoft.com/office/drawing/2014/main" id="{B8CEA950-41A8-8F66-27CC-B51E26229732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2" name="pt73">
              <a:extLst>
                <a:ext uri="{FF2B5EF4-FFF2-40B4-BE49-F238E27FC236}">
                  <a16:creationId xmlns:a16="http://schemas.microsoft.com/office/drawing/2014/main" id="{E0385406-FC8C-8DFE-B67D-6E25D5910D50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3" name="pt74">
              <a:extLst>
                <a:ext uri="{FF2B5EF4-FFF2-40B4-BE49-F238E27FC236}">
                  <a16:creationId xmlns:a16="http://schemas.microsoft.com/office/drawing/2014/main" id="{F465E434-7898-2B9B-1579-A7C350EF06F6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4" name="pt75">
              <a:extLst>
                <a:ext uri="{FF2B5EF4-FFF2-40B4-BE49-F238E27FC236}">
                  <a16:creationId xmlns:a16="http://schemas.microsoft.com/office/drawing/2014/main" id="{1A5968ED-0B6B-60B9-7DC2-4FFEDEEEE13F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5" name="pt76">
              <a:extLst>
                <a:ext uri="{FF2B5EF4-FFF2-40B4-BE49-F238E27FC236}">
                  <a16:creationId xmlns:a16="http://schemas.microsoft.com/office/drawing/2014/main" id="{7F082616-A367-3C27-0D8F-046DAA912B0D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6" name="pt77">
              <a:extLst>
                <a:ext uri="{FF2B5EF4-FFF2-40B4-BE49-F238E27FC236}">
                  <a16:creationId xmlns:a16="http://schemas.microsoft.com/office/drawing/2014/main" id="{4AF0B25A-278A-66BF-D22E-F3A96349E4C1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7" name="pt78">
              <a:extLst>
                <a:ext uri="{FF2B5EF4-FFF2-40B4-BE49-F238E27FC236}">
                  <a16:creationId xmlns:a16="http://schemas.microsoft.com/office/drawing/2014/main" id="{EE39C3BA-905A-69E0-1FD6-00BC8A16D2B3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8" name="pt79">
              <a:extLst>
                <a:ext uri="{FF2B5EF4-FFF2-40B4-BE49-F238E27FC236}">
                  <a16:creationId xmlns:a16="http://schemas.microsoft.com/office/drawing/2014/main" id="{42968A2B-61D7-F298-5F73-1B19371DD6D2}"/>
                </a:ext>
              </a:extLst>
            </p:cNvPr>
            <p:cNvSpPr/>
            <p:nvPr/>
          </p:nvSpPr>
          <p:spPr>
            <a:xfrm>
              <a:off x="5769371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89" name="pt80">
              <a:extLst>
                <a:ext uri="{FF2B5EF4-FFF2-40B4-BE49-F238E27FC236}">
                  <a16:creationId xmlns:a16="http://schemas.microsoft.com/office/drawing/2014/main" id="{E8A90BDB-83B2-8B12-A687-8CF8E1CB4B9C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0" name="pt81">
              <a:extLst>
                <a:ext uri="{FF2B5EF4-FFF2-40B4-BE49-F238E27FC236}">
                  <a16:creationId xmlns:a16="http://schemas.microsoft.com/office/drawing/2014/main" id="{3EC09C8B-9C14-A3BB-6657-31ADCFA10E3D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1" name="pt82">
              <a:extLst>
                <a:ext uri="{FF2B5EF4-FFF2-40B4-BE49-F238E27FC236}">
                  <a16:creationId xmlns:a16="http://schemas.microsoft.com/office/drawing/2014/main" id="{5116557A-C19D-4233-AC7E-C85D40470BEE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2" name="pt83">
              <a:extLst>
                <a:ext uri="{FF2B5EF4-FFF2-40B4-BE49-F238E27FC236}">
                  <a16:creationId xmlns:a16="http://schemas.microsoft.com/office/drawing/2014/main" id="{6DEC77C7-4BBD-A04F-F866-BC6B86E72185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3" name="pt84">
              <a:extLst>
                <a:ext uri="{FF2B5EF4-FFF2-40B4-BE49-F238E27FC236}">
                  <a16:creationId xmlns:a16="http://schemas.microsoft.com/office/drawing/2014/main" id="{A7E3F3E5-FA33-908A-FD93-0442C53FFF4A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4" name="pt85">
              <a:extLst>
                <a:ext uri="{FF2B5EF4-FFF2-40B4-BE49-F238E27FC236}">
                  <a16:creationId xmlns:a16="http://schemas.microsoft.com/office/drawing/2014/main" id="{A61C0FDE-AA3F-D7AE-5EF5-83D9CBCA83EF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5" name="pt86">
              <a:extLst>
                <a:ext uri="{FF2B5EF4-FFF2-40B4-BE49-F238E27FC236}">
                  <a16:creationId xmlns:a16="http://schemas.microsoft.com/office/drawing/2014/main" id="{2DF36FC1-9480-6640-D55F-A62A6C43D579}"/>
                </a:ext>
              </a:extLst>
            </p:cNvPr>
            <p:cNvSpPr/>
            <p:nvPr/>
          </p:nvSpPr>
          <p:spPr>
            <a:xfrm>
              <a:off x="5503658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6" name="pt87">
              <a:extLst>
                <a:ext uri="{FF2B5EF4-FFF2-40B4-BE49-F238E27FC236}">
                  <a16:creationId xmlns:a16="http://schemas.microsoft.com/office/drawing/2014/main" id="{0F5F5EBA-F5A8-0FE1-1D66-25ED07E6F973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7" name="pt88">
              <a:extLst>
                <a:ext uri="{FF2B5EF4-FFF2-40B4-BE49-F238E27FC236}">
                  <a16:creationId xmlns:a16="http://schemas.microsoft.com/office/drawing/2014/main" id="{9A4F1900-698F-983B-B70F-DF921E165A21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8" name="pt89">
              <a:extLst>
                <a:ext uri="{FF2B5EF4-FFF2-40B4-BE49-F238E27FC236}">
                  <a16:creationId xmlns:a16="http://schemas.microsoft.com/office/drawing/2014/main" id="{D339D537-5D1F-FC2E-851E-939246937DA0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899" name="pt90">
              <a:extLst>
                <a:ext uri="{FF2B5EF4-FFF2-40B4-BE49-F238E27FC236}">
                  <a16:creationId xmlns:a16="http://schemas.microsoft.com/office/drawing/2014/main" id="{1A780DAB-87B0-612C-70E1-A0FF43A1CA7E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0" name="pt91">
              <a:extLst>
                <a:ext uri="{FF2B5EF4-FFF2-40B4-BE49-F238E27FC236}">
                  <a16:creationId xmlns:a16="http://schemas.microsoft.com/office/drawing/2014/main" id="{A7F8244C-0F5F-773D-00DD-F79F12952026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1" name="pt92">
              <a:extLst>
                <a:ext uri="{FF2B5EF4-FFF2-40B4-BE49-F238E27FC236}">
                  <a16:creationId xmlns:a16="http://schemas.microsoft.com/office/drawing/2014/main" id="{8F12AB46-2420-24E2-E80A-F804E61FA410}"/>
                </a:ext>
              </a:extLst>
            </p:cNvPr>
            <p:cNvSpPr/>
            <p:nvPr/>
          </p:nvSpPr>
          <p:spPr>
            <a:xfrm>
              <a:off x="5503658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2" name="pt93">
              <a:extLst>
                <a:ext uri="{FF2B5EF4-FFF2-40B4-BE49-F238E27FC236}">
                  <a16:creationId xmlns:a16="http://schemas.microsoft.com/office/drawing/2014/main" id="{90087517-2C96-7785-1F4E-C13E9B94FE3B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3" name="pt94">
              <a:extLst>
                <a:ext uri="{FF2B5EF4-FFF2-40B4-BE49-F238E27FC236}">
                  <a16:creationId xmlns:a16="http://schemas.microsoft.com/office/drawing/2014/main" id="{416E7D30-7185-69F4-8C56-BE33ABE8EA86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4" name="pt95">
              <a:extLst>
                <a:ext uri="{FF2B5EF4-FFF2-40B4-BE49-F238E27FC236}">
                  <a16:creationId xmlns:a16="http://schemas.microsoft.com/office/drawing/2014/main" id="{E9A64491-C6A0-A401-ECAE-0858C80E64C7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5" name="pt96">
              <a:extLst>
                <a:ext uri="{FF2B5EF4-FFF2-40B4-BE49-F238E27FC236}">
                  <a16:creationId xmlns:a16="http://schemas.microsoft.com/office/drawing/2014/main" id="{2746B3A9-01F3-C557-FD59-4A3F7DA513C7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6" name="pt97">
              <a:extLst>
                <a:ext uri="{FF2B5EF4-FFF2-40B4-BE49-F238E27FC236}">
                  <a16:creationId xmlns:a16="http://schemas.microsoft.com/office/drawing/2014/main" id="{584DA00E-6AF9-AD6D-542F-0356638009C5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7" name="pt98">
              <a:extLst>
                <a:ext uri="{FF2B5EF4-FFF2-40B4-BE49-F238E27FC236}">
                  <a16:creationId xmlns:a16="http://schemas.microsoft.com/office/drawing/2014/main" id="{FCB50AEA-8B32-D5FE-8CFF-EB89D1D465EF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8" name="pt99">
              <a:extLst>
                <a:ext uri="{FF2B5EF4-FFF2-40B4-BE49-F238E27FC236}">
                  <a16:creationId xmlns:a16="http://schemas.microsoft.com/office/drawing/2014/main" id="{9A734F8F-D487-C0ED-AF3F-789EC57F556B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09" name="pt100">
              <a:extLst>
                <a:ext uri="{FF2B5EF4-FFF2-40B4-BE49-F238E27FC236}">
                  <a16:creationId xmlns:a16="http://schemas.microsoft.com/office/drawing/2014/main" id="{D671E99B-81C2-E3A3-14D4-0863D0000B88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0" name="pt101">
              <a:extLst>
                <a:ext uri="{FF2B5EF4-FFF2-40B4-BE49-F238E27FC236}">
                  <a16:creationId xmlns:a16="http://schemas.microsoft.com/office/drawing/2014/main" id="{D0FC8ECF-18D1-20AD-4EC1-CECF2B82BAFA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1" name="pt102">
              <a:extLst>
                <a:ext uri="{FF2B5EF4-FFF2-40B4-BE49-F238E27FC236}">
                  <a16:creationId xmlns:a16="http://schemas.microsoft.com/office/drawing/2014/main" id="{BAFC8889-D07D-9B41-A44A-C1A0D053018D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2" name="pt103">
              <a:extLst>
                <a:ext uri="{FF2B5EF4-FFF2-40B4-BE49-F238E27FC236}">
                  <a16:creationId xmlns:a16="http://schemas.microsoft.com/office/drawing/2014/main" id="{567E55CD-525C-D57E-320E-34BFF66277DC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3" name="pt104">
              <a:extLst>
                <a:ext uri="{FF2B5EF4-FFF2-40B4-BE49-F238E27FC236}">
                  <a16:creationId xmlns:a16="http://schemas.microsoft.com/office/drawing/2014/main" id="{4825FF14-4628-B17D-B20B-A4D9B7F1E79D}"/>
                </a:ext>
              </a:extLst>
            </p:cNvPr>
            <p:cNvSpPr/>
            <p:nvPr/>
          </p:nvSpPr>
          <p:spPr>
            <a:xfrm>
              <a:off x="5293841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4" name="pt105">
              <a:extLst>
                <a:ext uri="{FF2B5EF4-FFF2-40B4-BE49-F238E27FC236}">
                  <a16:creationId xmlns:a16="http://schemas.microsoft.com/office/drawing/2014/main" id="{2C78ACE0-5A21-AA9E-BE6F-841CC16F7BFB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5" name="pt106">
              <a:extLst>
                <a:ext uri="{FF2B5EF4-FFF2-40B4-BE49-F238E27FC236}">
                  <a16:creationId xmlns:a16="http://schemas.microsoft.com/office/drawing/2014/main" id="{87E60BC5-DE09-0364-F767-56B023E1AE07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6" name="pt107">
              <a:extLst>
                <a:ext uri="{FF2B5EF4-FFF2-40B4-BE49-F238E27FC236}">
                  <a16:creationId xmlns:a16="http://schemas.microsoft.com/office/drawing/2014/main" id="{B72F5D2E-44CB-79E6-A3A9-9627308875F8}"/>
                </a:ext>
              </a:extLst>
            </p:cNvPr>
            <p:cNvSpPr/>
            <p:nvPr/>
          </p:nvSpPr>
          <p:spPr>
            <a:xfrm>
              <a:off x="5735964" y="2437272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7" name="pt108">
              <a:extLst>
                <a:ext uri="{FF2B5EF4-FFF2-40B4-BE49-F238E27FC236}">
                  <a16:creationId xmlns:a16="http://schemas.microsoft.com/office/drawing/2014/main" id="{C7EA5813-6F5A-455D-608A-50429D67F315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8" name="pt109">
              <a:extLst>
                <a:ext uri="{FF2B5EF4-FFF2-40B4-BE49-F238E27FC236}">
                  <a16:creationId xmlns:a16="http://schemas.microsoft.com/office/drawing/2014/main" id="{94347DD7-4A4E-5A6E-05C2-9E11AE4AD6A7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19" name="pt110">
              <a:extLst>
                <a:ext uri="{FF2B5EF4-FFF2-40B4-BE49-F238E27FC236}">
                  <a16:creationId xmlns:a16="http://schemas.microsoft.com/office/drawing/2014/main" id="{58E10AE5-D7DF-BAC1-B016-23504ACFB01D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0" name="pt111">
              <a:extLst>
                <a:ext uri="{FF2B5EF4-FFF2-40B4-BE49-F238E27FC236}">
                  <a16:creationId xmlns:a16="http://schemas.microsoft.com/office/drawing/2014/main" id="{B0C2B8FA-6B31-6880-C80F-902F3D26FC4B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1" name="pt112">
              <a:extLst>
                <a:ext uri="{FF2B5EF4-FFF2-40B4-BE49-F238E27FC236}">
                  <a16:creationId xmlns:a16="http://schemas.microsoft.com/office/drawing/2014/main" id="{242EE5D9-4403-F247-07D1-72871C1F9731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2" name="pt113">
              <a:extLst>
                <a:ext uri="{FF2B5EF4-FFF2-40B4-BE49-F238E27FC236}">
                  <a16:creationId xmlns:a16="http://schemas.microsoft.com/office/drawing/2014/main" id="{351C4931-24AE-89F7-9E1E-0002F314A33C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3" name="pt114">
              <a:extLst>
                <a:ext uri="{FF2B5EF4-FFF2-40B4-BE49-F238E27FC236}">
                  <a16:creationId xmlns:a16="http://schemas.microsoft.com/office/drawing/2014/main" id="{E7EC1810-6A34-74D3-37FC-6285BC951AC7}"/>
                </a:ext>
              </a:extLst>
            </p:cNvPr>
            <p:cNvSpPr/>
            <p:nvPr/>
          </p:nvSpPr>
          <p:spPr>
            <a:xfrm>
              <a:off x="5735964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4" name="pt115">
              <a:extLst>
                <a:ext uri="{FF2B5EF4-FFF2-40B4-BE49-F238E27FC236}">
                  <a16:creationId xmlns:a16="http://schemas.microsoft.com/office/drawing/2014/main" id="{E37CD8C5-D84A-1635-8104-2563C913849F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5" name="pt116">
              <a:extLst>
                <a:ext uri="{FF2B5EF4-FFF2-40B4-BE49-F238E27FC236}">
                  <a16:creationId xmlns:a16="http://schemas.microsoft.com/office/drawing/2014/main" id="{B1DB105F-F43C-5C0F-5D91-2376F636CB10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6" name="pt117">
              <a:extLst>
                <a:ext uri="{FF2B5EF4-FFF2-40B4-BE49-F238E27FC236}">
                  <a16:creationId xmlns:a16="http://schemas.microsoft.com/office/drawing/2014/main" id="{6C206B64-EFFC-DBFC-05EB-6F229CA2799C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7" name="pt118">
              <a:extLst>
                <a:ext uri="{FF2B5EF4-FFF2-40B4-BE49-F238E27FC236}">
                  <a16:creationId xmlns:a16="http://schemas.microsoft.com/office/drawing/2014/main" id="{12956481-79E7-A068-5E87-59E369BBCFA7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8" name="pt119">
              <a:extLst>
                <a:ext uri="{FF2B5EF4-FFF2-40B4-BE49-F238E27FC236}">
                  <a16:creationId xmlns:a16="http://schemas.microsoft.com/office/drawing/2014/main" id="{7BEB778C-8ECA-6093-EEAC-EEE20033B844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29" name="pt120">
              <a:extLst>
                <a:ext uri="{FF2B5EF4-FFF2-40B4-BE49-F238E27FC236}">
                  <a16:creationId xmlns:a16="http://schemas.microsoft.com/office/drawing/2014/main" id="{7DEAD5E1-364B-D7DB-7CD3-6FB4849968F8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0" name="pt121">
              <a:extLst>
                <a:ext uri="{FF2B5EF4-FFF2-40B4-BE49-F238E27FC236}">
                  <a16:creationId xmlns:a16="http://schemas.microsoft.com/office/drawing/2014/main" id="{B7E76989-47B3-8027-076D-FD596B422456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1" name="pt122">
              <a:extLst>
                <a:ext uri="{FF2B5EF4-FFF2-40B4-BE49-F238E27FC236}">
                  <a16:creationId xmlns:a16="http://schemas.microsoft.com/office/drawing/2014/main" id="{66776B18-FD5F-53EE-615E-70BD36E88D9E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2" name="pt123">
              <a:extLst>
                <a:ext uri="{FF2B5EF4-FFF2-40B4-BE49-F238E27FC236}">
                  <a16:creationId xmlns:a16="http://schemas.microsoft.com/office/drawing/2014/main" id="{F3E2C964-8DA0-6205-B395-9F8CC75BDEDC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3" name="pt124">
              <a:extLst>
                <a:ext uri="{FF2B5EF4-FFF2-40B4-BE49-F238E27FC236}">
                  <a16:creationId xmlns:a16="http://schemas.microsoft.com/office/drawing/2014/main" id="{5002327D-1D99-18C2-8245-7645CC91D2E1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4" name="pt125">
              <a:extLst>
                <a:ext uri="{FF2B5EF4-FFF2-40B4-BE49-F238E27FC236}">
                  <a16:creationId xmlns:a16="http://schemas.microsoft.com/office/drawing/2014/main" id="{3C880693-BBC8-4D4D-F46E-B15FD2C6829F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5" name="pt126">
              <a:extLst>
                <a:ext uri="{FF2B5EF4-FFF2-40B4-BE49-F238E27FC236}">
                  <a16:creationId xmlns:a16="http://schemas.microsoft.com/office/drawing/2014/main" id="{548810B5-ABCF-DB13-D010-9D5A580F3BA8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6" name="pt127">
              <a:extLst>
                <a:ext uri="{FF2B5EF4-FFF2-40B4-BE49-F238E27FC236}">
                  <a16:creationId xmlns:a16="http://schemas.microsoft.com/office/drawing/2014/main" id="{3D81D6C1-DCC3-C302-11C2-AD304270B795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7" name="pt128">
              <a:extLst>
                <a:ext uri="{FF2B5EF4-FFF2-40B4-BE49-F238E27FC236}">
                  <a16:creationId xmlns:a16="http://schemas.microsoft.com/office/drawing/2014/main" id="{176C39FE-0646-31BB-7FCE-93043D9FBFB1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8" name="pt129">
              <a:extLst>
                <a:ext uri="{FF2B5EF4-FFF2-40B4-BE49-F238E27FC236}">
                  <a16:creationId xmlns:a16="http://schemas.microsoft.com/office/drawing/2014/main" id="{18A79891-8166-BC5C-A5E3-CE444F3AC398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39" name="pt130">
              <a:extLst>
                <a:ext uri="{FF2B5EF4-FFF2-40B4-BE49-F238E27FC236}">
                  <a16:creationId xmlns:a16="http://schemas.microsoft.com/office/drawing/2014/main" id="{0644034F-9C53-3959-9B13-C49F7914BBBE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0" name="pt131">
              <a:extLst>
                <a:ext uri="{FF2B5EF4-FFF2-40B4-BE49-F238E27FC236}">
                  <a16:creationId xmlns:a16="http://schemas.microsoft.com/office/drawing/2014/main" id="{D5813A68-5996-6AF0-295C-206DA8CF4836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1" name="pt132">
              <a:extLst>
                <a:ext uri="{FF2B5EF4-FFF2-40B4-BE49-F238E27FC236}">
                  <a16:creationId xmlns:a16="http://schemas.microsoft.com/office/drawing/2014/main" id="{F2BCB98A-5B2E-0F2A-1E85-E7AC3BD8CED8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2" name="pt133">
              <a:extLst>
                <a:ext uri="{FF2B5EF4-FFF2-40B4-BE49-F238E27FC236}">
                  <a16:creationId xmlns:a16="http://schemas.microsoft.com/office/drawing/2014/main" id="{C468205E-E433-BE22-580E-01372595BC76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3" name="pt134">
              <a:extLst>
                <a:ext uri="{FF2B5EF4-FFF2-40B4-BE49-F238E27FC236}">
                  <a16:creationId xmlns:a16="http://schemas.microsoft.com/office/drawing/2014/main" id="{C18F823E-1A12-3766-3931-DC31D7E748EF}"/>
                </a:ext>
              </a:extLst>
            </p:cNvPr>
            <p:cNvSpPr/>
            <p:nvPr/>
          </p:nvSpPr>
          <p:spPr>
            <a:xfrm>
              <a:off x="7457945" y="2437272"/>
              <a:ext cx="80739" cy="80422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4" name="pt135">
              <a:extLst>
                <a:ext uri="{FF2B5EF4-FFF2-40B4-BE49-F238E27FC236}">
                  <a16:creationId xmlns:a16="http://schemas.microsoft.com/office/drawing/2014/main" id="{46680238-9B8D-3B16-2434-03D0C06F2147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5" name="pt136">
              <a:extLst>
                <a:ext uri="{FF2B5EF4-FFF2-40B4-BE49-F238E27FC236}">
                  <a16:creationId xmlns:a16="http://schemas.microsoft.com/office/drawing/2014/main" id="{ADFFF863-E566-BC03-345F-1EA6F04F43E4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6" name="pt137">
              <a:extLst>
                <a:ext uri="{FF2B5EF4-FFF2-40B4-BE49-F238E27FC236}">
                  <a16:creationId xmlns:a16="http://schemas.microsoft.com/office/drawing/2014/main" id="{CF9C0BCC-48F7-19FC-6358-0071C541EE05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7" name="pt138">
              <a:extLst>
                <a:ext uri="{FF2B5EF4-FFF2-40B4-BE49-F238E27FC236}">
                  <a16:creationId xmlns:a16="http://schemas.microsoft.com/office/drawing/2014/main" id="{CA795FAD-14CF-612F-BF1A-E503AB36C426}"/>
                </a:ext>
              </a:extLst>
            </p:cNvPr>
            <p:cNvSpPr/>
            <p:nvPr/>
          </p:nvSpPr>
          <p:spPr>
            <a:xfrm>
              <a:off x="7137010" y="2437272"/>
              <a:ext cx="80739" cy="80422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8" name="pt139">
              <a:extLst>
                <a:ext uri="{FF2B5EF4-FFF2-40B4-BE49-F238E27FC236}">
                  <a16:creationId xmlns:a16="http://schemas.microsoft.com/office/drawing/2014/main" id="{4D51E8EA-D94B-0FB9-0CDD-ED6CD9845CBE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49" name="pt140">
              <a:extLst>
                <a:ext uri="{FF2B5EF4-FFF2-40B4-BE49-F238E27FC236}">
                  <a16:creationId xmlns:a16="http://schemas.microsoft.com/office/drawing/2014/main" id="{279D1CD1-6B69-33CE-1A2A-08D7D32E0AC6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0" name="pt141">
              <a:extLst>
                <a:ext uri="{FF2B5EF4-FFF2-40B4-BE49-F238E27FC236}">
                  <a16:creationId xmlns:a16="http://schemas.microsoft.com/office/drawing/2014/main" id="{FAD1756D-F78E-0699-F594-45EB4FCDF115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1" name="pt142">
              <a:extLst>
                <a:ext uri="{FF2B5EF4-FFF2-40B4-BE49-F238E27FC236}">
                  <a16:creationId xmlns:a16="http://schemas.microsoft.com/office/drawing/2014/main" id="{4A3EC1F6-0D94-AD75-6CBE-C756B1524611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2" name="pt143">
              <a:extLst>
                <a:ext uri="{FF2B5EF4-FFF2-40B4-BE49-F238E27FC236}">
                  <a16:creationId xmlns:a16="http://schemas.microsoft.com/office/drawing/2014/main" id="{66E64BE7-8D89-5491-F0BC-C1B903D62867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3" name="pt144">
              <a:extLst>
                <a:ext uri="{FF2B5EF4-FFF2-40B4-BE49-F238E27FC236}">
                  <a16:creationId xmlns:a16="http://schemas.microsoft.com/office/drawing/2014/main" id="{55E1FB29-CA45-86D3-ECD5-423CB2C7F5E1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4" name="pt145">
              <a:extLst>
                <a:ext uri="{FF2B5EF4-FFF2-40B4-BE49-F238E27FC236}">
                  <a16:creationId xmlns:a16="http://schemas.microsoft.com/office/drawing/2014/main" id="{37B091EC-FD4A-9D9E-CF25-B044894F9BE5}"/>
                </a:ext>
              </a:extLst>
            </p:cNvPr>
            <p:cNvSpPr/>
            <p:nvPr/>
          </p:nvSpPr>
          <p:spPr>
            <a:xfrm>
              <a:off x="6950029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5" name="pt146">
              <a:extLst>
                <a:ext uri="{FF2B5EF4-FFF2-40B4-BE49-F238E27FC236}">
                  <a16:creationId xmlns:a16="http://schemas.microsoft.com/office/drawing/2014/main" id="{B78A4FAA-98DB-3A27-2BE3-538A226571B3}"/>
                </a:ext>
              </a:extLst>
            </p:cNvPr>
            <p:cNvSpPr/>
            <p:nvPr/>
          </p:nvSpPr>
          <p:spPr>
            <a:xfrm>
              <a:off x="6950029" y="704723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6" name="pt147">
              <a:extLst>
                <a:ext uri="{FF2B5EF4-FFF2-40B4-BE49-F238E27FC236}">
                  <a16:creationId xmlns:a16="http://schemas.microsoft.com/office/drawing/2014/main" id="{EC95A5AD-88A0-BD11-9F8D-7E85936C1156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7" name="pt148">
              <a:extLst>
                <a:ext uri="{FF2B5EF4-FFF2-40B4-BE49-F238E27FC236}">
                  <a16:creationId xmlns:a16="http://schemas.microsoft.com/office/drawing/2014/main" id="{8D8419C8-5E9D-4F52-14CD-7CB272C1BA77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8" name="pt149">
              <a:extLst>
                <a:ext uri="{FF2B5EF4-FFF2-40B4-BE49-F238E27FC236}">
                  <a16:creationId xmlns:a16="http://schemas.microsoft.com/office/drawing/2014/main" id="{284C10F7-8E81-8A78-C6B1-D95D05C10102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59" name="pt150">
              <a:extLst>
                <a:ext uri="{FF2B5EF4-FFF2-40B4-BE49-F238E27FC236}">
                  <a16:creationId xmlns:a16="http://schemas.microsoft.com/office/drawing/2014/main" id="{941A8178-EB75-30A1-1531-44B12BA36358}"/>
                </a:ext>
              </a:extLst>
            </p:cNvPr>
            <p:cNvSpPr/>
            <p:nvPr/>
          </p:nvSpPr>
          <p:spPr>
            <a:xfrm>
              <a:off x="6950029" y="2437272"/>
              <a:ext cx="80739" cy="80422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0" name="pt151">
              <a:extLst>
                <a:ext uri="{FF2B5EF4-FFF2-40B4-BE49-F238E27FC236}">
                  <a16:creationId xmlns:a16="http://schemas.microsoft.com/office/drawing/2014/main" id="{E072A8EC-80EA-7DB3-932E-E8E59E075170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1" name="pt152">
              <a:extLst>
                <a:ext uri="{FF2B5EF4-FFF2-40B4-BE49-F238E27FC236}">
                  <a16:creationId xmlns:a16="http://schemas.microsoft.com/office/drawing/2014/main" id="{85B20B61-90CB-F889-B257-9F4A8C41A05F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2" name="pt153">
              <a:extLst>
                <a:ext uri="{FF2B5EF4-FFF2-40B4-BE49-F238E27FC236}">
                  <a16:creationId xmlns:a16="http://schemas.microsoft.com/office/drawing/2014/main" id="{372D0CDF-D6F7-2A99-F4BC-E6CA9C0A4C27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3" name="pt154">
              <a:extLst>
                <a:ext uri="{FF2B5EF4-FFF2-40B4-BE49-F238E27FC236}">
                  <a16:creationId xmlns:a16="http://schemas.microsoft.com/office/drawing/2014/main" id="{20A0738B-10F4-F322-F864-71E21FDC48D4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4" name="pt155">
              <a:extLst>
                <a:ext uri="{FF2B5EF4-FFF2-40B4-BE49-F238E27FC236}">
                  <a16:creationId xmlns:a16="http://schemas.microsoft.com/office/drawing/2014/main" id="{77E23E81-1D97-8122-1AF2-5BB9AF9B5B90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5" name="pt156">
              <a:extLst>
                <a:ext uri="{FF2B5EF4-FFF2-40B4-BE49-F238E27FC236}">
                  <a16:creationId xmlns:a16="http://schemas.microsoft.com/office/drawing/2014/main" id="{B1F53981-30C0-FBE8-4EE3-5C3C8418E89B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6" name="pt157">
              <a:extLst>
                <a:ext uri="{FF2B5EF4-FFF2-40B4-BE49-F238E27FC236}">
                  <a16:creationId xmlns:a16="http://schemas.microsoft.com/office/drawing/2014/main" id="{874FDC34-EEFA-D57C-8CC9-715E953C96C3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7" name="pt158">
              <a:extLst>
                <a:ext uri="{FF2B5EF4-FFF2-40B4-BE49-F238E27FC236}">
                  <a16:creationId xmlns:a16="http://schemas.microsoft.com/office/drawing/2014/main" id="{6700CBCC-6E9D-9452-1B89-845D22B269EB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8" name="pt159">
              <a:extLst>
                <a:ext uri="{FF2B5EF4-FFF2-40B4-BE49-F238E27FC236}">
                  <a16:creationId xmlns:a16="http://schemas.microsoft.com/office/drawing/2014/main" id="{3BB35013-3DC8-372C-DAA0-EEAC33F1E0CE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69" name="pt160">
              <a:extLst>
                <a:ext uri="{FF2B5EF4-FFF2-40B4-BE49-F238E27FC236}">
                  <a16:creationId xmlns:a16="http://schemas.microsoft.com/office/drawing/2014/main" id="{2944CED2-3899-F51E-C417-45FE0C30107A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0" name="pt161">
              <a:extLst>
                <a:ext uri="{FF2B5EF4-FFF2-40B4-BE49-F238E27FC236}">
                  <a16:creationId xmlns:a16="http://schemas.microsoft.com/office/drawing/2014/main" id="{A4343606-1D70-404A-9131-F47F85BFDAC0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1" name="pt162">
              <a:extLst>
                <a:ext uri="{FF2B5EF4-FFF2-40B4-BE49-F238E27FC236}">
                  <a16:creationId xmlns:a16="http://schemas.microsoft.com/office/drawing/2014/main" id="{05544410-77D2-951D-A8A4-C516844A7F00}"/>
                </a:ext>
              </a:extLst>
            </p:cNvPr>
            <p:cNvSpPr/>
            <p:nvPr/>
          </p:nvSpPr>
          <p:spPr>
            <a:xfrm>
              <a:off x="7226840" y="2437272"/>
              <a:ext cx="80739" cy="80422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2" name="pt163">
              <a:extLst>
                <a:ext uri="{FF2B5EF4-FFF2-40B4-BE49-F238E27FC236}">
                  <a16:creationId xmlns:a16="http://schemas.microsoft.com/office/drawing/2014/main" id="{EBE08C27-C430-08D5-0C51-B99126C62E5B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3" name="pt164">
              <a:extLst>
                <a:ext uri="{FF2B5EF4-FFF2-40B4-BE49-F238E27FC236}">
                  <a16:creationId xmlns:a16="http://schemas.microsoft.com/office/drawing/2014/main" id="{CED0ACC5-E789-978F-C955-27CE1CC56ABB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4" name="pt165">
              <a:extLst>
                <a:ext uri="{FF2B5EF4-FFF2-40B4-BE49-F238E27FC236}">
                  <a16:creationId xmlns:a16="http://schemas.microsoft.com/office/drawing/2014/main" id="{7A6F6316-F08D-4E3C-DDC4-7F736772607E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5" name="pt166">
              <a:extLst>
                <a:ext uri="{FF2B5EF4-FFF2-40B4-BE49-F238E27FC236}">
                  <a16:creationId xmlns:a16="http://schemas.microsoft.com/office/drawing/2014/main" id="{947343BC-5B75-F1C2-1F80-7545F0BD9687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6" name="pt167">
              <a:extLst>
                <a:ext uri="{FF2B5EF4-FFF2-40B4-BE49-F238E27FC236}">
                  <a16:creationId xmlns:a16="http://schemas.microsoft.com/office/drawing/2014/main" id="{10A01839-1982-963C-3102-9A13B07385F4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7" name="pt168">
              <a:extLst>
                <a:ext uri="{FF2B5EF4-FFF2-40B4-BE49-F238E27FC236}">
                  <a16:creationId xmlns:a16="http://schemas.microsoft.com/office/drawing/2014/main" id="{9EC292A3-DBA8-E1A2-C519-A4B9D10375DA}"/>
                </a:ext>
              </a:extLst>
            </p:cNvPr>
            <p:cNvSpPr/>
            <p:nvPr/>
          </p:nvSpPr>
          <p:spPr>
            <a:xfrm>
              <a:off x="7438286" y="2437272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8" name="pt169">
              <a:extLst>
                <a:ext uri="{FF2B5EF4-FFF2-40B4-BE49-F238E27FC236}">
                  <a16:creationId xmlns:a16="http://schemas.microsoft.com/office/drawing/2014/main" id="{0E56A745-DB8F-2A7E-7ECA-026051A61257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79" name="pt170">
              <a:extLst>
                <a:ext uri="{FF2B5EF4-FFF2-40B4-BE49-F238E27FC236}">
                  <a16:creationId xmlns:a16="http://schemas.microsoft.com/office/drawing/2014/main" id="{D08ADB6C-807D-EF88-57A6-495723B74E46}"/>
                </a:ext>
              </a:extLst>
            </p:cNvPr>
            <p:cNvSpPr/>
            <p:nvPr/>
          </p:nvSpPr>
          <p:spPr>
            <a:xfrm>
              <a:off x="7438286" y="2437272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0" name="pt171">
              <a:extLst>
                <a:ext uri="{FF2B5EF4-FFF2-40B4-BE49-F238E27FC236}">
                  <a16:creationId xmlns:a16="http://schemas.microsoft.com/office/drawing/2014/main" id="{114199D7-A899-30A4-A20E-0B5BB368376F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1" name="pt172">
              <a:extLst>
                <a:ext uri="{FF2B5EF4-FFF2-40B4-BE49-F238E27FC236}">
                  <a16:creationId xmlns:a16="http://schemas.microsoft.com/office/drawing/2014/main" id="{FBD51BCD-6DC1-1B7C-9445-CE56FD207776}"/>
                </a:ext>
              </a:extLst>
            </p:cNvPr>
            <p:cNvSpPr/>
            <p:nvPr/>
          </p:nvSpPr>
          <p:spPr>
            <a:xfrm>
              <a:off x="7499350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2" name="pt173">
              <a:extLst>
                <a:ext uri="{FF2B5EF4-FFF2-40B4-BE49-F238E27FC236}">
                  <a16:creationId xmlns:a16="http://schemas.microsoft.com/office/drawing/2014/main" id="{EA0EC985-1314-3C64-C459-2DFA064AE6B1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3" name="pt174">
              <a:extLst>
                <a:ext uri="{FF2B5EF4-FFF2-40B4-BE49-F238E27FC236}">
                  <a16:creationId xmlns:a16="http://schemas.microsoft.com/office/drawing/2014/main" id="{AE8D55E1-00D6-190D-FCC2-671E901BF736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4" name="pt175">
              <a:extLst>
                <a:ext uri="{FF2B5EF4-FFF2-40B4-BE49-F238E27FC236}">
                  <a16:creationId xmlns:a16="http://schemas.microsoft.com/office/drawing/2014/main" id="{528551B9-5B55-BE78-8DD2-09DAB77A5E0C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5" name="pt176">
              <a:extLst>
                <a:ext uri="{FF2B5EF4-FFF2-40B4-BE49-F238E27FC236}">
                  <a16:creationId xmlns:a16="http://schemas.microsoft.com/office/drawing/2014/main" id="{E922E8A6-D02C-95E3-1540-B283DF2CB103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6" name="pt177">
              <a:extLst>
                <a:ext uri="{FF2B5EF4-FFF2-40B4-BE49-F238E27FC236}">
                  <a16:creationId xmlns:a16="http://schemas.microsoft.com/office/drawing/2014/main" id="{A759DE96-0C16-024B-46B9-E72E9917CC32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7" name="pt178">
              <a:extLst>
                <a:ext uri="{FF2B5EF4-FFF2-40B4-BE49-F238E27FC236}">
                  <a16:creationId xmlns:a16="http://schemas.microsoft.com/office/drawing/2014/main" id="{9F7E0D4C-D482-CE0A-C9F2-C7BC1A623779}"/>
                </a:ext>
              </a:extLst>
            </p:cNvPr>
            <p:cNvSpPr/>
            <p:nvPr/>
          </p:nvSpPr>
          <p:spPr>
            <a:xfrm>
              <a:off x="7499350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8" name="pt179">
              <a:extLst>
                <a:ext uri="{FF2B5EF4-FFF2-40B4-BE49-F238E27FC236}">
                  <a16:creationId xmlns:a16="http://schemas.microsoft.com/office/drawing/2014/main" id="{8585DE70-76EC-C043-5603-28568540EED0}"/>
                </a:ext>
              </a:extLst>
            </p:cNvPr>
            <p:cNvSpPr/>
            <p:nvPr/>
          </p:nvSpPr>
          <p:spPr>
            <a:xfrm>
              <a:off x="7499350" y="704723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89" name="pt180">
              <a:extLst>
                <a:ext uri="{FF2B5EF4-FFF2-40B4-BE49-F238E27FC236}">
                  <a16:creationId xmlns:a16="http://schemas.microsoft.com/office/drawing/2014/main" id="{B8B9320E-8BEC-463F-80C3-146C8241071C}"/>
                </a:ext>
              </a:extLst>
            </p:cNvPr>
            <p:cNvSpPr/>
            <p:nvPr/>
          </p:nvSpPr>
          <p:spPr>
            <a:xfrm>
              <a:off x="7499350" y="2437272"/>
              <a:ext cx="80739" cy="80422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0" name="pt181">
              <a:extLst>
                <a:ext uri="{FF2B5EF4-FFF2-40B4-BE49-F238E27FC236}">
                  <a16:creationId xmlns:a16="http://schemas.microsoft.com/office/drawing/2014/main" id="{55D22037-FF8C-3FAC-7B4B-05144056A226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1" name="pt182">
              <a:extLst>
                <a:ext uri="{FF2B5EF4-FFF2-40B4-BE49-F238E27FC236}">
                  <a16:creationId xmlns:a16="http://schemas.microsoft.com/office/drawing/2014/main" id="{47D6E656-2EA4-F27B-CD40-B6454E046732}"/>
                </a:ext>
              </a:extLst>
            </p:cNvPr>
            <p:cNvSpPr/>
            <p:nvPr/>
          </p:nvSpPr>
          <p:spPr>
            <a:xfrm>
              <a:off x="7438286" y="2437272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2" name="pt183">
              <a:extLst>
                <a:ext uri="{FF2B5EF4-FFF2-40B4-BE49-F238E27FC236}">
                  <a16:creationId xmlns:a16="http://schemas.microsoft.com/office/drawing/2014/main" id="{49F7D63B-8022-69AD-E7DF-AA7A9DAB14D2}"/>
                </a:ext>
              </a:extLst>
            </p:cNvPr>
            <p:cNvSpPr/>
            <p:nvPr/>
          </p:nvSpPr>
          <p:spPr>
            <a:xfrm>
              <a:off x="7438286" y="2437272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3" name="pt184">
              <a:extLst>
                <a:ext uri="{FF2B5EF4-FFF2-40B4-BE49-F238E27FC236}">
                  <a16:creationId xmlns:a16="http://schemas.microsoft.com/office/drawing/2014/main" id="{7D3E6C0D-406C-CF2E-6118-6822925D2018}"/>
                </a:ext>
              </a:extLst>
            </p:cNvPr>
            <p:cNvSpPr/>
            <p:nvPr/>
          </p:nvSpPr>
          <p:spPr>
            <a:xfrm>
              <a:off x="7438286" y="704723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4" name="pt185">
              <a:extLst>
                <a:ext uri="{FF2B5EF4-FFF2-40B4-BE49-F238E27FC236}">
                  <a16:creationId xmlns:a16="http://schemas.microsoft.com/office/drawing/2014/main" id="{4F082AEB-96FF-6786-0A16-C6A02A41FB12}"/>
                </a:ext>
              </a:extLst>
            </p:cNvPr>
            <p:cNvSpPr/>
            <p:nvPr/>
          </p:nvSpPr>
          <p:spPr>
            <a:xfrm>
              <a:off x="7438286" y="2437272"/>
              <a:ext cx="80739" cy="80422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5" name="pt186">
              <a:extLst>
                <a:ext uri="{FF2B5EF4-FFF2-40B4-BE49-F238E27FC236}">
                  <a16:creationId xmlns:a16="http://schemas.microsoft.com/office/drawing/2014/main" id="{486724A5-EC06-5993-9740-5089F2C4F84D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6" name="pt187">
              <a:extLst>
                <a:ext uri="{FF2B5EF4-FFF2-40B4-BE49-F238E27FC236}">
                  <a16:creationId xmlns:a16="http://schemas.microsoft.com/office/drawing/2014/main" id="{D30A70F3-B220-6662-A86C-1F91344A7346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7" name="pt188">
              <a:extLst>
                <a:ext uri="{FF2B5EF4-FFF2-40B4-BE49-F238E27FC236}">
                  <a16:creationId xmlns:a16="http://schemas.microsoft.com/office/drawing/2014/main" id="{1EEE6864-A413-9191-F708-2EC34C493F15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8" name="pt189">
              <a:extLst>
                <a:ext uri="{FF2B5EF4-FFF2-40B4-BE49-F238E27FC236}">
                  <a16:creationId xmlns:a16="http://schemas.microsoft.com/office/drawing/2014/main" id="{13B70951-1EF4-059C-EE46-AEF9072C72DE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999" name="pt190">
              <a:extLst>
                <a:ext uri="{FF2B5EF4-FFF2-40B4-BE49-F238E27FC236}">
                  <a16:creationId xmlns:a16="http://schemas.microsoft.com/office/drawing/2014/main" id="{B89016F5-4934-EA33-0F60-6E6761507AD7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0" name="pt191">
              <a:extLst>
                <a:ext uri="{FF2B5EF4-FFF2-40B4-BE49-F238E27FC236}">
                  <a16:creationId xmlns:a16="http://schemas.microsoft.com/office/drawing/2014/main" id="{FBD1D180-C72C-BB81-19C0-D7F71487DD6E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1" name="pt192">
              <a:extLst>
                <a:ext uri="{FF2B5EF4-FFF2-40B4-BE49-F238E27FC236}">
                  <a16:creationId xmlns:a16="http://schemas.microsoft.com/office/drawing/2014/main" id="{76FEB1EF-CECD-FDAA-0F69-8338FE2B4195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2" name="pt193">
              <a:extLst>
                <a:ext uri="{FF2B5EF4-FFF2-40B4-BE49-F238E27FC236}">
                  <a16:creationId xmlns:a16="http://schemas.microsoft.com/office/drawing/2014/main" id="{128E91E7-64D4-DEB8-211E-AD3996119912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3" name="pt194">
              <a:extLst>
                <a:ext uri="{FF2B5EF4-FFF2-40B4-BE49-F238E27FC236}">
                  <a16:creationId xmlns:a16="http://schemas.microsoft.com/office/drawing/2014/main" id="{CC046AA1-DB5C-3959-E3C3-BD06DAFE1609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4" name="pt195">
              <a:extLst>
                <a:ext uri="{FF2B5EF4-FFF2-40B4-BE49-F238E27FC236}">
                  <a16:creationId xmlns:a16="http://schemas.microsoft.com/office/drawing/2014/main" id="{FC703398-8C7E-6BB2-887E-37DAF67A97AF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5" name="pt196">
              <a:extLst>
                <a:ext uri="{FF2B5EF4-FFF2-40B4-BE49-F238E27FC236}">
                  <a16:creationId xmlns:a16="http://schemas.microsoft.com/office/drawing/2014/main" id="{BBE7718B-B477-6E72-BF20-B4AB7DB382B2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6" name="pt197">
              <a:extLst>
                <a:ext uri="{FF2B5EF4-FFF2-40B4-BE49-F238E27FC236}">
                  <a16:creationId xmlns:a16="http://schemas.microsoft.com/office/drawing/2014/main" id="{8F2F894E-E70D-AF70-C18A-7C495F522EA2}"/>
                </a:ext>
              </a:extLst>
            </p:cNvPr>
            <p:cNvSpPr/>
            <p:nvPr/>
          </p:nvSpPr>
          <p:spPr>
            <a:xfrm>
              <a:off x="7272232" y="704723"/>
              <a:ext cx="80739" cy="80422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7" name="pt198">
              <a:extLst>
                <a:ext uri="{FF2B5EF4-FFF2-40B4-BE49-F238E27FC236}">
                  <a16:creationId xmlns:a16="http://schemas.microsoft.com/office/drawing/2014/main" id="{4A084B7E-8EC1-758B-50F3-E6B0B622F0B6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8" name="pt199">
              <a:extLst>
                <a:ext uri="{FF2B5EF4-FFF2-40B4-BE49-F238E27FC236}">
                  <a16:creationId xmlns:a16="http://schemas.microsoft.com/office/drawing/2014/main" id="{2FEDA345-C852-5A23-2914-2D59EBD0FBD5}"/>
                </a:ext>
              </a:extLst>
            </p:cNvPr>
            <p:cNvSpPr/>
            <p:nvPr/>
          </p:nvSpPr>
          <p:spPr>
            <a:xfrm>
              <a:off x="7431652" y="2437272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09" name="pt200">
              <a:extLst>
                <a:ext uri="{FF2B5EF4-FFF2-40B4-BE49-F238E27FC236}">
                  <a16:creationId xmlns:a16="http://schemas.microsoft.com/office/drawing/2014/main" id="{EACFE0C4-1399-A057-3F8B-38A60FAFC166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0" name="pt201">
              <a:extLst>
                <a:ext uri="{FF2B5EF4-FFF2-40B4-BE49-F238E27FC236}">
                  <a16:creationId xmlns:a16="http://schemas.microsoft.com/office/drawing/2014/main" id="{9015E159-56F8-0473-1E0B-24183E4E56F1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1" name="pt202">
              <a:extLst>
                <a:ext uri="{FF2B5EF4-FFF2-40B4-BE49-F238E27FC236}">
                  <a16:creationId xmlns:a16="http://schemas.microsoft.com/office/drawing/2014/main" id="{79395BD7-0FF2-D8F3-24B9-C5120D7461F0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2" name="pt203">
              <a:extLst>
                <a:ext uri="{FF2B5EF4-FFF2-40B4-BE49-F238E27FC236}">
                  <a16:creationId xmlns:a16="http://schemas.microsoft.com/office/drawing/2014/main" id="{FA42ADA2-AAB1-BFD6-B917-E78908755676}"/>
                </a:ext>
              </a:extLst>
            </p:cNvPr>
            <p:cNvSpPr/>
            <p:nvPr/>
          </p:nvSpPr>
          <p:spPr>
            <a:xfrm>
              <a:off x="7431652" y="2437272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3" name="pt204">
              <a:extLst>
                <a:ext uri="{FF2B5EF4-FFF2-40B4-BE49-F238E27FC236}">
                  <a16:creationId xmlns:a16="http://schemas.microsoft.com/office/drawing/2014/main" id="{7F0BF407-9389-809D-5EF9-913CB4E9C850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4" name="pt205">
              <a:extLst>
                <a:ext uri="{FF2B5EF4-FFF2-40B4-BE49-F238E27FC236}">
                  <a16:creationId xmlns:a16="http://schemas.microsoft.com/office/drawing/2014/main" id="{3CA311A1-0622-551C-501E-AC17513B47B0}"/>
                </a:ext>
              </a:extLst>
            </p:cNvPr>
            <p:cNvSpPr/>
            <p:nvPr/>
          </p:nvSpPr>
          <p:spPr>
            <a:xfrm>
              <a:off x="7431652" y="2437272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5" name="pt206">
              <a:extLst>
                <a:ext uri="{FF2B5EF4-FFF2-40B4-BE49-F238E27FC236}">
                  <a16:creationId xmlns:a16="http://schemas.microsoft.com/office/drawing/2014/main" id="{CE4696B1-E932-A50C-7E70-B3040023962E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6" name="pt207">
              <a:extLst>
                <a:ext uri="{FF2B5EF4-FFF2-40B4-BE49-F238E27FC236}">
                  <a16:creationId xmlns:a16="http://schemas.microsoft.com/office/drawing/2014/main" id="{98C77DFD-8EC7-B3D0-A7C4-8ABAD82CD69F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7" name="pt208">
              <a:extLst>
                <a:ext uri="{FF2B5EF4-FFF2-40B4-BE49-F238E27FC236}">
                  <a16:creationId xmlns:a16="http://schemas.microsoft.com/office/drawing/2014/main" id="{D45A6BF8-F406-8875-CBCC-75583335B33A}"/>
                </a:ext>
              </a:extLst>
            </p:cNvPr>
            <p:cNvSpPr/>
            <p:nvPr/>
          </p:nvSpPr>
          <p:spPr>
            <a:xfrm>
              <a:off x="7431652" y="704723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8" name="pt209">
              <a:extLst>
                <a:ext uri="{FF2B5EF4-FFF2-40B4-BE49-F238E27FC236}">
                  <a16:creationId xmlns:a16="http://schemas.microsoft.com/office/drawing/2014/main" id="{5DF34B96-D12E-C0DB-15CC-1CF3BA453239}"/>
                </a:ext>
              </a:extLst>
            </p:cNvPr>
            <p:cNvSpPr/>
            <p:nvPr/>
          </p:nvSpPr>
          <p:spPr>
            <a:xfrm>
              <a:off x="7431652" y="2437272"/>
              <a:ext cx="80739" cy="80422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19" name="pl210">
              <a:extLst>
                <a:ext uri="{FF2B5EF4-FFF2-40B4-BE49-F238E27FC236}">
                  <a16:creationId xmlns:a16="http://schemas.microsoft.com/office/drawing/2014/main" id="{F7FE33CC-6466-7456-4340-56F5EB21CABE}"/>
                </a:ext>
              </a:extLst>
            </p:cNvPr>
            <p:cNvSpPr/>
            <p:nvPr/>
          </p:nvSpPr>
          <p:spPr>
            <a:xfrm>
              <a:off x="5334210" y="744934"/>
              <a:ext cx="1978390" cy="0"/>
            </a:xfrm>
            <a:custGeom>
              <a:avLst/>
              <a:gdLst/>
              <a:ahLst/>
              <a:cxnLst/>
              <a:rect l="0" t="0" r="0" b="0"/>
              <a:pathLst>
                <a:path w="2876854">
                  <a:moveTo>
                    <a:pt x="0" y="0"/>
                  </a:moveTo>
                  <a:lnTo>
                    <a:pt x="36415" y="0"/>
                  </a:lnTo>
                  <a:lnTo>
                    <a:pt x="72831" y="0"/>
                  </a:lnTo>
                  <a:lnTo>
                    <a:pt x="109247" y="0"/>
                  </a:lnTo>
                  <a:lnTo>
                    <a:pt x="145663" y="0"/>
                  </a:lnTo>
                  <a:lnTo>
                    <a:pt x="182079" y="0"/>
                  </a:lnTo>
                  <a:lnTo>
                    <a:pt x="218495" y="0"/>
                  </a:lnTo>
                  <a:lnTo>
                    <a:pt x="254911" y="0"/>
                  </a:lnTo>
                  <a:lnTo>
                    <a:pt x="291327" y="0"/>
                  </a:lnTo>
                  <a:lnTo>
                    <a:pt x="327742" y="0"/>
                  </a:lnTo>
                  <a:lnTo>
                    <a:pt x="364158" y="0"/>
                  </a:lnTo>
                  <a:lnTo>
                    <a:pt x="400574" y="0"/>
                  </a:lnTo>
                  <a:lnTo>
                    <a:pt x="436990" y="0"/>
                  </a:lnTo>
                  <a:lnTo>
                    <a:pt x="473406" y="0"/>
                  </a:lnTo>
                  <a:lnTo>
                    <a:pt x="509822" y="0"/>
                  </a:lnTo>
                  <a:lnTo>
                    <a:pt x="546238" y="0"/>
                  </a:lnTo>
                  <a:lnTo>
                    <a:pt x="582654" y="0"/>
                  </a:lnTo>
                  <a:lnTo>
                    <a:pt x="619069" y="0"/>
                  </a:lnTo>
                  <a:lnTo>
                    <a:pt x="655485" y="0"/>
                  </a:lnTo>
                  <a:lnTo>
                    <a:pt x="691901" y="0"/>
                  </a:lnTo>
                  <a:lnTo>
                    <a:pt x="728317" y="0"/>
                  </a:lnTo>
                  <a:lnTo>
                    <a:pt x="764733" y="0"/>
                  </a:lnTo>
                  <a:lnTo>
                    <a:pt x="801149" y="0"/>
                  </a:lnTo>
                  <a:lnTo>
                    <a:pt x="837565" y="0"/>
                  </a:lnTo>
                  <a:lnTo>
                    <a:pt x="873981" y="0"/>
                  </a:lnTo>
                  <a:lnTo>
                    <a:pt x="910396" y="0"/>
                  </a:lnTo>
                  <a:lnTo>
                    <a:pt x="946812" y="0"/>
                  </a:lnTo>
                  <a:lnTo>
                    <a:pt x="983228" y="0"/>
                  </a:lnTo>
                  <a:lnTo>
                    <a:pt x="1019644" y="0"/>
                  </a:lnTo>
                  <a:lnTo>
                    <a:pt x="1056060" y="0"/>
                  </a:lnTo>
                  <a:lnTo>
                    <a:pt x="1092476" y="0"/>
                  </a:lnTo>
                  <a:lnTo>
                    <a:pt x="1128892" y="0"/>
                  </a:lnTo>
                  <a:lnTo>
                    <a:pt x="1165308" y="0"/>
                  </a:lnTo>
                  <a:lnTo>
                    <a:pt x="1201723" y="0"/>
                  </a:lnTo>
                  <a:lnTo>
                    <a:pt x="1238139" y="0"/>
                  </a:lnTo>
                  <a:lnTo>
                    <a:pt x="1274555" y="0"/>
                  </a:lnTo>
                  <a:lnTo>
                    <a:pt x="1310971" y="0"/>
                  </a:lnTo>
                  <a:lnTo>
                    <a:pt x="1347387" y="0"/>
                  </a:lnTo>
                  <a:lnTo>
                    <a:pt x="1383803" y="0"/>
                  </a:lnTo>
                  <a:lnTo>
                    <a:pt x="1420219" y="0"/>
                  </a:lnTo>
                  <a:lnTo>
                    <a:pt x="1456635" y="0"/>
                  </a:lnTo>
                  <a:lnTo>
                    <a:pt x="1493050" y="0"/>
                  </a:lnTo>
                  <a:lnTo>
                    <a:pt x="1529466" y="0"/>
                  </a:lnTo>
                  <a:lnTo>
                    <a:pt x="1565882" y="0"/>
                  </a:lnTo>
                  <a:lnTo>
                    <a:pt x="1602298" y="0"/>
                  </a:lnTo>
                  <a:lnTo>
                    <a:pt x="1638714" y="0"/>
                  </a:lnTo>
                  <a:lnTo>
                    <a:pt x="1675130" y="0"/>
                  </a:lnTo>
                  <a:lnTo>
                    <a:pt x="1711546" y="0"/>
                  </a:lnTo>
                  <a:lnTo>
                    <a:pt x="1747962" y="0"/>
                  </a:lnTo>
                  <a:lnTo>
                    <a:pt x="1784377" y="0"/>
                  </a:lnTo>
                  <a:lnTo>
                    <a:pt x="1820793" y="0"/>
                  </a:lnTo>
                  <a:lnTo>
                    <a:pt x="1857209" y="0"/>
                  </a:lnTo>
                  <a:lnTo>
                    <a:pt x="1893625" y="0"/>
                  </a:lnTo>
                  <a:lnTo>
                    <a:pt x="1930041" y="0"/>
                  </a:lnTo>
                  <a:lnTo>
                    <a:pt x="1966457" y="0"/>
                  </a:lnTo>
                  <a:lnTo>
                    <a:pt x="2002873" y="0"/>
                  </a:lnTo>
                  <a:lnTo>
                    <a:pt x="2039289" y="0"/>
                  </a:lnTo>
                  <a:lnTo>
                    <a:pt x="2075705" y="0"/>
                  </a:lnTo>
                  <a:lnTo>
                    <a:pt x="2112120" y="0"/>
                  </a:lnTo>
                  <a:lnTo>
                    <a:pt x="2148536" y="0"/>
                  </a:lnTo>
                  <a:lnTo>
                    <a:pt x="2184952" y="0"/>
                  </a:lnTo>
                  <a:lnTo>
                    <a:pt x="2221368" y="0"/>
                  </a:lnTo>
                  <a:lnTo>
                    <a:pt x="2257784" y="0"/>
                  </a:lnTo>
                  <a:lnTo>
                    <a:pt x="2294200" y="0"/>
                  </a:lnTo>
                  <a:lnTo>
                    <a:pt x="2330616" y="0"/>
                  </a:lnTo>
                  <a:lnTo>
                    <a:pt x="2367032" y="0"/>
                  </a:lnTo>
                  <a:lnTo>
                    <a:pt x="2403447" y="0"/>
                  </a:lnTo>
                  <a:lnTo>
                    <a:pt x="2439863" y="0"/>
                  </a:lnTo>
                  <a:lnTo>
                    <a:pt x="2476279" y="0"/>
                  </a:lnTo>
                  <a:lnTo>
                    <a:pt x="2512695" y="0"/>
                  </a:lnTo>
                  <a:lnTo>
                    <a:pt x="2549111" y="0"/>
                  </a:lnTo>
                  <a:lnTo>
                    <a:pt x="2585527" y="0"/>
                  </a:lnTo>
                  <a:lnTo>
                    <a:pt x="2621943" y="0"/>
                  </a:lnTo>
                  <a:lnTo>
                    <a:pt x="2658359" y="0"/>
                  </a:lnTo>
                  <a:lnTo>
                    <a:pt x="2694774" y="0"/>
                  </a:lnTo>
                  <a:lnTo>
                    <a:pt x="2731190" y="0"/>
                  </a:lnTo>
                  <a:lnTo>
                    <a:pt x="2767606" y="0"/>
                  </a:lnTo>
                  <a:lnTo>
                    <a:pt x="2804022" y="0"/>
                  </a:lnTo>
                  <a:lnTo>
                    <a:pt x="2840438" y="0"/>
                  </a:lnTo>
                  <a:lnTo>
                    <a:pt x="287685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0" name="pl211">
              <a:extLst>
                <a:ext uri="{FF2B5EF4-FFF2-40B4-BE49-F238E27FC236}">
                  <a16:creationId xmlns:a16="http://schemas.microsoft.com/office/drawing/2014/main" id="{30530AB8-0A3F-CC71-1D4E-96A65F30835E}"/>
                </a:ext>
              </a:extLst>
            </p:cNvPr>
            <p:cNvSpPr/>
            <p:nvPr/>
          </p:nvSpPr>
          <p:spPr>
            <a:xfrm>
              <a:off x="5544027" y="889313"/>
              <a:ext cx="1995692" cy="1115655"/>
            </a:xfrm>
            <a:custGeom>
              <a:avLst/>
              <a:gdLst/>
              <a:ahLst/>
              <a:cxnLst/>
              <a:rect l="0" t="0" r="0" b="0"/>
              <a:pathLst>
                <a:path w="2902013" h="1628694">
                  <a:moveTo>
                    <a:pt x="0" y="0"/>
                  </a:moveTo>
                  <a:lnTo>
                    <a:pt x="36734" y="8411"/>
                  </a:lnTo>
                  <a:lnTo>
                    <a:pt x="73468" y="17126"/>
                  </a:lnTo>
                  <a:lnTo>
                    <a:pt x="110203" y="26151"/>
                  </a:lnTo>
                  <a:lnTo>
                    <a:pt x="146937" y="35496"/>
                  </a:lnTo>
                  <a:lnTo>
                    <a:pt x="183671" y="45168"/>
                  </a:lnTo>
                  <a:lnTo>
                    <a:pt x="220406" y="55176"/>
                  </a:lnTo>
                  <a:lnTo>
                    <a:pt x="257140" y="65528"/>
                  </a:lnTo>
                  <a:lnTo>
                    <a:pt x="293874" y="76231"/>
                  </a:lnTo>
                  <a:lnTo>
                    <a:pt x="330609" y="87294"/>
                  </a:lnTo>
                  <a:lnTo>
                    <a:pt x="367343" y="98725"/>
                  </a:lnTo>
                  <a:lnTo>
                    <a:pt x="404077" y="110531"/>
                  </a:lnTo>
                  <a:lnTo>
                    <a:pt x="440812" y="122719"/>
                  </a:lnTo>
                  <a:lnTo>
                    <a:pt x="477546" y="135298"/>
                  </a:lnTo>
                  <a:lnTo>
                    <a:pt x="514280" y="148273"/>
                  </a:lnTo>
                  <a:lnTo>
                    <a:pt x="551015" y="161652"/>
                  </a:lnTo>
                  <a:lnTo>
                    <a:pt x="587749" y="175441"/>
                  </a:lnTo>
                  <a:lnTo>
                    <a:pt x="624483" y="189645"/>
                  </a:lnTo>
                  <a:lnTo>
                    <a:pt x="661218" y="204271"/>
                  </a:lnTo>
                  <a:lnTo>
                    <a:pt x="697952" y="219323"/>
                  </a:lnTo>
                  <a:lnTo>
                    <a:pt x="734686" y="234806"/>
                  </a:lnTo>
                  <a:lnTo>
                    <a:pt x="771421" y="250723"/>
                  </a:lnTo>
                  <a:lnTo>
                    <a:pt x="808155" y="267079"/>
                  </a:lnTo>
                  <a:lnTo>
                    <a:pt x="844890" y="283876"/>
                  </a:lnTo>
                  <a:lnTo>
                    <a:pt x="881624" y="301116"/>
                  </a:lnTo>
                  <a:lnTo>
                    <a:pt x="918358" y="318800"/>
                  </a:lnTo>
                  <a:lnTo>
                    <a:pt x="955093" y="336930"/>
                  </a:lnTo>
                  <a:lnTo>
                    <a:pt x="991827" y="355504"/>
                  </a:lnTo>
                  <a:lnTo>
                    <a:pt x="1028561" y="374522"/>
                  </a:lnTo>
                  <a:lnTo>
                    <a:pt x="1065296" y="393982"/>
                  </a:lnTo>
                  <a:lnTo>
                    <a:pt x="1102030" y="413882"/>
                  </a:lnTo>
                  <a:lnTo>
                    <a:pt x="1138764" y="434216"/>
                  </a:lnTo>
                  <a:lnTo>
                    <a:pt x="1175499" y="454982"/>
                  </a:lnTo>
                  <a:lnTo>
                    <a:pt x="1212233" y="476172"/>
                  </a:lnTo>
                  <a:lnTo>
                    <a:pt x="1248967" y="497780"/>
                  </a:lnTo>
                  <a:lnTo>
                    <a:pt x="1285702" y="519798"/>
                  </a:lnTo>
                  <a:lnTo>
                    <a:pt x="1322436" y="542217"/>
                  </a:lnTo>
                  <a:lnTo>
                    <a:pt x="1359170" y="565028"/>
                  </a:lnTo>
                  <a:lnTo>
                    <a:pt x="1395905" y="588219"/>
                  </a:lnTo>
                  <a:lnTo>
                    <a:pt x="1432639" y="611778"/>
                  </a:lnTo>
                  <a:lnTo>
                    <a:pt x="1469373" y="635691"/>
                  </a:lnTo>
                  <a:lnTo>
                    <a:pt x="1506108" y="659946"/>
                  </a:lnTo>
                  <a:lnTo>
                    <a:pt x="1542842" y="684525"/>
                  </a:lnTo>
                  <a:lnTo>
                    <a:pt x="1579576" y="709413"/>
                  </a:lnTo>
                  <a:lnTo>
                    <a:pt x="1616311" y="734593"/>
                  </a:lnTo>
                  <a:lnTo>
                    <a:pt x="1653045" y="760047"/>
                  </a:lnTo>
                  <a:lnTo>
                    <a:pt x="1689780" y="785754"/>
                  </a:lnTo>
                  <a:lnTo>
                    <a:pt x="1726514" y="811696"/>
                  </a:lnTo>
                  <a:lnTo>
                    <a:pt x="1763248" y="837850"/>
                  </a:lnTo>
                  <a:lnTo>
                    <a:pt x="1799983" y="864197"/>
                  </a:lnTo>
                  <a:lnTo>
                    <a:pt x="1836717" y="890713"/>
                  </a:lnTo>
                  <a:lnTo>
                    <a:pt x="1873451" y="917376"/>
                  </a:lnTo>
                  <a:lnTo>
                    <a:pt x="1910186" y="944162"/>
                  </a:lnTo>
                  <a:lnTo>
                    <a:pt x="1946920" y="971047"/>
                  </a:lnTo>
                  <a:lnTo>
                    <a:pt x="1983654" y="998008"/>
                  </a:lnTo>
                  <a:lnTo>
                    <a:pt x="2020389" y="1025020"/>
                  </a:lnTo>
                  <a:lnTo>
                    <a:pt x="2057123" y="1052059"/>
                  </a:lnTo>
                  <a:lnTo>
                    <a:pt x="2093857" y="1079099"/>
                  </a:lnTo>
                  <a:lnTo>
                    <a:pt x="2130592" y="1106116"/>
                  </a:lnTo>
                  <a:lnTo>
                    <a:pt x="2167326" y="1133085"/>
                  </a:lnTo>
                  <a:lnTo>
                    <a:pt x="2204060" y="1159982"/>
                  </a:lnTo>
                  <a:lnTo>
                    <a:pt x="2240795" y="1186783"/>
                  </a:lnTo>
                  <a:lnTo>
                    <a:pt x="2277529" y="1213463"/>
                  </a:lnTo>
                  <a:lnTo>
                    <a:pt x="2314263" y="1240000"/>
                  </a:lnTo>
                  <a:lnTo>
                    <a:pt x="2350998" y="1266371"/>
                  </a:lnTo>
                  <a:lnTo>
                    <a:pt x="2387732" y="1292552"/>
                  </a:lnTo>
                  <a:lnTo>
                    <a:pt x="2424467" y="1318524"/>
                  </a:lnTo>
                  <a:lnTo>
                    <a:pt x="2461201" y="1344263"/>
                  </a:lnTo>
                  <a:lnTo>
                    <a:pt x="2497935" y="1369752"/>
                  </a:lnTo>
                  <a:lnTo>
                    <a:pt x="2534670" y="1394969"/>
                  </a:lnTo>
                  <a:lnTo>
                    <a:pt x="2571404" y="1419897"/>
                  </a:lnTo>
                  <a:lnTo>
                    <a:pt x="2608138" y="1444519"/>
                  </a:lnTo>
                  <a:lnTo>
                    <a:pt x="2644873" y="1468817"/>
                  </a:lnTo>
                  <a:lnTo>
                    <a:pt x="2681607" y="1492777"/>
                  </a:lnTo>
                  <a:lnTo>
                    <a:pt x="2718341" y="1516384"/>
                  </a:lnTo>
                  <a:lnTo>
                    <a:pt x="2755076" y="1539625"/>
                  </a:lnTo>
                  <a:lnTo>
                    <a:pt x="2791810" y="1562487"/>
                  </a:lnTo>
                  <a:lnTo>
                    <a:pt x="2828544" y="1584959"/>
                  </a:lnTo>
                  <a:lnTo>
                    <a:pt x="2865279" y="1607031"/>
                  </a:lnTo>
                  <a:lnTo>
                    <a:pt x="2902013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1" name="pl212">
              <a:extLst>
                <a:ext uri="{FF2B5EF4-FFF2-40B4-BE49-F238E27FC236}">
                  <a16:creationId xmlns:a16="http://schemas.microsoft.com/office/drawing/2014/main" id="{504F6921-6182-AF42-C6EC-385769FCC524}"/>
                </a:ext>
              </a:extLst>
            </p:cNvPr>
            <p:cNvSpPr/>
            <p:nvPr/>
          </p:nvSpPr>
          <p:spPr>
            <a:xfrm>
              <a:off x="5776334" y="902439"/>
              <a:ext cx="1695688" cy="420011"/>
            </a:xfrm>
            <a:custGeom>
              <a:avLst/>
              <a:gdLst/>
              <a:ahLst/>
              <a:cxnLst/>
              <a:rect l="0" t="0" r="0" b="0"/>
              <a:pathLst>
                <a:path w="2465765" h="613155">
                  <a:moveTo>
                    <a:pt x="0" y="0"/>
                  </a:moveTo>
                  <a:lnTo>
                    <a:pt x="31212" y="4294"/>
                  </a:lnTo>
                  <a:lnTo>
                    <a:pt x="62424" y="8660"/>
                  </a:lnTo>
                  <a:lnTo>
                    <a:pt x="93636" y="13098"/>
                  </a:lnTo>
                  <a:lnTo>
                    <a:pt x="124848" y="17611"/>
                  </a:lnTo>
                  <a:lnTo>
                    <a:pt x="156061" y="22198"/>
                  </a:lnTo>
                  <a:lnTo>
                    <a:pt x="187273" y="26860"/>
                  </a:lnTo>
                  <a:lnTo>
                    <a:pt x="218485" y="31599"/>
                  </a:lnTo>
                  <a:lnTo>
                    <a:pt x="249697" y="36415"/>
                  </a:lnTo>
                  <a:lnTo>
                    <a:pt x="280909" y="41309"/>
                  </a:lnTo>
                  <a:lnTo>
                    <a:pt x="312122" y="46282"/>
                  </a:lnTo>
                  <a:lnTo>
                    <a:pt x="343334" y="51335"/>
                  </a:lnTo>
                  <a:lnTo>
                    <a:pt x="374546" y="56468"/>
                  </a:lnTo>
                  <a:lnTo>
                    <a:pt x="405758" y="61683"/>
                  </a:lnTo>
                  <a:lnTo>
                    <a:pt x="436971" y="66980"/>
                  </a:lnTo>
                  <a:lnTo>
                    <a:pt x="468183" y="72361"/>
                  </a:lnTo>
                  <a:lnTo>
                    <a:pt x="499395" y="77826"/>
                  </a:lnTo>
                  <a:lnTo>
                    <a:pt x="530607" y="83375"/>
                  </a:lnTo>
                  <a:lnTo>
                    <a:pt x="561819" y="89010"/>
                  </a:lnTo>
                  <a:lnTo>
                    <a:pt x="593032" y="94732"/>
                  </a:lnTo>
                  <a:lnTo>
                    <a:pt x="624244" y="100541"/>
                  </a:lnTo>
                  <a:lnTo>
                    <a:pt x="655456" y="106438"/>
                  </a:lnTo>
                  <a:lnTo>
                    <a:pt x="686668" y="112424"/>
                  </a:lnTo>
                  <a:lnTo>
                    <a:pt x="717880" y="118500"/>
                  </a:lnTo>
                  <a:lnTo>
                    <a:pt x="749093" y="124666"/>
                  </a:lnTo>
                  <a:lnTo>
                    <a:pt x="780305" y="130923"/>
                  </a:lnTo>
                  <a:lnTo>
                    <a:pt x="811517" y="137271"/>
                  </a:lnTo>
                  <a:lnTo>
                    <a:pt x="842729" y="143713"/>
                  </a:lnTo>
                  <a:lnTo>
                    <a:pt x="873942" y="150247"/>
                  </a:lnTo>
                  <a:lnTo>
                    <a:pt x="905154" y="156875"/>
                  </a:lnTo>
                  <a:lnTo>
                    <a:pt x="936366" y="163597"/>
                  </a:lnTo>
                  <a:lnTo>
                    <a:pt x="967578" y="170415"/>
                  </a:lnTo>
                  <a:lnTo>
                    <a:pt x="998790" y="177328"/>
                  </a:lnTo>
                  <a:lnTo>
                    <a:pt x="1030003" y="184337"/>
                  </a:lnTo>
                  <a:lnTo>
                    <a:pt x="1061215" y="191443"/>
                  </a:lnTo>
                  <a:lnTo>
                    <a:pt x="1092427" y="198646"/>
                  </a:lnTo>
                  <a:lnTo>
                    <a:pt x="1123639" y="205947"/>
                  </a:lnTo>
                  <a:lnTo>
                    <a:pt x="1154851" y="213345"/>
                  </a:lnTo>
                  <a:lnTo>
                    <a:pt x="1186064" y="220843"/>
                  </a:lnTo>
                  <a:lnTo>
                    <a:pt x="1217276" y="228439"/>
                  </a:lnTo>
                  <a:lnTo>
                    <a:pt x="1248488" y="236135"/>
                  </a:lnTo>
                  <a:lnTo>
                    <a:pt x="1279700" y="243930"/>
                  </a:lnTo>
                  <a:lnTo>
                    <a:pt x="1310913" y="251825"/>
                  </a:lnTo>
                  <a:lnTo>
                    <a:pt x="1342125" y="259821"/>
                  </a:lnTo>
                  <a:lnTo>
                    <a:pt x="1373337" y="267916"/>
                  </a:lnTo>
                  <a:lnTo>
                    <a:pt x="1404549" y="276113"/>
                  </a:lnTo>
                  <a:lnTo>
                    <a:pt x="1435761" y="284410"/>
                  </a:lnTo>
                  <a:lnTo>
                    <a:pt x="1466974" y="292808"/>
                  </a:lnTo>
                  <a:lnTo>
                    <a:pt x="1498186" y="301307"/>
                  </a:lnTo>
                  <a:lnTo>
                    <a:pt x="1529398" y="309907"/>
                  </a:lnTo>
                  <a:lnTo>
                    <a:pt x="1560610" y="318609"/>
                  </a:lnTo>
                  <a:lnTo>
                    <a:pt x="1591822" y="327411"/>
                  </a:lnTo>
                  <a:lnTo>
                    <a:pt x="1623035" y="336314"/>
                  </a:lnTo>
                  <a:lnTo>
                    <a:pt x="1654247" y="345317"/>
                  </a:lnTo>
                  <a:lnTo>
                    <a:pt x="1685459" y="354421"/>
                  </a:lnTo>
                  <a:lnTo>
                    <a:pt x="1716671" y="363626"/>
                  </a:lnTo>
                  <a:lnTo>
                    <a:pt x="1747884" y="372930"/>
                  </a:lnTo>
                  <a:lnTo>
                    <a:pt x="1779096" y="382335"/>
                  </a:lnTo>
                  <a:lnTo>
                    <a:pt x="1810308" y="391838"/>
                  </a:lnTo>
                  <a:lnTo>
                    <a:pt x="1841520" y="401441"/>
                  </a:lnTo>
                  <a:lnTo>
                    <a:pt x="1872732" y="411142"/>
                  </a:lnTo>
                  <a:lnTo>
                    <a:pt x="1903945" y="420941"/>
                  </a:lnTo>
                  <a:lnTo>
                    <a:pt x="1935157" y="430837"/>
                  </a:lnTo>
                  <a:lnTo>
                    <a:pt x="1966369" y="440830"/>
                  </a:lnTo>
                  <a:lnTo>
                    <a:pt x="1997581" y="450919"/>
                  </a:lnTo>
                  <a:lnTo>
                    <a:pt x="2028793" y="461104"/>
                  </a:lnTo>
                  <a:lnTo>
                    <a:pt x="2060006" y="471383"/>
                  </a:lnTo>
                  <a:lnTo>
                    <a:pt x="2091218" y="481755"/>
                  </a:lnTo>
                  <a:lnTo>
                    <a:pt x="2122430" y="492221"/>
                  </a:lnTo>
                  <a:lnTo>
                    <a:pt x="2153642" y="502778"/>
                  </a:lnTo>
                  <a:lnTo>
                    <a:pt x="2184855" y="513426"/>
                  </a:lnTo>
                  <a:lnTo>
                    <a:pt x="2216067" y="524164"/>
                  </a:lnTo>
                  <a:lnTo>
                    <a:pt x="2247279" y="534991"/>
                  </a:lnTo>
                  <a:lnTo>
                    <a:pt x="2278491" y="545905"/>
                  </a:lnTo>
                  <a:lnTo>
                    <a:pt x="2309703" y="556906"/>
                  </a:lnTo>
                  <a:lnTo>
                    <a:pt x="2340916" y="567991"/>
                  </a:lnTo>
                  <a:lnTo>
                    <a:pt x="2372128" y="579160"/>
                  </a:lnTo>
                  <a:lnTo>
                    <a:pt x="2403340" y="590412"/>
                  </a:lnTo>
                  <a:lnTo>
                    <a:pt x="2434552" y="601744"/>
                  </a:lnTo>
                  <a:lnTo>
                    <a:pt x="24657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2" name="pl213">
              <a:extLst>
                <a:ext uri="{FF2B5EF4-FFF2-40B4-BE49-F238E27FC236}">
                  <a16:creationId xmlns:a16="http://schemas.microsoft.com/office/drawing/2014/main" id="{0551BF57-A521-9C4A-EAED-222E84BD557B}"/>
                </a:ext>
              </a:extLst>
            </p:cNvPr>
            <p:cNvSpPr/>
            <p:nvPr/>
          </p:nvSpPr>
          <p:spPr>
            <a:xfrm>
              <a:off x="5809741" y="744935"/>
              <a:ext cx="1668914" cy="721895"/>
            </a:xfrm>
            <a:custGeom>
              <a:avLst/>
              <a:gdLst/>
              <a:ahLst/>
              <a:cxnLst/>
              <a:rect l="0" t="0" r="0" b="0"/>
              <a:pathLst>
                <a:path w="2426833" h="1053861">
                  <a:moveTo>
                    <a:pt x="0" y="0"/>
                  </a:moveTo>
                  <a:lnTo>
                    <a:pt x="30719" y="0"/>
                  </a:lnTo>
                  <a:lnTo>
                    <a:pt x="61438" y="0"/>
                  </a:lnTo>
                  <a:lnTo>
                    <a:pt x="92158" y="0"/>
                  </a:lnTo>
                  <a:lnTo>
                    <a:pt x="122877" y="0"/>
                  </a:lnTo>
                  <a:lnTo>
                    <a:pt x="153597" y="0"/>
                  </a:lnTo>
                  <a:lnTo>
                    <a:pt x="184316" y="0"/>
                  </a:lnTo>
                  <a:lnTo>
                    <a:pt x="215035" y="0"/>
                  </a:lnTo>
                  <a:lnTo>
                    <a:pt x="245755" y="0"/>
                  </a:lnTo>
                  <a:lnTo>
                    <a:pt x="276474" y="0"/>
                  </a:lnTo>
                  <a:lnTo>
                    <a:pt x="307194" y="0"/>
                  </a:lnTo>
                  <a:lnTo>
                    <a:pt x="337913" y="0"/>
                  </a:lnTo>
                  <a:lnTo>
                    <a:pt x="368632" y="0"/>
                  </a:lnTo>
                  <a:lnTo>
                    <a:pt x="399352" y="0"/>
                  </a:lnTo>
                  <a:lnTo>
                    <a:pt x="430071" y="0"/>
                  </a:lnTo>
                  <a:lnTo>
                    <a:pt x="460791" y="0"/>
                  </a:lnTo>
                  <a:lnTo>
                    <a:pt x="491510" y="0"/>
                  </a:lnTo>
                  <a:lnTo>
                    <a:pt x="522229" y="0"/>
                  </a:lnTo>
                  <a:lnTo>
                    <a:pt x="552949" y="0"/>
                  </a:lnTo>
                  <a:lnTo>
                    <a:pt x="583668" y="0"/>
                  </a:lnTo>
                  <a:lnTo>
                    <a:pt x="614388" y="1"/>
                  </a:lnTo>
                  <a:lnTo>
                    <a:pt x="645107" y="1"/>
                  </a:lnTo>
                  <a:lnTo>
                    <a:pt x="675827" y="1"/>
                  </a:lnTo>
                  <a:lnTo>
                    <a:pt x="706546" y="2"/>
                  </a:lnTo>
                  <a:lnTo>
                    <a:pt x="737265" y="2"/>
                  </a:lnTo>
                  <a:lnTo>
                    <a:pt x="767985" y="3"/>
                  </a:lnTo>
                  <a:lnTo>
                    <a:pt x="798704" y="4"/>
                  </a:lnTo>
                  <a:lnTo>
                    <a:pt x="829424" y="5"/>
                  </a:lnTo>
                  <a:lnTo>
                    <a:pt x="860143" y="7"/>
                  </a:lnTo>
                  <a:lnTo>
                    <a:pt x="890862" y="9"/>
                  </a:lnTo>
                  <a:lnTo>
                    <a:pt x="921582" y="11"/>
                  </a:lnTo>
                  <a:lnTo>
                    <a:pt x="952301" y="15"/>
                  </a:lnTo>
                  <a:lnTo>
                    <a:pt x="983021" y="19"/>
                  </a:lnTo>
                  <a:lnTo>
                    <a:pt x="1013740" y="24"/>
                  </a:lnTo>
                  <a:lnTo>
                    <a:pt x="1044459" y="31"/>
                  </a:lnTo>
                  <a:lnTo>
                    <a:pt x="1075179" y="40"/>
                  </a:lnTo>
                  <a:lnTo>
                    <a:pt x="1105898" y="51"/>
                  </a:lnTo>
                  <a:lnTo>
                    <a:pt x="1136618" y="65"/>
                  </a:lnTo>
                  <a:lnTo>
                    <a:pt x="1167337" y="83"/>
                  </a:lnTo>
                  <a:lnTo>
                    <a:pt x="1198057" y="106"/>
                  </a:lnTo>
                  <a:lnTo>
                    <a:pt x="1228776" y="136"/>
                  </a:lnTo>
                  <a:lnTo>
                    <a:pt x="1259495" y="173"/>
                  </a:lnTo>
                  <a:lnTo>
                    <a:pt x="1290215" y="221"/>
                  </a:lnTo>
                  <a:lnTo>
                    <a:pt x="1320934" y="282"/>
                  </a:lnTo>
                  <a:lnTo>
                    <a:pt x="1351654" y="360"/>
                  </a:lnTo>
                  <a:lnTo>
                    <a:pt x="1382373" y="459"/>
                  </a:lnTo>
                  <a:lnTo>
                    <a:pt x="1413092" y="586"/>
                  </a:lnTo>
                  <a:lnTo>
                    <a:pt x="1443812" y="748"/>
                  </a:lnTo>
                  <a:lnTo>
                    <a:pt x="1474531" y="954"/>
                  </a:lnTo>
                  <a:lnTo>
                    <a:pt x="1505251" y="1216"/>
                  </a:lnTo>
                  <a:lnTo>
                    <a:pt x="1535970" y="1552"/>
                  </a:lnTo>
                  <a:lnTo>
                    <a:pt x="1566689" y="1979"/>
                  </a:lnTo>
                  <a:lnTo>
                    <a:pt x="1597409" y="2524"/>
                  </a:lnTo>
                  <a:lnTo>
                    <a:pt x="1628128" y="3219"/>
                  </a:lnTo>
                  <a:lnTo>
                    <a:pt x="1658848" y="4105"/>
                  </a:lnTo>
                  <a:lnTo>
                    <a:pt x="1689567" y="5234"/>
                  </a:lnTo>
                  <a:lnTo>
                    <a:pt x="1720286" y="6673"/>
                  </a:lnTo>
                  <a:lnTo>
                    <a:pt x="1751006" y="8505"/>
                  </a:lnTo>
                  <a:lnTo>
                    <a:pt x="1781725" y="10840"/>
                  </a:lnTo>
                  <a:lnTo>
                    <a:pt x="1812445" y="13811"/>
                  </a:lnTo>
                  <a:lnTo>
                    <a:pt x="1843164" y="17591"/>
                  </a:lnTo>
                  <a:lnTo>
                    <a:pt x="1873884" y="22396"/>
                  </a:lnTo>
                  <a:lnTo>
                    <a:pt x="1904603" y="28498"/>
                  </a:lnTo>
                  <a:lnTo>
                    <a:pt x="1935322" y="36240"/>
                  </a:lnTo>
                  <a:lnTo>
                    <a:pt x="1966042" y="46046"/>
                  </a:lnTo>
                  <a:lnTo>
                    <a:pt x="1996761" y="58443"/>
                  </a:lnTo>
                  <a:lnTo>
                    <a:pt x="2027481" y="74078"/>
                  </a:lnTo>
                  <a:lnTo>
                    <a:pt x="2058200" y="93737"/>
                  </a:lnTo>
                  <a:lnTo>
                    <a:pt x="2088919" y="118361"/>
                  </a:lnTo>
                  <a:lnTo>
                    <a:pt x="2119639" y="149059"/>
                  </a:lnTo>
                  <a:lnTo>
                    <a:pt x="2150358" y="187100"/>
                  </a:lnTo>
                  <a:lnTo>
                    <a:pt x="2181078" y="233896"/>
                  </a:lnTo>
                  <a:lnTo>
                    <a:pt x="2211797" y="290941"/>
                  </a:lnTo>
                  <a:lnTo>
                    <a:pt x="2242516" y="359720"/>
                  </a:lnTo>
                  <a:lnTo>
                    <a:pt x="2273236" y="441550"/>
                  </a:lnTo>
                  <a:lnTo>
                    <a:pt x="2303955" y="537384"/>
                  </a:lnTo>
                  <a:lnTo>
                    <a:pt x="2334675" y="647566"/>
                  </a:lnTo>
                  <a:lnTo>
                    <a:pt x="2365394" y="771588"/>
                  </a:lnTo>
                  <a:lnTo>
                    <a:pt x="2396114" y="907903"/>
                  </a:lnTo>
                  <a:lnTo>
                    <a:pt x="242683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3" name="pl214">
              <a:extLst>
                <a:ext uri="{FF2B5EF4-FFF2-40B4-BE49-F238E27FC236}">
                  <a16:creationId xmlns:a16="http://schemas.microsoft.com/office/drawing/2014/main" id="{CEA61AD8-3BAD-041F-A85F-40C8C7A2CBED}"/>
                </a:ext>
              </a:extLst>
            </p:cNvPr>
            <p:cNvSpPr/>
            <p:nvPr/>
          </p:nvSpPr>
          <p:spPr>
            <a:xfrm>
              <a:off x="5040527" y="1899967"/>
              <a:ext cx="2226682" cy="577516"/>
            </a:xfrm>
            <a:custGeom>
              <a:avLst/>
              <a:gdLst/>
              <a:ahLst/>
              <a:cxnLst/>
              <a:rect l="0" t="0" r="0" b="0"/>
              <a:pathLst>
                <a:path w="3237905" h="843089">
                  <a:moveTo>
                    <a:pt x="0" y="0"/>
                  </a:moveTo>
                  <a:lnTo>
                    <a:pt x="40986" y="128545"/>
                  </a:lnTo>
                  <a:lnTo>
                    <a:pt x="81972" y="244450"/>
                  </a:lnTo>
                  <a:lnTo>
                    <a:pt x="122958" y="346697"/>
                  </a:lnTo>
                  <a:lnTo>
                    <a:pt x="163944" y="435169"/>
                  </a:lnTo>
                  <a:lnTo>
                    <a:pt x="204930" y="510454"/>
                  </a:lnTo>
                  <a:lnTo>
                    <a:pt x="245916" y="573609"/>
                  </a:lnTo>
                  <a:lnTo>
                    <a:pt x="286902" y="625959"/>
                  </a:lnTo>
                  <a:lnTo>
                    <a:pt x="327889" y="668922"/>
                  </a:lnTo>
                  <a:lnTo>
                    <a:pt x="368875" y="703897"/>
                  </a:lnTo>
                  <a:lnTo>
                    <a:pt x="409861" y="732179"/>
                  </a:lnTo>
                  <a:lnTo>
                    <a:pt x="450847" y="754926"/>
                  </a:lnTo>
                  <a:lnTo>
                    <a:pt x="491833" y="773143"/>
                  </a:lnTo>
                  <a:lnTo>
                    <a:pt x="532819" y="787681"/>
                  </a:lnTo>
                  <a:lnTo>
                    <a:pt x="573805" y="799251"/>
                  </a:lnTo>
                  <a:lnTo>
                    <a:pt x="614792" y="808439"/>
                  </a:lnTo>
                  <a:lnTo>
                    <a:pt x="655778" y="815723"/>
                  </a:lnTo>
                  <a:lnTo>
                    <a:pt x="696764" y="821489"/>
                  </a:lnTo>
                  <a:lnTo>
                    <a:pt x="737750" y="826048"/>
                  </a:lnTo>
                  <a:lnTo>
                    <a:pt x="778736" y="829650"/>
                  </a:lnTo>
                  <a:lnTo>
                    <a:pt x="819722" y="832494"/>
                  </a:lnTo>
                  <a:lnTo>
                    <a:pt x="860708" y="834738"/>
                  </a:lnTo>
                  <a:lnTo>
                    <a:pt x="901695" y="836508"/>
                  </a:lnTo>
                  <a:lnTo>
                    <a:pt x="942681" y="837903"/>
                  </a:lnTo>
                  <a:lnTo>
                    <a:pt x="983667" y="839003"/>
                  </a:lnTo>
                  <a:lnTo>
                    <a:pt x="1024653" y="839870"/>
                  </a:lnTo>
                  <a:lnTo>
                    <a:pt x="1065639" y="840554"/>
                  </a:lnTo>
                  <a:lnTo>
                    <a:pt x="1106625" y="841092"/>
                  </a:lnTo>
                  <a:lnTo>
                    <a:pt x="1147611" y="841516"/>
                  </a:lnTo>
                  <a:lnTo>
                    <a:pt x="1188598" y="841850"/>
                  </a:lnTo>
                  <a:lnTo>
                    <a:pt x="1229584" y="842113"/>
                  </a:lnTo>
                  <a:lnTo>
                    <a:pt x="1270570" y="842320"/>
                  </a:lnTo>
                  <a:lnTo>
                    <a:pt x="1311556" y="842484"/>
                  </a:lnTo>
                  <a:lnTo>
                    <a:pt x="1352542" y="842612"/>
                  </a:lnTo>
                  <a:lnTo>
                    <a:pt x="1393528" y="842713"/>
                  </a:lnTo>
                  <a:lnTo>
                    <a:pt x="1434514" y="842793"/>
                  </a:lnTo>
                  <a:lnTo>
                    <a:pt x="1475501" y="842856"/>
                  </a:lnTo>
                  <a:lnTo>
                    <a:pt x="1516487" y="842905"/>
                  </a:lnTo>
                  <a:lnTo>
                    <a:pt x="1557473" y="842944"/>
                  </a:lnTo>
                  <a:lnTo>
                    <a:pt x="1598459" y="842975"/>
                  </a:lnTo>
                  <a:lnTo>
                    <a:pt x="1639445" y="842999"/>
                  </a:lnTo>
                  <a:lnTo>
                    <a:pt x="1680431" y="843018"/>
                  </a:lnTo>
                  <a:lnTo>
                    <a:pt x="1721417" y="843033"/>
                  </a:lnTo>
                  <a:lnTo>
                    <a:pt x="1762404" y="843045"/>
                  </a:lnTo>
                  <a:lnTo>
                    <a:pt x="1803390" y="843054"/>
                  </a:lnTo>
                  <a:lnTo>
                    <a:pt x="1844376" y="843062"/>
                  </a:lnTo>
                  <a:lnTo>
                    <a:pt x="1885362" y="843067"/>
                  </a:lnTo>
                  <a:lnTo>
                    <a:pt x="1926348" y="843072"/>
                  </a:lnTo>
                  <a:lnTo>
                    <a:pt x="1967334" y="843075"/>
                  </a:lnTo>
                  <a:lnTo>
                    <a:pt x="2008320" y="843078"/>
                  </a:lnTo>
                  <a:lnTo>
                    <a:pt x="2049307" y="843080"/>
                  </a:lnTo>
                  <a:lnTo>
                    <a:pt x="2090293" y="843082"/>
                  </a:lnTo>
                  <a:lnTo>
                    <a:pt x="2131279" y="843084"/>
                  </a:lnTo>
                  <a:lnTo>
                    <a:pt x="2172265" y="843085"/>
                  </a:lnTo>
                  <a:lnTo>
                    <a:pt x="2213251" y="843085"/>
                  </a:lnTo>
                  <a:lnTo>
                    <a:pt x="2254237" y="843086"/>
                  </a:lnTo>
                  <a:lnTo>
                    <a:pt x="2295223" y="843087"/>
                  </a:lnTo>
                  <a:lnTo>
                    <a:pt x="2336210" y="843087"/>
                  </a:lnTo>
                  <a:lnTo>
                    <a:pt x="2377196" y="843087"/>
                  </a:lnTo>
                  <a:lnTo>
                    <a:pt x="2418182" y="843088"/>
                  </a:lnTo>
                  <a:lnTo>
                    <a:pt x="2459168" y="843088"/>
                  </a:lnTo>
                  <a:lnTo>
                    <a:pt x="2500154" y="843088"/>
                  </a:lnTo>
                  <a:lnTo>
                    <a:pt x="2541140" y="843088"/>
                  </a:lnTo>
                  <a:lnTo>
                    <a:pt x="2582126" y="843088"/>
                  </a:lnTo>
                  <a:lnTo>
                    <a:pt x="2623112" y="843088"/>
                  </a:lnTo>
                  <a:lnTo>
                    <a:pt x="2664099" y="843088"/>
                  </a:lnTo>
                  <a:lnTo>
                    <a:pt x="2705085" y="843088"/>
                  </a:lnTo>
                  <a:lnTo>
                    <a:pt x="2746071" y="843089"/>
                  </a:lnTo>
                  <a:lnTo>
                    <a:pt x="2787057" y="843089"/>
                  </a:lnTo>
                  <a:lnTo>
                    <a:pt x="2828043" y="843089"/>
                  </a:lnTo>
                  <a:lnTo>
                    <a:pt x="2869029" y="843089"/>
                  </a:lnTo>
                  <a:lnTo>
                    <a:pt x="2910015" y="843089"/>
                  </a:lnTo>
                  <a:lnTo>
                    <a:pt x="2951002" y="843089"/>
                  </a:lnTo>
                  <a:lnTo>
                    <a:pt x="2991988" y="843089"/>
                  </a:lnTo>
                  <a:lnTo>
                    <a:pt x="3032974" y="843089"/>
                  </a:lnTo>
                  <a:lnTo>
                    <a:pt x="3073960" y="843089"/>
                  </a:lnTo>
                  <a:lnTo>
                    <a:pt x="3114946" y="843089"/>
                  </a:lnTo>
                  <a:lnTo>
                    <a:pt x="3155932" y="843089"/>
                  </a:lnTo>
                  <a:lnTo>
                    <a:pt x="3196918" y="843089"/>
                  </a:lnTo>
                  <a:lnTo>
                    <a:pt x="3237905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4" name="pl215">
              <a:extLst>
                <a:ext uri="{FF2B5EF4-FFF2-40B4-BE49-F238E27FC236}">
                  <a16:creationId xmlns:a16="http://schemas.microsoft.com/office/drawing/2014/main" id="{09878E40-D17B-1D91-F0B6-BB3880E9F4EB}"/>
                </a:ext>
              </a:extLst>
            </p:cNvPr>
            <p:cNvSpPr/>
            <p:nvPr/>
          </p:nvSpPr>
          <p:spPr>
            <a:xfrm>
              <a:off x="4775724" y="1322451"/>
              <a:ext cx="2214673" cy="866274"/>
            </a:xfrm>
            <a:custGeom>
              <a:avLst/>
              <a:gdLst/>
              <a:ahLst/>
              <a:cxnLst/>
              <a:rect l="0" t="0" r="0" b="0"/>
              <a:pathLst>
                <a:path w="3220442" h="1264633">
                  <a:moveTo>
                    <a:pt x="0" y="0"/>
                  </a:moveTo>
                  <a:lnTo>
                    <a:pt x="40765" y="16460"/>
                  </a:lnTo>
                  <a:lnTo>
                    <a:pt x="81530" y="33076"/>
                  </a:lnTo>
                  <a:lnTo>
                    <a:pt x="122295" y="49841"/>
                  </a:lnTo>
                  <a:lnTo>
                    <a:pt x="163060" y="66750"/>
                  </a:lnTo>
                  <a:lnTo>
                    <a:pt x="203825" y="83797"/>
                  </a:lnTo>
                  <a:lnTo>
                    <a:pt x="244590" y="100978"/>
                  </a:lnTo>
                  <a:lnTo>
                    <a:pt x="285355" y="118287"/>
                  </a:lnTo>
                  <a:lnTo>
                    <a:pt x="326120" y="135717"/>
                  </a:lnTo>
                  <a:lnTo>
                    <a:pt x="366885" y="153262"/>
                  </a:lnTo>
                  <a:lnTo>
                    <a:pt x="407650" y="170915"/>
                  </a:lnTo>
                  <a:lnTo>
                    <a:pt x="448416" y="188671"/>
                  </a:lnTo>
                  <a:lnTo>
                    <a:pt x="489181" y="206523"/>
                  </a:lnTo>
                  <a:lnTo>
                    <a:pt x="529946" y="224463"/>
                  </a:lnTo>
                  <a:lnTo>
                    <a:pt x="570711" y="242485"/>
                  </a:lnTo>
                  <a:lnTo>
                    <a:pt x="611476" y="260582"/>
                  </a:lnTo>
                  <a:lnTo>
                    <a:pt x="652241" y="278746"/>
                  </a:lnTo>
                  <a:lnTo>
                    <a:pt x="693006" y="296969"/>
                  </a:lnTo>
                  <a:lnTo>
                    <a:pt x="733771" y="315245"/>
                  </a:lnTo>
                  <a:lnTo>
                    <a:pt x="774536" y="333566"/>
                  </a:lnTo>
                  <a:lnTo>
                    <a:pt x="815301" y="351924"/>
                  </a:lnTo>
                  <a:lnTo>
                    <a:pt x="856067" y="370312"/>
                  </a:lnTo>
                  <a:lnTo>
                    <a:pt x="896832" y="388721"/>
                  </a:lnTo>
                  <a:lnTo>
                    <a:pt x="937597" y="407144"/>
                  </a:lnTo>
                  <a:lnTo>
                    <a:pt x="978362" y="425573"/>
                  </a:lnTo>
                  <a:lnTo>
                    <a:pt x="1019127" y="444001"/>
                  </a:lnTo>
                  <a:lnTo>
                    <a:pt x="1059892" y="462419"/>
                  </a:lnTo>
                  <a:lnTo>
                    <a:pt x="1100657" y="480820"/>
                  </a:lnTo>
                  <a:lnTo>
                    <a:pt x="1141422" y="499195"/>
                  </a:lnTo>
                  <a:lnTo>
                    <a:pt x="1182187" y="517538"/>
                  </a:lnTo>
                  <a:lnTo>
                    <a:pt x="1222952" y="535840"/>
                  </a:lnTo>
                  <a:lnTo>
                    <a:pt x="1263717" y="554094"/>
                  </a:lnTo>
                  <a:lnTo>
                    <a:pt x="1304483" y="572293"/>
                  </a:lnTo>
                  <a:lnTo>
                    <a:pt x="1345248" y="590428"/>
                  </a:lnTo>
                  <a:lnTo>
                    <a:pt x="1386013" y="608493"/>
                  </a:lnTo>
                  <a:lnTo>
                    <a:pt x="1426778" y="626480"/>
                  </a:lnTo>
                  <a:lnTo>
                    <a:pt x="1467543" y="644382"/>
                  </a:lnTo>
                  <a:lnTo>
                    <a:pt x="1508308" y="662193"/>
                  </a:lnTo>
                  <a:lnTo>
                    <a:pt x="1549073" y="679905"/>
                  </a:lnTo>
                  <a:lnTo>
                    <a:pt x="1589838" y="697512"/>
                  </a:lnTo>
                  <a:lnTo>
                    <a:pt x="1630603" y="715007"/>
                  </a:lnTo>
                  <a:lnTo>
                    <a:pt x="1671368" y="732385"/>
                  </a:lnTo>
                  <a:lnTo>
                    <a:pt x="1712134" y="749638"/>
                  </a:lnTo>
                  <a:lnTo>
                    <a:pt x="1752899" y="766762"/>
                  </a:lnTo>
                  <a:lnTo>
                    <a:pt x="1793664" y="783750"/>
                  </a:lnTo>
                  <a:lnTo>
                    <a:pt x="1834429" y="800596"/>
                  </a:lnTo>
                  <a:lnTo>
                    <a:pt x="1875194" y="817296"/>
                  </a:lnTo>
                  <a:lnTo>
                    <a:pt x="1915959" y="833845"/>
                  </a:lnTo>
                  <a:lnTo>
                    <a:pt x="1956724" y="850237"/>
                  </a:lnTo>
                  <a:lnTo>
                    <a:pt x="1997489" y="866467"/>
                  </a:lnTo>
                  <a:lnTo>
                    <a:pt x="2038254" y="882533"/>
                  </a:lnTo>
                  <a:lnTo>
                    <a:pt x="2079019" y="898428"/>
                  </a:lnTo>
                  <a:lnTo>
                    <a:pt x="2119785" y="914150"/>
                  </a:lnTo>
                  <a:lnTo>
                    <a:pt x="2160550" y="929694"/>
                  </a:lnTo>
                  <a:lnTo>
                    <a:pt x="2201315" y="945057"/>
                  </a:lnTo>
                  <a:lnTo>
                    <a:pt x="2242080" y="960236"/>
                  </a:lnTo>
                  <a:lnTo>
                    <a:pt x="2282845" y="975228"/>
                  </a:lnTo>
                  <a:lnTo>
                    <a:pt x="2323610" y="990030"/>
                  </a:lnTo>
                  <a:lnTo>
                    <a:pt x="2364375" y="1004639"/>
                  </a:lnTo>
                  <a:lnTo>
                    <a:pt x="2405140" y="1019053"/>
                  </a:lnTo>
                  <a:lnTo>
                    <a:pt x="2445905" y="1033269"/>
                  </a:lnTo>
                  <a:lnTo>
                    <a:pt x="2486670" y="1047287"/>
                  </a:lnTo>
                  <a:lnTo>
                    <a:pt x="2527435" y="1061104"/>
                  </a:lnTo>
                  <a:lnTo>
                    <a:pt x="2568201" y="1074719"/>
                  </a:lnTo>
                  <a:lnTo>
                    <a:pt x="2608966" y="1088131"/>
                  </a:lnTo>
                  <a:lnTo>
                    <a:pt x="2649731" y="1101338"/>
                  </a:lnTo>
                  <a:lnTo>
                    <a:pt x="2690496" y="1114340"/>
                  </a:lnTo>
                  <a:lnTo>
                    <a:pt x="2731261" y="1127136"/>
                  </a:lnTo>
                  <a:lnTo>
                    <a:pt x="2772026" y="1139725"/>
                  </a:lnTo>
                  <a:lnTo>
                    <a:pt x="2812791" y="1152108"/>
                  </a:lnTo>
                  <a:lnTo>
                    <a:pt x="2853556" y="1164284"/>
                  </a:lnTo>
                  <a:lnTo>
                    <a:pt x="2894321" y="1176253"/>
                  </a:lnTo>
                  <a:lnTo>
                    <a:pt x="2935086" y="1188016"/>
                  </a:lnTo>
                  <a:lnTo>
                    <a:pt x="2975852" y="1199573"/>
                  </a:lnTo>
                  <a:lnTo>
                    <a:pt x="3016617" y="1210925"/>
                  </a:lnTo>
                  <a:lnTo>
                    <a:pt x="3057382" y="1222072"/>
                  </a:lnTo>
                  <a:lnTo>
                    <a:pt x="3098147" y="1233015"/>
                  </a:lnTo>
                  <a:lnTo>
                    <a:pt x="3138912" y="1243756"/>
                  </a:lnTo>
                  <a:lnTo>
                    <a:pt x="3179677" y="1254295"/>
                  </a:lnTo>
                  <a:lnTo>
                    <a:pt x="322044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5" name="pl216">
              <a:extLst>
                <a:ext uri="{FF2B5EF4-FFF2-40B4-BE49-F238E27FC236}">
                  <a16:creationId xmlns:a16="http://schemas.microsoft.com/office/drawing/2014/main" id="{12490E50-7090-C5E4-FC9E-F3B3A91C76C1}"/>
                </a:ext>
              </a:extLst>
            </p:cNvPr>
            <p:cNvSpPr/>
            <p:nvPr/>
          </p:nvSpPr>
          <p:spPr>
            <a:xfrm>
              <a:off x="4952093" y="1611209"/>
              <a:ext cx="2225286" cy="866274"/>
            </a:xfrm>
            <a:custGeom>
              <a:avLst/>
              <a:gdLst/>
              <a:ahLst/>
              <a:cxnLst/>
              <a:rect l="0" t="0" r="0" b="0"/>
              <a:pathLst>
                <a:path w="3235875" h="1264633">
                  <a:moveTo>
                    <a:pt x="0" y="0"/>
                  </a:moveTo>
                  <a:lnTo>
                    <a:pt x="40960" y="155811"/>
                  </a:lnTo>
                  <a:lnTo>
                    <a:pt x="81920" y="306963"/>
                  </a:lnTo>
                  <a:lnTo>
                    <a:pt x="122881" y="449336"/>
                  </a:lnTo>
                  <a:lnTo>
                    <a:pt x="163841" y="579767"/>
                  </a:lnTo>
                  <a:lnTo>
                    <a:pt x="204802" y="696252"/>
                  </a:lnTo>
                  <a:lnTo>
                    <a:pt x="245762" y="797937"/>
                  </a:lnTo>
                  <a:lnTo>
                    <a:pt x="286723" y="884953"/>
                  </a:lnTo>
                  <a:lnTo>
                    <a:pt x="327683" y="958156"/>
                  </a:lnTo>
                  <a:lnTo>
                    <a:pt x="368643" y="1018858"/>
                  </a:lnTo>
                  <a:lnTo>
                    <a:pt x="409604" y="1068598"/>
                  </a:lnTo>
                  <a:lnTo>
                    <a:pt x="450564" y="1108958"/>
                  </a:lnTo>
                  <a:lnTo>
                    <a:pt x="491525" y="1141447"/>
                  </a:lnTo>
                  <a:lnTo>
                    <a:pt x="532485" y="1167434"/>
                  </a:lnTo>
                  <a:lnTo>
                    <a:pt x="573446" y="1188113"/>
                  </a:lnTo>
                  <a:lnTo>
                    <a:pt x="614406" y="1204501"/>
                  </a:lnTo>
                  <a:lnTo>
                    <a:pt x="655367" y="1217447"/>
                  </a:lnTo>
                  <a:lnTo>
                    <a:pt x="696327" y="1227647"/>
                  </a:lnTo>
                  <a:lnTo>
                    <a:pt x="737287" y="1235669"/>
                  </a:lnTo>
                  <a:lnTo>
                    <a:pt x="778248" y="1241966"/>
                  </a:lnTo>
                  <a:lnTo>
                    <a:pt x="819208" y="1246904"/>
                  </a:lnTo>
                  <a:lnTo>
                    <a:pt x="860169" y="1250772"/>
                  </a:lnTo>
                  <a:lnTo>
                    <a:pt x="901129" y="1253800"/>
                  </a:lnTo>
                  <a:lnTo>
                    <a:pt x="942090" y="1256169"/>
                  </a:lnTo>
                  <a:lnTo>
                    <a:pt x="983050" y="1258021"/>
                  </a:lnTo>
                  <a:lnTo>
                    <a:pt x="1024011" y="1259469"/>
                  </a:lnTo>
                  <a:lnTo>
                    <a:pt x="1064971" y="1260600"/>
                  </a:lnTo>
                  <a:lnTo>
                    <a:pt x="1105931" y="1261484"/>
                  </a:lnTo>
                  <a:lnTo>
                    <a:pt x="1146892" y="1262174"/>
                  </a:lnTo>
                  <a:lnTo>
                    <a:pt x="1187852" y="1262713"/>
                  </a:lnTo>
                  <a:lnTo>
                    <a:pt x="1228813" y="1263134"/>
                  </a:lnTo>
                  <a:lnTo>
                    <a:pt x="1269773" y="1263463"/>
                  </a:lnTo>
                  <a:lnTo>
                    <a:pt x="1310734" y="1263719"/>
                  </a:lnTo>
                  <a:lnTo>
                    <a:pt x="1351694" y="1263920"/>
                  </a:lnTo>
                  <a:lnTo>
                    <a:pt x="1392655" y="1264076"/>
                  </a:lnTo>
                  <a:lnTo>
                    <a:pt x="1433615" y="1264198"/>
                  </a:lnTo>
                  <a:lnTo>
                    <a:pt x="1474575" y="1264294"/>
                  </a:lnTo>
                  <a:lnTo>
                    <a:pt x="1515536" y="1264368"/>
                  </a:lnTo>
                  <a:lnTo>
                    <a:pt x="1556496" y="1264426"/>
                  </a:lnTo>
                  <a:lnTo>
                    <a:pt x="1597457" y="1264472"/>
                  </a:lnTo>
                  <a:lnTo>
                    <a:pt x="1638417" y="1264507"/>
                  </a:lnTo>
                  <a:lnTo>
                    <a:pt x="1679378" y="1264535"/>
                  </a:lnTo>
                  <a:lnTo>
                    <a:pt x="1720338" y="1264556"/>
                  </a:lnTo>
                  <a:lnTo>
                    <a:pt x="1761299" y="1264573"/>
                  </a:lnTo>
                  <a:lnTo>
                    <a:pt x="1802259" y="1264586"/>
                  </a:lnTo>
                  <a:lnTo>
                    <a:pt x="1843219" y="1264597"/>
                  </a:lnTo>
                  <a:lnTo>
                    <a:pt x="1884180" y="1264605"/>
                  </a:lnTo>
                  <a:lnTo>
                    <a:pt x="1925140" y="1264611"/>
                  </a:lnTo>
                  <a:lnTo>
                    <a:pt x="1966101" y="1264616"/>
                  </a:lnTo>
                  <a:lnTo>
                    <a:pt x="2007061" y="1264620"/>
                  </a:lnTo>
                  <a:lnTo>
                    <a:pt x="2048022" y="1264623"/>
                  </a:lnTo>
                  <a:lnTo>
                    <a:pt x="2088982" y="1264625"/>
                  </a:lnTo>
                  <a:lnTo>
                    <a:pt x="2129943" y="1264627"/>
                  </a:lnTo>
                  <a:lnTo>
                    <a:pt x="2170903" y="1264628"/>
                  </a:lnTo>
                  <a:lnTo>
                    <a:pt x="2211863" y="1264629"/>
                  </a:lnTo>
                  <a:lnTo>
                    <a:pt x="2252824" y="1264630"/>
                  </a:lnTo>
                  <a:lnTo>
                    <a:pt x="2293784" y="1264631"/>
                  </a:lnTo>
                  <a:lnTo>
                    <a:pt x="2334745" y="1264631"/>
                  </a:lnTo>
                  <a:lnTo>
                    <a:pt x="2375705" y="1264632"/>
                  </a:lnTo>
                  <a:lnTo>
                    <a:pt x="2416666" y="1264632"/>
                  </a:lnTo>
                  <a:lnTo>
                    <a:pt x="2457626" y="1264632"/>
                  </a:lnTo>
                  <a:lnTo>
                    <a:pt x="2498587" y="1264633"/>
                  </a:lnTo>
                  <a:lnTo>
                    <a:pt x="2539547" y="1264633"/>
                  </a:lnTo>
                  <a:lnTo>
                    <a:pt x="2580507" y="1264633"/>
                  </a:lnTo>
                  <a:lnTo>
                    <a:pt x="2621468" y="1264633"/>
                  </a:lnTo>
                  <a:lnTo>
                    <a:pt x="2662428" y="1264633"/>
                  </a:lnTo>
                  <a:lnTo>
                    <a:pt x="2703389" y="1264633"/>
                  </a:lnTo>
                  <a:lnTo>
                    <a:pt x="2744349" y="1264633"/>
                  </a:lnTo>
                  <a:lnTo>
                    <a:pt x="2785310" y="1264633"/>
                  </a:lnTo>
                  <a:lnTo>
                    <a:pt x="2826270" y="1264633"/>
                  </a:lnTo>
                  <a:lnTo>
                    <a:pt x="2867231" y="1264633"/>
                  </a:lnTo>
                  <a:lnTo>
                    <a:pt x="2908191" y="1264633"/>
                  </a:lnTo>
                  <a:lnTo>
                    <a:pt x="2949151" y="1264633"/>
                  </a:lnTo>
                  <a:lnTo>
                    <a:pt x="2990112" y="1264633"/>
                  </a:lnTo>
                  <a:lnTo>
                    <a:pt x="3031072" y="1264633"/>
                  </a:lnTo>
                  <a:lnTo>
                    <a:pt x="3072033" y="1264633"/>
                  </a:lnTo>
                  <a:lnTo>
                    <a:pt x="3112993" y="1264633"/>
                  </a:lnTo>
                  <a:lnTo>
                    <a:pt x="3153954" y="1264633"/>
                  </a:lnTo>
                  <a:lnTo>
                    <a:pt x="3194914" y="1264633"/>
                  </a:lnTo>
                  <a:lnTo>
                    <a:pt x="3235875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6" name="pl217">
              <a:extLst>
                <a:ext uri="{FF2B5EF4-FFF2-40B4-BE49-F238E27FC236}">
                  <a16:creationId xmlns:a16="http://schemas.microsoft.com/office/drawing/2014/main" id="{79B881E6-142F-4941-B005-5EF20EFABB78}"/>
                </a:ext>
              </a:extLst>
            </p:cNvPr>
            <p:cNvSpPr/>
            <p:nvPr/>
          </p:nvSpPr>
          <p:spPr>
            <a:xfrm>
              <a:off x="5276972" y="1611209"/>
              <a:ext cx="2221342" cy="866274"/>
            </a:xfrm>
            <a:custGeom>
              <a:avLst/>
              <a:gdLst/>
              <a:ahLst/>
              <a:cxnLst/>
              <a:rect l="0" t="0" r="0" b="0"/>
              <a:pathLst>
                <a:path w="3230139" h="1264633">
                  <a:moveTo>
                    <a:pt x="0" y="0"/>
                  </a:moveTo>
                  <a:lnTo>
                    <a:pt x="40887" y="155811"/>
                  </a:lnTo>
                  <a:lnTo>
                    <a:pt x="81775" y="306963"/>
                  </a:lnTo>
                  <a:lnTo>
                    <a:pt x="122663" y="449336"/>
                  </a:lnTo>
                  <a:lnTo>
                    <a:pt x="163551" y="579767"/>
                  </a:lnTo>
                  <a:lnTo>
                    <a:pt x="204439" y="696252"/>
                  </a:lnTo>
                  <a:lnTo>
                    <a:pt x="245327" y="797937"/>
                  </a:lnTo>
                  <a:lnTo>
                    <a:pt x="286214" y="884953"/>
                  </a:lnTo>
                  <a:lnTo>
                    <a:pt x="327102" y="958156"/>
                  </a:lnTo>
                  <a:lnTo>
                    <a:pt x="367990" y="1018858"/>
                  </a:lnTo>
                  <a:lnTo>
                    <a:pt x="408878" y="1068598"/>
                  </a:lnTo>
                  <a:lnTo>
                    <a:pt x="449766" y="1108958"/>
                  </a:lnTo>
                  <a:lnTo>
                    <a:pt x="490654" y="1141447"/>
                  </a:lnTo>
                  <a:lnTo>
                    <a:pt x="531541" y="1167434"/>
                  </a:lnTo>
                  <a:lnTo>
                    <a:pt x="572429" y="1188113"/>
                  </a:lnTo>
                  <a:lnTo>
                    <a:pt x="613317" y="1204501"/>
                  </a:lnTo>
                  <a:lnTo>
                    <a:pt x="654205" y="1217447"/>
                  </a:lnTo>
                  <a:lnTo>
                    <a:pt x="695093" y="1227647"/>
                  </a:lnTo>
                  <a:lnTo>
                    <a:pt x="735981" y="1235669"/>
                  </a:lnTo>
                  <a:lnTo>
                    <a:pt x="776869" y="1241966"/>
                  </a:lnTo>
                  <a:lnTo>
                    <a:pt x="817756" y="1246904"/>
                  </a:lnTo>
                  <a:lnTo>
                    <a:pt x="858644" y="1250772"/>
                  </a:lnTo>
                  <a:lnTo>
                    <a:pt x="899532" y="1253800"/>
                  </a:lnTo>
                  <a:lnTo>
                    <a:pt x="940420" y="1256169"/>
                  </a:lnTo>
                  <a:lnTo>
                    <a:pt x="981308" y="1258021"/>
                  </a:lnTo>
                  <a:lnTo>
                    <a:pt x="1022196" y="1259469"/>
                  </a:lnTo>
                  <a:lnTo>
                    <a:pt x="1063083" y="1260600"/>
                  </a:lnTo>
                  <a:lnTo>
                    <a:pt x="1103971" y="1261484"/>
                  </a:lnTo>
                  <a:lnTo>
                    <a:pt x="1144859" y="1262174"/>
                  </a:lnTo>
                  <a:lnTo>
                    <a:pt x="1185747" y="1262713"/>
                  </a:lnTo>
                  <a:lnTo>
                    <a:pt x="1226635" y="1263134"/>
                  </a:lnTo>
                  <a:lnTo>
                    <a:pt x="1267523" y="1263463"/>
                  </a:lnTo>
                  <a:lnTo>
                    <a:pt x="1308411" y="1263719"/>
                  </a:lnTo>
                  <a:lnTo>
                    <a:pt x="1349298" y="1263920"/>
                  </a:lnTo>
                  <a:lnTo>
                    <a:pt x="1390186" y="1264076"/>
                  </a:lnTo>
                  <a:lnTo>
                    <a:pt x="1431074" y="1264198"/>
                  </a:lnTo>
                  <a:lnTo>
                    <a:pt x="1471962" y="1264294"/>
                  </a:lnTo>
                  <a:lnTo>
                    <a:pt x="1512850" y="1264368"/>
                  </a:lnTo>
                  <a:lnTo>
                    <a:pt x="1553738" y="1264426"/>
                  </a:lnTo>
                  <a:lnTo>
                    <a:pt x="1594625" y="1264472"/>
                  </a:lnTo>
                  <a:lnTo>
                    <a:pt x="1635513" y="1264507"/>
                  </a:lnTo>
                  <a:lnTo>
                    <a:pt x="1676401" y="1264535"/>
                  </a:lnTo>
                  <a:lnTo>
                    <a:pt x="1717289" y="1264556"/>
                  </a:lnTo>
                  <a:lnTo>
                    <a:pt x="1758177" y="1264573"/>
                  </a:lnTo>
                  <a:lnTo>
                    <a:pt x="1799065" y="1264586"/>
                  </a:lnTo>
                  <a:lnTo>
                    <a:pt x="1839953" y="1264597"/>
                  </a:lnTo>
                  <a:lnTo>
                    <a:pt x="1880840" y="1264605"/>
                  </a:lnTo>
                  <a:lnTo>
                    <a:pt x="1921728" y="1264611"/>
                  </a:lnTo>
                  <a:lnTo>
                    <a:pt x="1962616" y="1264616"/>
                  </a:lnTo>
                  <a:lnTo>
                    <a:pt x="2003504" y="1264620"/>
                  </a:lnTo>
                  <a:lnTo>
                    <a:pt x="2044392" y="1264623"/>
                  </a:lnTo>
                  <a:lnTo>
                    <a:pt x="2085280" y="1264625"/>
                  </a:lnTo>
                  <a:lnTo>
                    <a:pt x="2126167" y="1264627"/>
                  </a:lnTo>
                  <a:lnTo>
                    <a:pt x="2167055" y="1264628"/>
                  </a:lnTo>
                  <a:lnTo>
                    <a:pt x="2207943" y="1264629"/>
                  </a:lnTo>
                  <a:lnTo>
                    <a:pt x="2248831" y="1264630"/>
                  </a:lnTo>
                  <a:lnTo>
                    <a:pt x="2289719" y="1264631"/>
                  </a:lnTo>
                  <a:lnTo>
                    <a:pt x="2330607" y="1264631"/>
                  </a:lnTo>
                  <a:lnTo>
                    <a:pt x="2371495" y="1264632"/>
                  </a:lnTo>
                  <a:lnTo>
                    <a:pt x="2412382" y="1264632"/>
                  </a:lnTo>
                  <a:lnTo>
                    <a:pt x="2453270" y="1264632"/>
                  </a:lnTo>
                  <a:lnTo>
                    <a:pt x="2494158" y="1264633"/>
                  </a:lnTo>
                  <a:lnTo>
                    <a:pt x="2535046" y="1264633"/>
                  </a:lnTo>
                  <a:lnTo>
                    <a:pt x="2575934" y="1264633"/>
                  </a:lnTo>
                  <a:lnTo>
                    <a:pt x="2616822" y="1264633"/>
                  </a:lnTo>
                  <a:lnTo>
                    <a:pt x="2657709" y="1264633"/>
                  </a:lnTo>
                  <a:lnTo>
                    <a:pt x="2698597" y="1264633"/>
                  </a:lnTo>
                  <a:lnTo>
                    <a:pt x="2739485" y="1264633"/>
                  </a:lnTo>
                  <a:lnTo>
                    <a:pt x="2780373" y="1264633"/>
                  </a:lnTo>
                  <a:lnTo>
                    <a:pt x="2821261" y="1264633"/>
                  </a:lnTo>
                  <a:lnTo>
                    <a:pt x="2862149" y="1264633"/>
                  </a:lnTo>
                  <a:lnTo>
                    <a:pt x="2903037" y="1264633"/>
                  </a:lnTo>
                  <a:lnTo>
                    <a:pt x="2943924" y="1264633"/>
                  </a:lnTo>
                  <a:lnTo>
                    <a:pt x="2984812" y="1264633"/>
                  </a:lnTo>
                  <a:lnTo>
                    <a:pt x="3025700" y="1264633"/>
                  </a:lnTo>
                  <a:lnTo>
                    <a:pt x="3066588" y="1264633"/>
                  </a:lnTo>
                  <a:lnTo>
                    <a:pt x="3107476" y="1264633"/>
                  </a:lnTo>
                  <a:lnTo>
                    <a:pt x="3148364" y="1264633"/>
                  </a:lnTo>
                  <a:lnTo>
                    <a:pt x="3189251" y="1264633"/>
                  </a:lnTo>
                  <a:lnTo>
                    <a:pt x="3230139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027" name="tx218">
              <a:extLst>
                <a:ext uri="{FF2B5EF4-FFF2-40B4-BE49-F238E27FC236}">
                  <a16:creationId xmlns:a16="http://schemas.microsoft.com/office/drawing/2014/main" id="{CFA645E3-B725-6A65-B181-6C05AAD66293}"/>
                </a:ext>
              </a:extLst>
            </p:cNvPr>
            <p:cNvSpPr/>
            <p:nvPr/>
          </p:nvSpPr>
          <p:spPr>
            <a:xfrm>
              <a:off x="4444794" y="2450079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028" name="tx219">
              <a:extLst>
                <a:ext uri="{FF2B5EF4-FFF2-40B4-BE49-F238E27FC236}">
                  <a16:creationId xmlns:a16="http://schemas.microsoft.com/office/drawing/2014/main" id="{A750BF64-2D4F-3926-CA1A-68FD161A40C5}"/>
                </a:ext>
              </a:extLst>
            </p:cNvPr>
            <p:cNvSpPr/>
            <p:nvPr/>
          </p:nvSpPr>
          <p:spPr>
            <a:xfrm>
              <a:off x="4444794" y="2016941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029" name="tx220">
              <a:extLst>
                <a:ext uri="{FF2B5EF4-FFF2-40B4-BE49-F238E27FC236}">
                  <a16:creationId xmlns:a16="http://schemas.microsoft.com/office/drawing/2014/main" id="{F97A976F-C7C1-5C4E-070A-8DA717DFF201}"/>
                </a:ext>
              </a:extLst>
            </p:cNvPr>
            <p:cNvSpPr/>
            <p:nvPr/>
          </p:nvSpPr>
          <p:spPr>
            <a:xfrm>
              <a:off x="4444794" y="1583805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030" name="tx221">
              <a:extLst>
                <a:ext uri="{FF2B5EF4-FFF2-40B4-BE49-F238E27FC236}">
                  <a16:creationId xmlns:a16="http://schemas.microsoft.com/office/drawing/2014/main" id="{F8892990-A919-690B-ED5C-3FCB5C8E44FC}"/>
                </a:ext>
              </a:extLst>
            </p:cNvPr>
            <p:cNvSpPr/>
            <p:nvPr/>
          </p:nvSpPr>
          <p:spPr>
            <a:xfrm>
              <a:off x="4444794" y="1150668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031" name="tx222">
              <a:extLst>
                <a:ext uri="{FF2B5EF4-FFF2-40B4-BE49-F238E27FC236}">
                  <a16:creationId xmlns:a16="http://schemas.microsoft.com/office/drawing/2014/main" id="{7900338B-9191-33F0-E595-32C2BBB0E638}"/>
                </a:ext>
              </a:extLst>
            </p:cNvPr>
            <p:cNvSpPr/>
            <p:nvPr/>
          </p:nvSpPr>
          <p:spPr>
            <a:xfrm>
              <a:off x="4444794" y="717531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032" name="tx223">
              <a:extLst>
                <a:ext uri="{FF2B5EF4-FFF2-40B4-BE49-F238E27FC236}">
                  <a16:creationId xmlns:a16="http://schemas.microsoft.com/office/drawing/2014/main" id="{9ABCD5C1-1743-EB43-CE9C-E4F4A86885D4}"/>
                </a:ext>
              </a:extLst>
            </p:cNvPr>
            <p:cNvSpPr/>
            <p:nvPr/>
          </p:nvSpPr>
          <p:spPr>
            <a:xfrm>
              <a:off x="5312904" y="2607011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033" name="tx224">
              <a:extLst>
                <a:ext uri="{FF2B5EF4-FFF2-40B4-BE49-F238E27FC236}">
                  <a16:creationId xmlns:a16="http://schemas.microsoft.com/office/drawing/2014/main" id="{B2F634A0-9862-3401-99DA-06D78CA55435}"/>
                </a:ext>
              </a:extLst>
            </p:cNvPr>
            <p:cNvSpPr/>
            <p:nvPr/>
          </p:nvSpPr>
          <p:spPr>
            <a:xfrm>
              <a:off x="6242576" y="2607011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2034" name="tx225">
              <a:extLst>
                <a:ext uri="{FF2B5EF4-FFF2-40B4-BE49-F238E27FC236}">
                  <a16:creationId xmlns:a16="http://schemas.microsoft.com/office/drawing/2014/main" id="{5AFF6669-E1EB-C53A-3D6B-A8EE5A566C60}"/>
                </a:ext>
              </a:extLst>
            </p:cNvPr>
            <p:cNvSpPr/>
            <p:nvPr/>
          </p:nvSpPr>
          <p:spPr>
            <a:xfrm>
              <a:off x="7172250" y="2607011"/>
              <a:ext cx="149660" cy="548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2035" name="tx226">
              <a:extLst>
                <a:ext uri="{FF2B5EF4-FFF2-40B4-BE49-F238E27FC236}">
                  <a16:creationId xmlns:a16="http://schemas.microsoft.com/office/drawing/2014/main" id="{DCEF531C-E709-79D8-9286-1B3E1270B491}"/>
                </a:ext>
              </a:extLst>
            </p:cNvPr>
            <p:cNvSpPr/>
            <p:nvPr/>
          </p:nvSpPr>
          <p:spPr>
            <a:xfrm>
              <a:off x="5987593" y="2784412"/>
              <a:ext cx="340257" cy="68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offset</a:t>
              </a:r>
            </a:p>
          </p:txBody>
        </p:sp>
        <p:sp>
          <p:nvSpPr>
            <p:cNvPr id="2036" name="tx227">
              <a:extLst>
                <a:ext uri="{FF2B5EF4-FFF2-40B4-BE49-F238E27FC236}">
                  <a16:creationId xmlns:a16="http://schemas.microsoft.com/office/drawing/2014/main" id="{7C1BBC2C-9904-E110-8245-86D0C5362C0F}"/>
                </a:ext>
              </a:extLst>
            </p:cNvPr>
            <p:cNvSpPr/>
            <p:nvPr/>
          </p:nvSpPr>
          <p:spPr>
            <a:xfrm rot="16200000">
              <a:off x="4148182" y="1576811"/>
              <a:ext cx="340366" cy="687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588" name="tx262">
              <a:extLst>
                <a:ext uri="{FF2B5EF4-FFF2-40B4-BE49-F238E27FC236}">
                  <a16:creationId xmlns:a16="http://schemas.microsoft.com/office/drawing/2014/main" id="{D0A7FB30-BDDC-91E4-F145-6C14755E52AF}"/>
                </a:ext>
              </a:extLst>
            </p:cNvPr>
            <p:cNvSpPr/>
            <p:nvPr/>
          </p:nvSpPr>
          <p:spPr>
            <a:xfrm>
              <a:off x="4427984" y="365760"/>
              <a:ext cx="1656185" cy="23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Survival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  <a:r>
                <a:rPr lang="en-US" sz="1400" baseline="-25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593" name="Group 2592">
            <a:extLst>
              <a:ext uri="{FF2B5EF4-FFF2-40B4-BE49-F238E27FC236}">
                <a16:creationId xmlns:a16="http://schemas.microsoft.com/office/drawing/2014/main" id="{54F33F47-7330-D963-0889-CBC760F4EC23}"/>
              </a:ext>
            </a:extLst>
          </p:cNvPr>
          <p:cNvGrpSpPr/>
          <p:nvPr/>
        </p:nvGrpSpPr>
        <p:grpSpPr>
          <a:xfrm>
            <a:off x="611560" y="3140968"/>
            <a:ext cx="3395038" cy="2495136"/>
            <a:chOff x="611560" y="3310128"/>
            <a:chExt cx="3395038" cy="2495136"/>
          </a:xfrm>
        </p:grpSpPr>
        <p:sp>
          <p:nvSpPr>
            <p:cNvPr id="1307" name="pl5">
              <a:extLst>
                <a:ext uri="{FF2B5EF4-FFF2-40B4-BE49-F238E27FC236}">
                  <a16:creationId xmlns:a16="http://schemas.microsoft.com/office/drawing/2014/main" id="{4BCF2620-999B-C2AE-3D80-CB020AD94D13}"/>
                </a:ext>
              </a:extLst>
            </p:cNvPr>
            <p:cNvSpPr/>
            <p:nvPr/>
          </p:nvSpPr>
          <p:spPr>
            <a:xfrm>
              <a:off x="966204" y="5220279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8" name="pl6">
              <a:extLst>
                <a:ext uri="{FF2B5EF4-FFF2-40B4-BE49-F238E27FC236}">
                  <a16:creationId xmlns:a16="http://schemas.microsoft.com/office/drawing/2014/main" id="{83EBBADC-B543-51F8-231B-735580B232CC}"/>
                </a:ext>
              </a:extLst>
            </p:cNvPr>
            <p:cNvSpPr/>
            <p:nvPr/>
          </p:nvSpPr>
          <p:spPr>
            <a:xfrm>
              <a:off x="966204" y="4785561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09" name="pl7">
              <a:extLst>
                <a:ext uri="{FF2B5EF4-FFF2-40B4-BE49-F238E27FC236}">
                  <a16:creationId xmlns:a16="http://schemas.microsoft.com/office/drawing/2014/main" id="{0D6E9A36-DB11-B705-BFB5-54658CDE8515}"/>
                </a:ext>
              </a:extLst>
            </p:cNvPr>
            <p:cNvSpPr/>
            <p:nvPr/>
          </p:nvSpPr>
          <p:spPr>
            <a:xfrm>
              <a:off x="966204" y="4350843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0" name="pl8">
              <a:extLst>
                <a:ext uri="{FF2B5EF4-FFF2-40B4-BE49-F238E27FC236}">
                  <a16:creationId xmlns:a16="http://schemas.microsoft.com/office/drawing/2014/main" id="{30E442BE-6D6A-BB6A-90C3-C02791382C9E}"/>
                </a:ext>
              </a:extLst>
            </p:cNvPr>
            <p:cNvSpPr/>
            <p:nvPr/>
          </p:nvSpPr>
          <p:spPr>
            <a:xfrm>
              <a:off x="966204" y="3916126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1" name="pl9">
              <a:extLst>
                <a:ext uri="{FF2B5EF4-FFF2-40B4-BE49-F238E27FC236}">
                  <a16:creationId xmlns:a16="http://schemas.microsoft.com/office/drawing/2014/main" id="{64CEE255-CAD2-CEA6-D579-98D66DF28567}"/>
                </a:ext>
              </a:extLst>
            </p:cNvPr>
            <p:cNvSpPr/>
            <p:nvPr/>
          </p:nvSpPr>
          <p:spPr>
            <a:xfrm>
              <a:off x="1264252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2" name="pl10">
              <a:extLst>
                <a:ext uri="{FF2B5EF4-FFF2-40B4-BE49-F238E27FC236}">
                  <a16:creationId xmlns:a16="http://schemas.microsoft.com/office/drawing/2014/main" id="{A6A45261-1F5A-CC8F-F62A-E64B407EF752}"/>
                </a:ext>
              </a:extLst>
            </p:cNvPr>
            <p:cNvSpPr/>
            <p:nvPr/>
          </p:nvSpPr>
          <p:spPr>
            <a:xfrm>
              <a:off x="2077970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3" name="pl11">
              <a:extLst>
                <a:ext uri="{FF2B5EF4-FFF2-40B4-BE49-F238E27FC236}">
                  <a16:creationId xmlns:a16="http://schemas.microsoft.com/office/drawing/2014/main" id="{FDFBDE9D-A7A4-193B-BE02-E346CA4DE073}"/>
                </a:ext>
              </a:extLst>
            </p:cNvPr>
            <p:cNvSpPr/>
            <p:nvPr/>
          </p:nvSpPr>
          <p:spPr>
            <a:xfrm>
              <a:off x="2891686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4" name="pl12">
              <a:extLst>
                <a:ext uri="{FF2B5EF4-FFF2-40B4-BE49-F238E27FC236}">
                  <a16:creationId xmlns:a16="http://schemas.microsoft.com/office/drawing/2014/main" id="{8AE2A410-483E-6291-B1BE-BACB35544A37}"/>
                </a:ext>
              </a:extLst>
            </p:cNvPr>
            <p:cNvSpPr/>
            <p:nvPr/>
          </p:nvSpPr>
          <p:spPr>
            <a:xfrm>
              <a:off x="3705403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5" name="pl13">
              <a:extLst>
                <a:ext uri="{FF2B5EF4-FFF2-40B4-BE49-F238E27FC236}">
                  <a16:creationId xmlns:a16="http://schemas.microsoft.com/office/drawing/2014/main" id="{C5E22022-D805-B77B-6E41-50AE64CF2A9B}"/>
                </a:ext>
              </a:extLst>
            </p:cNvPr>
            <p:cNvSpPr/>
            <p:nvPr/>
          </p:nvSpPr>
          <p:spPr>
            <a:xfrm>
              <a:off x="966204" y="5437638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6" name="pl14">
              <a:extLst>
                <a:ext uri="{FF2B5EF4-FFF2-40B4-BE49-F238E27FC236}">
                  <a16:creationId xmlns:a16="http://schemas.microsoft.com/office/drawing/2014/main" id="{F48A7126-CBB6-D89B-3D8F-57E32F6EC536}"/>
                </a:ext>
              </a:extLst>
            </p:cNvPr>
            <p:cNvSpPr/>
            <p:nvPr/>
          </p:nvSpPr>
          <p:spPr>
            <a:xfrm>
              <a:off x="966204" y="5002920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7" name="pl15">
              <a:extLst>
                <a:ext uri="{FF2B5EF4-FFF2-40B4-BE49-F238E27FC236}">
                  <a16:creationId xmlns:a16="http://schemas.microsoft.com/office/drawing/2014/main" id="{75640226-D0EE-A9D2-866B-3C3D8D38B63E}"/>
                </a:ext>
              </a:extLst>
            </p:cNvPr>
            <p:cNvSpPr/>
            <p:nvPr/>
          </p:nvSpPr>
          <p:spPr>
            <a:xfrm>
              <a:off x="966204" y="4568203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8" name="pl16">
              <a:extLst>
                <a:ext uri="{FF2B5EF4-FFF2-40B4-BE49-F238E27FC236}">
                  <a16:creationId xmlns:a16="http://schemas.microsoft.com/office/drawing/2014/main" id="{61681857-5B59-C019-7ED8-128034336C0C}"/>
                </a:ext>
              </a:extLst>
            </p:cNvPr>
            <p:cNvSpPr/>
            <p:nvPr/>
          </p:nvSpPr>
          <p:spPr>
            <a:xfrm>
              <a:off x="966204" y="4133485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19" name="pl17">
              <a:extLst>
                <a:ext uri="{FF2B5EF4-FFF2-40B4-BE49-F238E27FC236}">
                  <a16:creationId xmlns:a16="http://schemas.microsoft.com/office/drawing/2014/main" id="{C2F22423-CBA7-659E-4F7D-17EA61E2DE71}"/>
                </a:ext>
              </a:extLst>
            </p:cNvPr>
            <p:cNvSpPr/>
            <p:nvPr/>
          </p:nvSpPr>
          <p:spPr>
            <a:xfrm>
              <a:off x="966204" y="3698767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0" name="pl18">
              <a:extLst>
                <a:ext uri="{FF2B5EF4-FFF2-40B4-BE49-F238E27FC236}">
                  <a16:creationId xmlns:a16="http://schemas.microsoft.com/office/drawing/2014/main" id="{D1808C43-DE0D-37D7-A79A-B53D8B7DE0DF}"/>
                </a:ext>
              </a:extLst>
            </p:cNvPr>
            <p:cNvSpPr/>
            <p:nvPr/>
          </p:nvSpPr>
          <p:spPr>
            <a:xfrm>
              <a:off x="1671111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1" name="pl19">
              <a:extLst>
                <a:ext uri="{FF2B5EF4-FFF2-40B4-BE49-F238E27FC236}">
                  <a16:creationId xmlns:a16="http://schemas.microsoft.com/office/drawing/2014/main" id="{82E15DDA-6387-E55B-C514-551BF17251A6}"/>
                </a:ext>
              </a:extLst>
            </p:cNvPr>
            <p:cNvSpPr/>
            <p:nvPr/>
          </p:nvSpPr>
          <p:spPr>
            <a:xfrm>
              <a:off x="2484828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2" name="pl20">
              <a:extLst>
                <a:ext uri="{FF2B5EF4-FFF2-40B4-BE49-F238E27FC236}">
                  <a16:creationId xmlns:a16="http://schemas.microsoft.com/office/drawing/2014/main" id="{81B346BF-6EAF-7232-53CA-DF3C8C139B0E}"/>
                </a:ext>
              </a:extLst>
            </p:cNvPr>
            <p:cNvSpPr/>
            <p:nvPr/>
          </p:nvSpPr>
          <p:spPr>
            <a:xfrm>
              <a:off x="3298544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3" name="pt21">
              <a:extLst>
                <a:ext uri="{FF2B5EF4-FFF2-40B4-BE49-F238E27FC236}">
                  <a16:creationId xmlns:a16="http://schemas.microsoft.com/office/drawing/2014/main" id="{0AFFB533-3C51-C74D-DA2C-9F3F7C476B85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4" name="pt22">
              <a:extLst>
                <a:ext uri="{FF2B5EF4-FFF2-40B4-BE49-F238E27FC236}">
                  <a16:creationId xmlns:a16="http://schemas.microsoft.com/office/drawing/2014/main" id="{F5409C53-3A4F-C0E2-E17D-85D5F47F14FA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5" name="pt23">
              <a:extLst>
                <a:ext uri="{FF2B5EF4-FFF2-40B4-BE49-F238E27FC236}">
                  <a16:creationId xmlns:a16="http://schemas.microsoft.com/office/drawing/2014/main" id="{73A872BD-9260-F9D3-BD3E-B91BDD652A05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6" name="pt24">
              <a:extLst>
                <a:ext uri="{FF2B5EF4-FFF2-40B4-BE49-F238E27FC236}">
                  <a16:creationId xmlns:a16="http://schemas.microsoft.com/office/drawing/2014/main" id="{CBCD1108-91E6-F432-9DFF-29BA65F2533B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7" name="pt25">
              <a:extLst>
                <a:ext uri="{FF2B5EF4-FFF2-40B4-BE49-F238E27FC236}">
                  <a16:creationId xmlns:a16="http://schemas.microsoft.com/office/drawing/2014/main" id="{AF96D8C8-C1EA-41A7-3777-D751545BD7D6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8" name="pt26">
              <a:extLst>
                <a:ext uri="{FF2B5EF4-FFF2-40B4-BE49-F238E27FC236}">
                  <a16:creationId xmlns:a16="http://schemas.microsoft.com/office/drawing/2014/main" id="{BCF6A1F0-C5D2-1C68-55B5-4208AB3A9108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29" name="pt27">
              <a:extLst>
                <a:ext uri="{FF2B5EF4-FFF2-40B4-BE49-F238E27FC236}">
                  <a16:creationId xmlns:a16="http://schemas.microsoft.com/office/drawing/2014/main" id="{8624B334-37CB-0607-6155-E0C9254A41F8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0" name="pt28">
              <a:extLst>
                <a:ext uri="{FF2B5EF4-FFF2-40B4-BE49-F238E27FC236}">
                  <a16:creationId xmlns:a16="http://schemas.microsoft.com/office/drawing/2014/main" id="{DA842B2D-9034-8605-D62B-912A042E35F5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1" name="pt29">
              <a:extLst>
                <a:ext uri="{FF2B5EF4-FFF2-40B4-BE49-F238E27FC236}">
                  <a16:creationId xmlns:a16="http://schemas.microsoft.com/office/drawing/2014/main" id="{E1FF8CEB-B94B-CE52-E799-C1338C05130F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2" name="pt30">
              <a:extLst>
                <a:ext uri="{FF2B5EF4-FFF2-40B4-BE49-F238E27FC236}">
                  <a16:creationId xmlns:a16="http://schemas.microsoft.com/office/drawing/2014/main" id="{23718FEE-5EC9-6861-30DA-DA4B1310AC6D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3" name="pt31">
              <a:extLst>
                <a:ext uri="{FF2B5EF4-FFF2-40B4-BE49-F238E27FC236}">
                  <a16:creationId xmlns:a16="http://schemas.microsoft.com/office/drawing/2014/main" id="{DD8C6689-4F60-07B4-D880-B40CAC600708}"/>
                </a:ext>
              </a:extLst>
            </p:cNvPr>
            <p:cNvSpPr/>
            <p:nvPr/>
          </p:nvSpPr>
          <p:spPr>
            <a:xfrm>
              <a:off x="1379992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4" name="pt32">
              <a:extLst>
                <a:ext uri="{FF2B5EF4-FFF2-40B4-BE49-F238E27FC236}">
                  <a16:creationId xmlns:a16="http://schemas.microsoft.com/office/drawing/2014/main" id="{D08593E1-3A4C-AF36-6DBA-BE94105700B2}"/>
                </a:ext>
              </a:extLst>
            </p:cNvPr>
            <p:cNvSpPr/>
            <p:nvPr/>
          </p:nvSpPr>
          <p:spPr>
            <a:xfrm>
              <a:off x="1379992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5" name="pt33">
              <a:extLst>
                <a:ext uri="{FF2B5EF4-FFF2-40B4-BE49-F238E27FC236}">
                  <a16:creationId xmlns:a16="http://schemas.microsoft.com/office/drawing/2014/main" id="{7BB7B55A-A155-DF08-F56E-2E8FCA7C82AA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6" name="pt34">
              <a:extLst>
                <a:ext uri="{FF2B5EF4-FFF2-40B4-BE49-F238E27FC236}">
                  <a16:creationId xmlns:a16="http://schemas.microsoft.com/office/drawing/2014/main" id="{CCC3C501-08BE-5F4B-8AF6-AB7A5B6DF83A}"/>
                </a:ext>
              </a:extLst>
            </p:cNvPr>
            <p:cNvSpPr/>
            <p:nvPr/>
          </p:nvSpPr>
          <p:spPr>
            <a:xfrm>
              <a:off x="106403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7" name="pt35">
              <a:extLst>
                <a:ext uri="{FF2B5EF4-FFF2-40B4-BE49-F238E27FC236}">
                  <a16:creationId xmlns:a16="http://schemas.microsoft.com/office/drawing/2014/main" id="{0EA0A67D-D6BE-40EA-ABC7-58F9EF15556E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8" name="pt36">
              <a:extLst>
                <a:ext uri="{FF2B5EF4-FFF2-40B4-BE49-F238E27FC236}">
                  <a16:creationId xmlns:a16="http://schemas.microsoft.com/office/drawing/2014/main" id="{4B5292F5-2F50-343B-56A4-B6C368F8EE6D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39" name="pt37">
              <a:extLst>
                <a:ext uri="{FF2B5EF4-FFF2-40B4-BE49-F238E27FC236}">
                  <a16:creationId xmlns:a16="http://schemas.microsoft.com/office/drawing/2014/main" id="{4D290EE4-8B35-4D7C-F134-9044FC6896AA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0" name="pt38">
              <a:extLst>
                <a:ext uri="{FF2B5EF4-FFF2-40B4-BE49-F238E27FC236}">
                  <a16:creationId xmlns:a16="http://schemas.microsoft.com/office/drawing/2014/main" id="{179D8E11-85AB-DE4D-2BCC-66FFC726F27C}"/>
                </a:ext>
              </a:extLst>
            </p:cNvPr>
            <p:cNvSpPr/>
            <p:nvPr/>
          </p:nvSpPr>
          <p:spPr>
            <a:xfrm>
              <a:off x="106403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1" name="pt39">
              <a:extLst>
                <a:ext uri="{FF2B5EF4-FFF2-40B4-BE49-F238E27FC236}">
                  <a16:creationId xmlns:a16="http://schemas.microsoft.com/office/drawing/2014/main" id="{C205AD2B-5AFB-FDDB-37FA-00CE674868A4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2" name="pt40">
              <a:extLst>
                <a:ext uri="{FF2B5EF4-FFF2-40B4-BE49-F238E27FC236}">
                  <a16:creationId xmlns:a16="http://schemas.microsoft.com/office/drawing/2014/main" id="{D085D7BE-05DF-7086-870E-BE531FB8999E}"/>
                </a:ext>
              </a:extLst>
            </p:cNvPr>
            <p:cNvSpPr/>
            <p:nvPr/>
          </p:nvSpPr>
          <p:spPr>
            <a:xfrm>
              <a:off x="106403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3" name="pt41">
              <a:extLst>
                <a:ext uri="{FF2B5EF4-FFF2-40B4-BE49-F238E27FC236}">
                  <a16:creationId xmlns:a16="http://schemas.microsoft.com/office/drawing/2014/main" id="{9355F2FA-119C-1130-63E8-5F13832E08B1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4" name="pt42">
              <a:extLst>
                <a:ext uri="{FF2B5EF4-FFF2-40B4-BE49-F238E27FC236}">
                  <a16:creationId xmlns:a16="http://schemas.microsoft.com/office/drawing/2014/main" id="{30300417-DDE8-FE10-7E98-F61EFB3EF6CF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5" name="pt43">
              <a:extLst>
                <a:ext uri="{FF2B5EF4-FFF2-40B4-BE49-F238E27FC236}">
                  <a16:creationId xmlns:a16="http://schemas.microsoft.com/office/drawing/2014/main" id="{3AF2FD4D-A2CA-62ED-D3AF-EED835B7581B}"/>
                </a:ext>
              </a:extLst>
            </p:cNvPr>
            <p:cNvSpPr/>
            <p:nvPr/>
          </p:nvSpPr>
          <p:spPr>
            <a:xfrm>
              <a:off x="106403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6" name="pt44">
              <a:extLst>
                <a:ext uri="{FF2B5EF4-FFF2-40B4-BE49-F238E27FC236}">
                  <a16:creationId xmlns:a16="http://schemas.microsoft.com/office/drawing/2014/main" id="{EB363F91-20F5-DE3C-3AB4-A23388097E58}"/>
                </a:ext>
              </a:extLst>
            </p:cNvPr>
            <p:cNvSpPr/>
            <p:nvPr/>
          </p:nvSpPr>
          <p:spPr>
            <a:xfrm>
              <a:off x="106403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7" name="pt45">
              <a:extLst>
                <a:ext uri="{FF2B5EF4-FFF2-40B4-BE49-F238E27FC236}">
                  <a16:creationId xmlns:a16="http://schemas.microsoft.com/office/drawing/2014/main" id="{61DB7627-9FC1-7940-2DBB-9050818DBA5D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8" name="pt46">
              <a:extLst>
                <a:ext uri="{FF2B5EF4-FFF2-40B4-BE49-F238E27FC236}">
                  <a16:creationId xmlns:a16="http://schemas.microsoft.com/office/drawing/2014/main" id="{C1182B28-2DBD-6F0B-A373-4783C20EE8F5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49" name="pt47">
              <a:extLst>
                <a:ext uri="{FF2B5EF4-FFF2-40B4-BE49-F238E27FC236}">
                  <a16:creationId xmlns:a16="http://schemas.microsoft.com/office/drawing/2014/main" id="{C63E6A0C-E100-28A7-53D5-FBF867E96C3E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0" name="pt48">
              <a:extLst>
                <a:ext uri="{FF2B5EF4-FFF2-40B4-BE49-F238E27FC236}">
                  <a16:creationId xmlns:a16="http://schemas.microsoft.com/office/drawing/2014/main" id="{31AE0CA4-4808-D91A-1458-1E0A6DDDFCD0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1" name="pt49">
              <a:extLst>
                <a:ext uri="{FF2B5EF4-FFF2-40B4-BE49-F238E27FC236}">
                  <a16:creationId xmlns:a16="http://schemas.microsoft.com/office/drawing/2014/main" id="{8E95EC21-361E-FA13-F3D4-F5DB31139509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2" name="pt50">
              <a:extLst>
                <a:ext uri="{FF2B5EF4-FFF2-40B4-BE49-F238E27FC236}">
                  <a16:creationId xmlns:a16="http://schemas.microsoft.com/office/drawing/2014/main" id="{DAAF6DF3-7007-FF6E-8B2E-C7C8FF4A535D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3" name="pt51">
              <a:extLst>
                <a:ext uri="{FF2B5EF4-FFF2-40B4-BE49-F238E27FC236}">
                  <a16:creationId xmlns:a16="http://schemas.microsoft.com/office/drawing/2014/main" id="{04B80350-2066-807C-E1D7-E7E70ABB4B4B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4" name="pt52">
              <a:extLst>
                <a:ext uri="{FF2B5EF4-FFF2-40B4-BE49-F238E27FC236}">
                  <a16:creationId xmlns:a16="http://schemas.microsoft.com/office/drawing/2014/main" id="{90988250-3ABA-D723-5E4B-0D208637B73A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5" name="pt53">
              <a:extLst>
                <a:ext uri="{FF2B5EF4-FFF2-40B4-BE49-F238E27FC236}">
                  <a16:creationId xmlns:a16="http://schemas.microsoft.com/office/drawing/2014/main" id="{C817247B-BBEA-A85F-F2CB-2A75266C09C4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6" name="pt54">
              <a:extLst>
                <a:ext uri="{FF2B5EF4-FFF2-40B4-BE49-F238E27FC236}">
                  <a16:creationId xmlns:a16="http://schemas.microsoft.com/office/drawing/2014/main" id="{7C266761-3E0B-D50B-F37B-73F5A21D59C3}"/>
                </a:ext>
              </a:extLst>
            </p:cNvPr>
            <p:cNvSpPr/>
            <p:nvPr/>
          </p:nvSpPr>
          <p:spPr>
            <a:xfrm>
              <a:off x="1269195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7" name="pt55">
              <a:extLst>
                <a:ext uri="{FF2B5EF4-FFF2-40B4-BE49-F238E27FC236}">
                  <a16:creationId xmlns:a16="http://schemas.microsoft.com/office/drawing/2014/main" id="{4B61EDD4-3472-BB57-3B48-29C36DC0CC1E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8" name="pt56">
              <a:extLst>
                <a:ext uri="{FF2B5EF4-FFF2-40B4-BE49-F238E27FC236}">
                  <a16:creationId xmlns:a16="http://schemas.microsoft.com/office/drawing/2014/main" id="{F2114227-E40E-5DB2-9962-61B0A753AF00}"/>
                </a:ext>
              </a:extLst>
            </p:cNvPr>
            <p:cNvSpPr/>
            <p:nvPr/>
          </p:nvSpPr>
          <p:spPr>
            <a:xfrm>
              <a:off x="1269195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59" name="pt57">
              <a:extLst>
                <a:ext uri="{FF2B5EF4-FFF2-40B4-BE49-F238E27FC236}">
                  <a16:creationId xmlns:a16="http://schemas.microsoft.com/office/drawing/2014/main" id="{1E2BDE05-567F-4B0E-09E7-C18A1E71CAF3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0" name="pt58">
              <a:extLst>
                <a:ext uri="{FF2B5EF4-FFF2-40B4-BE49-F238E27FC236}">
                  <a16:creationId xmlns:a16="http://schemas.microsoft.com/office/drawing/2014/main" id="{3A798BC1-845D-3E0C-D2C4-D15B50592E40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1" name="pt59">
              <a:extLst>
                <a:ext uri="{FF2B5EF4-FFF2-40B4-BE49-F238E27FC236}">
                  <a16:creationId xmlns:a16="http://schemas.microsoft.com/office/drawing/2014/main" id="{26356470-1E33-092F-2D62-C4C0E20D2172}"/>
                </a:ext>
              </a:extLst>
            </p:cNvPr>
            <p:cNvSpPr/>
            <p:nvPr/>
          </p:nvSpPr>
          <p:spPr>
            <a:xfrm>
              <a:off x="1359924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2" name="pt60">
              <a:extLst>
                <a:ext uri="{FF2B5EF4-FFF2-40B4-BE49-F238E27FC236}">
                  <a16:creationId xmlns:a16="http://schemas.microsoft.com/office/drawing/2014/main" id="{4116841C-869C-45BA-4774-0D9234A37BEC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3" name="pt61">
              <a:extLst>
                <a:ext uri="{FF2B5EF4-FFF2-40B4-BE49-F238E27FC236}">
                  <a16:creationId xmlns:a16="http://schemas.microsoft.com/office/drawing/2014/main" id="{5BE6F833-E9DA-4B5D-0737-0C6626ECA320}"/>
                </a:ext>
              </a:extLst>
            </p:cNvPr>
            <p:cNvSpPr/>
            <p:nvPr/>
          </p:nvSpPr>
          <p:spPr>
            <a:xfrm>
              <a:off x="1359924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4" name="pt62">
              <a:extLst>
                <a:ext uri="{FF2B5EF4-FFF2-40B4-BE49-F238E27FC236}">
                  <a16:creationId xmlns:a16="http://schemas.microsoft.com/office/drawing/2014/main" id="{4951E738-CFC5-4C89-0337-2921D8544FEE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5" name="pt63">
              <a:extLst>
                <a:ext uri="{FF2B5EF4-FFF2-40B4-BE49-F238E27FC236}">
                  <a16:creationId xmlns:a16="http://schemas.microsoft.com/office/drawing/2014/main" id="{693B0A1B-97A5-2C26-4EF6-645C3706AEB4}"/>
                </a:ext>
              </a:extLst>
            </p:cNvPr>
            <p:cNvSpPr/>
            <p:nvPr/>
          </p:nvSpPr>
          <p:spPr>
            <a:xfrm>
              <a:off x="1359924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6" name="pt64">
              <a:extLst>
                <a:ext uri="{FF2B5EF4-FFF2-40B4-BE49-F238E27FC236}">
                  <a16:creationId xmlns:a16="http://schemas.microsoft.com/office/drawing/2014/main" id="{4253F3CD-C295-42F6-8754-765F60929245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7" name="pt65">
              <a:extLst>
                <a:ext uri="{FF2B5EF4-FFF2-40B4-BE49-F238E27FC236}">
                  <a16:creationId xmlns:a16="http://schemas.microsoft.com/office/drawing/2014/main" id="{3C1A64FF-DA14-8395-C01E-4D3035257B0E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8" name="pt66">
              <a:extLst>
                <a:ext uri="{FF2B5EF4-FFF2-40B4-BE49-F238E27FC236}">
                  <a16:creationId xmlns:a16="http://schemas.microsoft.com/office/drawing/2014/main" id="{8EBAD75E-3C39-26A6-C3A7-A1140428D249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69" name="pt67">
              <a:extLst>
                <a:ext uri="{FF2B5EF4-FFF2-40B4-BE49-F238E27FC236}">
                  <a16:creationId xmlns:a16="http://schemas.microsoft.com/office/drawing/2014/main" id="{FC01FA3E-651F-C4AF-0618-195FD462CEB2}"/>
                </a:ext>
              </a:extLst>
            </p:cNvPr>
            <p:cNvSpPr/>
            <p:nvPr/>
          </p:nvSpPr>
          <p:spPr>
            <a:xfrm>
              <a:off x="1359924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0" name="pt68">
              <a:extLst>
                <a:ext uri="{FF2B5EF4-FFF2-40B4-BE49-F238E27FC236}">
                  <a16:creationId xmlns:a16="http://schemas.microsoft.com/office/drawing/2014/main" id="{BD5D05E1-EF3C-F5BC-342C-00B7681F238B}"/>
                </a:ext>
              </a:extLst>
            </p:cNvPr>
            <p:cNvSpPr/>
            <p:nvPr/>
          </p:nvSpPr>
          <p:spPr>
            <a:xfrm>
              <a:off x="1359924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1" name="pt69">
              <a:extLst>
                <a:ext uri="{FF2B5EF4-FFF2-40B4-BE49-F238E27FC236}">
                  <a16:creationId xmlns:a16="http://schemas.microsoft.com/office/drawing/2014/main" id="{71CD431B-C716-8652-EBAB-ABAD173CBB76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2" name="pt70">
              <a:extLst>
                <a:ext uri="{FF2B5EF4-FFF2-40B4-BE49-F238E27FC236}">
                  <a16:creationId xmlns:a16="http://schemas.microsoft.com/office/drawing/2014/main" id="{C2AE912D-879F-026D-06A4-03CEEABCB52B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3" name="pt71">
              <a:extLst>
                <a:ext uri="{FF2B5EF4-FFF2-40B4-BE49-F238E27FC236}">
                  <a16:creationId xmlns:a16="http://schemas.microsoft.com/office/drawing/2014/main" id="{E24723E0-889E-FD22-EF89-DC0B0DB57F92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4" name="pt72">
              <a:extLst>
                <a:ext uri="{FF2B5EF4-FFF2-40B4-BE49-F238E27FC236}">
                  <a16:creationId xmlns:a16="http://schemas.microsoft.com/office/drawing/2014/main" id="{77461956-D036-1CBF-A14E-8DBCC4383C1B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5" name="pt73">
              <a:extLst>
                <a:ext uri="{FF2B5EF4-FFF2-40B4-BE49-F238E27FC236}">
                  <a16:creationId xmlns:a16="http://schemas.microsoft.com/office/drawing/2014/main" id="{B2FEFD69-24DE-5E78-E876-906C6D1ED31A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6" name="pt74">
              <a:extLst>
                <a:ext uri="{FF2B5EF4-FFF2-40B4-BE49-F238E27FC236}">
                  <a16:creationId xmlns:a16="http://schemas.microsoft.com/office/drawing/2014/main" id="{1C934EE5-702E-1ABA-3D0B-8FE8372E29CB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7" name="pt75">
              <a:extLst>
                <a:ext uri="{FF2B5EF4-FFF2-40B4-BE49-F238E27FC236}">
                  <a16:creationId xmlns:a16="http://schemas.microsoft.com/office/drawing/2014/main" id="{757BE80D-9335-CC0B-6482-BA1F80439ADE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8" name="pt76">
              <a:extLst>
                <a:ext uri="{FF2B5EF4-FFF2-40B4-BE49-F238E27FC236}">
                  <a16:creationId xmlns:a16="http://schemas.microsoft.com/office/drawing/2014/main" id="{B3F56931-4447-4858-0055-87D145975C78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79" name="pt77">
              <a:extLst>
                <a:ext uri="{FF2B5EF4-FFF2-40B4-BE49-F238E27FC236}">
                  <a16:creationId xmlns:a16="http://schemas.microsoft.com/office/drawing/2014/main" id="{AE2DFAE8-C85A-BAE8-0BEA-B11032FF911D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0" name="pt78">
              <a:extLst>
                <a:ext uri="{FF2B5EF4-FFF2-40B4-BE49-F238E27FC236}">
                  <a16:creationId xmlns:a16="http://schemas.microsoft.com/office/drawing/2014/main" id="{F8E69EEB-19A2-43B2-10C3-6E3F0A7357D7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1" name="pt79">
              <a:extLst>
                <a:ext uri="{FF2B5EF4-FFF2-40B4-BE49-F238E27FC236}">
                  <a16:creationId xmlns:a16="http://schemas.microsoft.com/office/drawing/2014/main" id="{7A433F5D-1BF9-0A6B-8C98-8D09ACCB58FD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2" name="pt80">
              <a:extLst>
                <a:ext uri="{FF2B5EF4-FFF2-40B4-BE49-F238E27FC236}">
                  <a16:creationId xmlns:a16="http://schemas.microsoft.com/office/drawing/2014/main" id="{13D2335F-4E41-2EE1-EFDA-04C901BAACD8}"/>
                </a:ext>
              </a:extLst>
            </p:cNvPr>
            <p:cNvSpPr/>
            <p:nvPr/>
          </p:nvSpPr>
          <p:spPr>
            <a:xfrm>
              <a:off x="3828030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3" name="pt81">
              <a:extLst>
                <a:ext uri="{FF2B5EF4-FFF2-40B4-BE49-F238E27FC236}">
                  <a16:creationId xmlns:a16="http://schemas.microsoft.com/office/drawing/2014/main" id="{A74F3F6A-AF30-28FA-9023-1BE09EE168B4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4" name="pt82">
              <a:extLst>
                <a:ext uri="{FF2B5EF4-FFF2-40B4-BE49-F238E27FC236}">
                  <a16:creationId xmlns:a16="http://schemas.microsoft.com/office/drawing/2014/main" id="{CE3A510F-068B-CA36-3024-A8B1EF0DF0AE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5" name="pt83">
              <a:extLst>
                <a:ext uri="{FF2B5EF4-FFF2-40B4-BE49-F238E27FC236}">
                  <a16:creationId xmlns:a16="http://schemas.microsoft.com/office/drawing/2014/main" id="{9D5F92A2-4894-8C5E-B2BD-C2255988745E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6" name="pt84">
              <a:extLst>
                <a:ext uri="{FF2B5EF4-FFF2-40B4-BE49-F238E27FC236}">
                  <a16:creationId xmlns:a16="http://schemas.microsoft.com/office/drawing/2014/main" id="{C70A0238-CBDE-E297-6337-851CE86D4BB4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7" name="pt85">
              <a:extLst>
                <a:ext uri="{FF2B5EF4-FFF2-40B4-BE49-F238E27FC236}">
                  <a16:creationId xmlns:a16="http://schemas.microsoft.com/office/drawing/2014/main" id="{6BB15AAD-555F-0868-4F16-212381CD95AE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8" name="pt86">
              <a:extLst>
                <a:ext uri="{FF2B5EF4-FFF2-40B4-BE49-F238E27FC236}">
                  <a16:creationId xmlns:a16="http://schemas.microsoft.com/office/drawing/2014/main" id="{587C3CBB-379D-E521-FE73-AD775300955B}"/>
                </a:ext>
              </a:extLst>
            </p:cNvPr>
            <p:cNvSpPr/>
            <p:nvPr/>
          </p:nvSpPr>
          <p:spPr>
            <a:xfrm>
              <a:off x="214267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89" name="pt87">
              <a:extLst>
                <a:ext uri="{FF2B5EF4-FFF2-40B4-BE49-F238E27FC236}">
                  <a16:creationId xmlns:a16="http://schemas.microsoft.com/office/drawing/2014/main" id="{C8E6636C-3CF1-E687-7187-90B029538055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0" name="pt88">
              <a:extLst>
                <a:ext uri="{FF2B5EF4-FFF2-40B4-BE49-F238E27FC236}">
                  <a16:creationId xmlns:a16="http://schemas.microsoft.com/office/drawing/2014/main" id="{19027ECD-0B4F-CFB3-72C8-7C42CB9160C3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1" name="pt89">
              <a:extLst>
                <a:ext uri="{FF2B5EF4-FFF2-40B4-BE49-F238E27FC236}">
                  <a16:creationId xmlns:a16="http://schemas.microsoft.com/office/drawing/2014/main" id="{F681E53F-B97D-E0D0-185B-FD5419D0B51E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2" name="pt90">
              <a:extLst>
                <a:ext uri="{FF2B5EF4-FFF2-40B4-BE49-F238E27FC236}">
                  <a16:creationId xmlns:a16="http://schemas.microsoft.com/office/drawing/2014/main" id="{9B7F2619-91B8-698A-19E1-3FD80C69F6B1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3" name="pt91">
              <a:extLst>
                <a:ext uri="{FF2B5EF4-FFF2-40B4-BE49-F238E27FC236}">
                  <a16:creationId xmlns:a16="http://schemas.microsoft.com/office/drawing/2014/main" id="{E9742EE8-91CD-68E3-5F43-D5D7C3DA0716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4" name="pt92">
              <a:extLst>
                <a:ext uri="{FF2B5EF4-FFF2-40B4-BE49-F238E27FC236}">
                  <a16:creationId xmlns:a16="http://schemas.microsoft.com/office/drawing/2014/main" id="{DA9FAD72-5F57-2717-EECA-F8B619E18FAC}"/>
                </a:ext>
              </a:extLst>
            </p:cNvPr>
            <p:cNvSpPr/>
            <p:nvPr/>
          </p:nvSpPr>
          <p:spPr>
            <a:xfrm>
              <a:off x="214267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5" name="pt93">
              <a:extLst>
                <a:ext uri="{FF2B5EF4-FFF2-40B4-BE49-F238E27FC236}">
                  <a16:creationId xmlns:a16="http://schemas.microsoft.com/office/drawing/2014/main" id="{354F3708-D170-877E-FF71-7051199609E6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6" name="pt94">
              <a:extLst>
                <a:ext uri="{FF2B5EF4-FFF2-40B4-BE49-F238E27FC236}">
                  <a16:creationId xmlns:a16="http://schemas.microsoft.com/office/drawing/2014/main" id="{6873884F-0F49-116A-F386-B8E59319367A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7" name="pt95">
              <a:extLst>
                <a:ext uri="{FF2B5EF4-FFF2-40B4-BE49-F238E27FC236}">
                  <a16:creationId xmlns:a16="http://schemas.microsoft.com/office/drawing/2014/main" id="{D62DAC33-0015-322C-E07D-1FFDA0813FDC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8" name="pt96">
              <a:extLst>
                <a:ext uri="{FF2B5EF4-FFF2-40B4-BE49-F238E27FC236}">
                  <a16:creationId xmlns:a16="http://schemas.microsoft.com/office/drawing/2014/main" id="{D28BAA31-86C4-2B3D-5DB7-A4CCA7375209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399" name="pt97">
              <a:extLst>
                <a:ext uri="{FF2B5EF4-FFF2-40B4-BE49-F238E27FC236}">
                  <a16:creationId xmlns:a16="http://schemas.microsoft.com/office/drawing/2014/main" id="{FC929D01-DAD7-ED2B-CB65-20D37D954A31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0" name="pt98">
              <a:extLst>
                <a:ext uri="{FF2B5EF4-FFF2-40B4-BE49-F238E27FC236}">
                  <a16:creationId xmlns:a16="http://schemas.microsoft.com/office/drawing/2014/main" id="{F5E894B6-5473-A8D8-53B6-6FD11B3C3A36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1" name="pt99">
              <a:extLst>
                <a:ext uri="{FF2B5EF4-FFF2-40B4-BE49-F238E27FC236}">
                  <a16:creationId xmlns:a16="http://schemas.microsoft.com/office/drawing/2014/main" id="{FB68C333-2C2C-4B8F-A294-480532BCEB36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2" name="pt100">
              <a:extLst>
                <a:ext uri="{FF2B5EF4-FFF2-40B4-BE49-F238E27FC236}">
                  <a16:creationId xmlns:a16="http://schemas.microsoft.com/office/drawing/2014/main" id="{2F109357-D5A1-8E23-8339-388A700769D2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3" name="pt101">
              <a:extLst>
                <a:ext uri="{FF2B5EF4-FFF2-40B4-BE49-F238E27FC236}">
                  <a16:creationId xmlns:a16="http://schemas.microsoft.com/office/drawing/2014/main" id="{59B23ECC-52FA-E57E-6A05-A4019B781A40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4" name="pt102">
              <a:extLst>
                <a:ext uri="{FF2B5EF4-FFF2-40B4-BE49-F238E27FC236}">
                  <a16:creationId xmlns:a16="http://schemas.microsoft.com/office/drawing/2014/main" id="{CC4F5DA4-5836-2BC7-D397-62068A79853E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5" name="pt103">
              <a:extLst>
                <a:ext uri="{FF2B5EF4-FFF2-40B4-BE49-F238E27FC236}">
                  <a16:creationId xmlns:a16="http://schemas.microsoft.com/office/drawing/2014/main" id="{901657D5-66A9-A974-03F2-57A4F0817B45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6" name="pt104">
              <a:extLst>
                <a:ext uri="{FF2B5EF4-FFF2-40B4-BE49-F238E27FC236}">
                  <a16:creationId xmlns:a16="http://schemas.microsoft.com/office/drawing/2014/main" id="{D790B677-64BF-4706-7D02-17791D213A0B}"/>
                </a:ext>
              </a:extLst>
            </p:cNvPr>
            <p:cNvSpPr/>
            <p:nvPr/>
          </p:nvSpPr>
          <p:spPr>
            <a:xfrm>
              <a:off x="2124126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7" name="pt105">
              <a:extLst>
                <a:ext uri="{FF2B5EF4-FFF2-40B4-BE49-F238E27FC236}">
                  <a16:creationId xmlns:a16="http://schemas.microsoft.com/office/drawing/2014/main" id="{CCFC0640-E395-AD42-DBCF-5B1D02EB2A51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8" name="pt106">
              <a:extLst>
                <a:ext uri="{FF2B5EF4-FFF2-40B4-BE49-F238E27FC236}">
                  <a16:creationId xmlns:a16="http://schemas.microsoft.com/office/drawing/2014/main" id="{271EDFBA-3A8D-3974-A315-8D2BCC3CB949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09" name="pt107">
              <a:extLst>
                <a:ext uri="{FF2B5EF4-FFF2-40B4-BE49-F238E27FC236}">
                  <a16:creationId xmlns:a16="http://schemas.microsoft.com/office/drawing/2014/main" id="{A123920C-E3F3-2582-111C-973A5569BE19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0" name="pt108">
              <a:extLst>
                <a:ext uri="{FF2B5EF4-FFF2-40B4-BE49-F238E27FC236}">
                  <a16:creationId xmlns:a16="http://schemas.microsoft.com/office/drawing/2014/main" id="{71FA1AE6-52DF-D754-72A2-BA2B866DC51E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1" name="pt109">
              <a:extLst>
                <a:ext uri="{FF2B5EF4-FFF2-40B4-BE49-F238E27FC236}">
                  <a16:creationId xmlns:a16="http://schemas.microsoft.com/office/drawing/2014/main" id="{8FB29735-256C-F113-8714-B99E939AEA7E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2" name="pt110">
              <a:extLst>
                <a:ext uri="{FF2B5EF4-FFF2-40B4-BE49-F238E27FC236}">
                  <a16:creationId xmlns:a16="http://schemas.microsoft.com/office/drawing/2014/main" id="{47FCF5C6-CCA8-B8B3-D359-0AD02068CF99}"/>
                </a:ext>
              </a:extLst>
            </p:cNvPr>
            <p:cNvSpPr/>
            <p:nvPr/>
          </p:nvSpPr>
          <p:spPr>
            <a:xfrm>
              <a:off x="3495615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3" name="pt111">
              <a:extLst>
                <a:ext uri="{FF2B5EF4-FFF2-40B4-BE49-F238E27FC236}">
                  <a16:creationId xmlns:a16="http://schemas.microsoft.com/office/drawing/2014/main" id="{29BFCA7A-872D-46E4-17CA-1B80402CEBEA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4" name="pt112">
              <a:extLst>
                <a:ext uri="{FF2B5EF4-FFF2-40B4-BE49-F238E27FC236}">
                  <a16:creationId xmlns:a16="http://schemas.microsoft.com/office/drawing/2014/main" id="{83200606-ED03-53DC-4F6C-2886E8BFCB58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5" name="pt113">
              <a:extLst>
                <a:ext uri="{FF2B5EF4-FFF2-40B4-BE49-F238E27FC236}">
                  <a16:creationId xmlns:a16="http://schemas.microsoft.com/office/drawing/2014/main" id="{FBDB4710-9261-C7FB-1EA1-5548EDFEC16B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6" name="pt114">
              <a:extLst>
                <a:ext uri="{FF2B5EF4-FFF2-40B4-BE49-F238E27FC236}">
                  <a16:creationId xmlns:a16="http://schemas.microsoft.com/office/drawing/2014/main" id="{CAA99DF5-4835-11F8-98F4-75B7776258D5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7" name="pt115">
              <a:extLst>
                <a:ext uri="{FF2B5EF4-FFF2-40B4-BE49-F238E27FC236}">
                  <a16:creationId xmlns:a16="http://schemas.microsoft.com/office/drawing/2014/main" id="{14AEAA0A-AF95-9C52-B3C4-32CC85058F34}"/>
                </a:ext>
              </a:extLst>
            </p:cNvPr>
            <p:cNvSpPr/>
            <p:nvPr/>
          </p:nvSpPr>
          <p:spPr>
            <a:xfrm>
              <a:off x="3495615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8" name="pt116">
              <a:extLst>
                <a:ext uri="{FF2B5EF4-FFF2-40B4-BE49-F238E27FC236}">
                  <a16:creationId xmlns:a16="http://schemas.microsoft.com/office/drawing/2014/main" id="{CF54AD18-83F3-E06E-DAE1-DF3D1919A3E8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19" name="pt117">
              <a:extLst>
                <a:ext uri="{FF2B5EF4-FFF2-40B4-BE49-F238E27FC236}">
                  <a16:creationId xmlns:a16="http://schemas.microsoft.com/office/drawing/2014/main" id="{F6FC591D-D52E-9E8D-1953-F7411EFF25F6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0" name="pt118">
              <a:extLst>
                <a:ext uri="{FF2B5EF4-FFF2-40B4-BE49-F238E27FC236}">
                  <a16:creationId xmlns:a16="http://schemas.microsoft.com/office/drawing/2014/main" id="{85A670F3-C65D-C905-F36A-FBAFE656CA69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1" name="pt119">
              <a:extLst>
                <a:ext uri="{FF2B5EF4-FFF2-40B4-BE49-F238E27FC236}">
                  <a16:creationId xmlns:a16="http://schemas.microsoft.com/office/drawing/2014/main" id="{0AB57447-DFCE-6FEB-FD9F-ADE6339E8189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2" name="pt120">
              <a:extLst>
                <a:ext uri="{FF2B5EF4-FFF2-40B4-BE49-F238E27FC236}">
                  <a16:creationId xmlns:a16="http://schemas.microsoft.com/office/drawing/2014/main" id="{5200F25A-EB5E-F2D7-6627-7EFD8002E935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3" name="pt121">
              <a:extLst>
                <a:ext uri="{FF2B5EF4-FFF2-40B4-BE49-F238E27FC236}">
                  <a16:creationId xmlns:a16="http://schemas.microsoft.com/office/drawing/2014/main" id="{D2344F69-960D-E7B4-EFFC-1ECE311F3260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4" name="pt122">
              <a:extLst>
                <a:ext uri="{FF2B5EF4-FFF2-40B4-BE49-F238E27FC236}">
                  <a16:creationId xmlns:a16="http://schemas.microsoft.com/office/drawing/2014/main" id="{71BD007A-9B51-2000-D358-A039142C28D0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5" name="pt123">
              <a:extLst>
                <a:ext uri="{FF2B5EF4-FFF2-40B4-BE49-F238E27FC236}">
                  <a16:creationId xmlns:a16="http://schemas.microsoft.com/office/drawing/2014/main" id="{AE85E26D-583E-A8C2-EFC6-E119B810DFD3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6" name="pt124">
              <a:extLst>
                <a:ext uri="{FF2B5EF4-FFF2-40B4-BE49-F238E27FC236}">
                  <a16:creationId xmlns:a16="http://schemas.microsoft.com/office/drawing/2014/main" id="{371B4DDA-75E8-3F25-718B-5152BDB9DEDB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7" name="pt125">
              <a:extLst>
                <a:ext uri="{FF2B5EF4-FFF2-40B4-BE49-F238E27FC236}">
                  <a16:creationId xmlns:a16="http://schemas.microsoft.com/office/drawing/2014/main" id="{1BA7EF4C-5FDE-5E46-531D-27F9BF0FA7B4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8" name="pt126">
              <a:extLst>
                <a:ext uri="{FF2B5EF4-FFF2-40B4-BE49-F238E27FC236}">
                  <a16:creationId xmlns:a16="http://schemas.microsoft.com/office/drawing/2014/main" id="{8DFD9139-24F9-C342-06F6-FB2F6D681B97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29" name="pt127">
              <a:extLst>
                <a:ext uri="{FF2B5EF4-FFF2-40B4-BE49-F238E27FC236}">
                  <a16:creationId xmlns:a16="http://schemas.microsoft.com/office/drawing/2014/main" id="{C3E3B8D6-2127-BBF1-30C8-F5582289632F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0" name="pt128">
              <a:extLst>
                <a:ext uri="{FF2B5EF4-FFF2-40B4-BE49-F238E27FC236}">
                  <a16:creationId xmlns:a16="http://schemas.microsoft.com/office/drawing/2014/main" id="{8BFC09C4-8767-F0A3-618C-695B52D16AD2}"/>
                </a:ext>
              </a:extLst>
            </p:cNvPr>
            <p:cNvSpPr/>
            <p:nvPr/>
          </p:nvSpPr>
          <p:spPr>
            <a:xfrm>
              <a:off x="1825904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1" name="pt129">
              <a:extLst>
                <a:ext uri="{FF2B5EF4-FFF2-40B4-BE49-F238E27FC236}">
                  <a16:creationId xmlns:a16="http://schemas.microsoft.com/office/drawing/2014/main" id="{42100A4C-7929-0EDA-3C46-B6EB9864C8D1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2" name="pt130">
              <a:extLst>
                <a:ext uri="{FF2B5EF4-FFF2-40B4-BE49-F238E27FC236}">
                  <a16:creationId xmlns:a16="http://schemas.microsoft.com/office/drawing/2014/main" id="{9B36AE60-447C-FD7E-911E-5F6DD09C0630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3" name="pt131">
              <a:extLst>
                <a:ext uri="{FF2B5EF4-FFF2-40B4-BE49-F238E27FC236}">
                  <a16:creationId xmlns:a16="http://schemas.microsoft.com/office/drawing/2014/main" id="{14454ED4-975E-EB34-7009-31A7A9F7987C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4" name="pt132">
              <a:extLst>
                <a:ext uri="{FF2B5EF4-FFF2-40B4-BE49-F238E27FC236}">
                  <a16:creationId xmlns:a16="http://schemas.microsoft.com/office/drawing/2014/main" id="{C76A4891-8317-D82E-4C4D-B3DD08D5E309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5" name="pt133">
              <a:extLst>
                <a:ext uri="{FF2B5EF4-FFF2-40B4-BE49-F238E27FC236}">
                  <a16:creationId xmlns:a16="http://schemas.microsoft.com/office/drawing/2014/main" id="{D719DCC1-463E-6CBF-CF28-CF2E0C98595C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6" name="pt134">
              <a:extLst>
                <a:ext uri="{FF2B5EF4-FFF2-40B4-BE49-F238E27FC236}">
                  <a16:creationId xmlns:a16="http://schemas.microsoft.com/office/drawing/2014/main" id="{208537A6-3AEE-D804-289E-08747DCBC9CF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7" name="pt135">
              <a:extLst>
                <a:ext uri="{FF2B5EF4-FFF2-40B4-BE49-F238E27FC236}">
                  <a16:creationId xmlns:a16="http://schemas.microsoft.com/office/drawing/2014/main" id="{BDC2888E-5433-F5FD-23AF-7D38F9299CF3}"/>
                </a:ext>
              </a:extLst>
            </p:cNvPr>
            <p:cNvSpPr/>
            <p:nvPr/>
          </p:nvSpPr>
          <p:spPr>
            <a:xfrm>
              <a:off x="207222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8" name="pt136">
              <a:extLst>
                <a:ext uri="{FF2B5EF4-FFF2-40B4-BE49-F238E27FC236}">
                  <a16:creationId xmlns:a16="http://schemas.microsoft.com/office/drawing/2014/main" id="{34B00A14-FCDD-29B7-FF3B-2148B20066A7}"/>
                </a:ext>
              </a:extLst>
            </p:cNvPr>
            <p:cNvSpPr/>
            <p:nvPr/>
          </p:nvSpPr>
          <p:spPr>
            <a:xfrm>
              <a:off x="2072225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39" name="pt137">
              <a:extLst>
                <a:ext uri="{FF2B5EF4-FFF2-40B4-BE49-F238E27FC236}">
                  <a16:creationId xmlns:a16="http://schemas.microsoft.com/office/drawing/2014/main" id="{32556751-9FA2-A3E3-B218-60546F8F2D76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0" name="pt138">
              <a:extLst>
                <a:ext uri="{FF2B5EF4-FFF2-40B4-BE49-F238E27FC236}">
                  <a16:creationId xmlns:a16="http://schemas.microsoft.com/office/drawing/2014/main" id="{845D8240-E304-D59B-FB1A-620B42933C00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1" name="pt139">
              <a:extLst>
                <a:ext uri="{FF2B5EF4-FFF2-40B4-BE49-F238E27FC236}">
                  <a16:creationId xmlns:a16="http://schemas.microsoft.com/office/drawing/2014/main" id="{D0119BE6-D4C2-4358-8A3E-6AD5281A4BCF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2" name="pt140">
              <a:extLst>
                <a:ext uri="{FF2B5EF4-FFF2-40B4-BE49-F238E27FC236}">
                  <a16:creationId xmlns:a16="http://schemas.microsoft.com/office/drawing/2014/main" id="{68281166-2359-2AE3-C7EA-097704CF8FF7}"/>
                </a:ext>
              </a:extLst>
            </p:cNvPr>
            <p:cNvSpPr/>
            <p:nvPr/>
          </p:nvSpPr>
          <p:spPr>
            <a:xfrm>
              <a:off x="2072225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3" name="pt141">
              <a:extLst>
                <a:ext uri="{FF2B5EF4-FFF2-40B4-BE49-F238E27FC236}">
                  <a16:creationId xmlns:a16="http://schemas.microsoft.com/office/drawing/2014/main" id="{B25909CF-4C76-46FA-9367-EE4F0DEC93DE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4" name="pt142">
              <a:extLst>
                <a:ext uri="{FF2B5EF4-FFF2-40B4-BE49-F238E27FC236}">
                  <a16:creationId xmlns:a16="http://schemas.microsoft.com/office/drawing/2014/main" id="{B0A5510B-C215-7C3E-2324-1140E547481F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5" name="pt143">
              <a:extLst>
                <a:ext uri="{FF2B5EF4-FFF2-40B4-BE49-F238E27FC236}">
                  <a16:creationId xmlns:a16="http://schemas.microsoft.com/office/drawing/2014/main" id="{BA141C40-CA11-E56D-49AB-E903EDBD7C7D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6" name="pt144">
              <a:extLst>
                <a:ext uri="{FF2B5EF4-FFF2-40B4-BE49-F238E27FC236}">
                  <a16:creationId xmlns:a16="http://schemas.microsoft.com/office/drawing/2014/main" id="{11CD94CF-752B-B659-A577-D3F85EC5DB55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7" name="pt145">
              <a:extLst>
                <a:ext uri="{FF2B5EF4-FFF2-40B4-BE49-F238E27FC236}">
                  <a16:creationId xmlns:a16="http://schemas.microsoft.com/office/drawing/2014/main" id="{E6417917-7099-4F9A-4A79-196115717B83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8" name="pt146">
              <a:extLst>
                <a:ext uri="{FF2B5EF4-FFF2-40B4-BE49-F238E27FC236}">
                  <a16:creationId xmlns:a16="http://schemas.microsoft.com/office/drawing/2014/main" id="{65643F47-1C8F-B413-D1BF-FA11EE50B536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49" name="pt147">
              <a:extLst>
                <a:ext uri="{FF2B5EF4-FFF2-40B4-BE49-F238E27FC236}">
                  <a16:creationId xmlns:a16="http://schemas.microsoft.com/office/drawing/2014/main" id="{B2FC7451-8A66-5A79-8CCC-FC141054A574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0" name="pt148">
              <a:extLst>
                <a:ext uri="{FF2B5EF4-FFF2-40B4-BE49-F238E27FC236}">
                  <a16:creationId xmlns:a16="http://schemas.microsoft.com/office/drawing/2014/main" id="{4EA1005E-CBEA-653B-92C4-9CF793848963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1" name="pt149">
              <a:extLst>
                <a:ext uri="{FF2B5EF4-FFF2-40B4-BE49-F238E27FC236}">
                  <a16:creationId xmlns:a16="http://schemas.microsoft.com/office/drawing/2014/main" id="{F8680401-D52F-BFA9-B00F-F2C234C24F35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2" name="pt150">
              <a:extLst>
                <a:ext uri="{FF2B5EF4-FFF2-40B4-BE49-F238E27FC236}">
                  <a16:creationId xmlns:a16="http://schemas.microsoft.com/office/drawing/2014/main" id="{258EE778-A10A-5153-1FBD-6D3F86C3294D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3" name="pt151">
              <a:extLst>
                <a:ext uri="{FF2B5EF4-FFF2-40B4-BE49-F238E27FC236}">
                  <a16:creationId xmlns:a16="http://schemas.microsoft.com/office/drawing/2014/main" id="{ABC92CA4-0C42-A807-9C96-F986E3807366}"/>
                </a:ext>
              </a:extLst>
            </p:cNvPr>
            <p:cNvSpPr/>
            <p:nvPr/>
          </p:nvSpPr>
          <p:spPr>
            <a:xfrm>
              <a:off x="1654089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4" name="pt152">
              <a:extLst>
                <a:ext uri="{FF2B5EF4-FFF2-40B4-BE49-F238E27FC236}">
                  <a16:creationId xmlns:a16="http://schemas.microsoft.com/office/drawing/2014/main" id="{1C513232-108E-B50D-4C17-DCD07011C0E0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5" name="pt153">
              <a:extLst>
                <a:ext uri="{FF2B5EF4-FFF2-40B4-BE49-F238E27FC236}">
                  <a16:creationId xmlns:a16="http://schemas.microsoft.com/office/drawing/2014/main" id="{DEA5973D-0F9B-AAD0-CD12-06AE8F2C6589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6" name="pt154">
              <a:extLst>
                <a:ext uri="{FF2B5EF4-FFF2-40B4-BE49-F238E27FC236}">
                  <a16:creationId xmlns:a16="http://schemas.microsoft.com/office/drawing/2014/main" id="{BD3BFC02-C101-8DB0-8DDB-9B1C7F7916DC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7" name="pt155">
              <a:extLst>
                <a:ext uri="{FF2B5EF4-FFF2-40B4-BE49-F238E27FC236}">
                  <a16:creationId xmlns:a16="http://schemas.microsoft.com/office/drawing/2014/main" id="{5E9D3BE8-3708-AC9A-21BB-2915F363FBDB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8" name="pt156">
              <a:extLst>
                <a:ext uri="{FF2B5EF4-FFF2-40B4-BE49-F238E27FC236}">
                  <a16:creationId xmlns:a16="http://schemas.microsoft.com/office/drawing/2014/main" id="{B4236FD8-491D-1B42-1CCC-2AE3C5C0AE86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59" name="pt157">
              <a:extLst>
                <a:ext uri="{FF2B5EF4-FFF2-40B4-BE49-F238E27FC236}">
                  <a16:creationId xmlns:a16="http://schemas.microsoft.com/office/drawing/2014/main" id="{EC2FED5D-9503-9222-DCD8-FE64D451DF8C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0" name="pt158">
              <a:extLst>
                <a:ext uri="{FF2B5EF4-FFF2-40B4-BE49-F238E27FC236}">
                  <a16:creationId xmlns:a16="http://schemas.microsoft.com/office/drawing/2014/main" id="{6480A454-E43C-F43A-2966-A6E35AB0EAA0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1" name="pt159">
              <a:extLst>
                <a:ext uri="{FF2B5EF4-FFF2-40B4-BE49-F238E27FC236}">
                  <a16:creationId xmlns:a16="http://schemas.microsoft.com/office/drawing/2014/main" id="{544BEC67-EAAE-3E3E-8802-BBD532AFA771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2" name="pt160">
              <a:extLst>
                <a:ext uri="{FF2B5EF4-FFF2-40B4-BE49-F238E27FC236}">
                  <a16:creationId xmlns:a16="http://schemas.microsoft.com/office/drawing/2014/main" id="{79F00BFA-69FC-3978-1E4D-36D2F32CF6B2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3" name="pt161">
              <a:extLst>
                <a:ext uri="{FF2B5EF4-FFF2-40B4-BE49-F238E27FC236}">
                  <a16:creationId xmlns:a16="http://schemas.microsoft.com/office/drawing/2014/main" id="{2DE9F5A3-607D-F082-B191-DEEDA127D915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4" name="pt162">
              <a:extLst>
                <a:ext uri="{FF2B5EF4-FFF2-40B4-BE49-F238E27FC236}">
                  <a16:creationId xmlns:a16="http://schemas.microsoft.com/office/drawing/2014/main" id="{BA7E0080-A802-809A-BB56-6044CFF1A2F1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5" name="pt163">
              <a:extLst>
                <a:ext uri="{FF2B5EF4-FFF2-40B4-BE49-F238E27FC236}">
                  <a16:creationId xmlns:a16="http://schemas.microsoft.com/office/drawing/2014/main" id="{643E17B0-78A1-10FB-45F5-D543F1769941}"/>
                </a:ext>
              </a:extLst>
            </p:cNvPr>
            <p:cNvSpPr/>
            <p:nvPr/>
          </p:nvSpPr>
          <p:spPr>
            <a:xfrm>
              <a:off x="239951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6" name="pt164">
              <a:extLst>
                <a:ext uri="{FF2B5EF4-FFF2-40B4-BE49-F238E27FC236}">
                  <a16:creationId xmlns:a16="http://schemas.microsoft.com/office/drawing/2014/main" id="{4D2ACE36-7011-5AAF-A843-C05C60C5C66D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7" name="pt165">
              <a:extLst>
                <a:ext uri="{FF2B5EF4-FFF2-40B4-BE49-F238E27FC236}">
                  <a16:creationId xmlns:a16="http://schemas.microsoft.com/office/drawing/2014/main" id="{D527712B-8D01-2D8F-B3D6-E7468B03348B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8" name="pt166">
              <a:extLst>
                <a:ext uri="{FF2B5EF4-FFF2-40B4-BE49-F238E27FC236}">
                  <a16:creationId xmlns:a16="http://schemas.microsoft.com/office/drawing/2014/main" id="{A451FF73-7658-59DF-A12C-5B830F1AFD9A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69" name="pt167">
              <a:extLst>
                <a:ext uri="{FF2B5EF4-FFF2-40B4-BE49-F238E27FC236}">
                  <a16:creationId xmlns:a16="http://schemas.microsoft.com/office/drawing/2014/main" id="{3C20B949-B978-0EF6-1E9D-606F6AF8B0EC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0" name="pt168">
              <a:extLst>
                <a:ext uri="{FF2B5EF4-FFF2-40B4-BE49-F238E27FC236}">
                  <a16:creationId xmlns:a16="http://schemas.microsoft.com/office/drawing/2014/main" id="{1BCE7663-91A5-5CCA-8D20-2634030A9B2A}"/>
                </a:ext>
              </a:extLst>
            </p:cNvPr>
            <p:cNvSpPr/>
            <p:nvPr/>
          </p:nvSpPr>
          <p:spPr>
            <a:xfrm>
              <a:off x="2234138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1" name="pt169">
              <a:extLst>
                <a:ext uri="{FF2B5EF4-FFF2-40B4-BE49-F238E27FC236}">
                  <a16:creationId xmlns:a16="http://schemas.microsoft.com/office/drawing/2014/main" id="{B49296CA-BA7F-1297-A3B9-A5D99C8D91E5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2" name="pt170">
              <a:extLst>
                <a:ext uri="{FF2B5EF4-FFF2-40B4-BE49-F238E27FC236}">
                  <a16:creationId xmlns:a16="http://schemas.microsoft.com/office/drawing/2014/main" id="{22738BB6-401D-E0CA-2022-C0010E090AB3}"/>
                </a:ext>
              </a:extLst>
            </p:cNvPr>
            <p:cNvSpPr/>
            <p:nvPr/>
          </p:nvSpPr>
          <p:spPr>
            <a:xfrm>
              <a:off x="2234138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3" name="pt171">
              <a:extLst>
                <a:ext uri="{FF2B5EF4-FFF2-40B4-BE49-F238E27FC236}">
                  <a16:creationId xmlns:a16="http://schemas.microsoft.com/office/drawing/2014/main" id="{32D26E49-D04E-A892-528A-9C50A64D6922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4" name="pt172">
              <a:extLst>
                <a:ext uri="{FF2B5EF4-FFF2-40B4-BE49-F238E27FC236}">
                  <a16:creationId xmlns:a16="http://schemas.microsoft.com/office/drawing/2014/main" id="{C03AA402-3553-E1E0-F3DC-D3BA3D281943}"/>
                </a:ext>
              </a:extLst>
            </p:cNvPr>
            <p:cNvSpPr/>
            <p:nvPr/>
          </p:nvSpPr>
          <p:spPr>
            <a:xfrm>
              <a:off x="2234138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5" name="pt173">
              <a:extLst>
                <a:ext uri="{FF2B5EF4-FFF2-40B4-BE49-F238E27FC236}">
                  <a16:creationId xmlns:a16="http://schemas.microsoft.com/office/drawing/2014/main" id="{1EE31A9F-44A3-F534-A642-3A27E257BE77}"/>
                </a:ext>
              </a:extLst>
            </p:cNvPr>
            <p:cNvSpPr/>
            <p:nvPr/>
          </p:nvSpPr>
          <p:spPr>
            <a:xfrm>
              <a:off x="2234138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6" name="pt174">
              <a:extLst>
                <a:ext uri="{FF2B5EF4-FFF2-40B4-BE49-F238E27FC236}">
                  <a16:creationId xmlns:a16="http://schemas.microsoft.com/office/drawing/2014/main" id="{926593AB-9186-BDDD-26A3-544535B9CF3B}"/>
                </a:ext>
              </a:extLst>
            </p:cNvPr>
            <p:cNvSpPr/>
            <p:nvPr/>
          </p:nvSpPr>
          <p:spPr>
            <a:xfrm>
              <a:off x="2234138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7" name="pt175">
              <a:extLst>
                <a:ext uri="{FF2B5EF4-FFF2-40B4-BE49-F238E27FC236}">
                  <a16:creationId xmlns:a16="http://schemas.microsoft.com/office/drawing/2014/main" id="{57CB2F8B-BD2C-A9E7-0FAF-9597189E1DC3}"/>
                </a:ext>
              </a:extLst>
            </p:cNvPr>
            <p:cNvSpPr/>
            <p:nvPr/>
          </p:nvSpPr>
          <p:spPr>
            <a:xfrm>
              <a:off x="2234138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8" name="pt176">
              <a:extLst>
                <a:ext uri="{FF2B5EF4-FFF2-40B4-BE49-F238E27FC236}">
                  <a16:creationId xmlns:a16="http://schemas.microsoft.com/office/drawing/2014/main" id="{D6866B9D-3775-DCC9-1FB2-77C5531A802E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79" name="pt177">
              <a:extLst>
                <a:ext uri="{FF2B5EF4-FFF2-40B4-BE49-F238E27FC236}">
                  <a16:creationId xmlns:a16="http://schemas.microsoft.com/office/drawing/2014/main" id="{76127231-0058-5BB7-CBA5-DC354E68B62F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0" name="pt178">
              <a:extLst>
                <a:ext uri="{FF2B5EF4-FFF2-40B4-BE49-F238E27FC236}">
                  <a16:creationId xmlns:a16="http://schemas.microsoft.com/office/drawing/2014/main" id="{41AB03BB-01B7-80EB-88EB-D90A3F9F44BB}"/>
                </a:ext>
              </a:extLst>
            </p:cNvPr>
            <p:cNvSpPr/>
            <p:nvPr/>
          </p:nvSpPr>
          <p:spPr>
            <a:xfrm>
              <a:off x="1795802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1" name="pt179">
              <a:extLst>
                <a:ext uri="{FF2B5EF4-FFF2-40B4-BE49-F238E27FC236}">
                  <a16:creationId xmlns:a16="http://schemas.microsoft.com/office/drawing/2014/main" id="{C8B6F975-48DD-BFE8-560C-4A118CF2AFEF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2" name="pt180">
              <a:extLst>
                <a:ext uri="{FF2B5EF4-FFF2-40B4-BE49-F238E27FC236}">
                  <a16:creationId xmlns:a16="http://schemas.microsoft.com/office/drawing/2014/main" id="{F120493B-9FE0-D98C-1F2E-4762478F2F3D}"/>
                </a:ext>
              </a:extLst>
            </p:cNvPr>
            <p:cNvSpPr/>
            <p:nvPr/>
          </p:nvSpPr>
          <p:spPr>
            <a:xfrm>
              <a:off x="2005448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3" name="pt181">
              <a:extLst>
                <a:ext uri="{FF2B5EF4-FFF2-40B4-BE49-F238E27FC236}">
                  <a16:creationId xmlns:a16="http://schemas.microsoft.com/office/drawing/2014/main" id="{CFC79413-C48E-55C9-A031-DACA18DA7C17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4" name="pt182">
              <a:extLst>
                <a:ext uri="{FF2B5EF4-FFF2-40B4-BE49-F238E27FC236}">
                  <a16:creationId xmlns:a16="http://schemas.microsoft.com/office/drawing/2014/main" id="{8276E390-8436-9FA7-035D-4E6EDF08BD54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5" name="pt183">
              <a:extLst>
                <a:ext uri="{FF2B5EF4-FFF2-40B4-BE49-F238E27FC236}">
                  <a16:creationId xmlns:a16="http://schemas.microsoft.com/office/drawing/2014/main" id="{A9545761-DE00-47AE-F23C-1DA233CC2842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6" name="pt184">
              <a:extLst>
                <a:ext uri="{FF2B5EF4-FFF2-40B4-BE49-F238E27FC236}">
                  <a16:creationId xmlns:a16="http://schemas.microsoft.com/office/drawing/2014/main" id="{010C143F-24BD-703C-1070-6DB8D1A0815B}"/>
                </a:ext>
              </a:extLst>
            </p:cNvPr>
            <p:cNvSpPr/>
            <p:nvPr/>
          </p:nvSpPr>
          <p:spPr>
            <a:xfrm>
              <a:off x="2005448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7" name="pt185">
              <a:extLst>
                <a:ext uri="{FF2B5EF4-FFF2-40B4-BE49-F238E27FC236}">
                  <a16:creationId xmlns:a16="http://schemas.microsoft.com/office/drawing/2014/main" id="{D4747979-02E4-9788-B3E8-FC86745FA524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8" name="pt186">
              <a:extLst>
                <a:ext uri="{FF2B5EF4-FFF2-40B4-BE49-F238E27FC236}">
                  <a16:creationId xmlns:a16="http://schemas.microsoft.com/office/drawing/2014/main" id="{34699E4B-10F7-E7B0-0AC8-1FC03D24EB3D}"/>
                </a:ext>
              </a:extLst>
            </p:cNvPr>
            <p:cNvSpPr/>
            <p:nvPr/>
          </p:nvSpPr>
          <p:spPr>
            <a:xfrm>
              <a:off x="1795802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89" name="pt187">
              <a:extLst>
                <a:ext uri="{FF2B5EF4-FFF2-40B4-BE49-F238E27FC236}">
                  <a16:creationId xmlns:a16="http://schemas.microsoft.com/office/drawing/2014/main" id="{5FD425FB-B055-8B03-3054-5BECE91578F8}"/>
                </a:ext>
              </a:extLst>
            </p:cNvPr>
            <p:cNvSpPr/>
            <p:nvPr/>
          </p:nvSpPr>
          <p:spPr>
            <a:xfrm>
              <a:off x="1795802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0" name="pt188">
              <a:extLst>
                <a:ext uri="{FF2B5EF4-FFF2-40B4-BE49-F238E27FC236}">
                  <a16:creationId xmlns:a16="http://schemas.microsoft.com/office/drawing/2014/main" id="{DFCE9A27-5DA0-669C-731B-77F2C7C4CC42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1" name="pt189">
              <a:extLst>
                <a:ext uri="{FF2B5EF4-FFF2-40B4-BE49-F238E27FC236}">
                  <a16:creationId xmlns:a16="http://schemas.microsoft.com/office/drawing/2014/main" id="{33D13B26-C49D-8054-99E4-2C7321DF2070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2" name="pt190">
              <a:extLst>
                <a:ext uri="{FF2B5EF4-FFF2-40B4-BE49-F238E27FC236}">
                  <a16:creationId xmlns:a16="http://schemas.microsoft.com/office/drawing/2014/main" id="{2193CC78-7D60-434C-D677-CD530C8FE300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3" name="pt191">
              <a:extLst>
                <a:ext uri="{FF2B5EF4-FFF2-40B4-BE49-F238E27FC236}">
                  <a16:creationId xmlns:a16="http://schemas.microsoft.com/office/drawing/2014/main" id="{ADEFB292-2890-2FC9-4DC4-6F59359D63AD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4" name="pt192">
              <a:extLst>
                <a:ext uri="{FF2B5EF4-FFF2-40B4-BE49-F238E27FC236}">
                  <a16:creationId xmlns:a16="http://schemas.microsoft.com/office/drawing/2014/main" id="{2D3FDD24-452F-D0D5-54EB-3E4C0EA6B65E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5" name="pt193">
              <a:extLst>
                <a:ext uri="{FF2B5EF4-FFF2-40B4-BE49-F238E27FC236}">
                  <a16:creationId xmlns:a16="http://schemas.microsoft.com/office/drawing/2014/main" id="{9E16F244-7C34-4F7A-5A72-061F280BDCD4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6" name="pt194">
              <a:extLst>
                <a:ext uri="{FF2B5EF4-FFF2-40B4-BE49-F238E27FC236}">
                  <a16:creationId xmlns:a16="http://schemas.microsoft.com/office/drawing/2014/main" id="{35E2A8B3-8CEB-45AE-2ED1-C0C64C50DB0F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7" name="pt195">
              <a:extLst>
                <a:ext uri="{FF2B5EF4-FFF2-40B4-BE49-F238E27FC236}">
                  <a16:creationId xmlns:a16="http://schemas.microsoft.com/office/drawing/2014/main" id="{C0E3F052-5D2E-4C1C-2997-6E651213FF92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8" name="pt196">
              <a:extLst>
                <a:ext uri="{FF2B5EF4-FFF2-40B4-BE49-F238E27FC236}">
                  <a16:creationId xmlns:a16="http://schemas.microsoft.com/office/drawing/2014/main" id="{B5D456CE-5948-00D2-A08C-3BF46C6E6555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499" name="pt197">
              <a:extLst>
                <a:ext uri="{FF2B5EF4-FFF2-40B4-BE49-F238E27FC236}">
                  <a16:creationId xmlns:a16="http://schemas.microsoft.com/office/drawing/2014/main" id="{1DFBAD23-9B7A-9351-DAA3-59788677BF11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0" name="pt198">
              <a:extLst>
                <a:ext uri="{FF2B5EF4-FFF2-40B4-BE49-F238E27FC236}">
                  <a16:creationId xmlns:a16="http://schemas.microsoft.com/office/drawing/2014/main" id="{FA566A47-BA33-481E-5CA8-278BFED8C3C2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1" name="pt199">
              <a:extLst>
                <a:ext uri="{FF2B5EF4-FFF2-40B4-BE49-F238E27FC236}">
                  <a16:creationId xmlns:a16="http://schemas.microsoft.com/office/drawing/2014/main" id="{73DC95CB-D3C5-91B6-03EB-5C5A7AED3914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2" name="pt200">
              <a:extLst>
                <a:ext uri="{FF2B5EF4-FFF2-40B4-BE49-F238E27FC236}">
                  <a16:creationId xmlns:a16="http://schemas.microsoft.com/office/drawing/2014/main" id="{159CA438-F68A-CD1C-B579-32D9D4E181CB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3" name="pt201">
              <a:extLst>
                <a:ext uri="{FF2B5EF4-FFF2-40B4-BE49-F238E27FC236}">
                  <a16:creationId xmlns:a16="http://schemas.microsoft.com/office/drawing/2014/main" id="{B9582602-B257-8F5F-AEF2-D931CBFDC62F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4" name="pt202">
              <a:extLst>
                <a:ext uri="{FF2B5EF4-FFF2-40B4-BE49-F238E27FC236}">
                  <a16:creationId xmlns:a16="http://schemas.microsoft.com/office/drawing/2014/main" id="{8C4FF5B6-74D4-115B-34CE-F0D7FA88113D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5" name="pt203">
              <a:extLst>
                <a:ext uri="{FF2B5EF4-FFF2-40B4-BE49-F238E27FC236}">
                  <a16:creationId xmlns:a16="http://schemas.microsoft.com/office/drawing/2014/main" id="{B1C65355-C7F5-119F-94F2-C348F789529A}"/>
                </a:ext>
              </a:extLst>
            </p:cNvPr>
            <p:cNvSpPr/>
            <p:nvPr/>
          </p:nvSpPr>
          <p:spPr>
            <a:xfrm>
              <a:off x="1823869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6" name="pt204">
              <a:extLst>
                <a:ext uri="{FF2B5EF4-FFF2-40B4-BE49-F238E27FC236}">
                  <a16:creationId xmlns:a16="http://schemas.microsoft.com/office/drawing/2014/main" id="{96465146-AC3B-9087-EC04-0253D89CF77D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7" name="pt205">
              <a:extLst>
                <a:ext uri="{FF2B5EF4-FFF2-40B4-BE49-F238E27FC236}">
                  <a16:creationId xmlns:a16="http://schemas.microsoft.com/office/drawing/2014/main" id="{BEA8546C-486D-4E70-75A4-4DF65C1DCD44}"/>
                </a:ext>
              </a:extLst>
            </p:cNvPr>
            <p:cNvSpPr/>
            <p:nvPr/>
          </p:nvSpPr>
          <p:spPr>
            <a:xfrm>
              <a:off x="2005448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8" name="pt206">
              <a:extLst>
                <a:ext uri="{FF2B5EF4-FFF2-40B4-BE49-F238E27FC236}">
                  <a16:creationId xmlns:a16="http://schemas.microsoft.com/office/drawing/2014/main" id="{EAB1C7B5-4AA8-E718-6830-BBBFE9043C31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09" name="pt207">
              <a:extLst>
                <a:ext uri="{FF2B5EF4-FFF2-40B4-BE49-F238E27FC236}">
                  <a16:creationId xmlns:a16="http://schemas.microsoft.com/office/drawing/2014/main" id="{BCA2B66F-B924-0F6D-9EB6-3B62B23B969E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0" name="pt208">
              <a:extLst>
                <a:ext uri="{FF2B5EF4-FFF2-40B4-BE49-F238E27FC236}">
                  <a16:creationId xmlns:a16="http://schemas.microsoft.com/office/drawing/2014/main" id="{C4A8F289-24E7-4717-7702-18F5E7D49A46}"/>
                </a:ext>
              </a:extLst>
            </p:cNvPr>
            <p:cNvSpPr/>
            <p:nvPr/>
          </p:nvSpPr>
          <p:spPr>
            <a:xfrm>
              <a:off x="200544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1" name="pt209">
              <a:extLst>
                <a:ext uri="{FF2B5EF4-FFF2-40B4-BE49-F238E27FC236}">
                  <a16:creationId xmlns:a16="http://schemas.microsoft.com/office/drawing/2014/main" id="{A5527764-583D-5956-EFE8-4A9C5E530CF4}"/>
                </a:ext>
              </a:extLst>
            </p:cNvPr>
            <p:cNvSpPr/>
            <p:nvPr/>
          </p:nvSpPr>
          <p:spPr>
            <a:xfrm>
              <a:off x="2005448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2" name="pt210">
              <a:extLst>
                <a:ext uri="{FF2B5EF4-FFF2-40B4-BE49-F238E27FC236}">
                  <a16:creationId xmlns:a16="http://schemas.microsoft.com/office/drawing/2014/main" id="{C979717A-F1D2-A96B-E7E1-6A55F67C28C2}"/>
                </a:ext>
              </a:extLst>
            </p:cNvPr>
            <p:cNvSpPr/>
            <p:nvPr/>
          </p:nvSpPr>
          <p:spPr>
            <a:xfrm>
              <a:off x="1795802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3" name="pl211">
              <a:extLst>
                <a:ext uri="{FF2B5EF4-FFF2-40B4-BE49-F238E27FC236}">
                  <a16:creationId xmlns:a16="http://schemas.microsoft.com/office/drawing/2014/main" id="{2F7E1407-7CCE-1B7B-3311-901A9743D432}"/>
                </a:ext>
              </a:extLst>
            </p:cNvPr>
            <p:cNvSpPr/>
            <p:nvPr/>
          </p:nvSpPr>
          <p:spPr>
            <a:xfrm>
              <a:off x="1864237" y="3698767"/>
              <a:ext cx="300257" cy="0"/>
            </a:xfrm>
            <a:custGeom>
              <a:avLst/>
              <a:gdLst/>
              <a:ahLst/>
              <a:cxnLst/>
              <a:rect l="0" t="0" r="0" b="0"/>
              <a:pathLst>
                <a:path w="436616">
                  <a:moveTo>
                    <a:pt x="0" y="0"/>
                  </a:moveTo>
                  <a:lnTo>
                    <a:pt x="5526" y="0"/>
                  </a:lnTo>
                  <a:lnTo>
                    <a:pt x="11053" y="0"/>
                  </a:lnTo>
                  <a:lnTo>
                    <a:pt x="16580" y="0"/>
                  </a:lnTo>
                  <a:lnTo>
                    <a:pt x="22107" y="0"/>
                  </a:lnTo>
                  <a:lnTo>
                    <a:pt x="27633" y="0"/>
                  </a:lnTo>
                  <a:lnTo>
                    <a:pt x="33160" y="0"/>
                  </a:lnTo>
                  <a:lnTo>
                    <a:pt x="38687" y="0"/>
                  </a:lnTo>
                  <a:lnTo>
                    <a:pt x="44214" y="0"/>
                  </a:lnTo>
                  <a:lnTo>
                    <a:pt x="49741" y="0"/>
                  </a:lnTo>
                  <a:lnTo>
                    <a:pt x="55267" y="0"/>
                  </a:lnTo>
                  <a:lnTo>
                    <a:pt x="60794" y="0"/>
                  </a:lnTo>
                  <a:lnTo>
                    <a:pt x="66321" y="0"/>
                  </a:lnTo>
                  <a:lnTo>
                    <a:pt x="71848" y="0"/>
                  </a:lnTo>
                  <a:lnTo>
                    <a:pt x="77375" y="0"/>
                  </a:lnTo>
                  <a:lnTo>
                    <a:pt x="82901" y="0"/>
                  </a:lnTo>
                  <a:lnTo>
                    <a:pt x="88428" y="0"/>
                  </a:lnTo>
                  <a:lnTo>
                    <a:pt x="93955" y="0"/>
                  </a:lnTo>
                  <a:lnTo>
                    <a:pt x="99482" y="0"/>
                  </a:lnTo>
                  <a:lnTo>
                    <a:pt x="105009" y="0"/>
                  </a:lnTo>
                  <a:lnTo>
                    <a:pt x="110535" y="0"/>
                  </a:lnTo>
                  <a:lnTo>
                    <a:pt x="116062" y="0"/>
                  </a:lnTo>
                  <a:lnTo>
                    <a:pt x="121589" y="0"/>
                  </a:lnTo>
                  <a:lnTo>
                    <a:pt x="127116" y="0"/>
                  </a:lnTo>
                  <a:lnTo>
                    <a:pt x="132642" y="0"/>
                  </a:lnTo>
                  <a:lnTo>
                    <a:pt x="138169" y="0"/>
                  </a:lnTo>
                  <a:lnTo>
                    <a:pt x="143696" y="0"/>
                  </a:lnTo>
                  <a:lnTo>
                    <a:pt x="149223" y="0"/>
                  </a:lnTo>
                  <a:lnTo>
                    <a:pt x="154750" y="0"/>
                  </a:lnTo>
                  <a:lnTo>
                    <a:pt x="160276" y="0"/>
                  </a:lnTo>
                  <a:lnTo>
                    <a:pt x="165803" y="0"/>
                  </a:lnTo>
                  <a:lnTo>
                    <a:pt x="171330" y="0"/>
                  </a:lnTo>
                  <a:lnTo>
                    <a:pt x="176857" y="0"/>
                  </a:lnTo>
                  <a:lnTo>
                    <a:pt x="182384" y="0"/>
                  </a:lnTo>
                  <a:lnTo>
                    <a:pt x="187910" y="0"/>
                  </a:lnTo>
                  <a:lnTo>
                    <a:pt x="193437" y="0"/>
                  </a:lnTo>
                  <a:lnTo>
                    <a:pt x="198964" y="0"/>
                  </a:lnTo>
                  <a:lnTo>
                    <a:pt x="204491" y="0"/>
                  </a:lnTo>
                  <a:lnTo>
                    <a:pt x="210018" y="0"/>
                  </a:lnTo>
                  <a:lnTo>
                    <a:pt x="215544" y="0"/>
                  </a:lnTo>
                  <a:lnTo>
                    <a:pt x="221071" y="0"/>
                  </a:lnTo>
                  <a:lnTo>
                    <a:pt x="226598" y="0"/>
                  </a:lnTo>
                  <a:lnTo>
                    <a:pt x="232125" y="0"/>
                  </a:lnTo>
                  <a:lnTo>
                    <a:pt x="237651" y="0"/>
                  </a:lnTo>
                  <a:lnTo>
                    <a:pt x="243178" y="0"/>
                  </a:lnTo>
                  <a:lnTo>
                    <a:pt x="248705" y="0"/>
                  </a:lnTo>
                  <a:lnTo>
                    <a:pt x="254232" y="0"/>
                  </a:lnTo>
                  <a:lnTo>
                    <a:pt x="259759" y="0"/>
                  </a:lnTo>
                  <a:lnTo>
                    <a:pt x="265285" y="0"/>
                  </a:lnTo>
                  <a:lnTo>
                    <a:pt x="270812" y="0"/>
                  </a:lnTo>
                  <a:lnTo>
                    <a:pt x="276339" y="0"/>
                  </a:lnTo>
                  <a:lnTo>
                    <a:pt x="281866" y="0"/>
                  </a:lnTo>
                  <a:lnTo>
                    <a:pt x="287393" y="0"/>
                  </a:lnTo>
                  <a:lnTo>
                    <a:pt x="292919" y="0"/>
                  </a:lnTo>
                  <a:lnTo>
                    <a:pt x="298446" y="0"/>
                  </a:lnTo>
                  <a:lnTo>
                    <a:pt x="303973" y="0"/>
                  </a:lnTo>
                  <a:lnTo>
                    <a:pt x="309500" y="0"/>
                  </a:lnTo>
                  <a:lnTo>
                    <a:pt x="315027" y="0"/>
                  </a:lnTo>
                  <a:lnTo>
                    <a:pt x="320553" y="0"/>
                  </a:lnTo>
                  <a:lnTo>
                    <a:pt x="326080" y="0"/>
                  </a:lnTo>
                  <a:lnTo>
                    <a:pt x="331607" y="0"/>
                  </a:lnTo>
                  <a:lnTo>
                    <a:pt x="337134" y="0"/>
                  </a:lnTo>
                  <a:lnTo>
                    <a:pt x="342660" y="0"/>
                  </a:lnTo>
                  <a:lnTo>
                    <a:pt x="348187" y="0"/>
                  </a:lnTo>
                  <a:lnTo>
                    <a:pt x="353714" y="0"/>
                  </a:lnTo>
                  <a:lnTo>
                    <a:pt x="359241" y="0"/>
                  </a:lnTo>
                  <a:lnTo>
                    <a:pt x="364768" y="0"/>
                  </a:lnTo>
                  <a:lnTo>
                    <a:pt x="370294" y="0"/>
                  </a:lnTo>
                  <a:lnTo>
                    <a:pt x="375821" y="0"/>
                  </a:lnTo>
                  <a:lnTo>
                    <a:pt x="381348" y="0"/>
                  </a:lnTo>
                  <a:lnTo>
                    <a:pt x="386875" y="0"/>
                  </a:lnTo>
                  <a:lnTo>
                    <a:pt x="392402" y="0"/>
                  </a:lnTo>
                  <a:lnTo>
                    <a:pt x="397928" y="0"/>
                  </a:lnTo>
                  <a:lnTo>
                    <a:pt x="403455" y="0"/>
                  </a:lnTo>
                  <a:lnTo>
                    <a:pt x="408982" y="0"/>
                  </a:lnTo>
                  <a:lnTo>
                    <a:pt x="414509" y="0"/>
                  </a:lnTo>
                  <a:lnTo>
                    <a:pt x="420036" y="0"/>
                  </a:lnTo>
                  <a:lnTo>
                    <a:pt x="425562" y="0"/>
                  </a:lnTo>
                  <a:lnTo>
                    <a:pt x="431089" y="0"/>
                  </a:lnTo>
                  <a:lnTo>
                    <a:pt x="43661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4" name="pl212">
              <a:extLst>
                <a:ext uri="{FF2B5EF4-FFF2-40B4-BE49-F238E27FC236}">
                  <a16:creationId xmlns:a16="http://schemas.microsoft.com/office/drawing/2014/main" id="{2A8765C2-5173-8FBC-0FF7-3985E27D6EB0}"/>
                </a:ext>
              </a:extLst>
            </p:cNvPr>
            <p:cNvSpPr/>
            <p:nvPr/>
          </p:nvSpPr>
          <p:spPr>
            <a:xfrm>
              <a:off x="1836172" y="3843673"/>
              <a:ext cx="346871" cy="1119727"/>
            </a:xfrm>
            <a:custGeom>
              <a:avLst/>
              <a:gdLst/>
              <a:ahLst/>
              <a:cxnLst/>
              <a:rect l="0" t="0" r="0" b="0"/>
              <a:pathLst>
                <a:path w="504399" h="1628694">
                  <a:moveTo>
                    <a:pt x="0" y="1628694"/>
                  </a:moveTo>
                  <a:lnTo>
                    <a:pt x="6384" y="1607031"/>
                  </a:lnTo>
                  <a:lnTo>
                    <a:pt x="12769" y="1584959"/>
                  </a:lnTo>
                  <a:lnTo>
                    <a:pt x="19154" y="1562487"/>
                  </a:lnTo>
                  <a:lnTo>
                    <a:pt x="25539" y="1539625"/>
                  </a:lnTo>
                  <a:lnTo>
                    <a:pt x="31924" y="1516384"/>
                  </a:lnTo>
                  <a:lnTo>
                    <a:pt x="38308" y="1492777"/>
                  </a:lnTo>
                  <a:lnTo>
                    <a:pt x="44693" y="1468817"/>
                  </a:lnTo>
                  <a:lnTo>
                    <a:pt x="51078" y="1444519"/>
                  </a:lnTo>
                  <a:lnTo>
                    <a:pt x="57463" y="1419897"/>
                  </a:lnTo>
                  <a:lnTo>
                    <a:pt x="63848" y="1394969"/>
                  </a:lnTo>
                  <a:lnTo>
                    <a:pt x="70232" y="1369752"/>
                  </a:lnTo>
                  <a:lnTo>
                    <a:pt x="76617" y="1344263"/>
                  </a:lnTo>
                  <a:lnTo>
                    <a:pt x="83002" y="1318524"/>
                  </a:lnTo>
                  <a:lnTo>
                    <a:pt x="89387" y="1292552"/>
                  </a:lnTo>
                  <a:lnTo>
                    <a:pt x="95772" y="1266371"/>
                  </a:lnTo>
                  <a:lnTo>
                    <a:pt x="102156" y="1240000"/>
                  </a:lnTo>
                  <a:lnTo>
                    <a:pt x="108541" y="1213463"/>
                  </a:lnTo>
                  <a:lnTo>
                    <a:pt x="114926" y="1186783"/>
                  </a:lnTo>
                  <a:lnTo>
                    <a:pt x="121311" y="1159982"/>
                  </a:lnTo>
                  <a:lnTo>
                    <a:pt x="127696" y="1133085"/>
                  </a:lnTo>
                  <a:lnTo>
                    <a:pt x="134080" y="1106116"/>
                  </a:lnTo>
                  <a:lnTo>
                    <a:pt x="140465" y="1079099"/>
                  </a:lnTo>
                  <a:lnTo>
                    <a:pt x="146850" y="1052059"/>
                  </a:lnTo>
                  <a:lnTo>
                    <a:pt x="153235" y="1025020"/>
                  </a:lnTo>
                  <a:lnTo>
                    <a:pt x="159620" y="998008"/>
                  </a:lnTo>
                  <a:lnTo>
                    <a:pt x="166004" y="971047"/>
                  </a:lnTo>
                  <a:lnTo>
                    <a:pt x="172389" y="944162"/>
                  </a:lnTo>
                  <a:lnTo>
                    <a:pt x="178774" y="917376"/>
                  </a:lnTo>
                  <a:lnTo>
                    <a:pt x="185159" y="890713"/>
                  </a:lnTo>
                  <a:lnTo>
                    <a:pt x="191544" y="864197"/>
                  </a:lnTo>
                  <a:lnTo>
                    <a:pt x="197928" y="837850"/>
                  </a:lnTo>
                  <a:lnTo>
                    <a:pt x="204313" y="811696"/>
                  </a:lnTo>
                  <a:lnTo>
                    <a:pt x="210698" y="785754"/>
                  </a:lnTo>
                  <a:lnTo>
                    <a:pt x="217083" y="760047"/>
                  </a:lnTo>
                  <a:lnTo>
                    <a:pt x="223468" y="734593"/>
                  </a:lnTo>
                  <a:lnTo>
                    <a:pt x="229852" y="709413"/>
                  </a:lnTo>
                  <a:lnTo>
                    <a:pt x="236237" y="684525"/>
                  </a:lnTo>
                  <a:lnTo>
                    <a:pt x="242622" y="659946"/>
                  </a:lnTo>
                  <a:lnTo>
                    <a:pt x="249007" y="635691"/>
                  </a:lnTo>
                  <a:lnTo>
                    <a:pt x="255392" y="611778"/>
                  </a:lnTo>
                  <a:lnTo>
                    <a:pt x="261776" y="588219"/>
                  </a:lnTo>
                  <a:lnTo>
                    <a:pt x="268161" y="565028"/>
                  </a:lnTo>
                  <a:lnTo>
                    <a:pt x="274546" y="542217"/>
                  </a:lnTo>
                  <a:lnTo>
                    <a:pt x="280931" y="519798"/>
                  </a:lnTo>
                  <a:lnTo>
                    <a:pt x="287316" y="497780"/>
                  </a:lnTo>
                  <a:lnTo>
                    <a:pt x="293700" y="476172"/>
                  </a:lnTo>
                  <a:lnTo>
                    <a:pt x="300085" y="454982"/>
                  </a:lnTo>
                  <a:lnTo>
                    <a:pt x="306470" y="434216"/>
                  </a:lnTo>
                  <a:lnTo>
                    <a:pt x="312855" y="413882"/>
                  </a:lnTo>
                  <a:lnTo>
                    <a:pt x="319240" y="393982"/>
                  </a:lnTo>
                  <a:lnTo>
                    <a:pt x="325624" y="374522"/>
                  </a:lnTo>
                  <a:lnTo>
                    <a:pt x="332009" y="355504"/>
                  </a:lnTo>
                  <a:lnTo>
                    <a:pt x="338394" y="336930"/>
                  </a:lnTo>
                  <a:lnTo>
                    <a:pt x="344779" y="318800"/>
                  </a:lnTo>
                  <a:lnTo>
                    <a:pt x="351164" y="301116"/>
                  </a:lnTo>
                  <a:lnTo>
                    <a:pt x="357548" y="283876"/>
                  </a:lnTo>
                  <a:lnTo>
                    <a:pt x="363933" y="267079"/>
                  </a:lnTo>
                  <a:lnTo>
                    <a:pt x="370318" y="250723"/>
                  </a:lnTo>
                  <a:lnTo>
                    <a:pt x="376703" y="234806"/>
                  </a:lnTo>
                  <a:lnTo>
                    <a:pt x="383088" y="219323"/>
                  </a:lnTo>
                  <a:lnTo>
                    <a:pt x="389473" y="204271"/>
                  </a:lnTo>
                  <a:lnTo>
                    <a:pt x="395857" y="189645"/>
                  </a:lnTo>
                  <a:lnTo>
                    <a:pt x="402242" y="175441"/>
                  </a:lnTo>
                  <a:lnTo>
                    <a:pt x="408627" y="161652"/>
                  </a:lnTo>
                  <a:lnTo>
                    <a:pt x="415012" y="148273"/>
                  </a:lnTo>
                  <a:lnTo>
                    <a:pt x="421397" y="135298"/>
                  </a:lnTo>
                  <a:lnTo>
                    <a:pt x="427781" y="122719"/>
                  </a:lnTo>
                  <a:lnTo>
                    <a:pt x="434166" y="110531"/>
                  </a:lnTo>
                  <a:lnTo>
                    <a:pt x="440551" y="98725"/>
                  </a:lnTo>
                  <a:lnTo>
                    <a:pt x="446936" y="87294"/>
                  </a:lnTo>
                  <a:lnTo>
                    <a:pt x="453321" y="76231"/>
                  </a:lnTo>
                  <a:lnTo>
                    <a:pt x="459705" y="65528"/>
                  </a:lnTo>
                  <a:lnTo>
                    <a:pt x="466090" y="55176"/>
                  </a:lnTo>
                  <a:lnTo>
                    <a:pt x="472475" y="45168"/>
                  </a:lnTo>
                  <a:lnTo>
                    <a:pt x="478860" y="35496"/>
                  </a:lnTo>
                  <a:lnTo>
                    <a:pt x="485245" y="26151"/>
                  </a:lnTo>
                  <a:lnTo>
                    <a:pt x="491629" y="17126"/>
                  </a:lnTo>
                  <a:lnTo>
                    <a:pt x="498014" y="8411"/>
                  </a:lnTo>
                  <a:lnTo>
                    <a:pt x="504399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5" name="pl213">
              <a:extLst>
                <a:ext uri="{FF2B5EF4-FFF2-40B4-BE49-F238E27FC236}">
                  <a16:creationId xmlns:a16="http://schemas.microsoft.com/office/drawing/2014/main" id="{ECBA0085-0CF7-D4F9-E5BB-89D2FC3AD51C}"/>
                </a:ext>
              </a:extLst>
            </p:cNvPr>
            <p:cNvSpPr/>
            <p:nvPr/>
          </p:nvSpPr>
          <p:spPr>
            <a:xfrm>
              <a:off x="2045816" y="3856847"/>
              <a:ext cx="1490167" cy="421544"/>
            </a:xfrm>
            <a:custGeom>
              <a:avLst/>
              <a:gdLst/>
              <a:ahLst/>
              <a:cxnLst/>
              <a:rect l="0" t="0" r="0" b="0"/>
              <a:pathLst>
                <a:path w="2166910" h="613155">
                  <a:moveTo>
                    <a:pt x="0" y="613155"/>
                  </a:moveTo>
                  <a:lnTo>
                    <a:pt x="27429" y="601744"/>
                  </a:lnTo>
                  <a:lnTo>
                    <a:pt x="54858" y="590412"/>
                  </a:lnTo>
                  <a:lnTo>
                    <a:pt x="82287" y="579160"/>
                  </a:lnTo>
                  <a:lnTo>
                    <a:pt x="109716" y="567991"/>
                  </a:lnTo>
                  <a:lnTo>
                    <a:pt x="137146" y="556906"/>
                  </a:lnTo>
                  <a:lnTo>
                    <a:pt x="164575" y="545905"/>
                  </a:lnTo>
                  <a:lnTo>
                    <a:pt x="192004" y="534991"/>
                  </a:lnTo>
                  <a:lnTo>
                    <a:pt x="219433" y="524164"/>
                  </a:lnTo>
                  <a:lnTo>
                    <a:pt x="246863" y="513426"/>
                  </a:lnTo>
                  <a:lnTo>
                    <a:pt x="274292" y="502778"/>
                  </a:lnTo>
                  <a:lnTo>
                    <a:pt x="301721" y="492221"/>
                  </a:lnTo>
                  <a:lnTo>
                    <a:pt x="329150" y="481755"/>
                  </a:lnTo>
                  <a:lnTo>
                    <a:pt x="356580" y="471383"/>
                  </a:lnTo>
                  <a:lnTo>
                    <a:pt x="384009" y="461104"/>
                  </a:lnTo>
                  <a:lnTo>
                    <a:pt x="411438" y="450919"/>
                  </a:lnTo>
                  <a:lnTo>
                    <a:pt x="438867" y="440830"/>
                  </a:lnTo>
                  <a:lnTo>
                    <a:pt x="466297" y="430837"/>
                  </a:lnTo>
                  <a:lnTo>
                    <a:pt x="493726" y="420941"/>
                  </a:lnTo>
                  <a:lnTo>
                    <a:pt x="521155" y="411142"/>
                  </a:lnTo>
                  <a:lnTo>
                    <a:pt x="548584" y="401441"/>
                  </a:lnTo>
                  <a:lnTo>
                    <a:pt x="576014" y="391838"/>
                  </a:lnTo>
                  <a:lnTo>
                    <a:pt x="603443" y="382335"/>
                  </a:lnTo>
                  <a:lnTo>
                    <a:pt x="630872" y="372930"/>
                  </a:lnTo>
                  <a:lnTo>
                    <a:pt x="658301" y="363626"/>
                  </a:lnTo>
                  <a:lnTo>
                    <a:pt x="685731" y="354421"/>
                  </a:lnTo>
                  <a:lnTo>
                    <a:pt x="713160" y="345317"/>
                  </a:lnTo>
                  <a:lnTo>
                    <a:pt x="740589" y="336314"/>
                  </a:lnTo>
                  <a:lnTo>
                    <a:pt x="768018" y="327411"/>
                  </a:lnTo>
                  <a:lnTo>
                    <a:pt x="795448" y="318609"/>
                  </a:lnTo>
                  <a:lnTo>
                    <a:pt x="822877" y="309907"/>
                  </a:lnTo>
                  <a:lnTo>
                    <a:pt x="850306" y="301307"/>
                  </a:lnTo>
                  <a:lnTo>
                    <a:pt x="877735" y="292808"/>
                  </a:lnTo>
                  <a:lnTo>
                    <a:pt x="905165" y="284410"/>
                  </a:lnTo>
                  <a:lnTo>
                    <a:pt x="932594" y="276113"/>
                  </a:lnTo>
                  <a:lnTo>
                    <a:pt x="960023" y="267916"/>
                  </a:lnTo>
                  <a:lnTo>
                    <a:pt x="987452" y="259821"/>
                  </a:lnTo>
                  <a:lnTo>
                    <a:pt x="1014882" y="251825"/>
                  </a:lnTo>
                  <a:lnTo>
                    <a:pt x="1042311" y="243930"/>
                  </a:lnTo>
                  <a:lnTo>
                    <a:pt x="1069740" y="236135"/>
                  </a:lnTo>
                  <a:lnTo>
                    <a:pt x="1097169" y="228439"/>
                  </a:lnTo>
                  <a:lnTo>
                    <a:pt x="1124599" y="220843"/>
                  </a:lnTo>
                  <a:lnTo>
                    <a:pt x="1152028" y="213345"/>
                  </a:lnTo>
                  <a:lnTo>
                    <a:pt x="1179457" y="205947"/>
                  </a:lnTo>
                  <a:lnTo>
                    <a:pt x="1206886" y="198646"/>
                  </a:lnTo>
                  <a:lnTo>
                    <a:pt x="1234316" y="191443"/>
                  </a:lnTo>
                  <a:lnTo>
                    <a:pt x="1261745" y="184337"/>
                  </a:lnTo>
                  <a:lnTo>
                    <a:pt x="1289174" y="177328"/>
                  </a:lnTo>
                  <a:lnTo>
                    <a:pt x="1316603" y="170415"/>
                  </a:lnTo>
                  <a:lnTo>
                    <a:pt x="1344032" y="163597"/>
                  </a:lnTo>
                  <a:lnTo>
                    <a:pt x="1371462" y="156875"/>
                  </a:lnTo>
                  <a:lnTo>
                    <a:pt x="1398891" y="150247"/>
                  </a:lnTo>
                  <a:lnTo>
                    <a:pt x="1426320" y="143713"/>
                  </a:lnTo>
                  <a:lnTo>
                    <a:pt x="1453749" y="137271"/>
                  </a:lnTo>
                  <a:lnTo>
                    <a:pt x="1481179" y="130923"/>
                  </a:lnTo>
                  <a:lnTo>
                    <a:pt x="1508608" y="124666"/>
                  </a:lnTo>
                  <a:lnTo>
                    <a:pt x="1536037" y="118500"/>
                  </a:lnTo>
                  <a:lnTo>
                    <a:pt x="1563466" y="112424"/>
                  </a:lnTo>
                  <a:lnTo>
                    <a:pt x="1590896" y="106438"/>
                  </a:lnTo>
                  <a:lnTo>
                    <a:pt x="1618325" y="100541"/>
                  </a:lnTo>
                  <a:lnTo>
                    <a:pt x="1645754" y="94732"/>
                  </a:lnTo>
                  <a:lnTo>
                    <a:pt x="1673183" y="89010"/>
                  </a:lnTo>
                  <a:lnTo>
                    <a:pt x="1700613" y="83375"/>
                  </a:lnTo>
                  <a:lnTo>
                    <a:pt x="1728042" y="77826"/>
                  </a:lnTo>
                  <a:lnTo>
                    <a:pt x="1755471" y="72361"/>
                  </a:lnTo>
                  <a:lnTo>
                    <a:pt x="1782900" y="66980"/>
                  </a:lnTo>
                  <a:lnTo>
                    <a:pt x="1810330" y="61683"/>
                  </a:lnTo>
                  <a:lnTo>
                    <a:pt x="1837759" y="56468"/>
                  </a:lnTo>
                  <a:lnTo>
                    <a:pt x="1865188" y="51335"/>
                  </a:lnTo>
                  <a:lnTo>
                    <a:pt x="1892617" y="46282"/>
                  </a:lnTo>
                  <a:lnTo>
                    <a:pt x="1920047" y="41309"/>
                  </a:lnTo>
                  <a:lnTo>
                    <a:pt x="1947476" y="36415"/>
                  </a:lnTo>
                  <a:lnTo>
                    <a:pt x="1974905" y="31599"/>
                  </a:lnTo>
                  <a:lnTo>
                    <a:pt x="2002334" y="26860"/>
                  </a:lnTo>
                  <a:lnTo>
                    <a:pt x="2029764" y="22198"/>
                  </a:lnTo>
                  <a:lnTo>
                    <a:pt x="2057193" y="17611"/>
                  </a:lnTo>
                  <a:lnTo>
                    <a:pt x="2084622" y="13098"/>
                  </a:lnTo>
                  <a:lnTo>
                    <a:pt x="2112051" y="8660"/>
                  </a:lnTo>
                  <a:lnTo>
                    <a:pt x="2139481" y="4294"/>
                  </a:lnTo>
                  <a:lnTo>
                    <a:pt x="2166910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6" name="pl214">
              <a:extLst>
                <a:ext uri="{FF2B5EF4-FFF2-40B4-BE49-F238E27FC236}">
                  <a16:creationId xmlns:a16="http://schemas.microsoft.com/office/drawing/2014/main" id="{84C72240-3360-0C98-5156-0E54A4EF4E1A}"/>
                </a:ext>
              </a:extLst>
            </p:cNvPr>
            <p:cNvSpPr/>
            <p:nvPr/>
          </p:nvSpPr>
          <p:spPr>
            <a:xfrm>
              <a:off x="2274507" y="3698768"/>
              <a:ext cx="1593892" cy="724529"/>
            </a:xfrm>
            <a:custGeom>
              <a:avLst/>
              <a:gdLst/>
              <a:ahLst/>
              <a:cxnLst/>
              <a:rect l="0" t="0" r="0" b="0"/>
              <a:pathLst>
                <a:path w="2317740" h="1053861">
                  <a:moveTo>
                    <a:pt x="0" y="1053861"/>
                  </a:moveTo>
                  <a:lnTo>
                    <a:pt x="29338" y="907903"/>
                  </a:lnTo>
                  <a:lnTo>
                    <a:pt x="58676" y="771588"/>
                  </a:lnTo>
                  <a:lnTo>
                    <a:pt x="88015" y="647566"/>
                  </a:lnTo>
                  <a:lnTo>
                    <a:pt x="117353" y="537384"/>
                  </a:lnTo>
                  <a:lnTo>
                    <a:pt x="146692" y="441550"/>
                  </a:lnTo>
                  <a:lnTo>
                    <a:pt x="176030" y="359720"/>
                  </a:lnTo>
                  <a:lnTo>
                    <a:pt x="205369" y="290941"/>
                  </a:lnTo>
                  <a:lnTo>
                    <a:pt x="234707" y="233896"/>
                  </a:lnTo>
                  <a:lnTo>
                    <a:pt x="264046" y="187100"/>
                  </a:lnTo>
                  <a:lnTo>
                    <a:pt x="293384" y="149059"/>
                  </a:lnTo>
                  <a:lnTo>
                    <a:pt x="322723" y="118361"/>
                  </a:lnTo>
                  <a:lnTo>
                    <a:pt x="352061" y="93737"/>
                  </a:lnTo>
                  <a:lnTo>
                    <a:pt x="381400" y="74078"/>
                  </a:lnTo>
                  <a:lnTo>
                    <a:pt x="410738" y="58443"/>
                  </a:lnTo>
                  <a:lnTo>
                    <a:pt x="440077" y="46046"/>
                  </a:lnTo>
                  <a:lnTo>
                    <a:pt x="469415" y="36240"/>
                  </a:lnTo>
                  <a:lnTo>
                    <a:pt x="498754" y="28498"/>
                  </a:lnTo>
                  <a:lnTo>
                    <a:pt x="528092" y="22396"/>
                  </a:lnTo>
                  <a:lnTo>
                    <a:pt x="557431" y="17591"/>
                  </a:lnTo>
                  <a:lnTo>
                    <a:pt x="586769" y="13811"/>
                  </a:lnTo>
                  <a:lnTo>
                    <a:pt x="616108" y="10840"/>
                  </a:lnTo>
                  <a:lnTo>
                    <a:pt x="645446" y="8505"/>
                  </a:lnTo>
                  <a:lnTo>
                    <a:pt x="674785" y="6673"/>
                  </a:lnTo>
                  <a:lnTo>
                    <a:pt x="704123" y="5234"/>
                  </a:lnTo>
                  <a:lnTo>
                    <a:pt x="733462" y="4105"/>
                  </a:lnTo>
                  <a:lnTo>
                    <a:pt x="762800" y="3219"/>
                  </a:lnTo>
                  <a:lnTo>
                    <a:pt x="792139" y="2524"/>
                  </a:lnTo>
                  <a:lnTo>
                    <a:pt x="821477" y="1979"/>
                  </a:lnTo>
                  <a:lnTo>
                    <a:pt x="850815" y="1552"/>
                  </a:lnTo>
                  <a:lnTo>
                    <a:pt x="880154" y="1216"/>
                  </a:lnTo>
                  <a:lnTo>
                    <a:pt x="909492" y="954"/>
                  </a:lnTo>
                  <a:lnTo>
                    <a:pt x="938831" y="748"/>
                  </a:lnTo>
                  <a:lnTo>
                    <a:pt x="968169" y="586"/>
                  </a:lnTo>
                  <a:lnTo>
                    <a:pt x="997508" y="459"/>
                  </a:lnTo>
                  <a:lnTo>
                    <a:pt x="1026846" y="360"/>
                  </a:lnTo>
                  <a:lnTo>
                    <a:pt x="1056185" y="282"/>
                  </a:lnTo>
                  <a:lnTo>
                    <a:pt x="1085523" y="221"/>
                  </a:lnTo>
                  <a:lnTo>
                    <a:pt x="1114862" y="173"/>
                  </a:lnTo>
                  <a:lnTo>
                    <a:pt x="1144200" y="136"/>
                  </a:lnTo>
                  <a:lnTo>
                    <a:pt x="1173539" y="106"/>
                  </a:lnTo>
                  <a:lnTo>
                    <a:pt x="1202877" y="83"/>
                  </a:lnTo>
                  <a:lnTo>
                    <a:pt x="1232216" y="65"/>
                  </a:lnTo>
                  <a:lnTo>
                    <a:pt x="1261554" y="51"/>
                  </a:lnTo>
                  <a:lnTo>
                    <a:pt x="1290893" y="40"/>
                  </a:lnTo>
                  <a:lnTo>
                    <a:pt x="1320231" y="31"/>
                  </a:lnTo>
                  <a:lnTo>
                    <a:pt x="1349570" y="24"/>
                  </a:lnTo>
                  <a:lnTo>
                    <a:pt x="1378908" y="19"/>
                  </a:lnTo>
                  <a:lnTo>
                    <a:pt x="1408247" y="15"/>
                  </a:lnTo>
                  <a:lnTo>
                    <a:pt x="1437585" y="11"/>
                  </a:lnTo>
                  <a:lnTo>
                    <a:pt x="1466924" y="9"/>
                  </a:lnTo>
                  <a:lnTo>
                    <a:pt x="1496262" y="7"/>
                  </a:lnTo>
                  <a:lnTo>
                    <a:pt x="1525601" y="5"/>
                  </a:lnTo>
                  <a:lnTo>
                    <a:pt x="1554939" y="4"/>
                  </a:lnTo>
                  <a:lnTo>
                    <a:pt x="1584278" y="3"/>
                  </a:lnTo>
                  <a:lnTo>
                    <a:pt x="1613616" y="2"/>
                  </a:lnTo>
                  <a:lnTo>
                    <a:pt x="1642954" y="2"/>
                  </a:lnTo>
                  <a:lnTo>
                    <a:pt x="1672293" y="1"/>
                  </a:lnTo>
                  <a:lnTo>
                    <a:pt x="1701631" y="1"/>
                  </a:lnTo>
                  <a:lnTo>
                    <a:pt x="1730970" y="1"/>
                  </a:lnTo>
                  <a:lnTo>
                    <a:pt x="1760308" y="0"/>
                  </a:lnTo>
                  <a:lnTo>
                    <a:pt x="1789647" y="0"/>
                  </a:lnTo>
                  <a:lnTo>
                    <a:pt x="1818985" y="0"/>
                  </a:lnTo>
                  <a:lnTo>
                    <a:pt x="1848324" y="0"/>
                  </a:lnTo>
                  <a:lnTo>
                    <a:pt x="1877662" y="0"/>
                  </a:lnTo>
                  <a:lnTo>
                    <a:pt x="1907001" y="0"/>
                  </a:lnTo>
                  <a:lnTo>
                    <a:pt x="1936339" y="0"/>
                  </a:lnTo>
                  <a:lnTo>
                    <a:pt x="1965678" y="0"/>
                  </a:lnTo>
                  <a:lnTo>
                    <a:pt x="1995016" y="0"/>
                  </a:lnTo>
                  <a:lnTo>
                    <a:pt x="2024355" y="0"/>
                  </a:lnTo>
                  <a:lnTo>
                    <a:pt x="2053693" y="0"/>
                  </a:lnTo>
                  <a:lnTo>
                    <a:pt x="2083032" y="0"/>
                  </a:lnTo>
                  <a:lnTo>
                    <a:pt x="2112370" y="0"/>
                  </a:lnTo>
                  <a:lnTo>
                    <a:pt x="2141709" y="0"/>
                  </a:lnTo>
                  <a:lnTo>
                    <a:pt x="2171047" y="0"/>
                  </a:lnTo>
                  <a:lnTo>
                    <a:pt x="2200386" y="0"/>
                  </a:lnTo>
                  <a:lnTo>
                    <a:pt x="2229724" y="0"/>
                  </a:lnTo>
                  <a:lnTo>
                    <a:pt x="2259063" y="0"/>
                  </a:lnTo>
                  <a:lnTo>
                    <a:pt x="2288401" y="0"/>
                  </a:lnTo>
                  <a:lnTo>
                    <a:pt x="2317740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7" name="pl215">
              <a:extLst>
                <a:ext uri="{FF2B5EF4-FFF2-40B4-BE49-F238E27FC236}">
                  <a16:creationId xmlns:a16="http://schemas.microsoft.com/office/drawing/2014/main" id="{2F7E5640-0DE3-A1B0-F763-8112135A6FE3}"/>
                </a:ext>
              </a:extLst>
            </p:cNvPr>
            <p:cNvSpPr/>
            <p:nvPr/>
          </p:nvSpPr>
          <p:spPr>
            <a:xfrm>
              <a:off x="1400293" y="4858015"/>
              <a:ext cx="1039594" cy="579624"/>
            </a:xfrm>
            <a:custGeom>
              <a:avLst/>
              <a:gdLst/>
              <a:ahLst/>
              <a:cxnLst/>
              <a:rect l="0" t="0" r="0" b="0"/>
              <a:pathLst>
                <a:path w="1511714" h="843089">
                  <a:moveTo>
                    <a:pt x="0" y="0"/>
                  </a:moveTo>
                  <a:lnTo>
                    <a:pt x="19135" y="128545"/>
                  </a:lnTo>
                  <a:lnTo>
                    <a:pt x="38271" y="244450"/>
                  </a:lnTo>
                  <a:lnTo>
                    <a:pt x="57406" y="346697"/>
                  </a:lnTo>
                  <a:lnTo>
                    <a:pt x="76542" y="435169"/>
                  </a:lnTo>
                  <a:lnTo>
                    <a:pt x="95678" y="510454"/>
                  </a:lnTo>
                  <a:lnTo>
                    <a:pt x="114813" y="573609"/>
                  </a:lnTo>
                  <a:lnTo>
                    <a:pt x="133949" y="625959"/>
                  </a:lnTo>
                  <a:lnTo>
                    <a:pt x="153085" y="668922"/>
                  </a:lnTo>
                  <a:lnTo>
                    <a:pt x="172220" y="703897"/>
                  </a:lnTo>
                  <a:lnTo>
                    <a:pt x="191356" y="732179"/>
                  </a:lnTo>
                  <a:lnTo>
                    <a:pt x="210491" y="754926"/>
                  </a:lnTo>
                  <a:lnTo>
                    <a:pt x="229627" y="773143"/>
                  </a:lnTo>
                  <a:lnTo>
                    <a:pt x="248763" y="787681"/>
                  </a:lnTo>
                  <a:lnTo>
                    <a:pt x="267898" y="799251"/>
                  </a:lnTo>
                  <a:lnTo>
                    <a:pt x="287034" y="808439"/>
                  </a:lnTo>
                  <a:lnTo>
                    <a:pt x="306170" y="815723"/>
                  </a:lnTo>
                  <a:lnTo>
                    <a:pt x="325305" y="821489"/>
                  </a:lnTo>
                  <a:lnTo>
                    <a:pt x="344441" y="826048"/>
                  </a:lnTo>
                  <a:lnTo>
                    <a:pt x="363576" y="829650"/>
                  </a:lnTo>
                  <a:lnTo>
                    <a:pt x="382712" y="832494"/>
                  </a:lnTo>
                  <a:lnTo>
                    <a:pt x="401848" y="834738"/>
                  </a:lnTo>
                  <a:lnTo>
                    <a:pt x="420983" y="836508"/>
                  </a:lnTo>
                  <a:lnTo>
                    <a:pt x="440119" y="837903"/>
                  </a:lnTo>
                  <a:lnTo>
                    <a:pt x="459255" y="839003"/>
                  </a:lnTo>
                  <a:lnTo>
                    <a:pt x="478390" y="839870"/>
                  </a:lnTo>
                  <a:lnTo>
                    <a:pt x="497526" y="840554"/>
                  </a:lnTo>
                  <a:lnTo>
                    <a:pt x="516661" y="841092"/>
                  </a:lnTo>
                  <a:lnTo>
                    <a:pt x="535797" y="841516"/>
                  </a:lnTo>
                  <a:lnTo>
                    <a:pt x="554933" y="841850"/>
                  </a:lnTo>
                  <a:lnTo>
                    <a:pt x="574068" y="842113"/>
                  </a:lnTo>
                  <a:lnTo>
                    <a:pt x="593204" y="842320"/>
                  </a:lnTo>
                  <a:lnTo>
                    <a:pt x="612340" y="842484"/>
                  </a:lnTo>
                  <a:lnTo>
                    <a:pt x="631475" y="842612"/>
                  </a:lnTo>
                  <a:lnTo>
                    <a:pt x="650611" y="842713"/>
                  </a:lnTo>
                  <a:lnTo>
                    <a:pt x="669746" y="842793"/>
                  </a:lnTo>
                  <a:lnTo>
                    <a:pt x="688882" y="842856"/>
                  </a:lnTo>
                  <a:lnTo>
                    <a:pt x="708018" y="842905"/>
                  </a:lnTo>
                  <a:lnTo>
                    <a:pt x="727153" y="842944"/>
                  </a:lnTo>
                  <a:lnTo>
                    <a:pt x="746289" y="842975"/>
                  </a:lnTo>
                  <a:lnTo>
                    <a:pt x="765425" y="842999"/>
                  </a:lnTo>
                  <a:lnTo>
                    <a:pt x="784560" y="843018"/>
                  </a:lnTo>
                  <a:lnTo>
                    <a:pt x="803696" y="843033"/>
                  </a:lnTo>
                  <a:lnTo>
                    <a:pt x="822831" y="843045"/>
                  </a:lnTo>
                  <a:lnTo>
                    <a:pt x="841967" y="843054"/>
                  </a:lnTo>
                  <a:lnTo>
                    <a:pt x="861103" y="843062"/>
                  </a:lnTo>
                  <a:lnTo>
                    <a:pt x="880238" y="843067"/>
                  </a:lnTo>
                  <a:lnTo>
                    <a:pt x="899374" y="843072"/>
                  </a:lnTo>
                  <a:lnTo>
                    <a:pt x="918510" y="843075"/>
                  </a:lnTo>
                  <a:lnTo>
                    <a:pt x="937645" y="843078"/>
                  </a:lnTo>
                  <a:lnTo>
                    <a:pt x="956781" y="843080"/>
                  </a:lnTo>
                  <a:lnTo>
                    <a:pt x="975916" y="843082"/>
                  </a:lnTo>
                  <a:lnTo>
                    <a:pt x="995052" y="843084"/>
                  </a:lnTo>
                  <a:lnTo>
                    <a:pt x="1014188" y="843085"/>
                  </a:lnTo>
                  <a:lnTo>
                    <a:pt x="1033323" y="843085"/>
                  </a:lnTo>
                  <a:lnTo>
                    <a:pt x="1052459" y="843086"/>
                  </a:lnTo>
                  <a:lnTo>
                    <a:pt x="1071595" y="843087"/>
                  </a:lnTo>
                  <a:lnTo>
                    <a:pt x="1090730" y="843087"/>
                  </a:lnTo>
                  <a:lnTo>
                    <a:pt x="1109866" y="843087"/>
                  </a:lnTo>
                  <a:lnTo>
                    <a:pt x="1129002" y="843088"/>
                  </a:lnTo>
                  <a:lnTo>
                    <a:pt x="1148137" y="843088"/>
                  </a:lnTo>
                  <a:lnTo>
                    <a:pt x="1167273" y="843088"/>
                  </a:lnTo>
                  <a:lnTo>
                    <a:pt x="1186408" y="843088"/>
                  </a:lnTo>
                  <a:lnTo>
                    <a:pt x="1205544" y="843088"/>
                  </a:lnTo>
                  <a:lnTo>
                    <a:pt x="1224680" y="843088"/>
                  </a:lnTo>
                  <a:lnTo>
                    <a:pt x="1243815" y="843088"/>
                  </a:lnTo>
                  <a:lnTo>
                    <a:pt x="1262951" y="843088"/>
                  </a:lnTo>
                  <a:lnTo>
                    <a:pt x="1282087" y="843089"/>
                  </a:lnTo>
                  <a:lnTo>
                    <a:pt x="1301222" y="843089"/>
                  </a:lnTo>
                  <a:lnTo>
                    <a:pt x="1320358" y="843089"/>
                  </a:lnTo>
                  <a:lnTo>
                    <a:pt x="1339493" y="843089"/>
                  </a:lnTo>
                  <a:lnTo>
                    <a:pt x="1358629" y="843089"/>
                  </a:lnTo>
                  <a:lnTo>
                    <a:pt x="1377765" y="843089"/>
                  </a:lnTo>
                  <a:lnTo>
                    <a:pt x="1396900" y="843089"/>
                  </a:lnTo>
                  <a:lnTo>
                    <a:pt x="1416036" y="843089"/>
                  </a:lnTo>
                  <a:lnTo>
                    <a:pt x="1435172" y="843089"/>
                  </a:lnTo>
                  <a:lnTo>
                    <a:pt x="1454307" y="843089"/>
                  </a:lnTo>
                  <a:lnTo>
                    <a:pt x="1473443" y="843089"/>
                  </a:lnTo>
                  <a:lnTo>
                    <a:pt x="1492578" y="843089"/>
                  </a:lnTo>
                  <a:lnTo>
                    <a:pt x="1511714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8" name="pl216">
              <a:extLst>
                <a:ext uri="{FF2B5EF4-FFF2-40B4-BE49-F238E27FC236}">
                  <a16:creationId xmlns:a16="http://schemas.microsoft.com/office/drawing/2014/main" id="{8D5F107F-284E-90D5-D06E-C20E1419BEE4}"/>
                </a:ext>
              </a:extLst>
            </p:cNvPr>
            <p:cNvSpPr/>
            <p:nvPr/>
          </p:nvSpPr>
          <p:spPr>
            <a:xfrm>
              <a:off x="1104404" y="4278391"/>
              <a:ext cx="1008190" cy="869435"/>
            </a:xfrm>
            <a:custGeom>
              <a:avLst/>
              <a:gdLst/>
              <a:ahLst/>
              <a:cxnLst/>
              <a:rect l="0" t="0" r="0" b="0"/>
              <a:pathLst>
                <a:path w="1466048" h="1264633">
                  <a:moveTo>
                    <a:pt x="0" y="0"/>
                  </a:moveTo>
                  <a:lnTo>
                    <a:pt x="18557" y="16460"/>
                  </a:lnTo>
                  <a:lnTo>
                    <a:pt x="37115" y="33076"/>
                  </a:lnTo>
                  <a:lnTo>
                    <a:pt x="55672" y="49841"/>
                  </a:lnTo>
                  <a:lnTo>
                    <a:pt x="74230" y="66750"/>
                  </a:lnTo>
                  <a:lnTo>
                    <a:pt x="92787" y="83797"/>
                  </a:lnTo>
                  <a:lnTo>
                    <a:pt x="111345" y="100978"/>
                  </a:lnTo>
                  <a:lnTo>
                    <a:pt x="129903" y="118287"/>
                  </a:lnTo>
                  <a:lnTo>
                    <a:pt x="148460" y="135717"/>
                  </a:lnTo>
                  <a:lnTo>
                    <a:pt x="167018" y="153262"/>
                  </a:lnTo>
                  <a:lnTo>
                    <a:pt x="185575" y="170915"/>
                  </a:lnTo>
                  <a:lnTo>
                    <a:pt x="204133" y="188671"/>
                  </a:lnTo>
                  <a:lnTo>
                    <a:pt x="222690" y="206523"/>
                  </a:lnTo>
                  <a:lnTo>
                    <a:pt x="241248" y="224463"/>
                  </a:lnTo>
                  <a:lnTo>
                    <a:pt x="259806" y="242485"/>
                  </a:lnTo>
                  <a:lnTo>
                    <a:pt x="278363" y="260582"/>
                  </a:lnTo>
                  <a:lnTo>
                    <a:pt x="296921" y="278746"/>
                  </a:lnTo>
                  <a:lnTo>
                    <a:pt x="315478" y="296969"/>
                  </a:lnTo>
                  <a:lnTo>
                    <a:pt x="334036" y="315245"/>
                  </a:lnTo>
                  <a:lnTo>
                    <a:pt x="352594" y="333566"/>
                  </a:lnTo>
                  <a:lnTo>
                    <a:pt x="371151" y="351924"/>
                  </a:lnTo>
                  <a:lnTo>
                    <a:pt x="389709" y="370312"/>
                  </a:lnTo>
                  <a:lnTo>
                    <a:pt x="408266" y="388721"/>
                  </a:lnTo>
                  <a:lnTo>
                    <a:pt x="426824" y="407144"/>
                  </a:lnTo>
                  <a:lnTo>
                    <a:pt x="445381" y="425573"/>
                  </a:lnTo>
                  <a:lnTo>
                    <a:pt x="463939" y="444001"/>
                  </a:lnTo>
                  <a:lnTo>
                    <a:pt x="482497" y="462419"/>
                  </a:lnTo>
                  <a:lnTo>
                    <a:pt x="501054" y="480820"/>
                  </a:lnTo>
                  <a:lnTo>
                    <a:pt x="519612" y="499195"/>
                  </a:lnTo>
                  <a:lnTo>
                    <a:pt x="538169" y="517538"/>
                  </a:lnTo>
                  <a:lnTo>
                    <a:pt x="556727" y="535840"/>
                  </a:lnTo>
                  <a:lnTo>
                    <a:pt x="575284" y="554094"/>
                  </a:lnTo>
                  <a:lnTo>
                    <a:pt x="593842" y="572293"/>
                  </a:lnTo>
                  <a:lnTo>
                    <a:pt x="612400" y="590428"/>
                  </a:lnTo>
                  <a:lnTo>
                    <a:pt x="630957" y="608493"/>
                  </a:lnTo>
                  <a:lnTo>
                    <a:pt x="649515" y="626480"/>
                  </a:lnTo>
                  <a:lnTo>
                    <a:pt x="668072" y="644382"/>
                  </a:lnTo>
                  <a:lnTo>
                    <a:pt x="686630" y="662193"/>
                  </a:lnTo>
                  <a:lnTo>
                    <a:pt x="705188" y="679905"/>
                  </a:lnTo>
                  <a:lnTo>
                    <a:pt x="723745" y="697512"/>
                  </a:lnTo>
                  <a:lnTo>
                    <a:pt x="742303" y="715007"/>
                  </a:lnTo>
                  <a:lnTo>
                    <a:pt x="760860" y="732385"/>
                  </a:lnTo>
                  <a:lnTo>
                    <a:pt x="779418" y="749638"/>
                  </a:lnTo>
                  <a:lnTo>
                    <a:pt x="797975" y="766762"/>
                  </a:lnTo>
                  <a:lnTo>
                    <a:pt x="816533" y="783750"/>
                  </a:lnTo>
                  <a:lnTo>
                    <a:pt x="835091" y="800596"/>
                  </a:lnTo>
                  <a:lnTo>
                    <a:pt x="853648" y="817296"/>
                  </a:lnTo>
                  <a:lnTo>
                    <a:pt x="872206" y="833845"/>
                  </a:lnTo>
                  <a:lnTo>
                    <a:pt x="890763" y="850237"/>
                  </a:lnTo>
                  <a:lnTo>
                    <a:pt x="909321" y="866467"/>
                  </a:lnTo>
                  <a:lnTo>
                    <a:pt x="927878" y="882533"/>
                  </a:lnTo>
                  <a:lnTo>
                    <a:pt x="946436" y="898428"/>
                  </a:lnTo>
                  <a:lnTo>
                    <a:pt x="964994" y="914150"/>
                  </a:lnTo>
                  <a:lnTo>
                    <a:pt x="983551" y="929694"/>
                  </a:lnTo>
                  <a:lnTo>
                    <a:pt x="1002109" y="945057"/>
                  </a:lnTo>
                  <a:lnTo>
                    <a:pt x="1020666" y="960236"/>
                  </a:lnTo>
                  <a:lnTo>
                    <a:pt x="1039224" y="975228"/>
                  </a:lnTo>
                  <a:lnTo>
                    <a:pt x="1057782" y="990030"/>
                  </a:lnTo>
                  <a:lnTo>
                    <a:pt x="1076339" y="1004639"/>
                  </a:lnTo>
                  <a:lnTo>
                    <a:pt x="1094897" y="1019053"/>
                  </a:lnTo>
                  <a:lnTo>
                    <a:pt x="1113454" y="1033269"/>
                  </a:lnTo>
                  <a:lnTo>
                    <a:pt x="1132012" y="1047287"/>
                  </a:lnTo>
                  <a:lnTo>
                    <a:pt x="1150569" y="1061104"/>
                  </a:lnTo>
                  <a:lnTo>
                    <a:pt x="1169127" y="1074719"/>
                  </a:lnTo>
                  <a:lnTo>
                    <a:pt x="1187685" y="1088131"/>
                  </a:lnTo>
                  <a:lnTo>
                    <a:pt x="1206242" y="1101338"/>
                  </a:lnTo>
                  <a:lnTo>
                    <a:pt x="1224800" y="1114340"/>
                  </a:lnTo>
                  <a:lnTo>
                    <a:pt x="1243357" y="1127136"/>
                  </a:lnTo>
                  <a:lnTo>
                    <a:pt x="1261915" y="1139725"/>
                  </a:lnTo>
                  <a:lnTo>
                    <a:pt x="1280472" y="1152108"/>
                  </a:lnTo>
                  <a:lnTo>
                    <a:pt x="1299030" y="1164284"/>
                  </a:lnTo>
                  <a:lnTo>
                    <a:pt x="1317588" y="1176253"/>
                  </a:lnTo>
                  <a:lnTo>
                    <a:pt x="1336145" y="1188016"/>
                  </a:lnTo>
                  <a:lnTo>
                    <a:pt x="1354703" y="1199573"/>
                  </a:lnTo>
                  <a:lnTo>
                    <a:pt x="1373260" y="1210925"/>
                  </a:lnTo>
                  <a:lnTo>
                    <a:pt x="1391818" y="1222072"/>
                  </a:lnTo>
                  <a:lnTo>
                    <a:pt x="1410376" y="1233015"/>
                  </a:lnTo>
                  <a:lnTo>
                    <a:pt x="1428933" y="1243756"/>
                  </a:lnTo>
                  <a:lnTo>
                    <a:pt x="1447491" y="1254295"/>
                  </a:lnTo>
                  <a:lnTo>
                    <a:pt x="1466048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19" name="pl217">
              <a:extLst>
                <a:ext uri="{FF2B5EF4-FFF2-40B4-BE49-F238E27FC236}">
                  <a16:creationId xmlns:a16="http://schemas.microsoft.com/office/drawing/2014/main" id="{0C9F289D-31BD-E941-1AF1-9F914BD39680}"/>
                </a:ext>
              </a:extLst>
            </p:cNvPr>
            <p:cNvSpPr/>
            <p:nvPr/>
          </p:nvSpPr>
          <p:spPr>
            <a:xfrm>
              <a:off x="1309564" y="4568203"/>
              <a:ext cx="384893" cy="869435"/>
            </a:xfrm>
            <a:custGeom>
              <a:avLst/>
              <a:gdLst/>
              <a:ahLst/>
              <a:cxnLst/>
              <a:rect l="0" t="0" r="0" b="0"/>
              <a:pathLst>
                <a:path w="559688" h="1264633">
                  <a:moveTo>
                    <a:pt x="0" y="0"/>
                  </a:moveTo>
                  <a:lnTo>
                    <a:pt x="7084" y="155811"/>
                  </a:lnTo>
                  <a:lnTo>
                    <a:pt x="14169" y="306963"/>
                  </a:lnTo>
                  <a:lnTo>
                    <a:pt x="21253" y="449336"/>
                  </a:lnTo>
                  <a:lnTo>
                    <a:pt x="28338" y="579767"/>
                  </a:lnTo>
                  <a:lnTo>
                    <a:pt x="35423" y="696252"/>
                  </a:lnTo>
                  <a:lnTo>
                    <a:pt x="42507" y="797937"/>
                  </a:lnTo>
                  <a:lnTo>
                    <a:pt x="49592" y="884953"/>
                  </a:lnTo>
                  <a:lnTo>
                    <a:pt x="56677" y="958156"/>
                  </a:lnTo>
                  <a:lnTo>
                    <a:pt x="63761" y="1018858"/>
                  </a:lnTo>
                  <a:lnTo>
                    <a:pt x="70846" y="1068598"/>
                  </a:lnTo>
                  <a:lnTo>
                    <a:pt x="77931" y="1108958"/>
                  </a:lnTo>
                  <a:lnTo>
                    <a:pt x="85015" y="1141447"/>
                  </a:lnTo>
                  <a:lnTo>
                    <a:pt x="92100" y="1167434"/>
                  </a:lnTo>
                  <a:lnTo>
                    <a:pt x="99185" y="1188113"/>
                  </a:lnTo>
                  <a:lnTo>
                    <a:pt x="106269" y="1204501"/>
                  </a:lnTo>
                  <a:lnTo>
                    <a:pt x="113354" y="1217447"/>
                  </a:lnTo>
                  <a:lnTo>
                    <a:pt x="120439" y="1227647"/>
                  </a:lnTo>
                  <a:lnTo>
                    <a:pt x="127523" y="1235669"/>
                  </a:lnTo>
                  <a:lnTo>
                    <a:pt x="134608" y="1241966"/>
                  </a:lnTo>
                  <a:lnTo>
                    <a:pt x="141693" y="1246904"/>
                  </a:lnTo>
                  <a:lnTo>
                    <a:pt x="148777" y="1250772"/>
                  </a:lnTo>
                  <a:lnTo>
                    <a:pt x="155862" y="1253800"/>
                  </a:lnTo>
                  <a:lnTo>
                    <a:pt x="162947" y="1256169"/>
                  </a:lnTo>
                  <a:lnTo>
                    <a:pt x="170031" y="1258021"/>
                  </a:lnTo>
                  <a:lnTo>
                    <a:pt x="177116" y="1259469"/>
                  </a:lnTo>
                  <a:lnTo>
                    <a:pt x="184201" y="1260600"/>
                  </a:lnTo>
                  <a:lnTo>
                    <a:pt x="191285" y="1261484"/>
                  </a:lnTo>
                  <a:lnTo>
                    <a:pt x="198370" y="1262174"/>
                  </a:lnTo>
                  <a:lnTo>
                    <a:pt x="205455" y="1262713"/>
                  </a:lnTo>
                  <a:lnTo>
                    <a:pt x="212539" y="1263134"/>
                  </a:lnTo>
                  <a:lnTo>
                    <a:pt x="219624" y="1263463"/>
                  </a:lnTo>
                  <a:lnTo>
                    <a:pt x="226709" y="1263719"/>
                  </a:lnTo>
                  <a:lnTo>
                    <a:pt x="233793" y="1263920"/>
                  </a:lnTo>
                  <a:lnTo>
                    <a:pt x="240878" y="1264076"/>
                  </a:lnTo>
                  <a:lnTo>
                    <a:pt x="247963" y="1264198"/>
                  </a:lnTo>
                  <a:lnTo>
                    <a:pt x="255047" y="1264294"/>
                  </a:lnTo>
                  <a:lnTo>
                    <a:pt x="262132" y="1264368"/>
                  </a:lnTo>
                  <a:lnTo>
                    <a:pt x="269217" y="1264426"/>
                  </a:lnTo>
                  <a:lnTo>
                    <a:pt x="276301" y="1264472"/>
                  </a:lnTo>
                  <a:lnTo>
                    <a:pt x="283386" y="1264507"/>
                  </a:lnTo>
                  <a:lnTo>
                    <a:pt x="290471" y="1264535"/>
                  </a:lnTo>
                  <a:lnTo>
                    <a:pt x="297555" y="1264556"/>
                  </a:lnTo>
                  <a:lnTo>
                    <a:pt x="304640" y="1264573"/>
                  </a:lnTo>
                  <a:lnTo>
                    <a:pt x="311725" y="1264586"/>
                  </a:lnTo>
                  <a:lnTo>
                    <a:pt x="318809" y="1264597"/>
                  </a:lnTo>
                  <a:lnTo>
                    <a:pt x="325894" y="1264605"/>
                  </a:lnTo>
                  <a:lnTo>
                    <a:pt x="332979" y="1264611"/>
                  </a:lnTo>
                  <a:lnTo>
                    <a:pt x="340063" y="1264616"/>
                  </a:lnTo>
                  <a:lnTo>
                    <a:pt x="347148" y="1264620"/>
                  </a:lnTo>
                  <a:lnTo>
                    <a:pt x="354233" y="1264623"/>
                  </a:lnTo>
                  <a:lnTo>
                    <a:pt x="361317" y="1264625"/>
                  </a:lnTo>
                  <a:lnTo>
                    <a:pt x="368402" y="1264627"/>
                  </a:lnTo>
                  <a:lnTo>
                    <a:pt x="375486" y="1264628"/>
                  </a:lnTo>
                  <a:lnTo>
                    <a:pt x="382571" y="1264629"/>
                  </a:lnTo>
                  <a:lnTo>
                    <a:pt x="389656" y="1264630"/>
                  </a:lnTo>
                  <a:lnTo>
                    <a:pt x="396740" y="1264631"/>
                  </a:lnTo>
                  <a:lnTo>
                    <a:pt x="403825" y="1264631"/>
                  </a:lnTo>
                  <a:lnTo>
                    <a:pt x="410910" y="1264632"/>
                  </a:lnTo>
                  <a:lnTo>
                    <a:pt x="417994" y="1264632"/>
                  </a:lnTo>
                  <a:lnTo>
                    <a:pt x="425079" y="1264632"/>
                  </a:lnTo>
                  <a:lnTo>
                    <a:pt x="432164" y="1264633"/>
                  </a:lnTo>
                  <a:lnTo>
                    <a:pt x="439248" y="1264633"/>
                  </a:lnTo>
                  <a:lnTo>
                    <a:pt x="446333" y="1264633"/>
                  </a:lnTo>
                  <a:lnTo>
                    <a:pt x="453418" y="1264633"/>
                  </a:lnTo>
                  <a:lnTo>
                    <a:pt x="460502" y="1264633"/>
                  </a:lnTo>
                  <a:lnTo>
                    <a:pt x="467587" y="1264633"/>
                  </a:lnTo>
                  <a:lnTo>
                    <a:pt x="474672" y="1264633"/>
                  </a:lnTo>
                  <a:lnTo>
                    <a:pt x="481756" y="1264633"/>
                  </a:lnTo>
                  <a:lnTo>
                    <a:pt x="488841" y="1264633"/>
                  </a:lnTo>
                  <a:lnTo>
                    <a:pt x="495926" y="1264633"/>
                  </a:lnTo>
                  <a:lnTo>
                    <a:pt x="503010" y="1264633"/>
                  </a:lnTo>
                  <a:lnTo>
                    <a:pt x="510095" y="1264633"/>
                  </a:lnTo>
                  <a:lnTo>
                    <a:pt x="517180" y="1264633"/>
                  </a:lnTo>
                  <a:lnTo>
                    <a:pt x="524264" y="1264633"/>
                  </a:lnTo>
                  <a:lnTo>
                    <a:pt x="531349" y="1264633"/>
                  </a:lnTo>
                  <a:lnTo>
                    <a:pt x="538434" y="1264633"/>
                  </a:lnTo>
                  <a:lnTo>
                    <a:pt x="545518" y="1264633"/>
                  </a:lnTo>
                  <a:lnTo>
                    <a:pt x="552603" y="1264633"/>
                  </a:lnTo>
                  <a:lnTo>
                    <a:pt x="559688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0" name="pl218">
              <a:extLst>
                <a:ext uri="{FF2B5EF4-FFF2-40B4-BE49-F238E27FC236}">
                  <a16:creationId xmlns:a16="http://schemas.microsoft.com/office/drawing/2014/main" id="{26E370D4-D462-4205-F26E-E3A68890AC3D}"/>
                </a:ext>
              </a:extLst>
            </p:cNvPr>
            <p:cNvSpPr/>
            <p:nvPr/>
          </p:nvSpPr>
          <p:spPr>
            <a:xfrm>
              <a:off x="1420360" y="4568203"/>
              <a:ext cx="445912" cy="869435"/>
            </a:xfrm>
            <a:custGeom>
              <a:avLst/>
              <a:gdLst/>
              <a:ahLst/>
              <a:cxnLst/>
              <a:rect l="0" t="0" r="0" b="0"/>
              <a:pathLst>
                <a:path w="648418" h="1264633">
                  <a:moveTo>
                    <a:pt x="0" y="0"/>
                  </a:moveTo>
                  <a:lnTo>
                    <a:pt x="8207" y="155811"/>
                  </a:lnTo>
                  <a:lnTo>
                    <a:pt x="16415" y="306963"/>
                  </a:lnTo>
                  <a:lnTo>
                    <a:pt x="24623" y="449336"/>
                  </a:lnTo>
                  <a:lnTo>
                    <a:pt x="32831" y="579767"/>
                  </a:lnTo>
                  <a:lnTo>
                    <a:pt x="41039" y="696252"/>
                  </a:lnTo>
                  <a:lnTo>
                    <a:pt x="49246" y="797937"/>
                  </a:lnTo>
                  <a:lnTo>
                    <a:pt x="57454" y="884953"/>
                  </a:lnTo>
                  <a:lnTo>
                    <a:pt x="65662" y="958156"/>
                  </a:lnTo>
                  <a:lnTo>
                    <a:pt x="73870" y="1018858"/>
                  </a:lnTo>
                  <a:lnTo>
                    <a:pt x="82078" y="1068598"/>
                  </a:lnTo>
                  <a:lnTo>
                    <a:pt x="90286" y="1108958"/>
                  </a:lnTo>
                  <a:lnTo>
                    <a:pt x="98493" y="1141447"/>
                  </a:lnTo>
                  <a:lnTo>
                    <a:pt x="106701" y="1167434"/>
                  </a:lnTo>
                  <a:lnTo>
                    <a:pt x="114909" y="1188113"/>
                  </a:lnTo>
                  <a:lnTo>
                    <a:pt x="123117" y="1204501"/>
                  </a:lnTo>
                  <a:lnTo>
                    <a:pt x="131325" y="1217447"/>
                  </a:lnTo>
                  <a:lnTo>
                    <a:pt x="139533" y="1227647"/>
                  </a:lnTo>
                  <a:lnTo>
                    <a:pt x="147740" y="1235669"/>
                  </a:lnTo>
                  <a:lnTo>
                    <a:pt x="155948" y="1241966"/>
                  </a:lnTo>
                  <a:lnTo>
                    <a:pt x="164156" y="1246904"/>
                  </a:lnTo>
                  <a:lnTo>
                    <a:pt x="172364" y="1250772"/>
                  </a:lnTo>
                  <a:lnTo>
                    <a:pt x="180572" y="1253800"/>
                  </a:lnTo>
                  <a:lnTo>
                    <a:pt x="188780" y="1256169"/>
                  </a:lnTo>
                  <a:lnTo>
                    <a:pt x="196987" y="1258021"/>
                  </a:lnTo>
                  <a:lnTo>
                    <a:pt x="205195" y="1259469"/>
                  </a:lnTo>
                  <a:lnTo>
                    <a:pt x="213403" y="1260600"/>
                  </a:lnTo>
                  <a:lnTo>
                    <a:pt x="221611" y="1261484"/>
                  </a:lnTo>
                  <a:lnTo>
                    <a:pt x="229819" y="1262174"/>
                  </a:lnTo>
                  <a:lnTo>
                    <a:pt x="238027" y="1262713"/>
                  </a:lnTo>
                  <a:lnTo>
                    <a:pt x="246234" y="1263134"/>
                  </a:lnTo>
                  <a:lnTo>
                    <a:pt x="254442" y="1263463"/>
                  </a:lnTo>
                  <a:lnTo>
                    <a:pt x="262650" y="1263719"/>
                  </a:lnTo>
                  <a:lnTo>
                    <a:pt x="270858" y="1263920"/>
                  </a:lnTo>
                  <a:lnTo>
                    <a:pt x="279066" y="1264076"/>
                  </a:lnTo>
                  <a:lnTo>
                    <a:pt x="287273" y="1264198"/>
                  </a:lnTo>
                  <a:lnTo>
                    <a:pt x="295481" y="1264294"/>
                  </a:lnTo>
                  <a:lnTo>
                    <a:pt x="303689" y="1264368"/>
                  </a:lnTo>
                  <a:lnTo>
                    <a:pt x="311897" y="1264426"/>
                  </a:lnTo>
                  <a:lnTo>
                    <a:pt x="320105" y="1264472"/>
                  </a:lnTo>
                  <a:lnTo>
                    <a:pt x="328313" y="1264507"/>
                  </a:lnTo>
                  <a:lnTo>
                    <a:pt x="336520" y="1264535"/>
                  </a:lnTo>
                  <a:lnTo>
                    <a:pt x="344728" y="1264556"/>
                  </a:lnTo>
                  <a:lnTo>
                    <a:pt x="352936" y="1264573"/>
                  </a:lnTo>
                  <a:lnTo>
                    <a:pt x="361144" y="1264586"/>
                  </a:lnTo>
                  <a:lnTo>
                    <a:pt x="369352" y="1264597"/>
                  </a:lnTo>
                  <a:lnTo>
                    <a:pt x="377560" y="1264605"/>
                  </a:lnTo>
                  <a:lnTo>
                    <a:pt x="385767" y="1264611"/>
                  </a:lnTo>
                  <a:lnTo>
                    <a:pt x="393975" y="1264616"/>
                  </a:lnTo>
                  <a:lnTo>
                    <a:pt x="402183" y="1264620"/>
                  </a:lnTo>
                  <a:lnTo>
                    <a:pt x="410391" y="1264623"/>
                  </a:lnTo>
                  <a:lnTo>
                    <a:pt x="418599" y="1264625"/>
                  </a:lnTo>
                  <a:lnTo>
                    <a:pt x="426807" y="1264627"/>
                  </a:lnTo>
                  <a:lnTo>
                    <a:pt x="435014" y="1264628"/>
                  </a:lnTo>
                  <a:lnTo>
                    <a:pt x="443222" y="1264629"/>
                  </a:lnTo>
                  <a:lnTo>
                    <a:pt x="451430" y="1264630"/>
                  </a:lnTo>
                  <a:lnTo>
                    <a:pt x="459638" y="1264631"/>
                  </a:lnTo>
                  <a:lnTo>
                    <a:pt x="467846" y="1264631"/>
                  </a:lnTo>
                  <a:lnTo>
                    <a:pt x="476054" y="1264632"/>
                  </a:lnTo>
                  <a:lnTo>
                    <a:pt x="484261" y="1264632"/>
                  </a:lnTo>
                  <a:lnTo>
                    <a:pt x="492469" y="1264632"/>
                  </a:lnTo>
                  <a:lnTo>
                    <a:pt x="500677" y="1264633"/>
                  </a:lnTo>
                  <a:lnTo>
                    <a:pt x="508885" y="1264633"/>
                  </a:lnTo>
                  <a:lnTo>
                    <a:pt x="517093" y="1264633"/>
                  </a:lnTo>
                  <a:lnTo>
                    <a:pt x="525300" y="1264633"/>
                  </a:lnTo>
                  <a:lnTo>
                    <a:pt x="533508" y="1264633"/>
                  </a:lnTo>
                  <a:lnTo>
                    <a:pt x="541716" y="1264633"/>
                  </a:lnTo>
                  <a:lnTo>
                    <a:pt x="549924" y="1264633"/>
                  </a:lnTo>
                  <a:lnTo>
                    <a:pt x="558132" y="1264633"/>
                  </a:lnTo>
                  <a:lnTo>
                    <a:pt x="566340" y="1264633"/>
                  </a:lnTo>
                  <a:lnTo>
                    <a:pt x="574547" y="1264633"/>
                  </a:lnTo>
                  <a:lnTo>
                    <a:pt x="582755" y="1264633"/>
                  </a:lnTo>
                  <a:lnTo>
                    <a:pt x="590963" y="1264633"/>
                  </a:lnTo>
                  <a:lnTo>
                    <a:pt x="599171" y="1264633"/>
                  </a:lnTo>
                  <a:lnTo>
                    <a:pt x="607379" y="1264633"/>
                  </a:lnTo>
                  <a:lnTo>
                    <a:pt x="615587" y="1264633"/>
                  </a:lnTo>
                  <a:lnTo>
                    <a:pt x="623794" y="1264633"/>
                  </a:lnTo>
                  <a:lnTo>
                    <a:pt x="632002" y="1264633"/>
                  </a:lnTo>
                  <a:lnTo>
                    <a:pt x="640210" y="1264633"/>
                  </a:lnTo>
                  <a:lnTo>
                    <a:pt x="648418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1521" name="tx219">
              <a:extLst>
                <a:ext uri="{FF2B5EF4-FFF2-40B4-BE49-F238E27FC236}">
                  <a16:creationId xmlns:a16="http://schemas.microsoft.com/office/drawing/2014/main" id="{906E5F6C-2BE7-D94A-47B6-B240AC794235}"/>
                </a:ext>
              </a:extLst>
            </p:cNvPr>
            <p:cNvSpPr/>
            <p:nvPr/>
          </p:nvSpPr>
          <p:spPr>
            <a:xfrm>
              <a:off x="773474" y="5410135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2" name="tx220">
              <a:extLst>
                <a:ext uri="{FF2B5EF4-FFF2-40B4-BE49-F238E27FC236}">
                  <a16:creationId xmlns:a16="http://schemas.microsoft.com/office/drawing/2014/main" id="{ADB6F495-BDBD-2008-1146-6530AEAF0997}"/>
                </a:ext>
              </a:extLst>
            </p:cNvPr>
            <p:cNvSpPr/>
            <p:nvPr/>
          </p:nvSpPr>
          <p:spPr>
            <a:xfrm>
              <a:off x="773474" y="4975417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523" name="tx221">
              <a:extLst>
                <a:ext uri="{FF2B5EF4-FFF2-40B4-BE49-F238E27FC236}">
                  <a16:creationId xmlns:a16="http://schemas.microsoft.com/office/drawing/2014/main" id="{59CC2CD0-17C6-73A8-A993-33BB52CA3D66}"/>
                </a:ext>
              </a:extLst>
            </p:cNvPr>
            <p:cNvSpPr/>
            <p:nvPr/>
          </p:nvSpPr>
          <p:spPr>
            <a:xfrm>
              <a:off x="773474" y="4540699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24" name="tx222">
              <a:extLst>
                <a:ext uri="{FF2B5EF4-FFF2-40B4-BE49-F238E27FC236}">
                  <a16:creationId xmlns:a16="http://schemas.microsoft.com/office/drawing/2014/main" id="{2CAB6A1D-08BD-362C-FCF1-A5B9B9333AB9}"/>
                </a:ext>
              </a:extLst>
            </p:cNvPr>
            <p:cNvSpPr/>
            <p:nvPr/>
          </p:nvSpPr>
          <p:spPr>
            <a:xfrm>
              <a:off x="773474" y="4105981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25" name="tx223">
              <a:extLst>
                <a:ext uri="{FF2B5EF4-FFF2-40B4-BE49-F238E27FC236}">
                  <a16:creationId xmlns:a16="http://schemas.microsoft.com/office/drawing/2014/main" id="{609D78C4-EAF3-1DAA-9975-7EEAB74C1AC3}"/>
                </a:ext>
              </a:extLst>
            </p:cNvPr>
            <p:cNvSpPr/>
            <p:nvPr/>
          </p:nvSpPr>
          <p:spPr>
            <a:xfrm>
              <a:off x="773474" y="3671263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6" name="tx224">
              <a:extLst>
                <a:ext uri="{FF2B5EF4-FFF2-40B4-BE49-F238E27FC236}">
                  <a16:creationId xmlns:a16="http://schemas.microsoft.com/office/drawing/2014/main" id="{139EE589-EA30-BA62-27A9-FD2F39F552AA}"/>
                </a:ext>
              </a:extLst>
            </p:cNvPr>
            <p:cNvSpPr/>
            <p:nvPr/>
          </p:nvSpPr>
          <p:spPr>
            <a:xfrm>
              <a:off x="1617661" y="5567640"/>
              <a:ext cx="10690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527" name="tx225">
              <a:extLst>
                <a:ext uri="{FF2B5EF4-FFF2-40B4-BE49-F238E27FC236}">
                  <a16:creationId xmlns:a16="http://schemas.microsoft.com/office/drawing/2014/main" id="{53420DFD-BB40-66DA-418B-1816FA777ACF}"/>
                </a:ext>
              </a:extLst>
            </p:cNvPr>
            <p:cNvSpPr/>
            <p:nvPr/>
          </p:nvSpPr>
          <p:spPr>
            <a:xfrm>
              <a:off x="2431378" y="5567640"/>
              <a:ext cx="10690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528" name="tx226">
              <a:extLst>
                <a:ext uri="{FF2B5EF4-FFF2-40B4-BE49-F238E27FC236}">
                  <a16:creationId xmlns:a16="http://schemas.microsoft.com/office/drawing/2014/main" id="{91E7DC3C-71C8-EFB1-5748-BDFECAE0253D}"/>
                </a:ext>
              </a:extLst>
            </p:cNvPr>
            <p:cNvSpPr/>
            <p:nvPr/>
          </p:nvSpPr>
          <p:spPr>
            <a:xfrm>
              <a:off x="3245094" y="5567640"/>
              <a:ext cx="10690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529" name="tx227">
              <a:extLst>
                <a:ext uri="{FF2B5EF4-FFF2-40B4-BE49-F238E27FC236}">
                  <a16:creationId xmlns:a16="http://schemas.microsoft.com/office/drawing/2014/main" id="{CA2427DA-2C83-A16F-7799-4F21EFE91E99}"/>
                </a:ext>
              </a:extLst>
            </p:cNvPr>
            <p:cNvSpPr/>
            <p:nvPr/>
          </p:nvSpPr>
          <p:spPr>
            <a:xfrm>
              <a:off x="2286906" y="5736490"/>
              <a:ext cx="398989" cy="68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</a:t>
              </a: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sp>
          <p:nvSpPr>
            <p:cNvPr id="1530" name="tx228">
              <a:extLst>
                <a:ext uri="{FF2B5EF4-FFF2-40B4-BE49-F238E27FC236}">
                  <a16:creationId xmlns:a16="http://schemas.microsoft.com/office/drawing/2014/main" id="{B22E76E3-A1FE-4BB1-21CC-0B7FF10DD543}"/>
                </a:ext>
              </a:extLst>
            </p:cNvPr>
            <p:cNvSpPr/>
            <p:nvPr/>
          </p:nvSpPr>
          <p:spPr>
            <a:xfrm rot="16200000">
              <a:off x="475153" y="4533806"/>
              <a:ext cx="341608" cy="687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590" name="tx262">
              <a:extLst>
                <a:ext uri="{FF2B5EF4-FFF2-40B4-BE49-F238E27FC236}">
                  <a16:creationId xmlns:a16="http://schemas.microsoft.com/office/drawing/2014/main" id="{D3000BD3-0E26-DBBD-89BE-0F2F921D123D}"/>
                </a:ext>
              </a:extLst>
            </p:cNvPr>
            <p:cNvSpPr/>
            <p:nvPr/>
          </p:nvSpPr>
          <p:spPr>
            <a:xfrm>
              <a:off x="828643" y="3310128"/>
              <a:ext cx="1656185" cy="23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Survival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  <a:r>
                <a:rPr lang="en-US" sz="1400" baseline="-25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592" name="Group 2591">
            <a:extLst>
              <a:ext uri="{FF2B5EF4-FFF2-40B4-BE49-F238E27FC236}">
                <a16:creationId xmlns:a16="http://schemas.microsoft.com/office/drawing/2014/main" id="{E37DC79E-F218-6CFB-0D15-7DCCB12E66A5}"/>
              </a:ext>
            </a:extLst>
          </p:cNvPr>
          <p:cNvGrpSpPr/>
          <p:nvPr/>
        </p:nvGrpSpPr>
        <p:grpSpPr>
          <a:xfrm>
            <a:off x="4283968" y="3141486"/>
            <a:ext cx="3393950" cy="2494618"/>
            <a:chOff x="4860032" y="3310646"/>
            <a:chExt cx="3393950" cy="2494618"/>
          </a:xfrm>
        </p:grpSpPr>
        <p:sp>
          <p:nvSpPr>
            <p:cNvPr id="2329" name="pl5">
              <a:extLst>
                <a:ext uri="{FF2B5EF4-FFF2-40B4-BE49-F238E27FC236}">
                  <a16:creationId xmlns:a16="http://schemas.microsoft.com/office/drawing/2014/main" id="{2EEBE2B8-78A7-2B4F-5FB8-0045C591D484}"/>
                </a:ext>
              </a:extLst>
            </p:cNvPr>
            <p:cNvSpPr/>
            <p:nvPr/>
          </p:nvSpPr>
          <p:spPr>
            <a:xfrm>
              <a:off x="5213588" y="5220279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0" name="pl6">
              <a:extLst>
                <a:ext uri="{FF2B5EF4-FFF2-40B4-BE49-F238E27FC236}">
                  <a16:creationId xmlns:a16="http://schemas.microsoft.com/office/drawing/2014/main" id="{340EF8A8-76AA-0F83-D89C-7340C697CE72}"/>
                </a:ext>
              </a:extLst>
            </p:cNvPr>
            <p:cNvSpPr/>
            <p:nvPr/>
          </p:nvSpPr>
          <p:spPr>
            <a:xfrm>
              <a:off x="5213588" y="4785561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1" name="pl7">
              <a:extLst>
                <a:ext uri="{FF2B5EF4-FFF2-40B4-BE49-F238E27FC236}">
                  <a16:creationId xmlns:a16="http://schemas.microsoft.com/office/drawing/2014/main" id="{88234EC8-8F1F-0F3D-7003-E32D77634564}"/>
                </a:ext>
              </a:extLst>
            </p:cNvPr>
            <p:cNvSpPr/>
            <p:nvPr/>
          </p:nvSpPr>
          <p:spPr>
            <a:xfrm>
              <a:off x="5213588" y="4350843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2" name="pl8">
              <a:extLst>
                <a:ext uri="{FF2B5EF4-FFF2-40B4-BE49-F238E27FC236}">
                  <a16:creationId xmlns:a16="http://schemas.microsoft.com/office/drawing/2014/main" id="{CC704521-A30D-BD61-BE91-83564630876C}"/>
                </a:ext>
              </a:extLst>
            </p:cNvPr>
            <p:cNvSpPr/>
            <p:nvPr/>
          </p:nvSpPr>
          <p:spPr>
            <a:xfrm>
              <a:off x="5213588" y="3916126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3" name="pl9">
              <a:extLst>
                <a:ext uri="{FF2B5EF4-FFF2-40B4-BE49-F238E27FC236}">
                  <a16:creationId xmlns:a16="http://schemas.microsoft.com/office/drawing/2014/main" id="{3D2C3032-4D02-AD7B-D4FF-89E1B690AF67}"/>
                </a:ext>
              </a:extLst>
            </p:cNvPr>
            <p:cNvSpPr/>
            <p:nvPr/>
          </p:nvSpPr>
          <p:spPr>
            <a:xfrm>
              <a:off x="5489030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4" name="pl10">
              <a:extLst>
                <a:ext uri="{FF2B5EF4-FFF2-40B4-BE49-F238E27FC236}">
                  <a16:creationId xmlns:a16="http://schemas.microsoft.com/office/drawing/2014/main" id="{A04F7ED5-3C6D-26B1-55F1-2C1FE6AB35E6}"/>
                </a:ext>
              </a:extLst>
            </p:cNvPr>
            <p:cNvSpPr/>
            <p:nvPr/>
          </p:nvSpPr>
          <p:spPr>
            <a:xfrm>
              <a:off x="6001317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5" name="pl11">
              <a:extLst>
                <a:ext uri="{FF2B5EF4-FFF2-40B4-BE49-F238E27FC236}">
                  <a16:creationId xmlns:a16="http://schemas.microsoft.com/office/drawing/2014/main" id="{D7E9500A-6917-AD45-6141-C2742D42782C}"/>
                </a:ext>
              </a:extLst>
            </p:cNvPr>
            <p:cNvSpPr/>
            <p:nvPr/>
          </p:nvSpPr>
          <p:spPr>
            <a:xfrm>
              <a:off x="6513604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6" name="pl12">
              <a:extLst>
                <a:ext uri="{FF2B5EF4-FFF2-40B4-BE49-F238E27FC236}">
                  <a16:creationId xmlns:a16="http://schemas.microsoft.com/office/drawing/2014/main" id="{5E74A8C9-5334-EF1F-D184-C45F5CCCBC8B}"/>
                </a:ext>
              </a:extLst>
            </p:cNvPr>
            <p:cNvSpPr/>
            <p:nvPr/>
          </p:nvSpPr>
          <p:spPr>
            <a:xfrm>
              <a:off x="7025891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7" name="pl13">
              <a:extLst>
                <a:ext uri="{FF2B5EF4-FFF2-40B4-BE49-F238E27FC236}">
                  <a16:creationId xmlns:a16="http://schemas.microsoft.com/office/drawing/2014/main" id="{736901EB-F9BE-1113-E96B-AAE59A4E2923}"/>
                </a:ext>
              </a:extLst>
            </p:cNvPr>
            <p:cNvSpPr/>
            <p:nvPr/>
          </p:nvSpPr>
          <p:spPr>
            <a:xfrm>
              <a:off x="7538179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8" name="pl14">
              <a:extLst>
                <a:ext uri="{FF2B5EF4-FFF2-40B4-BE49-F238E27FC236}">
                  <a16:creationId xmlns:a16="http://schemas.microsoft.com/office/drawing/2014/main" id="{F7B5BC0C-EE1A-27B5-5872-B51B3A2237C4}"/>
                </a:ext>
              </a:extLst>
            </p:cNvPr>
            <p:cNvSpPr/>
            <p:nvPr/>
          </p:nvSpPr>
          <p:spPr>
            <a:xfrm>
              <a:off x="8050466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39" name="pl15">
              <a:extLst>
                <a:ext uri="{FF2B5EF4-FFF2-40B4-BE49-F238E27FC236}">
                  <a16:creationId xmlns:a16="http://schemas.microsoft.com/office/drawing/2014/main" id="{C451A5DB-C4F5-A8F6-5882-076A472CD23F}"/>
                </a:ext>
              </a:extLst>
            </p:cNvPr>
            <p:cNvSpPr/>
            <p:nvPr/>
          </p:nvSpPr>
          <p:spPr>
            <a:xfrm>
              <a:off x="5213588" y="5437638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0" name="pl16">
              <a:extLst>
                <a:ext uri="{FF2B5EF4-FFF2-40B4-BE49-F238E27FC236}">
                  <a16:creationId xmlns:a16="http://schemas.microsoft.com/office/drawing/2014/main" id="{E7C4A1D6-5993-DB1A-6849-9CE9C0A0F5C7}"/>
                </a:ext>
              </a:extLst>
            </p:cNvPr>
            <p:cNvSpPr/>
            <p:nvPr/>
          </p:nvSpPr>
          <p:spPr>
            <a:xfrm>
              <a:off x="5213588" y="5002920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1" name="pl17">
              <a:extLst>
                <a:ext uri="{FF2B5EF4-FFF2-40B4-BE49-F238E27FC236}">
                  <a16:creationId xmlns:a16="http://schemas.microsoft.com/office/drawing/2014/main" id="{3E45BB79-0EC9-D52E-5F79-8A0F30A81F30}"/>
                </a:ext>
              </a:extLst>
            </p:cNvPr>
            <p:cNvSpPr/>
            <p:nvPr/>
          </p:nvSpPr>
          <p:spPr>
            <a:xfrm>
              <a:off x="5213588" y="4568203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2" name="pl18">
              <a:extLst>
                <a:ext uri="{FF2B5EF4-FFF2-40B4-BE49-F238E27FC236}">
                  <a16:creationId xmlns:a16="http://schemas.microsoft.com/office/drawing/2014/main" id="{181D1C67-F46B-1849-ED56-B8812456F407}"/>
                </a:ext>
              </a:extLst>
            </p:cNvPr>
            <p:cNvSpPr/>
            <p:nvPr/>
          </p:nvSpPr>
          <p:spPr>
            <a:xfrm>
              <a:off x="5213588" y="4133485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3" name="pl19">
              <a:extLst>
                <a:ext uri="{FF2B5EF4-FFF2-40B4-BE49-F238E27FC236}">
                  <a16:creationId xmlns:a16="http://schemas.microsoft.com/office/drawing/2014/main" id="{73267548-FA36-95A2-130E-A1D6C80539EA}"/>
                </a:ext>
              </a:extLst>
            </p:cNvPr>
            <p:cNvSpPr/>
            <p:nvPr/>
          </p:nvSpPr>
          <p:spPr>
            <a:xfrm>
              <a:off x="5213588" y="3698767"/>
              <a:ext cx="3040394" cy="0"/>
            </a:xfrm>
            <a:custGeom>
              <a:avLst/>
              <a:gdLst/>
              <a:ahLst/>
              <a:cxnLst/>
              <a:rect l="0" t="0" r="0" b="0"/>
              <a:pathLst>
                <a:path w="4421155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4" name="pl20">
              <a:extLst>
                <a:ext uri="{FF2B5EF4-FFF2-40B4-BE49-F238E27FC236}">
                  <a16:creationId xmlns:a16="http://schemas.microsoft.com/office/drawing/2014/main" id="{E7AFAC3F-6993-2ED7-641E-2C322DA256FC}"/>
                </a:ext>
              </a:extLst>
            </p:cNvPr>
            <p:cNvSpPr/>
            <p:nvPr/>
          </p:nvSpPr>
          <p:spPr>
            <a:xfrm>
              <a:off x="5232886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5" name="pl21">
              <a:extLst>
                <a:ext uri="{FF2B5EF4-FFF2-40B4-BE49-F238E27FC236}">
                  <a16:creationId xmlns:a16="http://schemas.microsoft.com/office/drawing/2014/main" id="{11D6EC72-5C3C-93E8-032B-E71A5500B863}"/>
                </a:ext>
              </a:extLst>
            </p:cNvPr>
            <p:cNvSpPr/>
            <p:nvPr/>
          </p:nvSpPr>
          <p:spPr>
            <a:xfrm>
              <a:off x="5745173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6" name="pl22">
              <a:extLst>
                <a:ext uri="{FF2B5EF4-FFF2-40B4-BE49-F238E27FC236}">
                  <a16:creationId xmlns:a16="http://schemas.microsoft.com/office/drawing/2014/main" id="{AD40CCB0-2026-5877-8738-E24F0F4108AC}"/>
                </a:ext>
              </a:extLst>
            </p:cNvPr>
            <p:cNvSpPr/>
            <p:nvPr/>
          </p:nvSpPr>
          <p:spPr>
            <a:xfrm>
              <a:off x="6257461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7" name="pl23">
              <a:extLst>
                <a:ext uri="{FF2B5EF4-FFF2-40B4-BE49-F238E27FC236}">
                  <a16:creationId xmlns:a16="http://schemas.microsoft.com/office/drawing/2014/main" id="{9F727BC1-F041-3286-2591-55931256C849}"/>
                </a:ext>
              </a:extLst>
            </p:cNvPr>
            <p:cNvSpPr/>
            <p:nvPr/>
          </p:nvSpPr>
          <p:spPr>
            <a:xfrm>
              <a:off x="6769748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8" name="pl24">
              <a:extLst>
                <a:ext uri="{FF2B5EF4-FFF2-40B4-BE49-F238E27FC236}">
                  <a16:creationId xmlns:a16="http://schemas.microsoft.com/office/drawing/2014/main" id="{543D94DD-8FEA-4D7A-AA9A-A7AB20451912}"/>
                </a:ext>
              </a:extLst>
            </p:cNvPr>
            <p:cNvSpPr/>
            <p:nvPr/>
          </p:nvSpPr>
          <p:spPr>
            <a:xfrm>
              <a:off x="7282035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49" name="pl25">
              <a:extLst>
                <a:ext uri="{FF2B5EF4-FFF2-40B4-BE49-F238E27FC236}">
                  <a16:creationId xmlns:a16="http://schemas.microsoft.com/office/drawing/2014/main" id="{7D1997EA-A467-6791-F549-ADF9F8599ADA}"/>
                </a:ext>
              </a:extLst>
            </p:cNvPr>
            <p:cNvSpPr/>
            <p:nvPr/>
          </p:nvSpPr>
          <p:spPr>
            <a:xfrm>
              <a:off x="7794322" y="3611823"/>
              <a:ext cx="0" cy="1912758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0" name="pt26">
              <a:extLst>
                <a:ext uri="{FF2B5EF4-FFF2-40B4-BE49-F238E27FC236}">
                  <a16:creationId xmlns:a16="http://schemas.microsoft.com/office/drawing/2014/main" id="{44777256-4E07-E891-D73A-FC5174D3BCB1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1" name="pt27">
              <a:extLst>
                <a:ext uri="{FF2B5EF4-FFF2-40B4-BE49-F238E27FC236}">
                  <a16:creationId xmlns:a16="http://schemas.microsoft.com/office/drawing/2014/main" id="{099CA937-2AAD-5D1C-C93A-BAF8593B661C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2" name="pt28">
              <a:extLst>
                <a:ext uri="{FF2B5EF4-FFF2-40B4-BE49-F238E27FC236}">
                  <a16:creationId xmlns:a16="http://schemas.microsoft.com/office/drawing/2014/main" id="{93188BA7-A4A1-F3E8-5349-006FF70BEF89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3" name="pt29">
              <a:extLst>
                <a:ext uri="{FF2B5EF4-FFF2-40B4-BE49-F238E27FC236}">
                  <a16:creationId xmlns:a16="http://schemas.microsoft.com/office/drawing/2014/main" id="{CF1DD302-BD89-07E6-A056-28F89A9E02EE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4" name="pt30">
              <a:extLst>
                <a:ext uri="{FF2B5EF4-FFF2-40B4-BE49-F238E27FC236}">
                  <a16:creationId xmlns:a16="http://schemas.microsoft.com/office/drawing/2014/main" id="{590BAC58-6ECD-35A7-092F-4A82AF407D9A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5" name="pt31">
              <a:extLst>
                <a:ext uri="{FF2B5EF4-FFF2-40B4-BE49-F238E27FC236}">
                  <a16:creationId xmlns:a16="http://schemas.microsoft.com/office/drawing/2014/main" id="{3F163C6A-EE02-0C14-4B4F-6DD4725AA816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6" name="pt32">
              <a:extLst>
                <a:ext uri="{FF2B5EF4-FFF2-40B4-BE49-F238E27FC236}">
                  <a16:creationId xmlns:a16="http://schemas.microsoft.com/office/drawing/2014/main" id="{9785B486-7300-62EE-4990-545998B631E8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7" name="pt33">
              <a:extLst>
                <a:ext uri="{FF2B5EF4-FFF2-40B4-BE49-F238E27FC236}">
                  <a16:creationId xmlns:a16="http://schemas.microsoft.com/office/drawing/2014/main" id="{B549C3E7-DE2B-40B0-AE6C-7E5F1F110C01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8" name="pt34">
              <a:extLst>
                <a:ext uri="{FF2B5EF4-FFF2-40B4-BE49-F238E27FC236}">
                  <a16:creationId xmlns:a16="http://schemas.microsoft.com/office/drawing/2014/main" id="{76BB8206-2872-3C53-4C07-43C286C196FE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59" name="pt35">
              <a:extLst>
                <a:ext uri="{FF2B5EF4-FFF2-40B4-BE49-F238E27FC236}">
                  <a16:creationId xmlns:a16="http://schemas.microsoft.com/office/drawing/2014/main" id="{52056A64-4B02-D83E-0DA5-A9CC798532E4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0" name="pt36">
              <a:extLst>
                <a:ext uri="{FF2B5EF4-FFF2-40B4-BE49-F238E27FC236}">
                  <a16:creationId xmlns:a16="http://schemas.microsoft.com/office/drawing/2014/main" id="{7FF45DE6-503D-2E56-975A-C6FC5474AAE8}"/>
                </a:ext>
              </a:extLst>
            </p:cNvPr>
            <p:cNvSpPr/>
            <p:nvPr/>
          </p:nvSpPr>
          <p:spPr>
            <a:xfrm>
              <a:off x="6067607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1" name="pt37">
              <a:extLst>
                <a:ext uri="{FF2B5EF4-FFF2-40B4-BE49-F238E27FC236}">
                  <a16:creationId xmlns:a16="http://schemas.microsoft.com/office/drawing/2014/main" id="{4A6C9F18-961A-99B7-D47F-C934A4112FC3}"/>
                </a:ext>
              </a:extLst>
            </p:cNvPr>
            <p:cNvSpPr/>
            <p:nvPr/>
          </p:nvSpPr>
          <p:spPr>
            <a:xfrm>
              <a:off x="6067607" y="3658409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2" name="pt38">
              <a:extLst>
                <a:ext uri="{FF2B5EF4-FFF2-40B4-BE49-F238E27FC236}">
                  <a16:creationId xmlns:a16="http://schemas.microsoft.com/office/drawing/2014/main" id="{D66B57EE-8DAD-07A4-F829-C32F87911519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3" name="pt39">
              <a:extLst>
                <a:ext uri="{FF2B5EF4-FFF2-40B4-BE49-F238E27FC236}">
                  <a16:creationId xmlns:a16="http://schemas.microsoft.com/office/drawing/2014/main" id="{8210DDCA-EA06-A456-7112-E861B5CB38CF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4" name="pt40">
              <a:extLst>
                <a:ext uri="{FF2B5EF4-FFF2-40B4-BE49-F238E27FC236}">
                  <a16:creationId xmlns:a16="http://schemas.microsoft.com/office/drawing/2014/main" id="{D0F252F4-E276-2A45-4220-C7F1C732169B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5" name="pt41">
              <a:extLst>
                <a:ext uri="{FF2B5EF4-FFF2-40B4-BE49-F238E27FC236}">
                  <a16:creationId xmlns:a16="http://schemas.microsoft.com/office/drawing/2014/main" id="{192EC27D-523E-1221-484B-510E188AA30B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6" name="pt42">
              <a:extLst>
                <a:ext uri="{FF2B5EF4-FFF2-40B4-BE49-F238E27FC236}">
                  <a16:creationId xmlns:a16="http://schemas.microsoft.com/office/drawing/2014/main" id="{C65183CF-7C6B-2A43-1C4D-91EECA23A721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7" name="pt43">
              <a:extLst>
                <a:ext uri="{FF2B5EF4-FFF2-40B4-BE49-F238E27FC236}">
                  <a16:creationId xmlns:a16="http://schemas.microsoft.com/office/drawing/2014/main" id="{07B63A12-E8A4-DB90-C0FD-5E35A44C63F3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8" name="pt44">
              <a:extLst>
                <a:ext uri="{FF2B5EF4-FFF2-40B4-BE49-F238E27FC236}">
                  <a16:creationId xmlns:a16="http://schemas.microsoft.com/office/drawing/2014/main" id="{2CD49553-F870-8EA1-8BAB-267434EB4B96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69" name="pt45">
              <a:extLst>
                <a:ext uri="{FF2B5EF4-FFF2-40B4-BE49-F238E27FC236}">
                  <a16:creationId xmlns:a16="http://schemas.microsoft.com/office/drawing/2014/main" id="{80C4D3D5-7A59-3E3D-6510-B3DC4ABA695F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0" name="pt46">
              <a:extLst>
                <a:ext uri="{FF2B5EF4-FFF2-40B4-BE49-F238E27FC236}">
                  <a16:creationId xmlns:a16="http://schemas.microsoft.com/office/drawing/2014/main" id="{F06AE8AF-25D2-DF10-17D9-0FF587B89961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1" name="pt47">
              <a:extLst>
                <a:ext uri="{FF2B5EF4-FFF2-40B4-BE49-F238E27FC236}">
                  <a16:creationId xmlns:a16="http://schemas.microsoft.com/office/drawing/2014/main" id="{BF1A39A6-FD93-DF7E-47D2-03E353F2141B}"/>
                </a:ext>
              </a:extLst>
            </p:cNvPr>
            <p:cNvSpPr/>
            <p:nvPr/>
          </p:nvSpPr>
          <p:spPr>
            <a:xfrm>
              <a:off x="5830827" y="3658409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2" name="pt48">
              <a:extLst>
                <a:ext uri="{FF2B5EF4-FFF2-40B4-BE49-F238E27FC236}">
                  <a16:creationId xmlns:a16="http://schemas.microsoft.com/office/drawing/2014/main" id="{9D9BE1C4-D987-658E-9488-F656C71C548C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3" name="pt49">
              <a:extLst>
                <a:ext uri="{FF2B5EF4-FFF2-40B4-BE49-F238E27FC236}">
                  <a16:creationId xmlns:a16="http://schemas.microsoft.com/office/drawing/2014/main" id="{5F725A3C-8523-D5D7-3D69-BDFF1A03B987}"/>
                </a:ext>
              </a:extLst>
            </p:cNvPr>
            <p:cNvSpPr/>
            <p:nvPr/>
          </p:nvSpPr>
          <p:spPr>
            <a:xfrm>
              <a:off x="5830827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4" name="pt50">
              <a:extLst>
                <a:ext uri="{FF2B5EF4-FFF2-40B4-BE49-F238E27FC236}">
                  <a16:creationId xmlns:a16="http://schemas.microsoft.com/office/drawing/2014/main" id="{7A547069-64E0-DE06-A4BF-F0915FDDD767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5" name="pt51">
              <a:extLst>
                <a:ext uri="{FF2B5EF4-FFF2-40B4-BE49-F238E27FC236}">
                  <a16:creationId xmlns:a16="http://schemas.microsoft.com/office/drawing/2014/main" id="{93436376-6B1D-D23F-B118-520BE76D7810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6" name="pt52">
              <a:extLst>
                <a:ext uri="{FF2B5EF4-FFF2-40B4-BE49-F238E27FC236}">
                  <a16:creationId xmlns:a16="http://schemas.microsoft.com/office/drawing/2014/main" id="{A6ADCBB7-6535-9D70-8B90-910856474939}"/>
                </a:ext>
              </a:extLst>
            </p:cNvPr>
            <p:cNvSpPr/>
            <p:nvPr/>
          </p:nvSpPr>
          <p:spPr>
            <a:xfrm>
              <a:off x="5311419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7" name="pt53">
              <a:extLst>
                <a:ext uri="{FF2B5EF4-FFF2-40B4-BE49-F238E27FC236}">
                  <a16:creationId xmlns:a16="http://schemas.microsoft.com/office/drawing/2014/main" id="{D8B8C695-AAA2-C6BD-7BF8-3778A49C8031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8" name="pt54">
              <a:extLst>
                <a:ext uri="{FF2B5EF4-FFF2-40B4-BE49-F238E27FC236}">
                  <a16:creationId xmlns:a16="http://schemas.microsoft.com/office/drawing/2014/main" id="{E8FBB347-7893-9EDD-CA29-A56C8706F9CB}"/>
                </a:ext>
              </a:extLst>
            </p:cNvPr>
            <p:cNvSpPr/>
            <p:nvPr/>
          </p:nvSpPr>
          <p:spPr>
            <a:xfrm>
              <a:off x="5604499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79" name="pt55">
              <a:extLst>
                <a:ext uri="{FF2B5EF4-FFF2-40B4-BE49-F238E27FC236}">
                  <a16:creationId xmlns:a16="http://schemas.microsoft.com/office/drawing/2014/main" id="{70BEB61A-FB2E-D07F-F6D9-F4A5D3FEE75A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0" name="pt56">
              <a:extLst>
                <a:ext uri="{FF2B5EF4-FFF2-40B4-BE49-F238E27FC236}">
                  <a16:creationId xmlns:a16="http://schemas.microsoft.com/office/drawing/2014/main" id="{C0670F25-6BD4-8884-F5EB-AD0DFC56B7AC}"/>
                </a:ext>
              </a:extLst>
            </p:cNvPr>
            <p:cNvSpPr/>
            <p:nvPr/>
          </p:nvSpPr>
          <p:spPr>
            <a:xfrm>
              <a:off x="5311419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1" name="pt57">
              <a:extLst>
                <a:ext uri="{FF2B5EF4-FFF2-40B4-BE49-F238E27FC236}">
                  <a16:creationId xmlns:a16="http://schemas.microsoft.com/office/drawing/2014/main" id="{28C16B42-9B11-36E9-498C-C37C5E9F81E6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2" name="pt58">
              <a:extLst>
                <a:ext uri="{FF2B5EF4-FFF2-40B4-BE49-F238E27FC236}">
                  <a16:creationId xmlns:a16="http://schemas.microsoft.com/office/drawing/2014/main" id="{582BF7A9-9942-9B7D-BE84-DE7032481796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3" name="pt59">
              <a:extLst>
                <a:ext uri="{FF2B5EF4-FFF2-40B4-BE49-F238E27FC236}">
                  <a16:creationId xmlns:a16="http://schemas.microsoft.com/office/drawing/2014/main" id="{4439DC81-8A7B-C60C-D720-0C0100F3DB76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4" name="pt60">
              <a:extLst>
                <a:ext uri="{FF2B5EF4-FFF2-40B4-BE49-F238E27FC236}">
                  <a16:creationId xmlns:a16="http://schemas.microsoft.com/office/drawing/2014/main" id="{843C627E-E0DA-4439-37E8-1C0D4D78EAC2}"/>
                </a:ext>
              </a:extLst>
            </p:cNvPr>
            <p:cNvSpPr/>
            <p:nvPr/>
          </p:nvSpPr>
          <p:spPr>
            <a:xfrm>
              <a:off x="5311419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5" name="pt61">
              <a:extLst>
                <a:ext uri="{FF2B5EF4-FFF2-40B4-BE49-F238E27FC236}">
                  <a16:creationId xmlns:a16="http://schemas.microsoft.com/office/drawing/2014/main" id="{F0E668A9-4027-D115-A637-366CD5DEE3B6}"/>
                </a:ext>
              </a:extLst>
            </p:cNvPr>
            <p:cNvSpPr/>
            <p:nvPr/>
          </p:nvSpPr>
          <p:spPr>
            <a:xfrm>
              <a:off x="5311419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6" name="pt62">
              <a:extLst>
                <a:ext uri="{FF2B5EF4-FFF2-40B4-BE49-F238E27FC236}">
                  <a16:creationId xmlns:a16="http://schemas.microsoft.com/office/drawing/2014/main" id="{50B1717F-C406-C562-9DC8-A0DAA6AC1A48}"/>
                </a:ext>
              </a:extLst>
            </p:cNvPr>
            <p:cNvSpPr/>
            <p:nvPr/>
          </p:nvSpPr>
          <p:spPr>
            <a:xfrm>
              <a:off x="5311419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7" name="pt63">
              <a:extLst>
                <a:ext uri="{FF2B5EF4-FFF2-40B4-BE49-F238E27FC236}">
                  <a16:creationId xmlns:a16="http://schemas.microsoft.com/office/drawing/2014/main" id="{1FE1627A-66FC-8BE7-0839-4AFF46107CE6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8" name="pt64">
              <a:extLst>
                <a:ext uri="{FF2B5EF4-FFF2-40B4-BE49-F238E27FC236}">
                  <a16:creationId xmlns:a16="http://schemas.microsoft.com/office/drawing/2014/main" id="{9C889E39-F8C2-B873-7E81-49E9D9C93A1D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89" name="pt65">
              <a:extLst>
                <a:ext uri="{FF2B5EF4-FFF2-40B4-BE49-F238E27FC236}">
                  <a16:creationId xmlns:a16="http://schemas.microsoft.com/office/drawing/2014/main" id="{9D2CCB0F-5F0F-FC89-4B41-71D143202A27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0" name="pt66">
              <a:extLst>
                <a:ext uri="{FF2B5EF4-FFF2-40B4-BE49-F238E27FC236}">
                  <a16:creationId xmlns:a16="http://schemas.microsoft.com/office/drawing/2014/main" id="{64045CD7-CCD6-AEFD-B0D4-722292AA6A41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1" name="pt67">
              <a:extLst>
                <a:ext uri="{FF2B5EF4-FFF2-40B4-BE49-F238E27FC236}">
                  <a16:creationId xmlns:a16="http://schemas.microsoft.com/office/drawing/2014/main" id="{4C5695DF-723D-3E93-7AE1-EEA13C55E4AB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2" name="pt68">
              <a:extLst>
                <a:ext uri="{FF2B5EF4-FFF2-40B4-BE49-F238E27FC236}">
                  <a16:creationId xmlns:a16="http://schemas.microsoft.com/office/drawing/2014/main" id="{E2087947-64DC-4B95-6D87-98C719DA4DED}"/>
                </a:ext>
              </a:extLst>
            </p:cNvPr>
            <p:cNvSpPr/>
            <p:nvPr/>
          </p:nvSpPr>
          <p:spPr>
            <a:xfrm>
              <a:off x="5604499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3" name="pt69">
              <a:extLst>
                <a:ext uri="{FF2B5EF4-FFF2-40B4-BE49-F238E27FC236}">
                  <a16:creationId xmlns:a16="http://schemas.microsoft.com/office/drawing/2014/main" id="{56D56EDF-9265-960E-0424-40C1E324413F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4" name="pt70">
              <a:extLst>
                <a:ext uri="{FF2B5EF4-FFF2-40B4-BE49-F238E27FC236}">
                  <a16:creationId xmlns:a16="http://schemas.microsoft.com/office/drawing/2014/main" id="{D752DFE0-B6CF-E53D-19A6-73AD0833C701}"/>
                </a:ext>
              </a:extLst>
            </p:cNvPr>
            <p:cNvSpPr/>
            <p:nvPr/>
          </p:nvSpPr>
          <p:spPr>
            <a:xfrm>
              <a:off x="5604499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5" name="pt71">
              <a:extLst>
                <a:ext uri="{FF2B5EF4-FFF2-40B4-BE49-F238E27FC236}">
                  <a16:creationId xmlns:a16="http://schemas.microsoft.com/office/drawing/2014/main" id="{DA2482F3-1CCB-F90E-1FDD-1D18E49FF7E4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6" name="pt72">
              <a:extLst>
                <a:ext uri="{FF2B5EF4-FFF2-40B4-BE49-F238E27FC236}">
                  <a16:creationId xmlns:a16="http://schemas.microsoft.com/office/drawing/2014/main" id="{849B0269-59DF-0972-D327-0149BE42C3A2}"/>
                </a:ext>
              </a:extLst>
            </p:cNvPr>
            <p:cNvSpPr/>
            <p:nvPr/>
          </p:nvSpPr>
          <p:spPr>
            <a:xfrm>
              <a:off x="5604499" y="3658409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7" name="pt73">
              <a:extLst>
                <a:ext uri="{FF2B5EF4-FFF2-40B4-BE49-F238E27FC236}">
                  <a16:creationId xmlns:a16="http://schemas.microsoft.com/office/drawing/2014/main" id="{FBCF6A22-A6C6-7391-D1C9-ED5162854368}"/>
                </a:ext>
              </a:extLst>
            </p:cNvPr>
            <p:cNvSpPr/>
            <p:nvPr/>
          </p:nvSpPr>
          <p:spPr>
            <a:xfrm>
              <a:off x="5604499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8" name="pt74">
              <a:extLst>
                <a:ext uri="{FF2B5EF4-FFF2-40B4-BE49-F238E27FC236}">
                  <a16:creationId xmlns:a16="http://schemas.microsoft.com/office/drawing/2014/main" id="{BA2CE342-E294-DB82-5D3B-8118B08DB3B1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399" name="pt75">
              <a:extLst>
                <a:ext uri="{FF2B5EF4-FFF2-40B4-BE49-F238E27FC236}">
                  <a16:creationId xmlns:a16="http://schemas.microsoft.com/office/drawing/2014/main" id="{FE5DB3E1-57E6-2052-38A0-6CA12E035391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0" name="pt76">
              <a:extLst>
                <a:ext uri="{FF2B5EF4-FFF2-40B4-BE49-F238E27FC236}">
                  <a16:creationId xmlns:a16="http://schemas.microsoft.com/office/drawing/2014/main" id="{EC539A15-FB2B-BCB6-EC91-811B1D42684D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1" name="pt77">
              <a:extLst>
                <a:ext uri="{FF2B5EF4-FFF2-40B4-BE49-F238E27FC236}">
                  <a16:creationId xmlns:a16="http://schemas.microsoft.com/office/drawing/2014/main" id="{2E2959B2-7F38-4240-7D46-077DCEBF6BCF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2" name="pt78">
              <a:extLst>
                <a:ext uri="{FF2B5EF4-FFF2-40B4-BE49-F238E27FC236}">
                  <a16:creationId xmlns:a16="http://schemas.microsoft.com/office/drawing/2014/main" id="{605C7E8F-88E5-2920-B601-13D14188E697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3" name="pt79">
              <a:extLst>
                <a:ext uri="{FF2B5EF4-FFF2-40B4-BE49-F238E27FC236}">
                  <a16:creationId xmlns:a16="http://schemas.microsoft.com/office/drawing/2014/main" id="{132DD59D-A99E-0628-8A4E-C97A532793D4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4" name="pt80">
              <a:extLst>
                <a:ext uri="{FF2B5EF4-FFF2-40B4-BE49-F238E27FC236}">
                  <a16:creationId xmlns:a16="http://schemas.microsoft.com/office/drawing/2014/main" id="{13DF1FD2-7F13-990E-50F6-CEF222CD00DD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5" name="pt81">
              <a:extLst>
                <a:ext uri="{FF2B5EF4-FFF2-40B4-BE49-F238E27FC236}">
                  <a16:creationId xmlns:a16="http://schemas.microsoft.com/office/drawing/2014/main" id="{2685FB30-4033-8B57-656F-0F20DB7BC770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6" name="pt82">
              <a:extLst>
                <a:ext uri="{FF2B5EF4-FFF2-40B4-BE49-F238E27FC236}">
                  <a16:creationId xmlns:a16="http://schemas.microsoft.com/office/drawing/2014/main" id="{F70896D9-F8E7-4197-063B-9F88195BDA92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7" name="pt83">
              <a:extLst>
                <a:ext uri="{FF2B5EF4-FFF2-40B4-BE49-F238E27FC236}">
                  <a16:creationId xmlns:a16="http://schemas.microsoft.com/office/drawing/2014/main" id="{A4B80DC4-77EC-8D3C-1FF9-C4BC030A3F4E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8" name="pt84">
              <a:extLst>
                <a:ext uri="{FF2B5EF4-FFF2-40B4-BE49-F238E27FC236}">
                  <a16:creationId xmlns:a16="http://schemas.microsoft.com/office/drawing/2014/main" id="{25E122DB-C23B-DFE0-8347-4CE9EEE70D89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09" name="pt85">
              <a:extLst>
                <a:ext uri="{FF2B5EF4-FFF2-40B4-BE49-F238E27FC236}">
                  <a16:creationId xmlns:a16="http://schemas.microsoft.com/office/drawing/2014/main" id="{1FF33EAC-0832-5E8B-BFAD-C1C8844E002C}"/>
                </a:ext>
              </a:extLst>
            </p:cNvPr>
            <p:cNvSpPr/>
            <p:nvPr/>
          </p:nvSpPr>
          <p:spPr>
            <a:xfrm>
              <a:off x="6367243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0" name="pt86">
              <a:extLst>
                <a:ext uri="{FF2B5EF4-FFF2-40B4-BE49-F238E27FC236}">
                  <a16:creationId xmlns:a16="http://schemas.microsoft.com/office/drawing/2014/main" id="{460F74F6-1194-495A-1BE4-F5D04D947D66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1" name="pt87">
              <a:extLst>
                <a:ext uri="{FF2B5EF4-FFF2-40B4-BE49-F238E27FC236}">
                  <a16:creationId xmlns:a16="http://schemas.microsoft.com/office/drawing/2014/main" id="{AE7466E5-4A08-214C-EC09-BCA5C1E29E73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2" name="pt88">
              <a:extLst>
                <a:ext uri="{FF2B5EF4-FFF2-40B4-BE49-F238E27FC236}">
                  <a16:creationId xmlns:a16="http://schemas.microsoft.com/office/drawing/2014/main" id="{603B61BB-9BCE-D51F-924C-BF9F0636F507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3" name="pt89">
              <a:extLst>
                <a:ext uri="{FF2B5EF4-FFF2-40B4-BE49-F238E27FC236}">
                  <a16:creationId xmlns:a16="http://schemas.microsoft.com/office/drawing/2014/main" id="{41833F5D-606F-BC2C-A03D-95FA18EBC878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4" name="pt90">
              <a:extLst>
                <a:ext uri="{FF2B5EF4-FFF2-40B4-BE49-F238E27FC236}">
                  <a16:creationId xmlns:a16="http://schemas.microsoft.com/office/drawing/2014/main" id="{AF83FD7F-2B3A-F65A-930A-E84F307EA969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5" name="pt91">
              <a:extLst>
                <a:ext uri="{FF2B5EF4-FFF2-40B4-BE49-F238E27FC236}">
                  <a16:creationId xmlns:a16="http://schemas.microsoft.com/office/drawing/2014/main" id="{40D4B979-8830-DEED-E6F4-151E8932DA24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6" name="pt92">
              <a:extLst>
                <a:ext uri="{FF2B5EF4-FFF2-40B4-BE49-F238E27FC236}">
                  <a16:creationId xmlns:a16="http://schemas.microsoft.com/office/drawing/2014/main" id="{8D90B6E9-777E-8162-A81B-DF73DE0B6708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7" name="pt93">
              <a:extLst>
                <a:ext uri="{FF2B5EF4-FFF2-40B4-BE49-F238E27FC236}">
                  <a16:creationId xmlns:a16="http://schemas.microsoft.com/office/drawing/2014/main" id="{026BC5D5-0D63-DB16-2AFA-91AFC8CAC6FF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8" name="pt94">
              <a:extLst>
                <a:ext uri="{FF2B5EF4-FFF2-40B4-BE49-F238E27FC236}">
                  <a16:creationId xmlns:a16="http://schemas.microsoft.com/office/drawing/2014/main" id="{40ED981F-2FC7-3051-4A37-E66C413F705E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19" name="pt95">
              <a:extLst>
                <a:ext uri="{FF2B5EF4-FFF2-40B4-BE49-F238E27FC236}">
                  <a16:creationId xmlns:a16="http://schemas.microsoft.com/office/drawing/2014/main" id="{3D7B596E-C4E7-2032-9AC1-7EBBD301EF37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0" name="pt96">
              <a:extLst>
                <a:ext uri="{FF2B5EF4-FFF2-40B4-BE49-F238E27FC236}">
                  <a16:creationId xmlns:a16="http://schemas.microsoft.com/office/drawing/2014/main" id="{6228B3E8-3F66-8824-438D-8A6B70E54770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1" name="pt97">
              <a:extLst>
                <a:ext uri="{FF2B5EF4-FFF2-40B4-BE49-F238E27FC236}">
                  <a16:creationId xmlns:a16="http://schemas.microsoft.com/office/drawing/2014/main" id="{1E2DE80A-9852-CB68-8FF6-BBBB1E0BF953}"/>
                </a:ext>
              </a:extLst>
            </p:cNvPr>
            <p:cNvSpPr/>
            <p:nvPr/>
          </p:nvSpPr>
          <p:spPr>
            <a:xfrm>
              <a:off x="5911974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2" name="pt98">
              <a:extLst>
                <a:ext uri="{FF2B5EF4-FFF2-40B4-BE49-F238E27FC236}">
                  <a16:creationId xmlns:a16="http://schemas.microsoft.com/office/drawing/2014/main" id="{A7E03DE4-A68B-E2DA-1EAA-FE67465D7BAD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3" name="pt99">
              <a:extLst>
                <a:ext uri="{FF2B5EF4-FFF2-40B4-BE49-F238E27FC236}">
                  <a16:creationId xmlns:a16="http://schemas.microsoft.com/office/drawing/2014/main" id="{C4E1B7BD-1AC6-2590-3680-EF489897E5CA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4" name="pt100">
              <a:extLst>
                <a:ext uri="{FF2B5EF4-FFF2-40B4-BE49-F238E27FC236}">
                  <a16:creationId xmlns:a16="http://schemas.microsoft.com/office/drawing/2014/main" id="{5248CE28-0161-19F9-5E8A-E99078B91B55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5" name="pt101">
              <a:extLst>
                <a:ext uri="{FF2B5EF4-FFF2-40B4-BE49-F238E27FC236}">
                  <a16:creationId xmlns:a16="http://schemas.microsoft.com/office/drawing/2014/main" id="{2634C64E-C4A0-A1ED-9F13-0DC37DD9F4FF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6" name="pt102">
              <a:extLst>
                <a:ext uri="{FF2B5EF4-FFF2-40B4-BE49-F238E27FC236}">
                  <a16:creationId xmlns:a16="http://schemas.microsoft.com/office/drawing/2014/main" id="{A5953B1D-60A5-7DDC-B80C-6550E204BAD8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7" name="pt103">
              <a:extLst>
                <a:ext uri="{FF2B5EF4-FFF2-40B4-BE49-F238E27FC236}">
                  <a16:creationId xmlns:a16="http://schemas.microsoft.com/office/drawing/2014/main" id="{75295D4F-5EF7-4AB6-A29B-50C48DB78007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8" name="pt104">
              <a:extLst>
                <a:ext uri="{FF2B5EF4-FFF2-40B4-BE49-F238E27FC236}">
                  <a16:creationId xmlns:a16="http://schemas.microsoft.com/office/drawing/2014/main" id="{DE610D0C-FA83-9C24-BC53-790F3B4EE3F5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29" name="pt105">
              <a:extLst>
                <a:ext uri="{FF2B5EF4-FFF2-40B4-BE49-F238E27FC236}">
                  <a16:creationId xmlns:a16="http://schemas.microsoft.com/office/drawing/2014/main" id="{DCEDD6B3-3AA2-E6D3-4851-9CA7109EAE4A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0" name="pt106">
              <a:extLst>
                <a:ext uri="{FF2B5EF4-FFF2-40B4-BE49-F238E27FC236}">
                  <a16:creationId xmlns:a16="http://schemas.microsoft.com/office/drawing/2014/main" id="{9FA80415-C9F7-FF23-A1A4-25189C479685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1" name="pt107">
              <a:extLst>
                <a:ext uri="{FF2B5EF4-FFF2-40B4-BE49-F238E27FC236}">
                  <a16:creationId xmlns:a16="http://schemas.microsoft.com/office/drawing/2014/main" id="{9B3ADAB4-138B-3CC5-C6AF-8ED7BC6EC48C}"/>
                </a:ext>
              </a:extLst>
            </p:cNvPr>
            <p:cNvSpPr/>
            <p:nvPr/>
          </p:nvSpPr>
          <p:spPr>
            <a:xfrm>
              <a:off x="6329078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2" name="pt108">
              <a:extLst>
                <a:ext uri="{FF2B5EF4-FFF2-40B4-BE49-F238E27FC236}">
                  <a16:creationId xmlns:a16="http://schemas.microsoft.com/office/drawing/2014/main" id="{588CAD65-9FBB-44B3-D191-932A781BA3AA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3" name="pt109">
              <a:extLst>
                <a:ext uri="{FF2B5EF4-FFF2-40B4-BE49-F238E27FC236}">
                  <a16:creationId xmlns:a16="http://schemas.microsoft.com/office/drawing/2014/main" id="{523D5DCC-DE6F-7051-45F7-DB683B3C0CD7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4" name="pt110">
              <a:extLst>
                <a:ext uri="{FF2B5EF4-FFF2-40B4-BE49-F238E27FC236}">
                  <a16:creationId xmlns:a16="http://schemas.microsoft.com/office/drawing/2014/main" id="{AFB37C94-F848-1997-49D6-FF3F041F8784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5" name="pt111">
              <a:extLst>
                <a:ext uri="{FF2B5EF4-FFF2-40B4-BE49-F238E27FC236}">
                  <a16:creationId xmlns:a16="http://schemas.microsoft.com/office/drawing/2014/main" id="{8E3CABFF-3CD4-85C3-8FE1-CE7ED27C28AA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6" name="pt112">
              <a:extLst>
                <a:ext uri="{FF2B5EF4-FFF2-40B4-BE49-F238E27FC236}">
                  <a16:creationId xmlns:a16="http://schemas.microsoft.com/office/drawing/2014/main" id="{20E9889C-D22E-0DF3-A14B-7BE7BF80927A}"/>
                </a:ext>
              </a:extLst>
            </p:cNvPr>
            <p:cNvSpPr/>
            <p:nvPr/>
          </p:nvSpPr>
          <p:spPr>
            <a:xfrm>
              <a:off x="6329078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7" name="pt113">
              <a:extLst>
                <a:ext uri="{FF2B5EF4-FFF2-40B4-BE49-F238E27FC236}">
                  <a16:creationId xmlns:a16="http://schemas.microsoft.com/office/drawing/2014/main" id="{E6110CAC-578E-51A2-97E6-A8CEA2278280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8" name="pt114">
              <a:extLst>
                <a:ext uri="{FF2B5EF4-FFF2-40B4-BE49-F238E27FC236}">
                  <a16:creationId xmlns:a16="http://schemas.microsoft.com/office/drawing/2014/main" id="{3512F05C-8EE5-E7C1-F909-7D614B3BAE58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39" name="pt115">
              <a:extLst>
                <a:ext uri="{FF2B5EF4-FFF2-40B4-BE49-F238E27FC236}">
                  <a16:creationId xmlns:a16="http://schemas.microsoft.com/office/drawing/2014/main" id="{019293B2-5516-51BA-F280-9F530D2038CC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0" name="pt116">
              <a:extLst>
                <a:ext uri="{FF2B5EF4-FFF2-40B4-BE49-F238E27FC236}">
                  <a16:creationId xmlns:a16="http://schemas.microsoft.com/office/drawing/2014/main" id="{B7C3FD1E-2358-3880-E3A0-3B1724BAD376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1" name="pt117">
              <a:extLst>
                <a:ext uri="{FF2B5EF4-FFF2-40B4-BE49-F238E27FC236}">
                  <a16:creationId xmlns:a16="http://schemas.microsoft.com/office/drawing/2014/main" id="{37B17065-FE20-99F3-8A25-207BA4D0F753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2" name="pt118">
              <a:extLst>
                <a:ext uri="{FF2B5EF4-FFF2-40B4-BE49-F238E27FC236}">
                  <a16:creationId xmlns:a16="http://schemas.microsoft.com/office/drawing/2014/main" id="{1EF02F27-D242-9926-3283-14BE49203C12}"/>
                </a:ext>
              </a:extLst>
            </p:cNvPr>
            <p:cNvSpPr/>
            <p:nvPr/>
          </p:nvSpPr>
          <p:spPr>
            <a:xfrm>
              <a:off x="6466115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3" name="pt119">
              <a:extLst>
                <a:ext uri="{FF2B5EF4-FFF2-40B4-BE49-F238E27FC236}">
                  <a16:creationId xmlns:a16="http://schemas.microsoft.com/office/drawing/2014/main" id="{82A4FFB5-B485-968F-6E17-CFCB6E6A6702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4" name="pt120">
              <a:extLst>
                <a:ext uri="{FF2B5EF4-FFF2-40B4-BE49-F238E27FC236}">
                  <a16:creationId xmlns:a16="http://schemas.microsoft.com/office/drawing/2014/main" id="{B9F716A8-F7E0-D5B4-A725-025CA2DBE381}"/>
                </a:ext>
              </a:extLst>
            </p:cNvPr>
            <p:cNvSpPr/>
            <p:nvPr/>
          </p:nvSpPr>
          <p:spPr>
            <a:xfrm>
              <a:off x="6466115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5" name="pt121">
              <a:extLst>
                <a:ext uri="{FF2B5EF4-FFF2-40B4-BE49-F238E27FC236}">
                  <a16:creationId xmlns:a16="http://schemas.microsoft.com/office/drawing/2014/main" id="{4403924F-FB56-5D68-DB0F-3933BBC738BB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6" name="pt122">
              <a:extLst>
                <a:ext uri="{FF2B5EF4-FFF2-40B4-BE49-F238E27FC236}">
                  <a16:creationId xmlns:a16="http://schemas.microsoft.com/office/drawing/2014/main" id="{108105B2-F83C-6300-60A9-D4EA1D86E789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7" name="pt123">
              <a:extLst>
                <a:ext uri="{FF2B5EF4-FFF2-40B4-BE49-F238E27FC236}">
                  <a16:creationId xmlns:a16="http://schemas.microsoft.com/office/drawing/2014/main" id="{DFACE246-3CD6-7F2F-DD12-6D4A9CF75558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8" name="pt124">
              <a:extLst>
                <a:ext uri="{FF2B5EF4-FFF2-40B4-BE49-F238E27FC236}">
                  <a16:creationId xmlns:a16="http://schemas.microsoft.com/office/drawing/2014/main" id="{7345DEC1-084E-BE30-EE5D-3AE69B94EA1C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49" name="pt125">
              <a:extLst>
                <a:ext uri="{FF2B5EF4-FFF2-40B4-BE49-F238E27FC236}">
                  <a16:creationId xmlns:a16="http://schemas.microsoft.com/office/drawing/2014/main" id="{4231EBEE-495E-9E99-81CF-EE9D0D154D77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0" name="pt126">
              <a:extLst>
                <a:ext uri="{FF2B5EF4-FFF2-40B4-BE49-F238E27FC236}">
                  <a16:creationId xmlns:a16="http://schemas.microsoft.com/office/drawing/2014/main" id="{47FA12F0-BC75-0566-8B93-98A639AA9DD9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1" name="pt127">
              <a:extLst>
                <a:ext uri="{FF2B5EF4-FFF2-40B4-BE49-F238E27FC236}">
                  <a16:creationId xmlns:a16="http://schemas.microsoft.com/office/drawing/2014/main" id="{0D18DB54-C354-B3B6-6AB3-3C9BC85F552A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2" name="pt128">
              <a:extLst>
                <a:ext uri="{FF2B5EF4-FFF2-40B4-BE49-F238E27FC236}">
                  <a16:creationId xmlns:a16="http://schemas.microsoft.com/office/drawing/2014/main" id="{789CA006-07CB-3364-C48A-6B1842BE7E33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3" name="pt129">
              <a:extLst>
                <a:ext uri="{FF2B5EF4-FFF2-40B4-BE49-F238E27FC236}">
                  <a16:creationId xmlns:a16="http://schemas.microsoft.com/office/drawing/2014/main" id="{0A20E00B-24DA-A228-34A0-F6CB9BBBC9C5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4" name="pt130">
              <a:extLst>
                <a:ext uri="{FF2B5EF4-FFF2-40B4-BE49-F238E27FC236}">
                  <a16:creationId xmlns:a16="http://schemas.microsoft.com/office/drawing/2014/main" id="{A75F3523-9BEE-9C6E-0CB9-85798279F462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5" name="pt131">
              <a:extLst>
                <a:ext uri="{FF2B5EF4-FFF2-40B4-BE49-F238E27FC236}">
                  <a16:creationId xmlns:a16="http://schemas.microsoft.com/office/drawing/2014/main" id="{0CCB1A25-4616-277E-1EC8-B9A45D39CCB0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6" name="pt132">
              <a:extLst>
                <a:ext uri="{FF2B5EF4-FFF2-40B4-BE49-F238E27FC236}">
                  <a16:creationId xmlns:a16="http://schemas.microsoft.com/office/drawing/2014/main" id="{591BD7C4-5DF1-C7AF-882A-D125BF1014CC}"/>
                </a:ext>
              </a:extLst>
            </p:cNvPr>
            <p:cNvSpPr/>
            <p:nvPr/>
          </p:nvSpPr>
          <p:spPr>
            <a:xfrm>
              <a:off x="7856565" y="5397281"/>
              <a:ext cx="80739" cy="80716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7" name="pt133">
              <a:extLst>
                <a:ext uri="{FF2B5EF4-FFF2-40B4-BE49-F238E27FC236}">
                  <a16:creationId xmlns:a16="http://schemas.microsoft.com/office/drawing/2014/main" id="{381E0F2C-FDAC-CCBF-D15B-47C5FB2DFBF5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8" name="pt134">
              <a:extLst>
                <a:ext uri="{FF2B5EF4-FFF2-40B4-BE49-F238E27FC236}">
                  <a16:creationId xmlns:a16="http://schemas.microsoft.com/office/drawing/2014/main" id="{10AB9F60-DCAA-707C-2514-ABBEE25DD959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59" name="pt135">
              <a:extLst>
                <a:ext uri="{FF2B5EF4-FFF2-40B4-BE49-F238E27FC236}">
                  <a16:creationId xmlns:a16="http://schemas.microsoft.com/office/drawing/2014/main" id="{4206E1C1-4784-DA30-DB0A-14C42FF845D8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0" name="pt136">
              <a:extLst>
                <a:ext uri="{FF2B5EF4-FFF2-40B4-BE49-F238E27FC236}">
                  <a16:creationId xmlns:a16="http://schemas.microsoft.com/office/drawing/2014/main" id="{9F26AAA3-EA6A-80D8-509C-67B4F14076B2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1" name="pt137">
              <a:extLst>
                <a:ext uri="{FF2B5EF4-FFF2-40B4-BE49-F238E27FC236}">
                  <a16:creationId xmlns:a16="http://schemas.microsoft.com/office/drawing/2014/main" id="{8835E067-F1DD-02FB-4D3F-8D0C52899BD3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2" name="pt138">
              <a:extLst>
                <a:ext uri="{FF2B5EF4-FFF2-40B4-BE49-F238E27FC236}">
                  <a16:creationId xmlns:a16="http://schemas.microsoft.com/office/drawing/2014/main" id="{046D8F49-8B06-1835-70E0-00FDDF4ED0D4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3" name="pt139">
              <a:extLst>
                <a:ext uri="{FF2B5EF4-FFF2-40B4-BE49-F238E27FC236}">
                  <a16:creationId xmlns:a16="http://schemas.microsoft.com/office/drawing/2014/main" id="{8B28A51E-3145-B1FD-087A-D46F5E0D0F13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4" name="pt140">
              <a:extLst>
                <a:ext uri="{FF2B5EF4-FFF2-40B4-BE49-F238E27FC236}">
                  <a16:creationId xmlns:a16="http://schemas.microsoft.com/office/drawing/2014/main" id="{50338C1D-F12E-7B04-5B17-633275211C50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5" name="pt141">
              <a:extLst>
                <a:ext uri="{FF2B5EF4-FFF2-40B4-BE49-F238E27FC236}">
                  <a16:creationId xmlns:a16="http://schemas.microsoft.com/office/drawing/2014/main" id="{4E5A022E-2744-2855-3A08-AA57193E53E7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6" name="pt142">
              <a:extLst>
                <a:ext uri="{FF2B5EF4-FFF2-40B4-BE49-F238E27FC236}">
                  <a16:creationId xmlns:a16="http://schemas.microsoft.com/office/drawing/2014/main" id="{867E869D-A9C2-411F-1230-5A5AE0B367E0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7" name="pt143">
              <a:extLst>
                <a:ext uri="{FF2B5EF4-FFF2-40B4-BE49-F238E27FC236}">
                  <a16:creationId xmlns:a16="http://schemas.microsoft.com/office/drawing/2014/main" id="{7B7C2EC0-B831-87AA-C9FB-266534A3EEBD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8" name="pt144">
              <a:extLst>
                <a:ext uri="{FF2B5EF4-FFF2-40B4-BE49-F238E27FC236}">
                  <a16:creationId xmlns:a16="http://schemas.microsoft.com/office/drawing/2014/main" id="{A1463A26-EF53-4CE3-951E-2C1F74B89DA8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69" name="pt145">
              <a:extLst>
                <a:ext uri="{FF2B5EF4-FFF2-40B4-BE49-F238E27FC236}">
                  <a16:creationId xmlns:a16="http://schemas.microsoft.com/office/drawing/2014/main" id="{4C623F5D-DD4A-2AEC-ED5E-60500AEE8205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0" name="pt146">
              <a:extLst>
                <a:ext uri="{FF2B5EF4-FFF2-40B4-BE49-F238E27FC236}">
                  <a16:creationId xmlns:a16="http://schemas.microsoft.com/office/drawing/2014/main" id="{1DF6A810-3747-A180-B903-EFC9FEE83E58}"/>
                </a:ext>
              </a:extLst>
            </p:cNvPr>
            <p:cNvSpPr/>
            <p:nvPr/>
          </p:nvSpPr>
          <p:spPr>
            <a:xfrm>
              <a:off x="7116412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1" name="pt147">
              <a:extLst>
                <a:ext uri="{FF2B5EF4-FFF2-40B4-BE49-F238E27FC236}">
                  <a16:creationId xmlns:a16="http://schemas.microsoft.com/office/drawing/2014/main" id="{C4A53935-8A2B-B3BE-DA4E-CAD661E2F43C}"/>
                </a:ext>
              </a:extLst>
            </p:cNvPr>
            <p:cNvSpPr/>
            <p:nvPr/>
          </p:nvSpPr>
          <p:spPr>
            <a:xfrm>
              <a:off x="7116412" y="3658409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2" name="pt148">
              <a:extLst>
                <a:ext uri="{FF2B5EF4-FFF2-40B4-BE49-F238E27FC236}">
                  <a16:creationId xmlns:a16="http://schemas.microsoft.com/office/drawing/2014/main" id="{749F974D-4CB6-AE12-3F8F-4E1FA1333711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3" name="pt149">
              <a:extLst>
                <a:ext uri="{FF2B5EF4-FFF2-40B4-BE49-F238E27FC236}">
                  <a16:creationId xmlns:a16="http://schemas.microsoft.com/office/drawing/2014/main" id="{7E2024A7-37A0-46C8-840E-B9915EB73706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4" name="pt150">
              <a:extLst>
                <a:ext uri="{FF2B5EF4-FFF2-40B4-BE49-F238E27FC236}">
                  <a16:creationId xmlns:a16="http://schemas.microsoft.com/office/drawing/2014/main" id="{D0861566-33B0-FB5C-F6AF-378A13B8F591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5" name="pt151">
              <a:extLst>
                <a:ext uri="{FF2B5EF4-FFF2-40B4-BE49-F238E27FC236}">
                  <a16:creationId xmlns:a16="http://schemas.microsoft.com/office/drawing/2014/main" id="{E76CE7B2-A418-7740-3A92-B6CCDCD77565}"/>
                </a:ext>
              </a:extLst>
            </p:cNvPr>
            <p:cNvSpPr/>
            <p:nvPr/>
          </p:nvSpPr>
          <p:spPr>
            <a:xfrm>
              <a:off x="7626036" y="5397281"/>
              <a:ext cx="80739" cy="80716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6" name="pt152">
              <a:extLst>
                <a:ext uri="{FF2B5EF4-FFF2-40B4-BE49-F238E27FC236}">
                  <a16:creationId xmlns:a16="http://schemas.microsoft.com/office/drawing/2014/main" id="{9D6579CE-61C9-C142-5215-BF4D46C01348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7" name="pt153">
              <a:extLst>
                <a:ext uri="{FF2B5EF4-FFF2-40B4-BE49-F238E27FC236}">
                  <a16:creationId xmlns:a16="http://schemas.microsoft.com/office/drawing/2014/main" id="{E5B4B886-825D-13B8-95B0-80E7A79EA4A8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8" name="pt154">
              <a:extLst>
                <a:ext uri="{FF2B5EF4-FFF2-40B4-BE49-F238E27FC236}">
                  <a16:creationId xmlns:a16="http://schemas.microsoft.com/office/drawing/2014/main" id="{BE64B998-090E-E559-29D8-5E10DA91D2CA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79" name="pt155">
              <a:extLst>
                <a:ext uri="{FF2B5EF4-FFF2-40B4-BE49-F238E27FC236}">
                  <a16:creationId xmlns:a16="http://schemas.microsoft.com/office/drawing/2014/main" id="{6585F883-55AD-CB5E-C5A5-5309A0DBDA79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0" name="pt156">
              <a:extLst>
                <a:ext uri="{FF2B5EF4-FFF2-40B4-BE49-F238E27FC236}">
                  <a16:creationId xmlns:a16="http://schemas.microsoft.com/office/drawing/2014/main" id="{A6B91E2C-14AE-11F6-60D7-3BB1EE86E977}"/>
                </a:ext>
              </a:extLst>
            </p:cNvPr>
            <p:cNvSpPr/>
            <p:nvPr/>
          </p:nvSpPr>
          <p:spPr>
            <a:xfrm>
              <a:off x="7116412" y="5397281"/>
              <a:ext cx="80739" cy="80716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1" name="pt157">
              <a:extLst>
                <a:ext uri="{FF2B5EF4-FFF2-40B4-BE49-F238E27FC236}">
                  <a16:creationId xmlns:a16="http://schemas.microsoft.com/office/drawing/2014/main" id="{51A1A497-52C3-23C0-64DF-81804CD4A761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2" name="pt158">
              <a:extLst>
                <a:ext uri="{FF2B5EF4-FFF2-40B4-BE49-F238E27FC236}">
                  <a16:creationId xmlns:a16="http://schemas.microsoft.com/office/drawing/2014/main" id="{D44EB4D5-3798-ABFF-54BC-29A09618CAD9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3" name="pt159">
              <a:extLst>
                <a:ext uri="{FF2B5EF4-FFF2-40B4-BE49-F238E27FC236}">
                  <a16:creationId xmlns:a16="http://schemas.microsoft.com/office/drawing/2014/main" id="{6F133A3E-F8AE-5BF9-CC9C-6389A8090EB5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4" name="pt160">
              <a:extLst>
                <a:ext uri="{FF2B5EF4-FFF2-40B4-BE49-F238E27FC236}">
                  <a16:creationId xmlns:a16="http://schemas.microsoft.com/office/drawing/2014/main" id="{17AF817B-1879-B8B4-CD15-910C9B418188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5" name="pt161">
              <a:extLst>
                <a:ext uri="{FF2B5EF4-FFF2-40B4-BE49-F238E27FC236}">
                  <a16:creationId xmlns:a16="http://schemas.microsoft.com/office/drawing/2014/main" id="{3F2DFF69-E9FB-7CCA-D96C-8C9887BCC4E4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6" name="pt162">
              <a:extLst>
                <a:ext uri="{FF2B5EF4-FFF2-40B4-BE49-F238E27FC236}">
                  <a16:creationId xmlns:a16="http://schemas.microsoft.com/office/drawing/2014/main" id="{0FA3CD99-0CB5-6D68-395D-197DC7407EC1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7" name="pt163">
              <a:extLst>
                <a:ext uri="{FF2B5EF4-FFF2-40B4-BE49-F238E27FC236}">
                  <a16:creationId xmlns:a16="http://schemas.microsoft.com/office/drawing/2014/main" id="{616B5CF9-FBD7-C519-601B-76E7ECBCD164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8" name="pt164">
              <a:extLst>
                <a:ext uri="{FF2B5EF4-FFF2-40B4-BE49-F238E27FC236}">
                  <a16:creationId xmlns:a16="http://schemas.microsoft.com/office/drawing/2014/main" id="{92A04C09-AB52-5436-2D5D-82462D042884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89" name="pt165">
              <a:extLst>
                <a:ext uri="{FF2B5EF4-FFF2-40B4-BE49-F238E27FC236}">
                  <a16:creationId xmlns:a16="http://schemas.microsoft.com/office/drawing/2014/main" id="{37F02DE3-3739-7E6E-6C81-D04F7EDADB45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0" name="pt166">
              <a:extLst>
                <a:ext uri="{FF2B5EF4-FFF2-40B4-BE49-F238E27FC236}">
                  <a16:creationId xmlns:a16="http://schemas.microsoft.com/office/drawing/2014/main" id="{F776E633-0F7E-BA0C-8BDE-2C656A1E2687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1" name="pt167">
              <a:extLst>
                <a:ext uri="{FF2B5EF4-FFF2-40B4-BE49-F238E27FC236}">
                  <a16:creationId xmlns:a16="http://schemas.microsoft.com/office/drawing/2014/main" id="{AB6A0D21-B950-CB64-2442-DDB1EDCCE268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2" name="pt168">
              <a:extLst>
                <a:ext uri="{FF2B5EF4-FFF2-40B4-BE49-F238E27FC236}">
                  <a16:creationId xmlns:a16="http://schemas.microsoft.com/office/drawing/2014/main" id="{C0AA04DC-2E6D-11FC-C7A5-A0E831A24758}"/>
                </a:ext>
              </a:extLst>
            </p:cNvPr>
            <p:cNvSpPr/>
            <p:nvPr/>
          </p:nvSpPr>
          <p:spPr>
            <a:xfrm>
              <a:off x="7439461" y="5397281"/>
              <a:ext cx="80739" cy="80716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3" name="pt169">
              <a:extLst>
                <a:ext uri="{FF2B5EF4-FFF2-40B4-BE49-F238E27FC236}">
                  <a16:creationId xmlns:a16="http://schemas.microsoft.com/office/drawing/2014/main" id="{D244CB1C-F0DD-293C-7C4D-638542E80FE0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4" name="pt170">
              <a:extLst>
                <a:ext uri="{FF2B5EF4-FFF2-40B4-BE49-F238E27FC236}">
                  <a16:creationId xmlns:a16="http://schemas.microsoft.com/office/drawing/2014/main" id="{17F2202E-49F5-F682-5C69-C4F71D3A59AB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5" name="pt171">
              <a:extLst>
                <a:ext uri="{FF2B5EF4-FFF2-40B4-BE49-F238E27FC236}">
                  <a16:creationId xmlns:a16="http://schemas.microsoft.com/office/drawing/2014/main" id="{121008E6-BA3B-14E5-E098-8E67DFAE98B3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6" name="pt172">
              <a:extLst>
                <a:ext uri="{FF2B5EF4-FFF2-40B4-BE49-F238E27FC236}">
                  <a16:creationId xmlns:a16="http://schemas.microsoft.com/office/drawing/2014/main" id="{30087F79-F212-F650-6CE8-6F8D2E61FEDD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7" name="pt173">
              <a:extLst>
                <a:ext uri="{FF2B5EF4-FFF2-40B4-BE49-F238E27FC236}">
                  <a16:creationId xmlns:a16="http://schemas.microsoft.com/office/drawing/2014/main" id="{582613CA-714C-A7AA-E1ED-D493832F023F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8" name="pt174">
              <a:extLst>
                <a:ext uri="{FF2B5EF4-FFF2-40B4-BE49-F238E27FC236}">
                  <a16:creationId xmlns:a16="http://schemas.microsoft.com/office/drawing/2014/main" id="{5344EB55-64D5-0DFC-3CC3-5331DEE86D61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499" name="pt175">
              <a:extLst>
                <a:ext uri="{FF2B5EF4-FFF2-40B4-BE49-F238E27FC236}">
                  <a16:creationId xmlns:a16="http://schemas.microsoft.com/office/drawing/2014/main" id="{AFF25051-4B01-3E4B-104C-07E9CB2BFDC6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0" name="pt176">
              <a:extLst>
                <a:ext uri="{FF2B5EF4-FFF2-40B4-BE49-F238E27FC236}">
                  <a16:creationId xmlns:a16="http://schemas.microsoft.com/office/drawing/2014/main" id="{188FD151-FA90-1B21-942A-EE246393941B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1" name="pt177">
              <a:extLst>
                <a:ext uri="{FF2B5EF4-FFF2-40B4-BE49-F238E27FC236}">
                  <a16:creationId xmlns:a16="http://schemas.microsoft.com/office/drawing/2014/main" id="{A1E715C4-D0E4-12CA-4D33-AC9FE3FD46E0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2" name="pt178">
              <a:extLst>
                <a:ext uri="{FF2B5EF4-FFF2-40B4-BE49-F238E27FC236}">
                  <a16:creationId xmlns:a16="http://schemas.microsoft.com/office/drawing/2014/main" id="{D644E529-9E25-CD60-12E1-7DE1CF5E80CC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3" name="pt179">
              <a:extLst>
                <a:ext uri="{FF2B5EF4-FFF2-40B4-BE49-F238E27FC236}">
                  <a16:creationId xmlns:a16="http://schemas.microsoft.com/office/drawing/2014/main" id="{6D8C4AB8-96BD-AE93-75C8-E66AF628AEC0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4" name="pt180">
              <a:extLst>
                <a:ext uri="{FF2B5EF4-FFF2-40B4-BE49-F238E27FC236}">
                  <a16:creationId xmlns:a16="http://schemas.microsoft.com/office/drawing/2014/main" id="{AE7E44C2-9EFB-CA22-C11C-A7788B957C26}"/>
                </a:ext>
              </a:extLst>
            </p:cNvPr>
            <p:cNvSpPr/>
            <p:nvPr/>
          </p:nvSpPr>
          <p:spPr>
            <a:xfrm>
              <a:off x="7443508" y="3658409"/>
              <a:ext cx="80739" cy="80716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5" name="pt181">
              <a:extLst>
                <a:ext uri="{FF2B5EF4-FFF2-40B4-BE49-F238E27FC236}">
                  <a16:creationId xmlns:a16="http://schemas.microsoft.com/office/drawing/2014/main" id="{930DDA05-AE92-F8CC-5371-FB5DF592B073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6" name="pt182">
              <a:extLst>
                <a:ext uri="{FF2B5EF4-FFF2-40B4-BE49-F238E27FC236}">
                  <a16:creationId xmlns:a16="http://schemas.microsoft.com/office/drawing/2014/main" id="{18009B0D-BFEC-8BC3-0B2A-FE53B6051099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7" name="pt183">
              <a:extLst>
                <a:ext uri="{FF2B5EF4-FFF2-40B4-BE49-F238E27FC236}">
                  <a16:creationId xmlns:a16="http://schemas.microsoft.com/office/drawing/2014/main" id="{35E5B8C5-33F8-E519-CCB2-87D2617D649D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8" name="pt184">
              <a:extLst>
                <a:ext uri="{FF2B5EF4-FFF2-40B4-BE49-F238E27FC236}">
                  <a16:creationId xmlns:a16="http://schemas.microsoft.com/office/drawing/2014/main" id="{708D4116-27F3-291E-CB1E-2BC71813451E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09" name="pt185">
              <a:extLst>
                <a:ext uri="{FF2B5EF4-FFF2-40B4-BE49-F238E27FC236}">
                  <a16:creationId xmlns:a16="http://schemas.microsoft.com/office/drawing/2014/main" id="{EDCA4004-D318-6FEF-BB7F-756310926F47}"/>
                </a:ext>
              </a:extLst>
            </p:cNvPr>
            <p:cNvSpPr/>
            <p:nvPr/>
          </p:nvSpPr>
          <p:spPr>
            <a:xfrm>
              <a:off x="7650164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0" name="pt186">
              <a:extLst>
                <a:ext uri="{FF2B5EF4-FFF2-40B4-BE49-F238E27FC236}">
                  <a16:creationId xmlns:a16="http://schemas.microsoft.com/office/drawing/2014/main" id="{937ECE8E-6D1F-4C71-D1F6-B4A84C0C1D9C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1" name="pt187">
              <a:extLst>
                <a:ext uri="{FF2B5EF4-FFF2-40B4-BE49-F238E27FC236}">
                  <a16:creationId xmlns:a16="http://schemas.microsoft.com/office/drawing/2014/main" id="{B97BB740-C355-4DF8-7B5C-74CC1D1CBB71}"/>
                </a:ext>
              </a:extLst>
            </p:cNvPr>
            <p:cNvSpPr/>
            <p:nvPr/>
          </p:nvSpPr>
          <p:spPr>
            <a:xfrm>
              <a:off x="7650164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2" name="pt188">
              <a:extLst>
                <a:ext uri="{FF2B5EF4-FFF2-40B4-BE49-F238E27FC236}">
                  <a16:creationId xmlns:a16="http://schemas.microsoft.com/office/drawing/2014/main" id="{C3B870DE-C1E1-036C-82F6-0276F8B3B10E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3" name="pt189">
              <a:extLst>
                <a:ext uri="{FF2B5EF4-FFF2-40B4-BE49-F238E27FC236}">
                  <a16:creationId xmlns:a16="http://schemas.microsoft.com/office/drawing/2014/main" id="{3807C4E2-7306-91A6-731E-88669F583C63}"/>
                </a:ext>
              </a:extLst>
            </p:cNvPr>
            <p:cNvSpPr/>
            <p:nvPr/>
          </p:nvSpPr>
          <p:spPr>
            <a:xfrm>
              <a:off x="7650164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4" name="pt190">
              <a:extLst>
                <a:ext uri="{FF2B5EF4-FFF2-40B4-BE49-F238E27FC236}">
                  <a16:creationId xmlns:a16="http://schemas.microsoft.com/office/drawing/2014/main" id="{B10B9831-9F9D-5CD5-1D77-6CDD7109498D}"/>
                </a:ext>
              </a:extLst>
            </p:cNvPr>
            <p:cNvSpPr/>
            <p:nvPr/>
          </p:nvSpPr>
          <p:spPr>
            <a:xfrm>
              <a:off x="7650164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5" name="pt191">
              <a:extLst>
                <a:ext uri="{FF2B5EF4-FFF2-40B4-BE49-F238E27FC236}">
                  <a16:creationId xmlns:a16="http://schemas.microsoft.com/office/drawing/2014/main" id="{0C9C12B2-B2F4-991F-77CD-57136457D573}"/>
                </a:ext>
              </a:extLst>
            </p:cNvPr>
            <p:cNvSpPr/>
            <p:nvPr/>
          </p:nvSpPr>
          <p:spPr>
            <a:xfrm>
              <a:off x="7650164" y="3658409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6" name="pt192">
              <a:extLst>
                <a:ext uri="{FF2B5EF4-FFF2-40B4-BE49-F238E27FC236}">
                  <a16:creationId xmlns:a16="http://schemas.microsoft.com/office/drawing/2014/main" id="{3899C3E2-F696-8FB6-1791-AA8E4457F2E0}"/>
                </a:ext>
              </a:extLst>
            </p:cNvPr>
            <p:cNvSpPr/>
            <p:nvPr/>
          </p:nvSpPr>
          <p:spPr>
            <a:xfrm>
              <a:off x="7650164" y="5397281"/>
              <a:ext cx="80739" cy="80716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7" name="pt193">
              <a:extLst>
                <a:ext uri="{FF2B5EF4-FFF2-40B4-BE49-F238E27FC236}">
                  <a16:creationId xmlns:a16="http://schemas.microsoft.com/office/drawing/2014/main" id="{23E82E6C-0558-1C9C-A00B-F5CF168A618D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8" name="pt194">
              <a:extLst>
                <a:ext uri="{FF2B5EF4-FFF2-40B4-BE49-F238E27FC236}">
                  <a16:creationId xmlns:a16="http://schemas.microsoft.com/office/drawing/2014/main" id="{09491E6E-8131-76B6-4B9F-417553499844}"/>
                </a:ext>
              </a:extLst>
            </p:cNvPr>
            <p:cNvSpPr/>
            <p:nvPr/>
          </p:nvSpPr>
          <p:spPr>
            <a:xfrm>
              <a:off x="7635257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19" name="pt195">
              <a:extLst>
                <a:ext uri="{FF2B5EF4-FFF2-40B4-BE49-F238E27FC236}">
                  <a16:creationId xmlns:a16="http://schemas.microsoft.com/office/drawing/2014/main" id="{7D3E3746-2D0F-FBD7-3A6C-850E2493F6A5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0" name="pt196">
              <a:extLst>
                <a:ext uri="{FF2B5EF4-FFF2-40B4-BE49-F238E27FC236}">
                  <a16:creationId xmlns:a16="http://schemas.microsoft.com/office/drawing/2014/main" id="{20B63FB6-BDB1-9E6A-C25A-1BDB38ECE903}"/>
                </a:ext>
              </a:extLst>
            </p:cNvPr>
            <p:cNvSpPr/>
            <p:nvPr/>
          </p:nvSpPr>
          <p:spPr>
            <a:xfrm>
              <a:off x="7635257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1" name="pt197">
              <a:extLst>
                <a:ext uri="{FF2B5EF4-FFF2-40B4-BE49-F238E27FC236}">
                  <a16:creationId xmlns:a16="http://schemas.microsoft.com/office/drawing/2014/main" id="{D81DC3C5-4018-EEC4-8564-D34C2DDC3A64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2" name="pt198">
              <a:extLst>
                <a:ext uri="{FF2B5EF4-FFF2-40B4-BE49-F238E27FC236}">
                  <a16:creationId xmlns:a16="http://schemas.microsoft.com/office/drawing/2014/main" id="{D9A187CC-9BF6-022B-6146-422BFEA00CCC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3" name="pt199">
              <a:extLst>
                <a:ext uri="{FF2B5EF4-FFF2-40B4-BE49-F238E27FC236}">
                  <a16:creationId xmlns:a16="http://schemas.microsoft.com/office/drawing/2014/main" id="{E9C63425-B540-EAB8-A524-04BE1DED8FE4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4" name="pt200">
              <a:extLst>
                <a:ext uri="{FF2B5EF4-FFF2-40B4-BE49-F238E27FC236}">
                  <a16:creationId xmlns:a16="http://schemas.microsoft.com/office/drawing/2014/main" id="{274DEB42-255C-F346-7BBD-C72D16C4A005}"/>
                </a:ext>
              </a:extLst>
            </p:cNvPr>
            <p:cNvSpPr/>
            <p:nvPr/>
          </p:nvSpPr>
          <p:spPr>
            <a:xfrm>
              <a:off x="7635257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5" name="pt201">
              <a:extLst>
                <a:ext uri="{FF2B5EF4-FFF2-40B4-BE49-F238E27FC236}">
                  <a16:creationId xmlns:a16="http://schemas.microsoft.com/office/drawing/2014/main" id="{D2D32BB4-B427-1051-DDDE-A85059FD6047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6" name="pt202">
              <a:extLst>
                <a:ext uri="{FF2B5EF4-FFF2-40B4-BE49-F238E27FC236}">
                  <a16:creationId xmlns:a16="http://schemas.microsoft.com/office/drawing/2014/main" id="{FDA5DADA-2B8D-AC53-5F4D-DCCDB493ADAB}"/>
                </a:ext>
              </a:extLst>
            </p:cNvPr>
            <p:cNvSpPr/>
            <p:nvPr/>
          </p:nvSpPr>
          <p:spPr>
            <a:xfrm>
              <a:off x="7635257" y="5397281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7" name="pt203">
              <a:extLst>
                <a:ext uri="{FF2B5EF4-FFF2-40B4-BE49-F238E27FC236}">
                  <a16:creationId xmlns:a16="http://schemas.microsoft.com/office/drawing/2014/main" id="{876B2285-CC93-BE6C-2BBA-2784AC3EF857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8" name="pt204">
              <a:extLst>
                <a:ext uri="{FF2B5EF4-FFF2-40B4-BE49-F238E27FC236}">
                  <a16:creationId xmlns:a16="http://schemas.microsoft.com/office/drawing/2014/main" id="{0F47BC2A-2BFF-0513-BAA9-F17940DA8AAA}"/>
                </a:ext>
              </a:extLst>
            </p:cNvPr>
            <p:cNvSpPr/>
            <p:nvPr/>
          </p:nvSpPr>
          <p:spPr>
            <a:xfrm>
              <a:off x="7635257" y="3658409"/>
              <a:ext cx="80739" cy="80716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29" name="pt205">
              <a:extLst>
                <a:ext uri="{FF2B5EF4-FFF2-40B4-BE49-F238E27FC236}">
                  <a16:creationId xmlns:a16="http://schemas.microsoft.com/office/drawing/2014/main" id="{1DA30141-3164-5E98-88DD-2BC6E774342B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0" name="pt206">
              <a:extLst>
                <a:ext uri="{FF2B5EF4-FFF2-40B4-BE49-F238E27FC236}">
                  <a16:creationId xmlns:a16="http://schemas.microsoft.com/office/drawing/2014/main" id="{486EF856-3142-BD9F-2229-88EB342C065C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1" name="pt207">
              <a:extLst>
                <a:ext uri="{FF2B5EF4-FFF2-40B4-BE49-F238E27FC236}">
                  <a16:creationId xmlns:a16="http://schemas.microsoft.com/office/drawing/2014/main" id="{8D1EE112-3691-BC7E-41BC-927B3EE7D8A0}"/>
                </a:ext>
              </a:extLst>
            </p:cNvPr>
            <p:cNvSpPr/>
            <p:nvPr/>
          </p:nvSpPr>
          <p:spPr>
            <a:xfrm>
              <a:off x="807541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2" name="pt208">
              <a:extLst>
                <a:ext uri="{FF2B5EF4-FFF2-40B4-BE49-F238E27FC236}">
                  <a16:creationId xmlns:a16="http://schemas.microsoft.com/office/drawing/2014/main" id="{B35F0153-2393-A189-74E1-5D0035586FE4}"/>
                </a:ext>
              </a:extLst>
            </p:cNvPr>
            <p:cNvSpPr/>
            <p:nvPr/>
          </p:nvSpPr>
          <p:spPr>
            <a:xfrm>
              <a:off x="807541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3" name="pt209">
              <a:extLst>
                <a:ext uri="{FF2B5EF4-FFF2-40B4-BE49-F238E27FC236}">
                  <a16:creationId xmlns:a16="http://schemas.microsoft.com/office/drawing/2014/main" id="{4250AD40-D3CC-63E9-6250-516DD5BF82AA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4" name="pt210">
              <a:extLst>
                <a:ext uri="{FF2B5EF4-FFF2-40B4-BE49-F238E27FC236}">
                  <a16:creationId xmlns:a16="http://schemas.microsoft.com/office/drawing/2014/main" id="{97286A89-0C48-2A8E-88B7-8B238315B9C4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5" name="pt211">
              <a:extLst>
                <a:ext uri="{FF2B5EF4-FFF2-40B4-BE49-F238E27FC236}">
                  <a16:creationId xmlns:a16="http://schemas.microsoft.com/office/drawing/2014/main" id="{C0D9A0D4-E6F9-3520-FCFE-5D33A08393AF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6" name="pt212">
              <a:extLst>
                <a:ext uri="{FF2B5EF4-FFF2-40B4-BE49-F238E27FC236}">
                  <a16:creationId xmlns:a16="http://schemas.microsoft.com/office/drawing/2014/main" id="{2D19987C-6ED7-8862-111B-E30A94835735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7" name="pt213">
              <a:extLst>
                <a:ext uri="{FF2B5EF4-FFF2-40B4-BE49-F238E27FC236}">
                  <a16:creationId xmlns:a16="http://schemas.microsoft.com/office/drawing/2014/main" id="{3A7DF4D5-617D-8F64-ADC0-54399FE5B862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8" name="pt214">
              <a:extLst>
                <a:ext uri="{FF2B5EF4-FFF2-40B4-BE49-F238E27FC236}">
                  <a16:creationId xmlns:a16="http://schemas.microsoft.com/office/drawing/2014/main" id="{97192246-C522-3FDC-F174-53BE1F79B57B}"/>
                </a:ext>
              </a:extLst>
            </p:cNvPr>
            <p:cNvSpPr/>
            <p:nvPr/>
          </p:nvSpPr>
          <p:spPr>
            <a:xfrm>
              <a:off x="8075414" y="5397281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39" name="pt215">
              <a:extLst>
                <a:ext uri="{FF2B5EF4-FFF2-40B4-BE49-F238E27FC236}">
                  <a16:creationId xmlns:a16="http://schemas.microsoft.com/office/drawing/2014/main" id="{F19CA025-A7BE-89B1-3AF9-3D2571BD7F49}"/>
                </a:ext>
              </a:extLst>
            </p:cNvPr>
            <p:cNvSpPr/>
            <p:nvPr/>
          </p:nvSpPr>
          <p:spPr>
            <a:xfrm>
              <a:off x="8075414" y="3658409"/>
              <a:ext cx="80739" cy="80716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0" name="pl216">
              <a:extLst>
                <a:ext uri="{FF2B5EF4-FFF2-40B4-BE49-F238E27FC236}">
                  <a16:creationId xmlns:a16="http://schemas.microsoft.com/office/drawing/2014/main" id="{038D8E43-27B9-A73D-22DC-A5D9E7892256}"/>
                </a:ext>
              </a:extLst>
            </p:cNvPr>
            <p:cNvSpPr/>
            <p:nvPr/>
          </p:nvSpPr>
          <p:spPr>
            <a:xfrm>
              <a:off x="5952343" y="3698767"/>
              <a:ext cx="1531534" cy="0"/>
            </a:xfrm>
            <a:custGeom>
              <a:avLst/>
              <a:gdLst/>
              <a:ahLst/>
              <a:cxnLst/>
              <a:rect l="0" t="0" r="0" b="0"/>
              <a:pathLst>
                <a:path w="2227063">
                  <a:moveTo>
                    <a:pt x="0" y="0"/>
                  </a:moveTo>
                  <a:lnTo>
                    <a:pt x="28190" y="0"/>
                  </a:lnTo>
                  <a:lnTo>
                    <a:pt x="56381" y="0"/>
                  </a:lnTo>
                  <a:lnTo>
                    <a:pt x="84572" y="0"/>
                  </a:lnTo>
                  <a:lnTo>
                    <a:pt x="112762" y="0"/>
                  </a:lnTo>
                  <a:lnTo>
                    <a:pt x="140953" y="0"/>
                  </a:lnTo>
                  <a:lnTo>
                    <a:pt x="169144" y="0"/>
                  </a:lnTo>
                  <a:lnTo>
                    <a:pt x="197334" y="0"/>
                  </a:lnTo>
                  <a:lnTo>
                    <a:pt x="225525" y="0"/>
                  </a:lnTo>
                  <a:lnTo>
                    <a:pt x="253716" y="0"/>
                  </a:lnTo>
                  <a:lnTo>
                    <a:pt x="281906" y="0"/>
                  </a:lnTo>
                  <a:lnTo>
                    <a:pt x="310097" y="0"/>
                  </a:lnTo>
                  <a:lnTo>
                    <a:pt x="338288" y="0"/>
                  </a:lnTo>
                  <a:lnTo>
                    <a:pt x="366478" y="0"/>
                  </a:lnTo>
                  <a:lnTo>
                    <a:pt x="394669" y="0"/>
                  </a:lnTo>
                  <a:lnTo>
                    <a:pt x="422860" y="0"/>
                  </a:lnTo>
                  <a:lnTo>
                    <a:pt x="451050" y="0"/>
                  </a:lnTo>
                  <a:lnTo>
                    <a:pt x="479241" y="0"/>
                  </a:lnTo>
                  <a:lnTo>
                    <a:pt x="507432" y="0"/>
                  </a:lnTo>
                  <a:lnTo>
                    <a:pt x="535622" y="0"/>
                  </a:lnTo>
                  <a:lnTo>
                    <a:pt x="563813" y="0"/>
                  </a:lnTo>
                  <a:lnTo>
                    <a:pt x="592004" y="0"/>
                  </a:lnTo>
                  <a:lnTo>
                    <a:pt x="620194" y="0"/>
                  </a:lnTo>
                  <a:lnTo>
                    <a:pt x="648385" y="0"/>
                  </a:lnTo>
                  <a:lnTo>
                    <a:pt x="676576" y="0"/>
                  </a:lnTo>
                  <a:lnTo>
                    <a:pt x="704766" y="0"/>
                  </a:lnTo>
                  <a:lnTo>
                    <a:pt x="732957" y="0"/>
                  </a:lnTo>
                  <a:lnTo>
                    <a:pt x="761148" y="0"/>
                  </a:lnTo>
                  <a:lnTo>
                    <a:pt x="789338" y="0"/>
                  </a:lnTo>
                  <a:lnTo>
                    <a:pt x="817529" y="0"/>
                  </a:lnTo>
                  <a:lnTo>
                    <a:pt x="845720" y="0"/>
                  </a:lnTo>
                  <a:lnTo>
                    <a:pt x="873910" y="0"/>
                  </a:lnTo>
                  <a:lnTo>
                    <a:pt x="902101" y="0"/>
                  </a:lnTo>
                  <a:lnTo>
                    <a:pt x="930292" y="0"/>
                  </a:lnTo>
                  <a:lnTo>
                    <a:pt x="958482" y="0"/>
                  </a:lnTo>
                  <a:lnTo>
                    <a:pt x="986673" y="0"/>
                  </a:lnTo>
                  <a:lnTo>
                    <a:pt x="1014864" y="0"/>
                  </a:lnTo>
                  <a:lnTo>
                    <a:pt x="1043054" y="0"/>
                  </a:lnTo>
                  <a:lnTo>
                    <a:pt x="1071245" y="0"/>
                  </a:lnTo>
                  <a:lnTo>
                    <a:pt x="1099436" y="0"/>
                  </a:lnTo>
                  <a:lnTo>
                    <a:pt x="1127626" y="0"/>
                  </a:lnTo>
                  <a:lnTo>
                    <a:pt x="1155817" y="0"/>
                  </a:lnTo>
                  <a:lnTo>
                    <a:pt x="1184008" y="0"/>
                  </a:lnTo>
                  <a:lnTo>
                    <a:pt x="1212198" y="0"/>
                  </a:lnTo>
                  <a:lnTo>
                    <a:pt x="1240389" y="0"/>
                  </a:lnTo>
                  <a:lnTo>
                    <a:pt x="1268580" y="0"/>
                  </a:lnTo>
                  <a:lnTo>
                    <a:pt x="1296770" y="0"/>
                  </a:lnTo>
                  <a:lnTo>
                    <a:pt x="1324961" y="0"/>
                  </a:lnTo>
                  <a:lnTo>
                    <a:pt x="1353152" y="0"/>
                  </a:lnTo>
                  <a:lnTo>
                    <a:pt x="1381342" y="0"/>
                  </a:lnTo>
                  <a:lnTo>
                    <a:pt x="1409533" y="0"/>
                  </a:lnTo>
                  <a:lnTo>
                    <a:pt x="1437724" y="0"/>
                  </a:lnTo>
                  <a:lnTo>
                    <a:pt x="1465914" y="0"/>
                  </a:lnTo>
                  <a:lnTo>
                    <a:pt x="1494105" y="0"/>
                  </a:lnTo>
                  <a:lnTo>
                    <a:pt x="1522296" y="0"/>
                  </a:lnTo>
                  <a:lnTo>
                    <a:pt x="1550486" y="0"/>
                  </a:lnTo>
                  <a:lnTo>
                    <a:pt x="1578677" y="0"/>
                  </a:lnTo>
                  <a:lnTo>
                    <a:pt x="1606868" y="0"/>
                  </a:lnTo>
                  <a:lnTo>
                    <a:pt x="1635058" y="0"/>
                  </a:lnTo>
                  <a:lnTo>
                    <a:pt x="1663249" y="0"/>
                  </a:lnTo>
                  <a:lnTo>
                    <a:pt x="1691440" y="0"/>
                  </a:lnTo>
                  <a:lnTo>
                    <a:pt x="1719630" y="0"/>
                  </a:lnTo>
                  <a:lnTo>
                    <a:pt x="1747821" y="0"/>
                  </a:lnTo>
                  <a:lnTo>
                    <a:pt x="1776012" y="0"/>
                  </a:lnTo>
                  <a:lnTo>
                    <a:pt x="1804202" y="0"/>
                  </a:lnTo>
                  <a:lnTo>
                    <a:pt x="1832393" y="0"/>
                  </a:lnTo>
                  <a:lnTo>
                    <a:pt x="1860584" y="0"/>
                  </a:lnTo>
                  <a:lnTo>
                    <a:pt x="1888774" y="0"/>
                  </a:lnTo>
                  <a:lnTo>
                    <a:pt x="1916965" y="0"/>
                  </a:lnTo>
                  <a:lnTo>
                    <a:pt x="1945156" y="0"/>
                  </a:lnTo>
                  <a:lnTo>
                    <a:pt x="1973346" y="0"/>
                  </a:lnTo>
                  <a:lnTo>
                    <a:pt x="2001537" y="0"/>
                  </a:lnTo>
                  <a:lnTo>
                    <a:pt x="2029728" y="0"/>
                  </a:lnTo>
                  <a:lnTo>
                    <a:pt x="2057919" y="0"/>
                  </a:lnTo>
                  <a:lnTo>
                    <a:pt x="2086109" y="0"/>
                  </a:lnTo>
                  <a:lnTo>
                    <a:pt x="2114300" y="0"/>
                  </a:lnTo>
                  <a:lnTo>
                    <a:pt x="2142491" y="0"/>
                  </a:lnTo>
                  <a:lnTo>
                    <a:pt x="2170681" y="0"/>
                  </a:lnTo>
                  <a:lnTo>
                    <a:pt x="2198872" y="0"/>
                  </a:lnTo>
                  <a:lnTo>
                    <a:pt x="2227063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1" name="pl217">
              <a:extLst>
                <a:ext uri="{FF2B5EF4-FFF2-40B4-BE49-F238E27FC236}">
                  <a16:creationId xmlns:a16="http://schemas.microsoft.com/office/drawing/2014/main" id="{0E9DB7C2-27BC-7CD7-9C14-C6C5C1231CDC}"/>
                </a:ext>
              </a:extLst>
            </p:cNvPr>
            <p:cNvSpPr/>
            <p:nvPr/>
          </p:nvSpPr>
          <p:spPr>
            <a:xfrm>
              <a:off x="6506484" y="3843673"/>
              <a:ext cx="1609299" cy="1119727"/>
            </a:xfrm>
            <a:custGeom>
              <a:avLst/>
              <a:gdLst/>
              <a:ahLst/>
              <a:cxnLst/>
              <a:rect l="0" t="0" r="0" b="0"/>
              <a:pathLst>
                <a:path w="2340144" h="1628694">
                  <a:moveTo>
                    <a:pt x="0" y="0"/>
                  </a:moveTo>
                  <a:lnTo>
                    <a:pt x="29622" y="8411"/>
                  </a:lnTo>
                  <a:lnTo>
                    <a:pt x="59244" y="17126"/>
                  </a:lnTo>
                  <a:lnTo>
                    <a:pt x="88866" y="26151"/>
                  </a:lnTo>
                  <a:lnTo>
                    <a:pt x="118488" y="35496"/>
                  </a:lnTo>
                  <a:lnTo>
                    <a:pt x="148110" y="45168"/>
                  </a:lnTo>
                  <a:lnTo>
                    <a:pt x="177732" y="55176"/>
                  </a:lnTo>
                  <a:lnTo>
                    <a:pt x="207354" y="65528"/>
                  </a:lnTo>
                  <a:lnTo>
                    <a:pt x="236976" y="76231"/>
                  </a:lnTo>
                  <a:lnTo>
                    <a:pt x="266598" y="87294"/>
                  </a:lnTo>
                  <a:lnTo>
                    <a:pt x="296220" y="98725"/>
                  </a:lnTo>
                  <a:lnTo>
                    <a:pt x="325842" y="110531"/>
                  </a:lnTo>
                  <a:lnTo>
                    <a:pt x="355464" y="122719"/>
                  </a:lnTo>
                  <a:lnTo>
                    <a:pt x="385087" y="135298"/>
                  </a:lnTo>
                  <a:lnTo>
                    <a:pt x="414709" y="148273"/>
                  </a:lnTo>
                  <a:lnTo>
                    <a:pt x="444331" y="161652"/>
                  </a:lnTo>
                  <a:lnTo>
                    <a:pt x="473953" y="175441"/>
                  </a:lnTo>
                  <a:lnTo>
                    <a:pt x="503575" y="189645"/>
                  </a:lnTo>
                  <a:lnTo>
                    <a:pt x="533197" y="204271"/>
                  </a:lnTo>
                  <a:lnTo>
                    <a:pt x="562819" y="219323"/>
                  </a:lnTo>
                  <a:lnTo>
                    <a:pt x="592441" y="234806"/>
                  </a:lnTo>
                  <a:lnTo>
                    <a:pt x="622063" y="250723"/>
                  </a:lnTo>
                  <a:lnTo>
                    <a:pt x="651685" y="267079"/>
                  </a:lnTo>
                  <a:lnTo>
                    <a:pt x="681307" y="283876"/>
                  </a:lnTo>
                  <a:lnTo>
                    <a:pt x="710929" y="301116"/>
                  </a:lnTo>
                  <a:lnTo>
                    <a:pt x="740552" y="318800"/>
                  </a:lnTo>
                  <a:lnTo>
                    <a:pt x="770174" y="336930"/>
                  </a:lnTo>
                  <a:lnTo>
                    <a:pt x="799796" y="355504"/>
                  </a:lnTo>
                  <a:lnTo>
                    <a:pt x="829418" y="374522"/>
                  </a:lnTo>
                  <a:lnTo>
                    <a:pt x="859040" y="393982"/>
                  </a:lnTo>
                  <a:lnTo>
                    <a:pt x="888662" y="413882"/>
                  </a:lnTo>
                  <a:lnTo>
                    <a:pt x="918284" y="434216"/>
                  </a:lnTo>
                  <a:lnTo>
                    <a:pt x="947906" y="454982"/>
                  </a:lnTo>
                  <a:lnTo>
                    <a:pt x="977528" y="476172"/>
                  </a:lnTo>
                  <a:lnTo>
                    <a:pt x="1007150" y="497780"/>
                  </a:lnTo>
                  <a:lnTo>
                    <a:pt x="1036772" y="519798"/>
                  </a:lnTo>
                  <a:lnTo>
                    <a:pt x="1066394" y="542217"/>
                  </a:lnTo>
                  <a:lnTo>
                    <a:pt x="1096017" y="565028"/>
                  </a:lnTo>
                  <a:lnTo>
                    <a:pt x="1125639" y="588219"/>
                  </a:lnTo>
                  <a:lnTo>
                    <a:pt x="1155261" y="611778"/>
                  </a:lnTo>
                  <a:lnTo>
                    <a:pt x="1184883" y="635691"/>
                  </a:lnTo>
                  <a:lnTo>
                    <a:pt x="1214505" y="659946"/>
                  </a:lnTo>
                  <a:lnTo>
                    <a:pt x="1244127" y="684525"/>
                  </a:lnTo>
                  <a:lnTo>
                    <a:pt x="1273749" y="709413"/>
                  </a:lnTo>
                  <a:lnTo>
                    <a:pt x="1303371" y="734593"/>
                  </a:lnTo>
                  <a:lnTo>
                    <a:pt x="1332993" y="760047"/>
                  </a:lnTo>
                  <a:lnTo>
                    <a:pt x="1362615" y="785754"/>
                  </a:lnTo>
                  <a:lnTo>
                    <a:pt x="1392237" y="811696"/>
                  </a:lnTo>
                  <a:lnTo>
                    <a:pt x="1421859" y="837850"/>
                  </a:lnTo>
                  <a:lnTo>
                    <a:pt x="1451481" y="864197"/>
                  </a:lnTo>
                  <a:lnTo>
                    <a:pt x="1481104" y="890713"/>
                  </a:lnTo>
                  <a:lnTo>
                    <a:pt x="1510726" y="917376"/>
                  </a:lnTo>
                  <a:lnTo>
                    <a:pt x="1540348" y="944162"/>
                  </a:lnTo>
                  <a:lnTo>
                    <a:pt x="1569970" y="971047"/>
                  </a:lnTo>
                  <a:lnTo>
                    <a:pt x="1599592" y="998008"/>
                  </a:lnTo>
                  <a:lnTo>
                    <a:pt x="1629214" y="1025020"/>
                  </a:lnTo>
                  <a:lnTo>
                    <a:pt x="1658836" y="1052059"/>
                  </a:lnTo>
                  <a:lnTo>
                    <a:pt x="1688458" y="1079099"/>
                  </a:lnTo>
                  <a:lnTo>
                    <a:pt x="1718080" y="1106116"/>
                  </a:lnTo>
                  <a:lnTo>
                    <a:pt x="1747702" y="1133085"/>
                  </a:lnTo>
                  <a:lnTo>
                    <a:pt x="1777324" y="1159982"/>
                  </a:lnTo>
                  <a:lnTo>
                    <a:pt x="1806946" y="1186783"/>
                  </a:lnTo>
                  <a:lnTo>
                    <a:pt x="1836569" y="1213463"/>
                  </a:lnTo>
                  <a:lnTo>
                    <a:pt x="1866191" y="1240000"/>
                  </a:lnTo>
                  <a:lnTo>
                    <a:pt x="1895813" y="1266371"/>
                  </a:lnTo>
                  <a:lnTo>
                    <a:pt x="1925435" y="1292552"/>
                  </a:lnTo>
                  <a:lnTo>
                    <a:pt x="1955057" y="1318524"/>
                  </a:lnTo>
                  <a:lnTo>
                    <a:pt x="1984679" y="1344263"/>
                  </a:lnTo>
                  <a:lnTo>
                    <a:pt x="2014301" y="1369752"/>
                  </a:lnTo>
                  <a:lnTo>
                    <a:pt x="2043923" y="1394969"/>
                  </a:lnTo>
                  <a:lnTo>
                    <a:pt x="2073545" y="1419897"/>
                  </a:lnTo>
                  <a:lnTo>
                    <a:pt x="2103167" y="1444519"/>
                  </a:lnTo>
                  <a:lnTo>
                    <a:pt x="2132789" y="1468817"/>
                  </a:lnTo>
                  <a:lnTo>
                    <a:pt x="2162411" y="1492777"/>
                  </a:lnTo>
                  <a:lnTo>
                    <a:pt x="2192034" y="1516384"/>
                  </a:lnTo>
                  <a:lnTo>
                    <a:pt x="2221656" y="1539625"/>
                  </a:lnTo>
                  <a:lnTo>
                    <a:pt x="2251278" y="1562487"/>
                  </a:lnTo>
                  <a:lnTo>
                    <a:pt x="2280900" y="1584959"/>
                  </a:lnTo>
                  <a:lnTo>
                    <a:pt x="2310522" y="1607031"/>
                  </a:lnTo>
                  <a:lnTo>
                    <a:pt x="2340144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2" name="pl218">
              <a:extLst>
                <a:ext uri="{FF2B5EF4-FFF2-40B4-BE49-F238E27FC236}">
                  <a16:creationId xmlns:a16="http://schemas.microsoft.com/office/drawing/2014/main" id="{FF9C60A9-A1C2-1071-4EFE-537DC35E35A3}"/>
                </a:ext>
              </a:extLst>
            </p:cNvPr>
            <p:cNvSpPr/>
            <p:nvPr/>
          </p:nvSpPr>
          <p:spPr>
            <a:xfrm>
              <a:off x="6369447" y="3856847"/>
              <a:ext cx="1306179" cy="421544"/>
            </a:xfrm>
            <a:custGeom>
              <a:avLst/>
              <a:gdLst/>
              <a:ahLst/>
              <a:cxnLst/>
              <a:rect l="0" t="0" r="0" b="0"/>
              <a:pathLst>
                <a:path w="1899365" h="613155">
                  <a:moveTo>
                    <a:pt x="0" y="0"/>
                  </a:moveTo>
                  <a:lnTo>
                    <a:pt x="24042" y="4294"/>
                  </a:lnTo>
                  <a:lnTo>
                    <a:pt x="48085" y="8660"/>
                  </a:lnTo>
                  <a:lnTo>
                    <a:pt x="72127" y="13098"/>
                  </a:lnTo>
                  <a:lnTo>
                    <a:pt x="96170" y="17611"/>
                  </a:lnTo>
                  <a:lnTo>
                    <a:pt x="120212" y="22198"/>
                  </a:lnTo>
                  <a:lnTo>
                    <a:pt x="144255" y="26860"/>
                  </a:lnTo>
                  <a:lnTo>
                    <a:pt x="168298" y="31599"/>
                  </a:lnTo>
                  <a:lnTo>
                    <a:pt x="192340" y="36415"/>
                  </a:lnTo>
                  <a:lnTo>
                    <a:pt x="216383" y="41309"/>
                  </a:lnTo>
                  <a:lnTo>
                    <a:pt x="240425" y="46282"/>
                  </a:lnTo>
                  <a:lnTo>
                    <a:pt x="264468" y="51335"/>
                  </a:lnTo>
                  <a:lnTo>
                    <a:pt x="288511" y="56468"/>
                  </a:lnTo>
                  <a:lnTo>
                    <a:pt x="312553" y="61683"/>
                  </a:lnTo>
                  <a:lnTo>
                    <a:pt x="336596" y="66980"/>
                  </a:lnTo>
                  <a:lnTo>
                    <a:pt x="360638" y="72361"/>
                  </a:lnTo>
                  <a:lnTo>
                    <a:pt x="384681" y="77826"/>
                  </a:lnTo>
                  <a:lnTo>
                    <a:pt x="408724" y="83375"/>
                  </a:lnTo>
                  <a:lnTo>
                    <a:pt x="432766" y="89010"/>
                  </a:lnTo>
                  <a:lnTo>
                    <a:pt x="456809" y="94732"/>
                  </a:lnTo>
                  <a:lnTo>
                    <a:pt x="480851" y="100541"/>
                  </a:lnTo>
                  <a:lnTo>
                    <a:pt x="504894" y="106438"/>
                  </a:lnTo>
                  <a:lnTo>
                    <a:pt x="528937" y="112424"/>
                  </a:lnTo>
                  <a:lnTo>
                    <a:pt x="552979" y="118500"/>
                  </a:lnTo>
                  <a:lnTo>
                    <a:pt x="577022" y="124666"/>
                  </a:lnTo>
                  <a:lnTo>
                    <a:pt x="601064" y="130923"/>
                  </a:lnTo>
                  <a:lnTo>
                    <a:pt x="625107" y="137271"/>
                  </a:lnTo>
                  <a:lnTo>
                    <a:pt x="649150" y="143713"/>
                  </a:lnTo>
                  <a:lnTo>
                    <a:pt x="673192" y="150247"/>
                  </a:lnTo>
                  <a:lnTo>
                    <a:pt x="697235" y="156875"/>
                  </a:lnTo>
                  <a:lnTo>
                    <a:pt x="721277" y="163597"/>
                  </a:lnTo>
                  <a:lnTo>
                    <a:pt x="745320" y="170415"/>
                  </a:lnTo>
                  <a:lnTo>
                    <a:pt x="769363" y="177328"/>
                  </a:lnTo>
                  <a:lnTo>
                    <a:pt x="793405" y="184337"/>
                  </a:lnTo>
                  <a:lnTo>
                    <a:pt x="817448" y="191443"/>
                  </a:lnTo>
                  <a:lnTo>
                    <a:pt x="841490" y="198646"/>
                  </a:lnTo>
                  <a:lnTo>
                    <a:pt x="865533" y="205947"/>
                  </a:lnTo>
                  <a:lnTo>
                    <a:pt x="889576" y="213345"/>
                  </a:lnTo>
                  <a:lnTo>
                    <a:pt x="913618" y="220843"/>
                  </a:lnTo>
                  <a:lnTo>
                    <a:pt x="937661" y="228439"/>
                  </a:lnTo>
                  <a:lnTo>
                    <a:pt x="961703" y="236135"/>
                  </a:lnTo>
                  <a:lnTo>
                    <a:pt x="985746" y="243930"/>
                  </a:lnTo>
                  <a:lnTo>
                    <a:pt x="1009789" y="251825"/>
                  </a:lnTo>
                  <a:lnTo>
                    <a:pt x="1033831" y="259821"/>
                  </a:lnTo>
                  <a:lnTo>
                    <a:pt x="1057874" y="267916"/>
                  </a:lnTo>
                  <a:lnTo>
                    <a:pt x="1081916" y="276113"/>
                  </a:lnTo>
                  <a:lnTo>
                    <a:pt x="1105959" y="284410"/>
                  </a:lnTo>
                  <a:lnTo>
                    <a:pt x="1130002" y="292808"/>
                  </a:lnTo>
                  <a:lnTo>
                    <a:pt x="1154044" y="301307"/>
                  </a:lnTo>
                  <a:lnTo>
                    <a:pt x="1178087" y="309907"/>
                  </a:lnTo>
                  <a:lnTo>
                    <a:pt x="1202129" y="318609"/>
                  </a:lnTo>
                  <a:lnTo>
                    <a:pt x="1226172" y="327411"/>
                  </a:lnTo>
                  <a:lnTo>
                    <a:pt x="1250215" y="336314"/>
                  </a:lnTo>
                  <a:lnTo>
                    <a:pt x="1274257" y="345317"/>
                  </a:lnTo>
                  <a:lnTo>
                    <a:pt x="1298300" y="354421"/>
                  </a:lnTo>
                  <a:lnTo>
                    <a:pt x="1322342" y="363626"/>
                  </a:lnTo>
                  <a:lnTo>
                    <a:pt x="1346385" y="372930"/>
                  </a:lnTo>
                  <a:lnTo>
                    <a:pt x="1370428" y="382335"/>
                  </a:lnTo>
                  <a:lnTo>
                    <a:pt x="1394470" y="391838"/>
                  </a:lnTo>
                  <a:lnTo>
                    <a:pt x="1418513" y="401441"/>
                  </a:lnTo>
                  <a:lnTo>
                    <a:pt x="1442555" y="411142"/>
                  </a:lnTo>
                  <a:lnTo>
                    <a:pt x="1466598" y="420941"/>
                  </a:lnTo>
                  <a:lnTo>
                    <a:pt x="1490641" y="430837"/>
                  </a:lnTo>
                  <a:lnTo>
                    <a:pt x="1514683" y="440830"/>
                  </a:lnTo>
                  <a:lnTo>
                    <a:pt x="1538726" y="450919"/>
                  </a:lnTo>
                  <a:lnTo>
                    <a:pt x="1562768" y="461104"/>
                  </a:lnTo>
                  <a:lnTo>
                    <a:pt x="1586811" y="471383"/>
                  </a:lnTo>
                  <a:lnTo>
                    <a:pt x="1610854" y="481755"/>
                  </a:lnTo>
                  <a:lnTo>
                    <a:pt x="1634896" y="492221"/>
                  </a:lnTo>
                  <a:lnTo>
                    <a:pt x="1658939" y="502778"/>
                  </a:lnTo>
                  <a:lnTo>
                    <a:pt x="1682981" y="513426"/>
                  </a:lnTo>
                  <a:lnTo>
                    <a:pt x="1707024" y="524164"/>
                  </a:lnTo>
                  <a:lnTo>
                    <a:pt x="1731067" y="534991"/>
                  </a:lnTo>
                  <a:lnTo>
                    <a:pt x="1755109" y="545905"/>
                  </a:lnTo>
                  <a:lnTo>
                    <a:pt x="1779152" y="556906"/>
                  </a:lnTo>
                  <a:lnTo>
                    <a:pt x="1803194" y="567991"/>
                  </a:lnTo>
                  <a:lnTo>
                    <a:pt x="1827237" y="579160"/>
                  </a:lnTo>
                  <a:lnTo>
                    <a:pt x="1851280" y="590412"/>
                  </a:lnTo>
                  <a:lnTo>
                    <a:pt x="1875322" y="601744"/>
                  </a:lnTo>
                  <a:lnTo>
                    <a:pt x="18993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3" name="pl219">
              <a:extLst>
                <a:ext uri="{FF2B5EF4-FFF2-40B4-BE49-F238E27FC236}">
                  <a16:creationId xmlns:a16="http://schemas.microsoft.com/office/drawing/2014/main" id="{4381902C-EE2D-FDFF-459A-F65644778601}"/>
                </a:ext>
              </a:extLst>
            </p:cNvPr>
            <p:cNvSpPr/>
            <p:nvPr/>
          </p:nvSpPr>
          <p:spPr>
            <a:xfrm>
              <a:off x="6407613" y="3698768"/>
              <a:ext cx="1282921" cy="724529"/>
            </a:xfrm>
            <a:custGeom>
              <a:avLst/>
              <a:gdLst/>
              <a:ahLst/>
              <a:cxnLst/>
              <a:rect l="0" t="0" r="0" b="0"/>
              <a:pathLst>
                <a:path w="1865545" h="1053861">
                  <a:moveTo>
                    <a:pt x="0" y="0"/>
                  </a:moveTo>
                  <a:lnTo>
                    <a:pt x="23614" y="0"/>
                  </a:lnTo>
                  <a:lnTo>
                    <a:pt x="47228" y="0"/>
                  </a:lnTo>
                  <a:lnTo>
                    <a:pt x="70843" y="0"/>
                  </a:lnTo>
                  <a:lnTo>
                    <a:pt x="94457" y="0"/>
                  </a:lnTo>
                  <a:lnTo>
                    <a:pt x="118072" y="0"/>
                  </a:lnTo>
                  <a:lnTo>
                    <a:pt x="141686" y="0"/>
                  </a:lnTo>
                  <a:lnTo>
                    <a:pt x="165301" y="0"/>
                  </a:lnTo>
                  <a:lnTo>
                    <a:pt x="188915" y="0"/>
                  </a:lnTo>
                  <a:lnTo>
                    <a:pt x="212530" y="0"/>
                  </a:lnTo>
                  <a:lnTo>
                    <a:pt x="236144" y="0"/>
                  </a:lnTo>
                  <a:lnTo>
                    <a:pt x="259759" y="0"/>
                  </a:lnTo>
                  <a:lnTo>
                    <a:pt x="283373" y="0"/>
                  </a:lnTo>
                  <a:lnTo>
                    <a:pt x="306988" y="0"/>
                  </a:lnTo>
                  <a:lnTo>
                    <a:pt x="330602" y="0"/>
                  </a:lnTo>
                  <a:lnTo>
                    <a:pt x="354217" y="0"/>
                  </a:lnTo>
                  <a:lnTo>
                    <a:pt x="377831" y="0"/>
                  </a:lnTo>
                  <a:lnTo>
                    <a:pt x="401446" y="0"/>
                  </a:lnTo>
                  <a:lnTo>
                    <a:pt x="425060" y="0"/>
                  </a:lnTo>
                  <a:lnTo>
                    <a:pt x="448675" y="0"/>
                  </a:lnTo>
                  <a:lnTo>
                    <a:pt x="472289" y="1"/>
                  </a:lnTo>
                  <a:lnTo>
                    <a:pt x="495904" y="1"/>
                  </a:lnTo>
                  <a:lnTo>
                    <a:pt x="519518" y="1"/>
                  </a:lnTo>
                  <a:lnTo>
                    <a:pt x="543133" y="2"/>
                  </a:lnTo>
                  <a:lnTo>
                    <a:pt x="566747" y="2"/>
                  </a:lnTo>
                  <a:lnTo>
                    <a:pt x="590362" y="3"/>
                  </a:lnTo>
                  <a:lnTo>
                    <a:pt x="613976" y="4"/>
                  </a:lnTo>
                  <a:lnTo>
                    <a:pt x="637591" y="5"/>
                  </a:lnTo>
                  <a:lnTo>
                    <a:pt x="661205" y="7"/>
                  </a:lnTo>
                  <a:lnTo>
                    <a:pt x="684820" y="9"/>
                  </a:lnTo>
                  <a:lnTo>
                    <a:pt x="708434" y="11"/>
                  </a:lnTo>
                  <a:lnTo>
                    <a:pt x="732049" y="15"/>
                  </a:lnTo>
                  <a:lnTo>
                    <a:pt x="755663" y="19"/>
                  </a:lnTo>
                  <a:lnTo>
                    <a:pt x="779278" y="24"/>
                  </a:lnTo>
                  <a:lnTo>
                    <a:pt x="802892" y="31"/>
                  </a:lnTo>
                  <a:lnTo>
                    <a:pt x="826507" y="40"/>
                  </a:lnTo>
                  <a:lnTo>
                    <a:pt x="850121" y="51"/>
                  </a:lnTo>
                  <a:lnTo>
                    <a:pt x="873736" y="65"/>
                  </a:lnTo>
                  <a:lnTo>
                    <a:pt x="897350" y="83"/>
                  </a:lnTo>
                  <a:lnTo>
                    <a:pt x="920965" y="106"/>
                  </a:lnTo>
                  <a:lnTo>
                    <a:pt x="944579" y="136"/>
                  </a:lnTo>
                  <a:lnTo>
                    <a:pt x="968194" y="173"/>
                  </a:lnTo>
                  <a:lnTo>
                    <a:pt x="991808" y="221"/>
                  </a:lnTo>
                  <a:lnTo>
                    <a:pt x="1015423" y="282"/>
                  </a:lnTo>
                  <a:lnTo>
                    <a:pt x="1039037" y="360"/>
                  </a:lnTo>
                  <a:lnTo>
                    <a:pt x="1062652" y="459"/>
                  </a:lnTo>
                  <a:lnTo>
                    <a:pt x="1086266" y="586"/>
                  </a:lnTo>
                  <a:lnTo>
                    <a:pt x="1109881" y="748"/>
                  </a:lnTo>
                  <a:lnTo>
                    <a:pt x="1133495" y="954"/>
                  </a:lnTo>
                  <a:lnTo>
                    <a:pt x="1157110" y="1216"/>
                  </a:lnTo>
                  <a:lnTo>
                    <a:pt x="1180724" y="1552"/>
                  </a:lnTo>
                  <a:lnTo>
                    <a:pt x="1204339" y="1979"/>
                  </a:lnTo>
                  <a:lnTo>
                    <a:pt x="1227953" y="2524"/>
                  </a:lnTo>
                  <a:lnTo>
                    <a:pt x="1251568" y="3219"/>
                  </a:lnTo>
                  <a:lnTo>
                    <a:pt x="1275182" y="4105"/>
                  </a:lnTo>
                  <a:lnTo>
                    <a:pt x="1298797" y="5234"/>
                  </a:lnTo>
                  <a:lnTo>
                    <a:pt x="1322411" y="6673"/>
                  </a:lnTo>
                  <a:lnTo>
                    <a:pt x="1346026" y="8505"/>
                  </a:lnTo>
                  <a:lnTo>
                    <a:pt x="1369640" y="10840"/>
                  </a:lnTo>
                  <a:lnTo>
                    <a:pt x="1393255" y="13811"/>
                  </a:lnTo>
                  <a:lnTo>
                    <a:pt x="1416869" y="17591"/>
                  </a:lnTo>
                  <a:lnTo>
                    <a:pt x="1440484" y="22396"/>
                  </a:lnTo>
                  <a:lnTo>
                    <a:pt x="1464098" y="28498"/>
                  </a:lnTo>
                  <a:lnTo>
                    <a:pt x="1487713" y="36240"/>
                  </a:lnTo>
                  <a:lnTo>
                    <a:pt x="1511327" y="46046"/>
                  </a:lnTo>
                  <a:lnTo>
                    <a:pt x="1534942" y="58443"/>
                  </a:lnTo>
                  <a:lnTo>
                    <a:pt x="1558556" y="74078"/>
                  </a:lnTo>
                  <a:lnTo>
                    <a:pt x="1582171" y="93737"/>
                  </a:lnTo>
                  <a:lnTo>
                    <a:pt x="1605785" y="118361"/>
                  </a:lnTo>
                  <a:lnTo>
                    <a:pt x="1629400" y="149059"/>
                  </a:lnTo>
                  <a:lnTo>
                    <a:pt x="1653014" y="187100"/>
                  </a:lnTo>
                  <a:lnTo>
                    <a:pt x="1676629" y="233896"/>
                  </a:lnTo>
                  <a:lnTo>
                    <a:pt x="1700243" y="290941"/>
                  </a:lnTo>
                  <a:lnTo>
                    <a:pt x="1723858" y="359720"/>
                  </a:lnTo>
                  <a:lnTo>
                    <a:pt x="1747472" y="441550"/>
                  </a:lnTo>
                  <a:lnTo>
                    <a:pt x="1771087" y="537384"/>
                  </a:lnTo>
                  <a:lnTo>
                    <a:pt x="1794701" y="647566"/>
                  </a:lnTo>
                  <a:lnTo>
                    <a:pt x="1818316" y="771588"/>
                  </a:lnTo>
                  <a:lnTo>
                    <a:pt x="1841930" y="907903"/>
                  </a:lnTo>
                  <a:lnTo>
                    <a:pt x="1865545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4" name="pl220">
              <a:extLst>
                <a:ext uri="{FF2B5EF4-FFF2-40B4-BE49-F238E27FC236}">
                  <a16:creationId xmlns:a16="http://schemas.microsoft.com/office/drawing/2014/main" id="{A5E76D53-7360-B335-F39F-746734665342}"/>
                </a:ext>
              </a:extLst>
            </p:cNvPr>
            <p:cNvSpPr/>
            <p:nvPr/>
          </p:nvSpPr>
          <p:spPr>
            <a:xfrm>
              <a:off x="5644868" y="4858015"/>
              <a:ext cx="1834962" cy="579624"/>
            </a:xfrm>
            <a:custGeom>
              <a:avLst/>
              <a:gdLst/>
              <a:ahLst/>
              <a:cxnLst/>
              <a:rect l="0" t="0" r="0" b="0"/>
              <a:pathLst>
                <a:path w="2668289" h="843089">
                  <a:moveTo>
                    <a:pt x="0" y="0"/>
                  </a:moveTo>
                  <a:lnTo>
                    <a:pt x="33775" y="128545"/>
                  </a:lnTo>
                  <a:lnTo>
                    <a:pt x="67551" y="244450"/>
                  </a:lnTo>
                  <a:lnTo>
                    <a:pt x="101327" y="346697"/>
                  </a:lnTo>
                  <a:lnTo>
                    <a:pt x="135103" y="435169"/>
                  </a:lnTo>
                  <a:lnTo>
                    <a:pt x="168879" y="510454"/>
                  </a:lnTo>
                  <a:lnTo>
                    <a:pt x="202654" y="573609"/>
                  </a:lnTo>
                  <a:lnTo>
                    <a:pt x="236430" y="625959"/>
                  </a:lnTo>
                  <a:lnTo>
                    <a:pt x="270206" y="668922"/>
                  </a:lnTo>
                  <a:lnTo>
                    <a:pt x="303982" y="703897"/>
                  </a:lnTo>
                  <a:lnTo>
                    <a:pt x="337758" y="732179"/>
                  </a:lnTo>
                  <a:lnTo>
                    <a:pt x="371533" y="754926"/>
                  </a:lnTo>
                  <a:lnTo>
                    <a:pt x="405309" y="773143"/>
                  </a:lnTo>
                  <a:lnTo>
                    <a:pt x="439085" y="787681"/>
                  </a:lnTo>
                  <a:lnTo>
                    <a:pt x="472861" y="799251"/>
                  </a:lnTo>
                  <a:lnTo>
                    <a:pt x="506637" y="808439"/>
                  </a:lnTo>
                  <a:lnTo>
                    <a:pt x="540412" y="815723"/>
                  </a:lnTo>
                  <a:lnTo>
                    <a:pt x="574188" y="821489"/>
                  </a:lnTo>
                  <a:lnTo>
                    <a:pt x="607964" y="826048"/>
                  </a:lnTo>
                  <a:lnTo>
                    <a:pt x="641740" y="829650"/>
                  </a:lnTo>
                  <a:lnTo>
                    <a:pt x="675516" y="832494"/>
                  </a:lnTo>
                  <a:lnTo>
                    <a:pt x="709292" y="834738"/>
                  </a:lnTo>
                  <a:lnTo>
                    <a:pt x="743067" y="836508"/>
                  </a:lnTo>
                  <a:lnTo>
                    <a:pt x="776843" y="837903"/>
                  </a:lnTo>
                  <a:lnTo>
                    <a:pt x="810619" y="839003"/>
                  </a:lnTo>
                  <a:lnTo>
                    <a:pt x="844395" y="839870"/>
                  </a:lnTo>
                  <a:lnTo>
                    <a:pt x="878171" y="840554"/>
                  </a:lnTo>
                  <a:lnTo>
                    <a:pt x="911946" y="841092"/>
                  </a:lnTo>
                  <a:lnTo>
                    <a:pt x="945722" y="841516"/>
                  </a:lnTo>
                  <a:lnTo>
                    <a:pt x="979498" y="841850"/>
                  </a:lnTo>
                  <a:lnTo>
                    <a:pt x="1013274" y="842113"/>
                  </a:lnTo>
                  <a:lnTo>
                    <a:pt x="1047050" y="842320"/>
                  </a:lnTo>
                  <a:lnTo>
                    <a:pt x="1080825" y="842484"/>
                  </a:lnTo>
                  <a:lnTo>
                    <a:pt x="1114601" y="842612"/>
                  </a:lnTo>
                  <a:lnTo>
                    <a:pt x="1148377" y="842713"/>
                  </a:lnTo>
                  <a:lnTo>
                    <a:pt x="1182153" y="842793"/>
                  </a:lnTo>
                  <a:lnTo>
                    <a:pt x="1215929" y="842856"/>
                  </a:lnTo>
                  <a:lnTo>
                    <a:pt x="1249705" y="842905"/>
                  </a:lnTo>
                  <a:lnTo>
                    <a:pt x="1283480" y="842944"/>
                  </a:lnTo>
                  <a:lnTo>
                    <a:pt x="1317256" y="842975"/>
                  </a:lnTo>
                  <a:lnTo>
                    <a:pt x="1351032" y="842999"/>
                  </a:lnTo>
                  <a:lnTo>
                    <a:pt x="1384808" y="843018"/>
                  </a:lnTo>
                  <a:lnTo>
                    <a:pt x="1418584" y="843033"/>
                  </a:lnTo>
                  <a:lnTo>
                    <a:pt x="1452359" y="843045"/>
                  </a:lnTo>
                  <a:lnTo>
                    <a:pt x="1486135" y="843054"/>
                  </a:lnTo>
                  <a:lnTo>
                    <a:pt x="1519911" y="843062"/>
                  </a:lnTo>
                  <a:lnTo>
                    <a:pt x="1553687" y="843067"/>
                  </a:lnTo>
                  <a:lnTo>
                    <a:pt x="1587463" y="843072"/>
                  </a:lnTo>
                  <a:lnTo>
                    <a:pt x="1621238" y="843075"/>
                  </a:lnTo>
                  <a:lnTo>
                    <a:pt x="1655014" y="843078"/>
                  </a:lnTo>
                  <a:lnTo>
                    <a:pt x="1688790" y="843080"/>
                  </a:lnTo>
                  <a:lnTo>
                    <a:pt x="1722566" y="843082"/>
                  </a:lnTo>
                  <a:lnTo>
                    <a:pt x="1756342" y="843084"/>
                  </a:lnTo>
                  <a:lnTo>
                    <a:pt x="1790118" y="843085"/>
                  </a:lnTo>
                  <a:lnTo>
                    <a:pt x="1823893" y="843085"/>
                  </a:lnTo>
                  <a:lnTo>
                    <a:pt x="1857669" y="843086"/>
                  </a:lnTo>
                  <a:lnTo>
                    <a:pt x="1891445" y="843087"/>
                  </a:lnTo>
                  <a:lnTo>
                    <a:pt x="1925221" y="843087"/>
                  </a:lnTo>
                  <a:lnTo>
                    <a:pt x="1958997" y="843087"/>
                  </a:lnTo>
                  <a:lnTo>
                    <a:pt x="1992772" y="843088"/>
                  </a:lnTo>
                  <a:lnTo>
                    <a:pt x="2026548" y="843088"/>
                  </a:lnTo>
                  <a:lnTo>
                    <a:pt x="2060324" y="843088"/>
                  </a:lnTo>
                  <a:lnTo>
                    <a:pt x="2094100" y="843088"/>
                  </a:lnTo>
                  <a:lnTo>
                    <a:pt x="2127876" y="843088"/>
                  </a:lnTo>
                  <a:lnTo>
                    <a:pt x="2161651" y="843088"/>
                  </a:lnTo>
                  <a:lnTo>
                    <a:pt x="2195427" y="843088"/>
                  </a:lnTo>
                  <a:lnTo>
                    <a:pt x="2229203" y="843088"/>
                  </a:lnTo>
                  <a:lnTo>
                    <a:pt x="2262979" y="843089"/>
                  </a:lnTo>
                  <a:lnTo>
                    <a:pt x="2296755" y="843089"/>
                  </a:lnTo>
                  <a:lnTo>
                    <a:pt x="2330530" y="843089"/>
                  </a:lnTo>
                  <a:lnTo>
                    <a:pt x="2364306" y="843089"/>
                  </a:lnTo>
                  <a:lnTo>
                    <a:pt x="2398082" y="843089"/>
                  </a:lnTo>
                  <a:lnTo>
                    <a:pt x="2431858" y="843089"/>
                  </a:lnTo>
                  <a:lnTo>
                    <a:pt x="2465634" y="843089"/>
                  </a:lnTo>
                  <a:lnTo>
                    <a:pt x="2499410" y="843089"/>
                  </a:lnTo>
                  <a:lnTo>
                    <a:pt x="2533185" y="843089"/>
                  </a:lnTo>
                  <a:lnTo>
                    <a:pt x="2566961" y="843089"/>
                  </a:lnTo>
                  <a:lnTo>
                    <a:pt x="2600737" y="843089"/>
                  </a:lnTo>
                  <a:lnTo>
                    <a:pt x="2634513" y="843089"/>
                  </a:lnTo>
                  <a:lnTo>
                    <a:pt x="2668289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5" name="pl221">
              <a:extLst>
                <a:ext uri="{FF2B5EF4-FFF2-40B4-BE49-F238E27FC236}">
                  <a16:creationId xmlns:a16="http://schemas.microsoft.com/office/drawing/2014/main" id="{4636E390-F51A-A193-C2E2-DEA48A1C4D25}"/>
                </a:ext>
              </a:extLst>
            </p:cNvPr>
            <p:cNvSpPr/>
            <p:nvPr/>
          </p:nvSpPr>
          <p:spPr>
            <a:xfrm>
              <a:off x="5351788" y="4278391"/>
              <a:ext cx="1804993" cy="869435"/>
            </a:xfrm>
            <a:custGeom>
              <a:avLst/>
              <a:gdLst/>
              <a:ahLst/>
              <a:cxnLst/>
              <a:rect l="0" t="0" r="0" b="0"/>
              <a:pathLst>
                <a:path w="2624710" h="1264633">
                  <a:moveTo>
                    <a:pt x="0" y="0"/>
                  </a:moveTo>
                  <a:lnTo>
                    <a:pt x="33224" y="16460"/>
                  </a:lnTo>
                  <a:lnTo>
                    <a:pt x="66448" y="33076"/>
                  </a:lnTo>
                  <a:lnTo>
                    <a:pt x="99672" y="49841"/>
                  </a:lnTo>
                  <a:lnTo>
                    <a:pt x="132896" y="66750"/>
                  </a:lnTo>
                  <a:lnTo>
                    <a:pt x="166120" y="83797"/>
                  </a:lnTo>
                  <a:lnTo>
                    <a:pt x="199345" y="100978"/>
                  </a:lnTo>
                  <a:lnTo>
                    <a:pt x="232569" y="118287"/>
                  </a:lnTo>
                  <a:lnTo>
                    <a:pt x="265793" y="135717"/>
                  </a:lnTo>
                  <a:lnTo>
                    <a:pt x="299017" y="153262"/>
                  </a:lnTo>
                  <a:lnTo>
                    <a:pt x="332241" y="170915"/>
                  </a:lnTo>
                  <a:lnTo>
                    <a:pt x="365465" y="188671"/>
                  </a:lnTo>
                  <a:lnTo>
                    <a:pt x="398690" y="206523"/>
                  </a:lnTo>
                  <a:lnTo>
                    <a:pt x="431914" y="224463"/>
                  </a:lnTo>
                  <a:lnTo>
                    <a:pt x="465138" y="242485"/>
                  </a:lnTo>
                  <a:lnTo>
                    <a:pt x="498362" y="260582"/>
                  </a:lnTo>
                  <a:lnTo>
                    <a:pt x="531586" y="278746"/>
                  </a:lnTo>
                  <a:lnTo>
                    <a:pt x="564811" y="296969"/>
                  </a:lnTo>
                  <a:lnTo>
                    <a:pt x="598035" y="315245"/>
                  </a:lnTo>
                  <a:lnTo>
                    <a:pt x="631259" y="333566"/>
                  </a:lnTo>
                  <a:lnTo>
                    <a:pt x="664483" y="351924"/>
                  </a:lnTo>
                  <a:lnTo>
                    <a:pt x="697707" y="370312"/>
                  </a:lnTo>
                  <a:lnTo>
                    <a:pt x="730931" y="388721"/>
                  </a:lnTo>
                  <a:lnTo>
                    <a:pt x="764156" y="407144"/>
                  </a:lnTo>
                  <a:lnTo>
                    <a:pt x="797380" y="425573"/>
                  </a:lnTo>
                  <a:lnTo>
                    <a:pt x="830604" y="444001"/>
                  </a:lnTo>
                  <a:lnTo>
                    <a:pt x="863828" y="462419"/>
                  </a:lnTo>
                  <a:lnTo>
                    <a:pt x="897052" y="480820"/>
                  </a:lnTo>
                  <a:lnTo>
                    <a:pt x="930277" y="499195"/>
                  </a:lnTo>
                  <a:lnTo>
                    <a:pt x="963501" y="517538"/>
                  </a:lnTo>
                  <a:lnTo>
                    <a:pt x="996725" y="535840"/>
                  </a:lnTo>
                  <a:lnTo>
                    <a:pt x="1029949" y="554094"/>
                  </a:lnTo>
                  <a:lnTo>
                    <a:pt x="1063173" y="572293"/>
                  </a:lnTo>
                  <a:lnTo>
                    <a:pt x="1096397" y="590428"/>
                  </a:lnTo>
                  <a:lnTo>
                    <a:pt x="1129622" y="608493"/>
                  </a:lnTo>
                  <a:lnTo>
                    <a:pt x="1162846" y="626480"/>
                  </a:lnTo>
                  <a:lnTo>
                    <a:pt x="1196070" y="644382"/>
                  </a:lnTo>
                  <a:lnTo>
                    <a:pt x="1229294" y="662193"/>
                  </a:lnTo>
                  <a:lnTo>
                    <a:pt x="1262518" y="679905"/>
                  </a:lnTo>
                  <a:lnTo>
                    <a:pt x="1295743" y="697512"/>
                  </a:lnTo>
                  <a:lnTo>
                    <a:pt x="1328967" y="715007"/>
                  </a:lnTo>
                  <a:lnTo>
                    <a:pt x="1362191" y="732385"/>
                  </a:lnTo>
                  <a:lnTo>
                    <a:pt x="1395415" y="749638"/>
                  </a:lnTo>
                  <a:lnTo>
                    <a:pt x="1428639" y="766762"/>
                  </a:lnTo>
                  <a:lnTo>
                    <a:pt x="1461863" y="783750"/>
                  </a:lnTo>
                  <a:lnTo>
                    <a:pt x="1495088" y="800596"/>
                  </a:lnTo>
                  <a:lnTo>
                    <a:pt x="1528312" y="817296"/>
                  </a:lnTo>
                  <a:lnTo>
                    <a:pt x="1561536" y="833845"/>
                  </a:lnTo>
                  <a:lnTo>
                    <a:pt x="1594760" y="850237"/>
                  </a:lnTo>
                  <a:lnTo>
                    <a:pt x="1627984" y="866467"/>
                  </a:lnTo>
                  <a:lnTo>
                    <a:pt x="1661209" y="882533"/>
                  </a:lnTo>
                  <a:lnTo>
                    <a:pt x="1694433" y="898428"/>
                  </a:lnTo>
                  <a:lnTo>
                    <a:pt x="1727657" y="914150"/>
                  </a:lnTo>
                  <a:lnTo>
                    <a:pt x="1760881" y="929694"/>
                  </a:lnTo>
                  <a:lnTo>
                    <a:pt x="1794105" y="945057"/>
                  </a:lnTo>
                  <a:lnTo>
                    <a:pt x="1827329" y="960236"/>
                  </a:lnTo>
                  <a:lnTo>
                    <a:pt x="1860554" y="975228"/>
                  </a:lnTo>
                  <a:lnTo>
                    <a:pt x="1893778" y="990030"/>
                  </a:lnTo>
                  <a:lnTo>
                    <a:pt x="1927002" y="1004639"/>
                  </a:lnTo>
                  <a:lnTo>
                    <a:pt x="1960226" y="1019053"/>
                  </a:lnTo>
                  <a:lnTo>
                    <a:pt x="1993450" y="1033269"/>
                  </a:lnTo>
                  <a:lnTo>
                    <a:pt x="2026675" y="1047287"/>
                  </a:lnTo>
                  <a:lnTo>
                    <a:pt x="2059899" y="1061104"/>
                  </a:lnTo>
                  <a:lnTo>
                    <a:pt x="2093123" y="1074719"/>
                  </a:lnTo>
                  <a:lnTo>
                    <a:pt x="2126347" y="1088131"/>
                  </a:lnTo>
                  <a:lnTo>
                    <a:pt x="2159571" y="1101338"/>
                  </a:lnTo>
                  <a:lnTo>
                    <a:pt x="2192795" y="1114340"/>
                  </a:lnTo>
                  <a:lnTo>
                    <a:pt x="2226020" y="1127136"/>
                  </a:lnTo>
                  <a:lnTo>
                    <a:pt x="2259244" y="1139725"/>
                  </a:lnTo>
                  <a:lnTo>
                    <a:pt x="2292468" y="1152108"/>
                  </a:lnTo>
                  <a:lnTo>
                    <a:pt x="2325692" y="1164284"/>
                  </a:lnTo>
                  <a:lnTo>
                    <a:pt x="2358916" y="1176253"/>
                  </a:lnTo>
                  <a:lnTo>
                    <a:pt x="2392141" y="1188016"/>
                  </a:lnTo>
                  <a:lnTo>
                    <a:pt x="2425365" y="1199573"/>
                  </a:lnTo>
                  <a:lnTo>
                    <a:pt x="2458589" y="1210925"/>
                  </a:lnTo>
                  <a:lnTo>
                    <a:pt x="2491813" y="1222072"/>
                  </a:lnTo>
                  <a:lnTo>
                    <a:pt x="2525037" y="1233015"/>
                  </a:lnTo>
                  <a:lnTo>
                    <a:pt x="2558261" y="1243756"/>
                  </a:lnTo>
                  <a:lnTo>
                    <a:pt x="2591486" y="1254295"/>
                  </a:lnTo>
                  <a:lnTo>
                    <a:pt x="2624710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6" name="pl222">
              <a:extLst>
                <a:ext uri="{FF2B5EF4-FFF2-40B4-BE49-F238E27FC236}">
                  <a16:creationId xmlns:a16="http://schemas.microsoft.com/office/drawing/2014/main" id="{53ECF7B8-D9C9-84D1-7F6E-658D977EC48A}"/>
                </a:ext>
              </a:extLst>
            </p:cNvPr>
            <p:cNvSpPr/>
            <p:nvPr/>
          </p:nvSpPr>
          <p:spPr>
            <a:xfrm>
              <a:off x="5871196" y="4568203"/>
              <a:ext cx="1795208" cy="869435"/>
            </a:xfrm>
            <a:custGeom>
              <a:avLst/>
              <a:gdLst/>
              <a:ahLst/>
              <a:cxnLst/>
              <a:rect l="0" t="0" r="0" b="0"/>
              <a:pathLst>
                <a:path w="2610482" h="1264633">
                  <a:moveTo>
                    <a:pt x="0" y="0"/>
                  </a:moveTo>
                  <a:lnTo>
                    <a:pt x="33044" y="155811"/>
                  </a:lnTo>
                  <a:lnTo>
                    <a:pt x="66088" y="306963"/>
                  </a:lnTo>
                  <a:lnTo>
                    <a:pt x="99132" y="449336"/>
                  </a:lnTo>
                  <a:lnTo>
                    <a:pt x="132176" y="579767"/>
                  </a:lnTo>
                  <a:lnTo>
                    <a:pt x="165220" y="696252"/>
                  </a:lnTo>
                  <a:lnTo>
                    <a:pt x="198264" y="797937"/>
                  </a:lnTo>
                  <a:lnTo>
                    <a:pt x="231308" y="884953"/>
                  </a:lnTo>
                  <a:lnTo>
                    <a:pt x="264352" y="958156"/>
                  </a:lnTo>
                  <a:lnTo>
                    <a:pt x="297396" y="1018858"/>
                  </a:lnTo>
                  <a:lnTo>
                    <a:pt x="330440" y="1068598"/>
                  </a:lnTo>
                  <a:lnTo>
                    <a:pt x="363484" y="1108958"/>
                  </a:lnTo>
                  <a:lnTo>
                    <a:pt x="396528" y="1141447"/>
                  </a:lnTo>
                  <a:lnTo>
                    <a:pt x="429572" y="1167434"/>
                  </a:lnTo>
                  <a:lnTo>
                    <a:pt x="462617" y="1188113"/>
                  </a:lnTo>
                  <a:lnTo>
                    <a:pt x="495661" y="1204501"/>
                  </a:lnTo>
                  <a:lnTo>
                    <a:pt x="528705" y="1217447"/>
                  </a:lnTo>
                  <a:lnTo>
                    <a:pt x="561749" y="1227647"/>
                  </a:lnTo>
                  <a:lnTo>
                    <a:pt x="594793" y="1235669"/>
                  </a:lnTo>
                  <a:lnTo>
                    <a:pt x="627837" y="1241966"/>
                  </a:lnTo>
                  <a:lnTo>
                    <a:pt x="660881" y="1246904"/>
                  </a:lnTo>
                  <a:lnTo>
                    <a:pt x="693925" y="1250772"/>
                  </a:lnTo>
                  <a:lnTo>
                    <a:pt x="726969" y="1253800"/>
                  </a:lnTo>
                  <a:lnTo>
                    <a:pt x="760013" y="1256169"/>
                  </a:lnTo>
                  <a:lnTo>
                    <a:pt x="793057" y="1258021"/>
                  </a:lnTo>
                  <a:lnTo>
                    <a:pt x="826101" y="1259469"/>
                  </a:lnTo>
                  <a:lnTo>
                    <a:pt x="859145" y="1260600"/>
                  </a:lnTo>
                  <a:lnTo>
                    <a:pt x="892190" y="1261484"/>
                  </a:lnTo>
                  <a:lnTo>
                    <a:pt x="925234" y="1262174"/>
                  </a:lnTo>
                  <a:lnTo>
                    <a:pt x="958278" y="1262713"/>
                  </a:lnTo>
                  <a:lnTo>
                    <a:pt x="991322" y="1263134"/>
                  </a:lnTo>
                  <a:lnTo>
                    <a:pt x="1024366" y="1263463"/>
                  </a:lnTo>
                  <a:lnTo>
                    <a:pt x="1057410" y="1263719"/>
                  </a:lnTo>
                  <a:lnTo>
                    <a:pt x="1090454" y="1263920"/>
                  </a:lnTo>
                  <a:lnTo>
                    <a:pt x="1123498" y="1264076"/>
                  </a:lnTo>
                  <a:lnTo>
                    <a:pt x="1156542" y="1264198"/>
                  </a:lnTo>
                  <a:lnTo>
                    <a:pt x="1189586" y="1264294"/>
                  </a:lnTo>
                  <a:lnTo>
                    <a:pt x="1222630" y="1264368"/>
                  </a:lnTo>
                  <a:lnTo>
                    <a:pt x="1255674" y="1264426"/>
                  </a:lnTo>
                  <a:lnTo>
                    <a:pt x="1288718" y="1264472"/>
                  </a:lnTo>
                  <a:lnTo>
                    <a:pt x="1321763" y="1264507"/>
                  </a:lnTo>
                  <a:lnTo>
                    <a:pt x="1354807" y="1264535"/>
                  </a:lnTo>
                  <a:lnTo>
                    <a:pt x="1387851" y="1264556"/>
                  </a:lnTo>
                  <a:lnTo>
                    <a:pt x="1420895" y="1264573"/>
                  </a:lnTo>
                  <a:lnTo>
                    <a:pt x="1453939" y="1264586"/>
                  </a:lnTo>
                  <a:lnTo>
                    <a:pt x="1486983" y="1264597"/>
                  </a:lnTo>
                  <a:lnTo>
                    <a:pt x="1520027" y="1264605"/>
                  </a:lnTo>
                  <a:lnTo>
                    <a:pt x="1553071" y="1264611"/>
                  </a:lnTo>
                  <a:lnTo>
                    <a:pt x="1586115" y="1264616"/>
                  </a:lnTo>
                  <a:lnTo>
                    <a:pt x="1619159" y="1264620"/>
                  </a:lnTo>
                  <a:lnTo>
                    <a:pt x="1652203" y="1264623"/>
                  </a:lnTo>
                  <a:lnTo>
                    <a:pt x="1685247" y="1264625"/>
                  </a:lnTo>
                  <a:lnTo>
                    <a:pt x="1718291" y="1264627"/>
                  </a:lnTo>
                  <a:lnTo>
                    <a:pt x="1751336" y="1264628"/>
                  </a:lnTo>
                  <a:lnTo>
                    <a:pt x="1784380" y="1264629"/>
                  </a:lnTo>
                  <a:lnTo>
                    <a:pt x="1817424" y="1264630"/>
                  </a:lnTo>
                  <a:lnTo>
                    <a:pt x="1850468" y="1264631"/>
                  </a:lnTo>
                  <a:lnTo>
                    <a:pt x="1883512" y="1264631"/>
                  </a:lnTo>
                  <a:lnTo>
                    <a:pt x="1916556" y="1264632"/>
                  </a:lnTo>
                  <a:lnTo>
                    <a:pt x="1949600" y="1264632"/>
                  </a:lnTo>
                  <a:lnTo>
                    <a:pt x="1982644" y="1264632"/>
                  </a:lnTo>
                  <a:lnTo>
                    <a:pt x="2015688" y="1264633"/>
                  </a:lnTo>
                  <a:lnTo>
                    <a:pt x="2048732" y="1264633"/>
                  </a:lnTo>
                  <a:lnTo>
                    <a:pt x="2081776" y="1264633"/>
                  </a:lnTo>
                  <a:lnTo>
                    <a:pt x="2114820" y="1264633"/>
                  </a:lnTo>
                  <a:lnTo>
                    <a:pt x="2147864" y="1264633"/>
                  </a:lnTo>
                  <a:lnTo>
                    <a:pt x="2180909" y="1264633"/>
                  </a:lnTo>
                  <a:lnTo>
                    <a:pt x="2213953" y="1264633"/>
                  </a:lnTo>
                  <a:lnTo>
                    <a:pt x="2246997" y="1264633"/>
                  </a:lnTo>
                  <a:lnTo>
                    <a:pt x="2280041" y="1264633"/>
                  </a:lnTo>
                  <a:lnTo>
                    <a:pt x="2313085" y="1264633"/>
                  </a:lnTo>
                  <a:lnTo>
                    <a:pt x="2346129" y="1264633"/>
                  </a:lnTo>
                  <a:lnTo>
                    <a:pt x="2379173" y="1264633"/>
                  </a:lnTo>
                  <a:lnTo>
                    <a:pt x="2412217" y="1264633"/>
                  </a:lnTo>
                  <a:lnTo>
                    <a:pt x="2445261" y="1264633"/>
                  </a:lnTo>
                  <a:lnTo>
                    <a:pt x="2478305" y="1264633"/>
                  </a:lnTo>
                  <a:lnTo>
                    <a:pt x="2511349" y="1264633"/>
                  </a:lnTo>
                  <a:lnTo>
                    <a:pt x="2544393" y="1264633"/>
                  </a:lnTo>
                  <a:lnTo>
                    <a:pt x="2577437" y="1264633"/>
                  </a:lnTo>
                  <a:lnTo>
                    <a:pt x="2610482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7" name="pl223">
              <a:extLst>
                <a:ext uri="{FF2B5EF4-FFF2-40B4-BE49-F238E27FC236}">
                  <a16:creationId xmlns:a16="http://schemas.microsoft.com/office/drawing/2014/main" id="{7D0BADA1-4ED7-0A5A-2064-836156B1C6DB}"/>
                </a:ext>
              </a:extLst>
            </p:cNvPr>
            <p:cNvSpPr/>
            <p:nvPr/>
          </p:nvSpPr>
          <p:spPr>
            <a:xfrm>
              <a:off x="6107976" y="4568203"/>
              <a:ext cx="1788958" cy="869435"/>
            </a:xfrm>
            <a:custGeom>
              <a:avLst/>
              <a:gdLst/>
              <a:ahLst/>
              <a:cxnLst/>
              <a:rect l="0" t="0" r="0" b="0"/>
              <a:pathLst>
                <a:path w="2601393" h="1264633">
                  <a:moveTo>
                    <a:pt x="0" y="0"/>
                  </a:moveTo>
                  <a:lnTo>
                    <a:pt x="32929" y="155811"/>
                  </a:lnTo>
                  <a:lnTo>
                    <a:pt x="65858" y="306963"/>
                  </a:lnTo>
                  <a:lnTo>
                    <a:pt x="98787" y="449336"/>
                  </a:lnTo>
                  <a:lnTo>
                    <a:pt x="131716" y="579767"/>
                  </a:lnTo>
                  <a:lnTo>
                    <a:pt x="164645" y="696252"/>
                  </a:lnTo>
                  <a:lnTo>
                    <a:pt x="197574" y="797937"/>
                  </a:lnTo>
                  <a:lnTo>
                    <a:pt x="230503" y="884953"/>
                  </a:lnTo>
                  <a:lnTo>
                    <a:pt x="263432" y="958156"/>
                  </a:lnTo>
                  <a:lnTo>
                    <a:pt x="296361" y="1018858"/>
                  </a:lnTo>
                  <a:lnTo>
                    <a:pt x="329290" y="1068598"/>
                  </a:lnTo>
                  <a:lnTo>
                    <a:pt x="362219" y="1108958"/>
                  </a:lnTo>
                  <a:lnTo>
                    <a:pt x="395148" y="1141447"/>
                  </a:lnTo>
                  <a:lnTo>
                    <a:pt x="428077" y="1167434"/>
                  </a:lnTo>
                  <a:lnTo>
                    <a:pt x="461006" y="1188113"/>
                  </a:lnTo>
                  <a:lnTo>
                    <a:pt x="493935" y="1204501"/>
                  </a:lnTo>
                  <a:lnTo>
                    <a:pt x="526864" y="1217447"/>
                  </a:lnTo>
                  <a:lnTo>
                    <a:pt x="559793" y="1227647"/>
                  </a:lnTo>
                  <a:lnTo>
                    <a:pt x="592722" y="1235669"/>
                  </a:lnTo>
                  <a:lnTo>
                    <a:pt x="625651" y="1241966"/>
                  </a:lnTo>
                  <a:lnTo>
                    <a:pt x="658580" y="1246904"/>
                  </a:lnTo>
                  <a:lnTo>
                    <a:pt x="691509" y="1250772"/>
                  </a:lnTo>
                  <a:lnTo>
                    <a:pt x="724438" y="1253800"/>
                  </a:lnTo>
                  <a:lnTo>
                    <a:pt x="757367" y="1256169"/>
                  </a:lnTo>
                  <a:lnTo>
                    <a:pt x="790296" y="1258021"/>
                  </a:lnTo>
                  <a:lnTo>
                    <a:pt x="823225" y="1259469"/>
                  </a:lnTo>
                  <a:lnTo>
                    <a:pt x="856154" y="1260600"/>
                  </a:lnTo>
                  <a:lnTo>
                    <a:pt x="889083" y="1261484"/>
                  </a:lnTo>
                  <a:lnTo>
                    <a:pt x="922012" y="1262174"/>
                  </a:lnTo>
                  <a:lnTo>
                    <a:pt x="954942" y="1262713"/>
                  </a:lnTo>
                  <a:lnTo>
                    <a:pt x="987871" y="1263134"/>
                  </a:lnTo>
                  <a:lnTo>
                    <a:pt x="1020800" y="1263463"/>
                  </a:lnTo>
                  <a:lnTo>
                    <a:pt x="1053729" y="1263719"/>
                  </a:lnTo>
                  <a:lnTo>
                    <a:pt x="1086658" y="1263920"/>
                  </a:lnTo>
                  <a:lnTo>
                    <a:pt x="1119587" y="1264076"/>
                  </a:lnTo>
                  <a:lnTo>
                    <a:pt x="1152516" y="1264198"/>
                  </a:lnTo>
                  <a:lnTo>
                    <a:pt x="1185445" y="1264294"/>
                  </a:lnTo>
                  <a:lnTo>
                    <a:pt x="1218374" y="1264368"/>
                  </a:lnTo>
                  <a:lnTo>
                    <a:pt x="1251303" y="1264426"/>
                  </a:lnTo>
                  <a:lnTo>
                    <a:pt x="1284232" y="1264472"/>
                  </a:lnTo>
                  <a:lnTo>
                    <a:pt x="1317161" y="1264507"/>
                  </a:lnTo>
                  <a:lnTo>
                    <a:pt x="1350090" y="1264535"/>
                  </a:lnTo>
                  <a:lnTo>
                    <a:pt x="1383019" y="1264556"/>
                  </a:lnTo>
                  <a:lnTo>
                    <a:pt x="1415948" y="1264573"/>
                  </a:lnTo>
                  <a:lnTo>
                    <a:pt x="1448877" y="1264586"/>
                  </a:lnTo>
                  <a:lnTo>
                    <a:pt x="1481806" y="1264597"/>
                  </a:lnTo>
                  <a:lnTo>
                    <a:pt x="1514735" y="1264605"/>
                  </a:lnTo>
                  <a:lnTo>
                    <a:pt x="1547664" y="1264611"/>
                  </a:lnTo>
                  <a:lnTo>
                    <a:pt x="1580593" y="1264616"/>
                  </a:lnTo>
                  <a:lnTo>
                    <a:pt x="1613522" y="1264620"/>
                  </a:lnTo>
                  <a:lnTo>
                    <a:pt x="1646451" y="1264623"/>
                  </a:lnTo>
                  <a:lnTo>
                    <a:pt x="1679380" y="1264625"/>
                  </a:lnTo>
                  <a:lnTo>
                    <a:pt x="1712309" y="1264627"/>
                  </a:lnTo>
                  <a:lnTo>
                    <a:pt x="1745238" y="1264628"/>
                  </a:lnTo>
                  <a:lnTo>
                    <a:pt x="1778167" y="1264629"/>
                  </a:lnTo>
                  <a:lnTo>
                    <a:pt x="1811096" y="1264630"/>
                  </a:lnTo>
                  <a:lnTo>
                    <a:pt x="1844025" y="1264631"/>
                  </a:lnTo>
                  <a:lnTo>
                    <a:pt x="1876955" y="1264631"/>
                  </a:lnTo>
                  <a:lnTo>
                    <a:pt x="1909884" y="1264632"/>
                  </a:lnTo>
                  <a:lnTo>
                    <a:pt x="1942813" y="1264632"/>
                  </a:lnTo>
                  <a:lnTo>
                    <a:pt x="1975742" y="1264632"/>
                  </a:lnTo>
                  <a:lnTo>
                    <a:pt x="2008671" y="1264633"/>
                  </a:lnTo>
                  <a:lnTo>
                    <a:pt x="2041600" y="1264633"/>
                  </a:lnTo>
                  <a:lnTo>
                    <a:pt x="2074529" y="1264633"/>
                  </a:lnTo>
                  <a:lnTo>
                    <a:pt x="2107458" y="1264633"/>
                  </a:lnTo>
                  <a:lnTo>
                    <a:pt x="2140387" y="1264633"/>
                  </a:lnTo>
                  <a:lnTo>
                    <a:pt x="2173316" y="1264633"/>
                  </a:lnTo>
                  <a:lnTo>
                    <a:pt x="2206245" y="1264633"/>
                  </a:lnTo>
                  <a:lnTo>
                    <a:pt x="2239174" y="1264633"/>
                  </a:lnTo>
                  <a:lnTo>
                    <a:pt x="2272103" y="1264633"/>
                  </a:lnTo>
                  <a:lnTo>
                    <a:pt x="2305032" y="1264633"/>
                  </a:lnTo>
                  <a:lnTo>
                    <a:pt x="2337961" y="1264633"/>
                  </a:lnTo>
                  <a:lnTo>
                    <a:pt x="2370890" y="1264633"/>
                  </a:lnTo>
                  <a:lnTo>
                    <a:pt x="2403819" y="1264633"/>
                  </a:lnTo>
                  <a:lnTo>
                    <a:pt x="2436748" y="1264633"/>
                  </a:lnTo>
                  <a:lnTo>
                    <a:pt x="2469677" y="1264633"/>
                  </a:lnTo>
                  <a:lnTo>
                    <a:pt x="2502606" y="1264633"/>
                  </a:lnTo>
                  <a:lnTo>
                    <a:pt x="2535535" y="1264633"/>
                  </a:lnTo>
                  <a:lnTo>
                    <a:pt x="2568464" y="1264633"/>
                  </a:lnTo>
                  <a:lnTo>
                    <a:pt x="2601393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7200"/>
            </a:p>
          </p:txBody>
        </p:sp>
        <p:sp>
          <p:nvSpPr>
            <p:cNvPr id="2548" name="tx224">
              <a:extLst>
                <a:ext uri="{FF2B5EF4-FFF2-40B4-BE49-F238E27FC236}">
                  <a16:creationId xmlns:a16="http://schemas.microsoft.com/office/drawing/2014/main" id="{4657B578-5648-B471-715D-1A4BA6E496FF}"/>
                </a:ext>
              </a:extLst>
            </p:cNvPr>
            <p:cNvSpPr/>
            <p:nvPr/>
          </p:nvSpPr>
          <p:spPr>
            <a:xfrm>
              <a:off x="5020858" y="5410135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49" name="tx225">
              <a:extLst>
                <a:ext uri="{FF2B5EF4-FFF2-40B4-BE49-F238E27FC236}">
                  <a16:creationId xmlns:a16="http://schemas.microsoft.com/office/drawing/2014/main" id="{A5BEC9CF-95D4-E696-9DF6-9068D5A13086}"/>
                </a:ext>
              </a:extLst>
            </p:cNvPr>
            <p:cNvSpPr/>
            <p:nvPr/>
          </p:nvSpPr>
          <p:spPr>
            <a:xfrm>
              <a:off x="5020858" y="4975417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550" name="tx226">
              <a:extLst>
                <a:ext uri="{FF2B5EF4-FFF2-40B4-BE49-F238E27FC236}">
                  <a16:creationId xmlns:a16="http://schemas.microsoft.com/office/drawing/2014/main" id="{38AABB02-0758-5F47-7D52-D0A060B14D4F}"/>
                </a:ext>
              </a:extLst>
            </p:cNvPr>
            <p:cNvSpPr/>
            <p:nvPr/>
          </p:nvSpPr>
          <p:spPr>
            <a:xfrm>
              <a:off x="5020858" y="4540699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551" name="tx227">
              <a:extLst>
                <a:ext uri="{FF2B5EF4-FFF2-40B4-BE49-F238E27FC236}">
                  <a16:creationId xmlns:a16="http://schemas.microsoft.com/office/drawing/2014/main" id="{D7FBFBCA-37D2-5DE7-0A61-C544D5059938}"/>
                </a:ext>
              </a:extLst>
            </p:cNvPr>
            <p:cNvSpPr/>
            <p:nvPr/>
          </p:nvSpPr>
          <p:spPr>
            <a:xfrm>
              <a:off x="5020858" y="4105981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552" name="tx228">
              <a:extLst>
                <a:ext uri="{FF2B5EF4-FFF2-40B4-BE49-F238E27FC236}">
                  <a16:creationId xmlns:a16="http://schemas.microsoft.com/office/drawing/2014/main" id="{60372B63-D4D2-E5BF-4353-9A3D89EDE0E6}"/>
                </a:ext>
              </a:extLst>
            </p:cNvPr>
            <p:cNvSpPr/>
            <p:nvPr/>
          </p:nvSpPr>
          <p:spPr>
            <a:xfrm>
              <a:off x="5020858" y="3671263"/>
              <a:ext cx="1496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553" name="tx229">
              <a:extLst>
                <a:ext uri="{FF2B5EF4-FFF2-40B4-BE49-F238E27FC236}">
                  <a16:creationId xmlns:a16="http://schemas.microsoft.com/office/drawing/2014/main" id="{47345549-7813-163A-8882-2821501A7F06}"/>
                </a:ext>
              </a:extLst>
            </p:cNvPr>
            <p:cNvSpPr/>
            <p:nvPr/>
          </p:nvSpPr>
          <p:spPr>
            <a:xfrm>
              <a:off x="5211507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54" name="tx230">
              <a:extLst>
                <a:ext uri="{FF2B5EF4-FFF2-40B4-BE49-F238E27FC236}">
                  <a16:creationId xmlns:a16="http://schemas.microsoft.com/office/drawing/2014/main" id="{E8F102C3-BFA9-0997-8277-C51478F584C3}"/>
                </a:ext>
              </a:extLst>
            </p:cNvPr>
            <p:cNvSpPr/>
            <p:nvPr/>
          </p:nvSpPr>
          <p:spPr>
            <a:xfrm>
              <a:off x="5723793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55" name="tx231">
              <a:extLst>
                <a:ext uri="{FF2B5EF4-FFF2-40B4-BE49-F238E27FC236}">
                  <a16:creationId xmlns:a16="http://schemas.microsoft.com/office/drawing/2014/main" id="{681628DD-EA8D-88FA-1902-4AC48C93307B}"/>
                </a:ext>
              </a:extLst>
            </p:cNvPr>
            <p:cNvSpPr/>
            <p:nvPr/>
          </p:nvSpPr>
          <p:spPr>
            <a:xfrm>
              <a:off x="6236081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56" name="tx232">
              <a:extLst>
                <a:ext uri="{FF2B5EF4-FFF2-40B4-BE49-F238E27FC236}">
                  <a16:creationId xmlns:a16="http://schemas.microsoft.com/office/drawing/2014/main" id="{8FC6F29F-225C-10F8-05FA-26596E9F0DBA}"/>
                </a:ext>
              </a:extLst>
            </p:cNvPr>
            <p:cNvSpPr/>
            <p:nvPr/>
          </p:nvSpPr>
          <p:spPr>
            <a:xfrm>
              <a:off x="6748368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557" name="tx233">
              <a:extLst>
                <a:ext uri="{FF2B5EF4-FFF2-40B4-BE49-F238E27FC236}">
                  <a16:creationId xmlns:a16="http://schemas.microsoft.com/office/drawing/2014/main" id="{976D0D2F-7B26-9A1B-5454-3588C02B80A9}"/>
                </a:ext>
              </a:extLst>
            </p:cNvPr>
            <p:cNvSpPr/>
            <p:nvPr/>
          </p:nvSpPr>
          <p:spPr>
            <a:xfrm>
              <a:off x="7260656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58" name="tx234">
              <a:extLst>
                <a:ext uri="{FF2B5EF4-FFF2-40B4-BE49-F238E27FC236}">
                  <a16:creationId xmlns:a16="http://schemas.microsoft.com/office/drawing/2014/main" id="{FB31B6C0-07E1-588B-282E-05CC10569E11}"/>
                </a:ext>
              </a:extLst>
            </p:cNvPr>
            <p:cNvSpPr/>
            <p:nvPr/>
          </p:nvSpPr>
          <p:spPr>
            <a:xfrm>
              <a:off x="7772943" y="5567640"/>
              <a:ext cx="42760" cy="550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59" name="tx235">
              <a:extLst>
                <a:ext uri="{FF2B5EF4-FFF2-40B4-BE49-F238E27FC236}">
                  <a16:creationId xmlns:a16="http://schemas.microsoft.com/office/drawing/2014/main" id="{B2A3E2F5-6241-DB1D-3FE6-644906A84577}"/>
                </a:ext>
              </a:extLst>
            </p:cNvPr>
            <p:cNvSpPr/>
            <p:nvPr/>
          </p:nvSpPr>
          <p:spPr>
            <a:xfrm>
              <a:off x="6531744" y="5736490"/>
              <a:ext cx="404083" cy="68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Env. Dist.</a:t>
              </a:r>
            </a:p>
          </p:txBody>
        </p:sp>
        <p:sp>
          <p:nvSpPr>
            <p:cNvPr id="2560" name="tx236">
              <a:extLst>
                <a:ext uri="{FF2B5EF4-FFF2-40B4-BE49-F238E27FC236}">
                  <a16:creationId xmlns:a16="http://schemas.microsoft.com/office/drawing/2014/main" id="{EAB786C6-6912-EC92-AAA9-52FE161A344D}"/>
                </a:ext>
              </a:extLst>
            </p:cNvPr>
            <p:cNvSpPr/>
            <p:nvPr/>
          </p:nvSpPr>
          <p:spPr>
            <a:xfrm rot="16200000">
              <a:off x="4723625" y="4533806"/>
              <a:ext cx="341608" cy="687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591" name="tx262">
              <a:extLst>
                <a:ext uri="{FF2B5EF4-FFF2-40B4-BE49-F238E27FC236}">
                  <a16:creationId xmlns:a16="http://schemas.microsoft.com/office/drawing/2014/main" id="{0A282421-FCFF-B6C5-79C9-7D4352E7A30D}"/>
                </a:ext>
              </a:extLst>
            </p:cNvPr>
            <p:cNvSpPr/>
            <p:nvPr/>
          </p:nvSpPr>
          <p:spPr>
            <a:xfrm>
              <a:off x="5652120" y="3310646"/>
              <a:ext cx="1656185" cy="23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Survival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7BC5C81-4339-7E21-2989-00058CA77A79}"/>
              </a:ext>
            </a:extLst>
          </p:cNvPr>
          <p:cNvGrpSpPr/>
          <p:nvPr/>
        </p:nvGrpSpPr>
        <p:grpSpPr>
          <a:xfrm>
            <a:off x="3491880" y="620688"/>
            <a:ext cx="384048" cy="283464"/>
            <a:chOff x="3630180" y="190924"/>
            <a:chExt cx="384048" cy="28346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3C43AFE-2E92-0C7F-6AB7-580F17514FD6}"/>
                </a:ext>
              </a:extLst>
            </p:cNvPr>
            <p:cNvSpPr/>
            <p:nvPr/>
          </p:nvSpPr>
          <p:spPr>
            <a:xfrm>
              <a:off x="3707904" y="260648"/>
              <a:ext cx="228600" cy="144016"/>
            </a:xfrm>
            <a:prstGeom prst="roundRect">
              <a:avLst/>
            </a:prstGeom>
            <a:solidFill>
              <a:srgbClr val="002E5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2A17D3C-A08D-C2D6-1715-72DED9DBA778}"/>
                </a:ext>
              </a:extLst>
            </p:cNvPr>
            <p:cNvSpPr txBox="1"/>
            <p:nvPr/>
          </p:nvSpPr>
          <p:spPr>
            <a:xfrm>
              <a:off x="3630180" y="190924"/>
              <a:ext cx="384048" cy="283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abc</a:t>
              </a: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56D6B640-8A19-A60D-0FE7-09FAA444F086}"/>
              </a:ext>
            </a:extLst>
          </p:cNvPr>
          <p:cNvGrpSpPr/>
          <p:nvPr/>
        </p:nvGrpSpPr>
        <p:grpSpPr>
          <a:xfrm>
            <a:off x="3300984" y="1196752"/>
            <a:ext cx="246888" cy="261610"/>
            <a:chOff x="3655308" y="190924"/>
            <a:chExt cx="246888" cy="261610"/>
          </a:xfrm>
        </p:grpSpPr>
        <p:sp>
          <p:nvSpPr>
            <p:cNvPr id="240" name="Rounded Rectangle 239">
              <a:extLst>
                <a:ext uri="{FF2B5EF4-FFF2-40B4-BE49-F238E27FC236}">
                  <a16:creationId xmlns:a16="http://schemas.microsoft.com/office/drawing/2014/main" id="{1700BC1F-4E49-D26B-C03C-90DAF8C5682E}"/>
                </a:ext>
              </a:extLst>
            </p:cNvPr>
            <p:cNvSpPr/>
            <p:nvPr/>
          </p:nvSpPr>
          <p:spPr>
            <a:xfrm>
              <a:off x="3707904" y="260648"/>
              <a:ext cx="138300" cy="144016"/>
            </a:xfrm>
            <a:prstGeom prst="roundRect">
              <a:avLst/>
            </a:prstGeom>
            <a:solidFill>
              <a:srgbClr val="0078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6E33251-D41C-C8A8-9998-CF997B1BCD2B}"/>
                </a:ext>
              </a:extLst>
            </p:cNvPr>
            <p:cNvSpPr txBox="1"/>
            <p:nvPr/>
          </p:nvSpPr>
          <p:spPr>
            <a:xfrm>
              <a:off x="3655308" y="190924"/>
              <a:ext cx="2468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579C2E6-946B-C423-F049-C79C3A6DBEFA}"/>
              </a:ext>
            </a:extLst>
          </p:cNvPr>
          <p:cNvGrpSpPr/>
          <p:nvPr/>
        </p:nvGrpSpPr>
        <p:grpSpPr>
          <a:xfrm>
            <a:off x="3511296" y="1856232"/>
            <a:ext cx="360040" cy="261610"/>
            <a:chOff x="3649596" y="202332"/>
            <a:chExt cx="360040" cy="261610"/>
          </a:xfrm>
        </p:grpSpPr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32E87C51-733A-580E-E2B4-1A047D9A2FAE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012FB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2152197-6C4C-D9E6-CEF2-ED9FE544C700}"/>
                </a:ext>
              </a:extLst>
            </p:cNvPr>
            <p:cNvSpPr txBox="1"/>
            <p:nvPr/>
          </p:nvSpPr>
          <p:spPr>
            <a:xfrm>
              <a:off x="3649596" y="202332"/>
              <a:ext cx="360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bc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9605658-E616-1C4C-F873-B695AF5985F9}"/>
              </a:ext>
            </a:extLst>
          </p:cNvPr>
          <p:cNvGrpSpPr/>
          <p:nvPr/>
        </p:nvGrpSpPr>
        <p:grpSpPr>
          <a:xfrm>
            <a:off x="2715768" y="2066544"/>
            <a:ext cx="365756" cy="261610"/>
            <a:chOff x="3646156" y="196620"/>
            <a:chExt cx="365756" cy="261610"/>
          </a:xfrm>
        </p:grpSpPr>
        <p:sp>
          <p:nvSpPr>
            <p:cNvPr id="249" name="Rounded Rectangle 248">
              <a:extLst>
                <a:ext uri="{FF2B5EF4-FFF2-40B4-BE49-F238E27FC236}">
                  <a16:creationId xmlns:a16="http://schemas.microsoft.com/office/drawing/2014/main" id="{59E8780A-0B58-9889-2F3B-94C95C9B81AC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49D66D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CB07ECCD-E09B-7EAF-2BB6-E79EB5745A66}"/>
                </a:ext>
              </a:extLst>
            </p:cNvPr>
            <p:cNvSpPr txBox="1"/>
            <p:nvPr/>
          </p:nvSpPr>
          <p:spPr>
            <a:xfrm>
              <a:off x="3646156" y="196620"/>
              <a:ext cx="3657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ab</a:t>
              </a: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FCBBED1-7CD1-D06F-CA6F-3DFFC8679F29}"/>
              </a:ext>
            </a:extLst>
          </p:cNvPr>
          <p:cNvGrpSpPr/>
          <p:nvPr/>
        </p:nvGrpSpPr>
        <p:grpSpPr>
          <a:xfrm>
            <a:off x="3794760" y="2212848"/>
            <a:ext cx="432048" cy="261610"/>
            <a:chOff x="3645028" y="198908"/>
            <a:chExt cx="432048" cy="261610"/>
          </a:xfrm>
        </p:grpSpPr>
        <p:sp>
          <p:nvSpPr>
            <p:cNvPr id="252" name="Rounded Rectangle 251">
              <a:extLst>
                <a:ext uri="{FF2B5EF4-FFF2-40B4-BE49-F238E27FC236}">
                  <a16:creationId xmlns:a16="http://schemas.microsoft.com/office/drawing/2014/main" id="{CABE561C-7DFE-3206-559B-80CBC6D41F9A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135D2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FA463E3-95E0-94FB-7431-EF2439651B64}"/>
                </a:ext>
              </a:extLst>
            </p:cNvPr>
            <p:cNvSpPr txBox="1"/>
            <p:nvPr/>
          </p:nvSpPr>
          <p:spPr>
            <a:xfrm>
              <a:off x="3645028" y="198908"/>
              <a:ext cx="4320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504AB970-5A65-0262-2CB3-4389BEC5EDA9}"/>
              </a:ext>
            </a:extLst>
          </p:cNvPr>
          <p:cNvGrpSpPr/>
          <p:nvPr/>
        </p:nvGrpSpPr>
        <p:grpSpPr>
          <a:xfrm>
            <a:off x="1243584" y="1627632"/>
            <a:ext cx="216024" cy="261610"/>
            <a:chOff x="3649564" y="189756"/>
            <a:chExt cx="216024" cy="261610"/>
          </a:xfrm>
        </p:grpSpPr>
        <p:sp>
          <p:nvSpPr>
            <p:cNvPr id="255" name="Rounded Rectangle 254">
              <a:extLst>
                <a:ext uri="{FF2B5EF4-FFF2-40B4-BE49-F238E27FC236}">
                  <a16:creationId xmlns:a16="http://schemas.microsoft.com/office/drawing/2014/main" id="{DE6C0FF9-26A0-3AD5-7992-8444AB9D9878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25A24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316EC2-99A9-F835-1718-2808F002798D}"/>
                </a:ext>
              </a:extLst>
            </p:cNvPr>
            <p:cNvSpPr txBox="1"/>
            <p:nvPr/>
          </p:nvSpPr>
          <p:spPr>
            <a:xfrm>
              <a:off x="3649564" y="189756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792A0E8-C2E9-D2AD-AC40-C7D0953FCBB0}"/>
              </a:ext>
            </a:extLst>
          </p:cNvPr>
          <p:cNvGrpSpPr/>
          <p:nvPr/>
        </p:nvGrpSpPr>
        <p:grpSpPr>
          <a:xfrm>
            <a:off x="4896072" y="2132856"/>
            <a:ext cx="251992" cy="261610"/>
            <a:chOff x="3656420" y="190924"/>
            <a:chExt cx="251992" cy="261610"/>
          </a:xfrm>
        </p:grpSpPr>
        <p:sp>
          <p:nvSpPr>
            <p:cNvPr id="258" name="Rounded Rectangle 257">
              <a:extLst>
                <a:ext uri="{FF2B5EF4-FFF2-40B4-BE49-F238E27FC236}">
                  <a16:creationId xmlns:a16="http://schemas.microsoft.com/office/drawing/2014/main" id="{A897FB71-89AD-9E7D-5397-28B831FC23C8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DAED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592A0D01-0BD9-56AB-0F7F-BC6E7A636E16}"/>
                </a:ext>
              </a:extLst>
            </p:cNvPr>
            <p:cNvSpPr txBox="1"/>
            <p:nvPr/>
          </p:nvSpPr>
          <p:spPr>
            <a:xfrm>
              <a:off x="3656420" y="190924"/>
              <a:ext cx="2519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</a:t>
              </a:r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4821319-681C-732D-8FD2-1E21F8748611}"/>
              </a:ext>
            </a:extLst>
          </p:cNvPr>
          <p:cNvGrpSpPr/>
          <p:nvPr/>
        </p:nvGrpSpPr>
        <p:grpSpPr>
          <a:xfrm>
            <a:off x="3035808" y="1417320"/>
            <a:ext cx="168040" cy="261610"/>
            <a:chOff x="3035808" y="1417320"/>
            <a:chExt cx="168040" cy="261610"/>
          </a:xfrm>
        </p:grpSpPr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EEF3FEA3-9DFF-02EF-08A5-3856642CDD01}"/>
                </a:ext>
              </a:extLst>
            </p:cNvPr>
            <p:cNvSpPr/>
            <p:nvPr/>
          </p:nvSpPr>
          <p:spPr>
            <a:xfrm>
              <a:off x="3065548" y="1482500"/>
              <a:ext cx="138300" cy="144016"/>
            </a:xfrm>
            <a:prstGeom prst="roundRect">
              <a:avLst/>
            </a:prstGeom>
            <a:solidFill>
              <a:srgbClr val="82DB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4D625AB-A080-43BC-9399-FE2F7C42B72B}"/>
                </a:ext>
              </a:extLst>
            </p:cNvPr>
            <p:cNvSpPr txBox="1"/>
            <p:nvPr/>
          </p:nvSpPr>
          <p:spPr>
            <a:xfrm>
              <a:off x="3035808" y="1417320"/>
              <a:ext cx="1440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9C2CA79-64BA-882A-E954-7743147DE582}"/>
              </a:ext>
            </a:extLst>
          </p:cNvPr>
          <p:cNvGrpSpPr/>
          <p:nvPr/>
        </p:nvGrpSpPr>
        <p:grpSpPr>
          <a:xfrm>
            <a:off x="5076056" y="764704"/>
            <a:ext cx="384048" cy="283464"/>
            <a:chOff x="3630180" y="190924"/>
            <a:chExt cx="384048" cy="283464"/>
          </a:xfrm>
        </p:grpSpPr>
        <p:sp>
          <p:nvSpPr>
            <p:cNvPr id="263" name="Rounded Rectangle 262">
              <a:extLst>
                <a:ext uri="{FF2B5EF4-FFF2-40B4-BE49-F238E27FC236}">
                  <a16:creationId xmlns:a16="http://schemas.microsoft.com/office/drawing/2014/main" id="{B32E5859-BC46-A444-FC8E-FE8D7C6401D9}"/>
                </a:ext>
              </a:extLst>
            </p:cNvPr>
            <p:cNvSpPr/>
            <p:nvPr/>
          </p:nvSpPr>
          <p:spPr>
            <a:xfrm>
              <a:off x="3707904" y="260648"/>
              <a:ext cx="228600" cy="144016"/>
            </a:xfrm>
            <a:prstGeom prst="roundRect">
              <a:avLst/>
            </a:prstGeom>
            <a:solidFill>
              <a:srgbClr val="002E5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CC8A58AE-AFA6-EEF9-E62B-36CB62B97039}"/>
                </a:ext>
              </a:extLst>
            </p:cNvPr>
            <p:cNvSpPr txBox="1"/>
            <p:nvPr/>
          </p:nvSpPr>
          <p:spPr>
            <a:xfrm>
              <a:off x="3630180" y="190924"/>
              <a:ext cx="384048" cy="283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abc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C962E0B-E937-1416-10B4-3799C5845A82}"/>
              </a:ext>
            </a:extLst>
          </p:cNvPr>
          <p:cNvGrpSpPr/>
          <p:nvPr/>
        </p:nvGrpSpPr>
        <p:grpSpPr>
          <a:xfrm>
            <a:off x="6876256" y="908720"/>
            <a:ext cx="246888" cy="261610"/>
            <a:chOff x="3655308" y="190924"/>
            <a:chExt cx="246888" cy="261610"/>
          </a:xfrm>
        </p:grpSpPr>
        <p:sp>
          <p:nvSpPr>
            <p:cNvPr id="266" name="Rounded Rectangle 265">
              <a:extLst>
                <a:ext uri="{FF2B5EF4-FFF2-40B4-BE49-F238E27FC236}">
                  <a16:creationId xmlns:a16="http://schemas.microsoft.com/office/drawing/2014/main" id="{5136E27B-32A5-2CDC-9A38-D26E85DC0418}"/>
                </a:ext>
              </a:extLst>
            </p:cNvPr>
            <p:cNvSpPr/>
            <p:nvPr/>
          </p:nvSpPr>
          <p:spPr>
            <a:xfrm>
              <a:off x="3707904" y="260648"/>
              <a:ext cx="138300" cy="144016"/>
            </a:xfrm>
            <a:prstGeom prst="roundRect">
              <a:avLst/>
            </a:prstGeom>
            <a:solidFill>
              <a:srgbClr val="0078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C46CB309-2FA9-474E-BEFE-423DC2D29984}"/>
                </a:ext>
              </a:extLst>
            </p:cNvPr>
            <p:cNvSpPr txBox="1"/>
            <p:nvPr/>
          </p:nvSpPr>
          <p:spPr>
            <a:xfrm>
              <a:off x="3655308" y="190924"/>
              <a:ext cx="2468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2D5148CB-3EDA-2957-928E-5FE06F09234D}"/>
              </a:ext>
            </a:extLst>
          </p:cNvPr>
          <p:cNvGrpSpPr/>
          <p:nvPr/>
        </p:nvGrpSpPr>
        <p:grpSpPr>
          <a:xfrm>
            <a:off x="7020272" y="1772816"/>
            <a:ext cx="360040" cy="261610"/>
            <a:chOff x="3649596" y="202332"/>
            <a:chExt cx="360040" cy="261610"/>
          </a:xfrm>
        </p:grpSpPr>
        <p:sp>
          <p:nvSpPr>
            <p:cNvPr id="269" name="Rounded Rectangle 268">
              <a:extLst>
                <a:ext uri="{FF2B5EF4-FFF2-40B4-BE49-F238E27FC236}">
                  <a16:creationId xmlns:a16="http://schemas.microsoft.com/office/drawing/2014/main" id="{FCF9B7D9-054C-7A2D-9E00-D133F470095B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012FB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51A872D-73B6-BE65-D185-C0D415D0DA38}"/>
                </a:ext>
              </a:extLst>
            </p:cNvPr>
            <p:cNvSpPr txBox="1"/>
            <p:nvPr/>
          </p:nvSpPr>
          <p:spPr>
            <a:xfrm>
              <a:off x="3649596" y="202332"/>
              <a:ext cx="360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bc</a:t>
              </a:r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C4312E7B-9B08-3E26-1AC0-4FF1E51FDEC6}"/>
              </a:ext>
            </a:extLst>
          </p:cNvPr>
          <p:cNvGrpSpPr/>
          <p:nvPr/>
        </p:nvGrpSpPr>
        <p:grpSpPr>
          <a:xfrm>
            <a:off x="7380312" y="1412776"/>
            <a:ext cx="168040" cy="261610"/>
            <a:chOff x="3035808" y="1417320"/>
            <a:chExt cx="168040" cy="261610"/>
          </a:xfrm>
        </p:grpSpPr>
        <p:sp>
          <p:nvSpPr>
            <p:cNvPr id="273" name="Rounded Rectangle 272">
              <a:extLst>
                <a:ext uri="{FF2B5EF4-FFF2-40B4-BE49-F238E27FC236}">
                  <a16:creationId xmlns:a16="http://schemas.microsoft.com/office/drawing/2014/main" id="{408D034D-3482-39DD-694C-0CDB0220B103}"/>
                </a:ext>
              </a:extLst>
            </p:cNvPr>
            <p:cNvSpPr/>
            <p:nvPr/>
          </p:nvSpPr>
          <p:spPr>
            <a:xfrm>
              <a:off x="3065548" y="1482500"/>
              <a:ext cx="138300" cy="144016"/>
            </a:xfrm>
            <a:prstGeom prst="roundRect">
              <a:avLst/>
            </a:prstGeom>
            <a:solidFill>
              <a:srgbClr val="82DB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93A11B24-4B33-0071-4DF0-C36D7FBC5A91}"/>
                </a:ext>
              </a:extLst>
            </p:cNvPr>
            <p:cNvSpPr txBox="1"/>
            <p:nvPr/>
          </p:nvSpPr>
          <p:spPr>
            <a:xfrm>
              <a:off x="3035808" y="1417320"/>
              <a:ext cx="1440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F71E6D5-34C3-4682-9880-EBDF168BEC36}"/>
              </a:ext>
            </a:extLst>
          </p:cNvPr>
          <p:cNvGrpSpPr/>
          <p:nvPr/>
        </p:nvGrpSpPr>
        <p:grpSpPr>
          <a:xfrm>
            <a:off x="6948264" y="2060848"/>
            <a:ext cx="365756" cy="261610"/>
            <a:chOff x="3646156" y="196620"/>
            <a:chExt cx="365756" cy="261610"/>
          </a:xfrm>
        </p:grpSpPr>
        <p:sp>
          <p:nvSpPr>
            <p:cNvPr id="277" name="Rounded Rectangle 276">
              <a:extLst>
                <a:ext uri="{FF2B5EF4-FFF2-40B4-BE49-F238E27FC236}">
                  <a16:creationId xmlns:a16="http://schemas.microsoft.com/office/drawing/2014/main" id="{9B517745-8785-43F3-BBB6-B45368626C6A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49D66D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A08311FB-F6D5-CF72-A369-05BAB6C092F7}"/>
                </a:ext>
              </a:extLst>
            </p:cNvPr>
            <p:cNvSpPr txBox="1"/>
            <p:nvPr/>
          </p:nvSpPr>
          <p:spPr>
            <a:xfrm>
              <a:off x="3646156" y="196620"/>
              <a:ext cx="3657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ab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1E3A0C8-9E47-0259-31D9-9F524817434D}"/>
              </a:ext>
            </a:extLst>
          </p:cNvPr>
          <p:cNvGrpSpPr/>
          <p:nvPr/>
        </p:nvGrpSpPr>
        <p:grpSpPr>
          <a:xfrm>
            <a:off x="4788024" y="1628800"/>
            <a:ext cx="216024" cy="261610"/>
            <a:chOff x="3649564" y="189756"/>
            <a:chExt cx="216024" cy="261610"/>
          </a:xfrm>
        </p:grpSpPr>
        <p:sp>
          <p:nvSpPr>
            <p:cNvPr id="280" name="Rounded Rectangle 279">
              <a:extLst>
                <a:ext uri="{FF2B5EF4-FFF2-40B4-BE49-F238E27FC236}">
                  <a16:creationId xmlns:a16="http://schemas.microsoft.com/office/drawing/2014/main" id="{D4D81641-9C86-1729-E3B8-07DF9F6E18BB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25A24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5B3D65A4-7E73-9986-CB8A-05ACF0DB2608}"/>
                </a:ext>
              </a:extLst>
            </p:cNvPr>
            <p:cNvSpPr txBox="1"/>
            <p:nvPr/>
          </p:nvSpPr>
          <p:spPr>
            <a:xfrm>
              <a:off x="3649564" y="189756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4D06EB80-858C-005F-0BC3-BD14D5BDF93D}"/>
              </a:ext>
            </a:extLst>
          </p:cNvPr>
          <p:cNvGrpSpPr/>
          <p:nvPr/>
        </p:nvGrpSpPr>
        <p:grpSpPr>
          <a:xfrm>
            <a:off x="971600" y="1844824"/>
            <a:ext cx="251992" cy="261610"/>
            <a:chOff x="3656420" y="190924"/>
            <a:chExt cx="251992" cy="261610"/>
          </a:xfrm>
        </p:grpSpPr>
        <p:sp>
          <p:nvSpPr>
            <p:cNvPr id="283" name="Rounded Rectangle 282">
              <a:extLst>
                <a:ext uri="{FF2B5EF4-FFF2-40B4-BE49-F238E27FC236}">
                  <a16:creationId xmlns:a16="http://schemas.microsoft.com/office/drawing/2014/main" id="{5B3D857D-FCF8-BD0D-BC8E-3D1C332D0064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DAED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E08EF11A-342B-C777-38FC-053A3C413CBD}"/>
                </a:ext>
              </a:extLst>
            </p:cNvPr>
            <p:cNvSpPr txBox="1"/>
            <p:nvPr/>
          </p:nvSpPr>
          <p:spPr>
            <a:xfrm>
              <a:off x="3656420" y="190924"/>
              <a:ext cx="2519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</a:t>
              </a: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66A8D44F-98CC-AF9E-9536-D5E2AE41F65F}"/>
              </a:ext>
            </a:extLst>
          </p:cNvPr>
          <p:cNvGrpSpPr/>
          <p:nvPr/>
        </p:nvGrpSpPr>
        <p:grpSpPr>
          <a:xfrm>
            <a:off x="5449824" y="2057400"/>
            <a:ext cx="216024" cy="261610"/>
            <a:chOff x="3658756" y="195460"/>
            <a:chExt cx="216024" cy="261610"/>
          </a:xfrm>
        </p:grpSpPr>
        <p:sp>
          <p:nvSpPr>
            <p:cNvPr id="286" name="Rounded Rectangle 285">
              <a:extLst>
                <a:ext uri="{FF2B5EF4-FFF2-40B4-BE49-F238E27FC236}">
                  <a16:creationId xmlns:a16="http://schemas.microsoft.com/office/drawing/2014/main" id="{CDC3FF22-7926-7293-53C9-F9413F90B0BC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135D2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0102D244-E854-9B80-50E7-2E142B665435}"/>
                </a:ext>
              </a:extLst>
            </p:cNvPr>
            <p:cNvSpPr txBox="1"/>
            <p:nvPr/>
          </p:nvSpPr>
          <p:spPr>
            <a:xfrm>
              <a:off x="3658756" y="195460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F4EAF7F8-E5D2-A67C-1EFA-543870968793}"/>
              </a:ext>
            </a:extLst>
          </p:cNvPr>
          <p:cNvGrpSpPr/>
          <p:nvPr/>
        </p:nvGrpSpPr>
        <p:grpSpPr>
          <a:xfrm>
            <a:off x="1490472" y="3429000"/>
            <a:ext cx="360040" cy="261610"/>
            <a:chOff x="3644996" y="190924"/>
            <a:chExt cx="360040" cy="261610"/>
          </a:xfrm>
        </p:grpSpPr>
        <p:sp>
          <p:nvSpPr>
            <p:cNvPr id="289" name="Rounded Rectangle 288">
              <a:extLst>
                <a:ext uri="{FF2B5EF4-FFF2-40B4-BE49-F238E27FC236}">
                  <a16:creationId xmlns:a16="http://schemas.microsoft.com/office/drawing/2014/main" id="{0716AF0A-5C5F-AC71-9FED-E26FB0F0460B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002E5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F3E0DCC8-FC93-B02A-96C8-2B7A3954E1FA}"/>
                </a:ext>
              </a:extLst>
            </p:cNvPr>
            <p:cNvSpPr txBox="1"/>
            <p:nvPr/>
          </p:nvSpPr>
          <p:spPr>
            <a:xfrm>
              <a:off x="3644996" y="190924"/>
              <a:ext cx="360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297EEF2-6284-1B45-0745-5F32F7C2603D}"/>
              </a:ext>
            </a:extLst>
          </p:cNvPr>
          <p:cNvGrpSpPr/>
          <p:nvPr/>
        </p:nvGrpSpPr>
        <p:grpSpPr>
          <a:xfrm>
            <a:off x="1907704" y="4365104"/>
            <a:ext cx="360040" cy="261610"/>
            <a:chOff x="3649596" y="202332"/>
            <a:chExt cx="360040" cy="261610"/>
          </a:xfrm>
        </p:grpSpPr>
        <p:sp>
          <p:nvSpPr>
            <p:cNvPr id="292" name="Rounded Rectangle 291">
              <a:extLst>
                <a:ext uri="{FF2B5EF4-FFF2-40B4-BE49-F238E27FC236}">
                  <a16:creationId xmlns:a16="http://schemas.microsoft.com/office/drawing/2014/main" id="{1258C8A1-8AB5-ACA0-BA3F-CEA204B07D9E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012FB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E3B232CB-DABE-0659-92D2-C9B486B76D7B}"/>
                </a:ext>
              </a:extLst>
            </p:cNvPr>
            <p:cNvSpPr txBox="1"/>
            <p:nvPr/>
          </p:nvSpPr>
          <p:spPr>
            <a:xfrm>
              <a:off x="3649596" y="202332"/>
              <a:ext cx="360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186D4609-1EA4-A634-2D60-ED96B4805518}"/>
              </a:ext>
            </a:extLst>
          </p:cNvPr>
          <p:cNvGrpSpPr/>
          <p:nvPr/>
        </p:nvGrpSpPr>
        <p:grpSpPr>
          <a:xfrm>
            <a:off x="3635896" y="3511296"/>
            <a:ext cx="168040" cy="261610"/>
            <a:chOff x="3035808" y="1427608"/>
            <a:chExt cx="168040" cy="261610"/>
          </a:xfrm>
        </p:grpSpPr>
        <p:sp>
          <p:nvSpPr>
            <p:cNvPr id="295" name="Rounded Rectangle 294">
              <a:extLst>
                <a:ext uri="{FF2B5EF4-FFF2-40B4-BE49-F238E27FC236}">
                  <a16:creationId xmlns:a16="http://schemas.microsoft.com/office/drawing/2014/main" id="{B4385F1D-AD85-7E4A-E1C7-856FF44022F9}"/>
                </a:ext>
              </a:extLst>
            </p:cNvPr>
            <p:cNvSpPr/>
            <p:nvPr/>
          </p:nvSpPr>
          <p:spPr>
            <a:xfrm>
              <a:off x="3065548" y="1482500"/>
              <a:ext cx="138300" cy="144016"/>
            </a:xfrm>
            <a:prstGeom prst="roundRect">
              <a:avLst/>
            </a:prstGeom>
            <a:solidFill>
              <a:srgbClr val="82DB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0C980B07-E077-2DBD-2F13-B9743AD3F6DE}"/>
                </a:ext>
              </a:extLst>
            </p:cNvPr>
            <p:cNvSpPr txBox="1"/>
            <p:nvPr/>
          </p:nvSpPr>
          <p:spPr>
            <a:xfrm>
              <a:off x="3035808" y="1427608"/>
              <a:ext cx="1440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005062D-532F-30F9-9CB8-E4D91D176384}"/>
              </a:ext>
            </a:extLst>
          </p:cNvPr>
          <p:cNvGrpSpPr/>
          <p:nvPr/>
        </p:nvGrpSpPr>
        <p:grpSpPr>
          <a:xfrm>
            <a:off x="2843808" y="3794760"/>
            <a:ext cx="258404" cy="261610"/>
            <a:chOff x="3655308" y="196644"/>
            <a:chExt cx="258404" cy="261610"/>
          </a:xfrm>
        </p:grpSpPr>
        <p:sp>
          <p:nvSpPr>
            <p:cNvPr id="298" name="Rounded Rectangle 297">
              <a:extLst>
                <a:ext uri="{FF2B5EF4-FFF2-40B4-BE49-F238E27FC236}">
                  <a16:creationId xmlns:a16="http://schemas.microsoft.com/office/drawing/2014/main" id="{7E153848-CDEB-3FC4-F8DF-E199FEF54B48}"/>
                </a:ext>
              </a:extLst>
            </p:cNvPr>
            <p:cNvSpPr/>
            <p:nvPr/>
          </p:nvSpPr>
          <p:spPr>
            <a:xfrm>
              <a:off x="3707904" y="260648"/>
              <a:ext cx="138300" cy="144016"/>
            </a:xfrm>
            <a:prstGeom prst="roundRect">
              <a:avLst/>
            </a:prstGeom>
            <a:solidFill>
              <a:srgbClr val="0078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B2D866A-C894-EAA6-972D-86AB30DF842F}"/>
                </a:ext>
              </a:extLst>
            </p:cNvPr>
            <p:cNvSpPr txBox="1"/>
            <p:nvPr/>
          </p:nvSpPr>
          <p:spPr>
            <a:xfrm>
              <a:off x="3655308" y="196644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901875F-57D4-70E3-49B3-60AC27EC7D69}"/>
              </a:ext>
            </a:extLst>
          </p:cNvPr>
          <p:cNvGrpSpPr/>
          <p:nvPr/>
        </p:nvGrpSpPr>
        <p:grpSpPr>
          <a:xfrm>
            <a:off x="2483768" y="5085184"/>
            <a:ext cx="251992" cy="261610"/>
            <a:chOff x="3656420" y="190924"/>
            <a:chExt cx="251992" cy="261610"/>
          </a:xfrm>
        </p:grpSpPr>
        <p:sp>
          <p:nvSpPr>
            <p:cNvPr id="301" name="Rounded Rectangle 300">
              <a:extLst>
                <a:ext uri="{FF2B5EF4-FFF2-40B4-BE49-F238E27FC236}">
                  <a16:creationId xmlns:a16="http://schemas.microsoft.com/office/drawing/2014/main" id="{9870B2A2-5D5B-457F-22F9-6AF262D09291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DAED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170609DE-D050-2E40-C507-D36774A75C54}"/>
                </a:ext>
              </a:extLst>
            </p:cNvPr>
            <p:cNvSpPr txBox="1"/>
            <p:nvPr/>
          </p:nvSpPr>
          <p:spPr>
            <a:xfrm>
              <a:off x="3656420" y="190924"/>
              <a:ext cx="2519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</a:t>
              </a:r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137960A2-DF5C-44A0-338B-3D189942D0C3}"/>
              </a:ext>
            </a:extLst>
          </p:cNvPr>
          <p:cNvGrpSpPr/>
          <p:nvPr/>
        </p:nvGrpSpPr>
        <p:grpSpPr>
          <a:xfrm>
            <a:off x="1043608" y="4517136"/>
            <a:ext cx="432048" cy="261610"/>
            <a:chOff x="3649564" y="197772"/>
            <a:chExt cx="432048" cy="261610"/>
          </a:xfrm>
        </p:grpSpPr>
        <p:sp>
          <p:nvSpPr>
            <p:cNvPr id="310" name="Rounded Rectangle 309">
              <a:extLst>
                <a:ext uri="{FF2B5EF4-FFF2-40B4-BE49-F238E27FC236}">
                  <a16:creationId xmlns:a16="http://schemas.microsoft.com/office/drawing/2014/main" id="{EC43D295-6D19-AAE8-ED50-99ACF64770F3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25A24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750F374E-5E2A-0501-381E-912EAC973374}"/>
                </a:ext>
              </a:extLst>
            </p:cNvPr>
            <p:cNvSpPr txBox="1"/>
            <p:nvPr/>
          </p:nvSpPr>
          <p:spPr>
            <a:xfrm>
              <a:off x="3649564" y="197772"/>
              <a:ext cx="4320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2DD4E4A-814C-D01F-9C52-40C3D1897C96}"/>
              </a:ext>
            </a:extLst>
          </p:cNvPr>
          <p:cNvGrpSpPr/>
          <p:nvPr/>
        </p:nvGrpSpPr>
        <p:grpSpPr>
          <a:xfrm>
            <a:off x="2123728" y="4797152"/>
            <a:ext cx="365756" cy="261610"/>
            <a:chOff x="3646156" y="196620"/>
            <a:chExt cx="365756" cy="261610"/>
          </a:xfrm>
        </p:grpSpPr>
        <p:sp>
          <p:nvSpPr>
            <p:cNvPr id="313" name="Rounded Rectangle 312">
              <a:extLst>
                <a:ext uri="{FF2B5EF4-FFF2-40B4-BE49-F238E27FC236}">
                  <a16:creationId xmlns:a16="http://schemas.microsoft.com/office/drawing/2014/main" id="{C9243E3C-1F7D-1F2A-CE19-52376CEE3485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49D66D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92217758-62CC-1687-720E-8C96C0C26BCC}"/>
                </a:ext>
              </a:extLst>
            </p:cNvPr>
            <p:cNvSpPr txBox="1"/>
            <p:nvPr/>
          </p:nvSpPr>
          <p:spPr>
            <a:xfrm>
              <a:off x="3646156" y="196620"/>
              <a:ext cx="3657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ab</a:t>
              </a:r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363B2EEF-1E55-E8D9-7327-5B53E60B8220}"/>
              </a:ext>
            </a:extLst>
          </p:cNvPr>
          <p:cNvGrpSpPr/>
          <p:nvPr/>
        </p:nvGrpSpPr>
        <p:grpSpPr>
          <a:xfrm>
            <a:off x="1475656" y="4869160"/>
            <a:ext cx="432048" cy="261610"/>
            <a:chOff x="3645028" y="198908"/>
            <a:chExt cx="432048" cy="261610"/>
          </a:xfrm>
        </p:grpSpPr>
        <p:sp>
          <p:nvSpPr>
            <p:cNvPr id="316" name="Rounded Rectangle 315">
              <a:extLst>
                <a:ext uri="{FF2B5EF4-FFF2-40B4-BE49-F238E27FC236}">
                  <a16:creationId xmlns:a16="http://schemas.microsoft.com/office/drawing/2014/main" id="{69B55DC4-C729-57BB-82E6-76ECF30B9872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135D2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254AA063-2CC1-0B11-D023-63072E277C13}"/>
                </a:ext>
              </a:extLst>
            </p:cNvPr>
            <p:cNvSpPr txBox="1"/>
            <p:nvPr/>
          </p:nvSpPr>
          <p:spPr>
            <a:xfrm>
              <a:off x="3645028" y="198908"/>
              <a:ext cx="4320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3F472A7C-C421-3A32-617C-E025335AD127}"/>
              </a:ext>
            </a:extLst>
          </p:cNvPr>
          <p:cNvGrpSpPr/>
          <p:nvPr/>
        </p:nvGrpSpPr>
        <p:grpSpPr>
          <a:xfrm>
            <a:off x="5220072" y="3527430"/>
            <a:ext cx="360040" cy="261610"/>
            <a:chOff x="3644996" y="190924"/>
            <a:chExt cx="360040" cy="261610"/>
          </a:xfrm>
        </p:grpSpPr>
        <p:sp>
          <p:nvSpPr>
            <p:cNvPr id="319" name="Rounded Rectangle 318">
              <a:extLst>
                <a:ext uri="{FF2B5EF4-FFF2-40B4-BE49-F238E27FC236}">
                  <a16:creationId xmlns:a16="http://schemas.microsoft.com/office/drawing/2014/main" id="{05FBCFDE-BBD8-3195-1297-EB1ED53D2196}"/>
                </a:ext>
              </a:extLst>
            </p:cNvPr>
            <p:cNvSpPr/>
            <p:nvPr/>
          </p:nvSpPr>
          <p:spPr>
            <a:xfrm>
              <a:off x="3707904" y="260648"/>
              <a:ext cx="192024" cy="144016"/>
            </a:xfrm>
            <a:prstGeom prst="roundRect">
              <a:avLst/>
            </a:prstGeom>
            <a:solidFill>
              <a:srgbClr val="002E5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80" name="TextBox 1279">
              <a:extLst>
                <a:ext uri="{FF2B5EF4-FFF2-40B4-BE49-F238E27FC236}">
                  <a16:creationId xmlns:a16="http://schemas.microsoft.com/office/drawing/2014/main" id="{811A29F9-B4F9-7CCA-E99E-1935994B3AB7}"/>
                </a:ext>
              </a:extLst>
            </p:cNvPr>
            <p:cNvSpPr txBox="1"/>
            <p:nvPr/>
          </p:nvSpPr>
          <p:spPr>
            <a:xfrm>
              <a:off x="3644996" y="190924"/>
              <a:ext cx="360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ab</a:t>
              </a:r>
            </a:p>
          </p:txBody>
        </p:sp>
      </p:grpSp>
      <p:grpSp>
        <p:nvGrpSpPr>
          <p:cNvPr id="1281" name="Group 1280">
            <a:extLst>
              <a:ext uri="{FF2B5EF4-FFF2-40B4-BE49-F238E27FC236}">
                <a16:creationId xmlns:a16="http://schemas.microsoft.com/office/drawing/2014/main" id="{FCCF23AC-663E-37FD-CB7C-E20F9E1AACCF}"/>
              </a:ext>
            </a:extLst>
          </p:cNvPr>
          <p:cNvGrpSpPr/>
          <p:nvPr/>
        </p:nvGrpSpPr>
        <p:grpSpPr>
          <a:xfrm>
            <a:off x="7452320" y="4797152"/>
            <a:ext cx="216024" cy="261610"/>
            <a:chOff x="3649596" y="202332"/>
            <a:chExt cx="216024" cy="261610"/>
          </a:xfrm>
        </p:grpSpPr>
        <p:sp>
          <p:nvSpPr>
            <p:cNvPr id="1282" name="Rounded Rectangle 1281">
              <a:extLst>
                <a:ext uri="{FF2B5EF4-FFF2-40B4-BE49-F238E27FC236}">
                  <a16:creationId xmlns:a16="http://schemas.microsoft.com/office/drawing/2014/main" id="{4BE4E87D-ECD2-C354-F98C-1AAF68597148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012FB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83" name="TextBox 1282">
              <a:extLst>
                <a:ext uri="{FF2B5EF4-FFF2-40B4-BE49-F238E27FC236}">
                  <a16:creationId xmlns:a16="http://schemas.microsoft.com/office/drawing/2014/main" id="{50F89C02-4C37-E9A4-644D-BE6DF246E6D8}"/>
                </a:ext>
              </a:extLst>
            </p:cNvPr>
            <p:cNvSpPr txBox="1"/>
            <p:nvPr/>
          </p:nvSpPr>
          <p:spPr>
            <a:xfrm>
              <a:off x="3649596" y="202332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1284" name="Group 1283">
            <a:extLst>
              <a:ext uri="{FF2B5EF4-FFF2-40B4-BE49-F238E27FC236}">
                <a16:creationId xmlns:a16="http://schemas.microsoft.com/office/drawing/2014/main" id="{FF70472E-D570-F430-9D17-F0D2AEF92587}"/>
              </a:ext>
            </a:extLst>
          </p:cNvPr>
          <p:cNvGrpSpPr/>
          <p:nvPr/>
        </p:nvGrpSpPr>
        <p:grpSpPr>
          <a:xfrm>
            <a:off x="6516216" y="3645024"/>
            <a:ext cx="258404" cy="261610"/>
            <a:chOff x="3655308" y="190924"/>
            <a:chExt cx="258404" cy="261610"/>
          </a:xfrm>
        </p:grpSpPr>
        <p:sp>
          <p:nvSpPr>
            <p:cNvPr id="1285" name="Rounded Rectangle 1284">
              <a:extLst>
                <a:ext uri="{FF2B5EF4-FFF2-40B4-BE49-F238E27FC236}">
                  <a16:creationId xmlns:a16="http://schemas.microsoft.com/office/drawing/2014/main" id="{8EA6631E-47FF-A167-5760-C5DC185AFBCF}"/>
                </a:ext>
              </a:extLst>
            </p:cNvPr>
            <p:cNvSpPr/>
            <p:nvPr/>
          </p:nvSpPr>
          <p:spPr>
            <a:xfrm>
              <a:off x="3707904" y="260648"/>
              <a:ext cx="138300" cy="144016"/>
            </a:xfrm>
            <a:prstGeom prst="roundRect">
              <a:avLst/>
            </a:prstGeom>
            <a:solidFill>
              <a:srgbClr val="0078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86" name="TextBox 1285">
              <a:extLst>
                <a:ext uri="{FF2B5EF4-FFF2-40B4-BE49-F238E27FC236}">
                  <a16:creationId xmlns:a16="http://schemas.microsoft.com/office/drawing/2014/main" id="{C34475FA-56EF-A7E4-CFBA-5B0A52DD9BBA}"/>
                </a:ext>
              </a:extLst>
            </p:cNvPr>
            <p:cNvSpPr txBox="1"/>
            <p:nvPr/>
          </p:nvSpPr>
          <p:spPr>
            <a:xfrm>
              <a:off x="3655308" y="190924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9FD29A42-10B6-3159-1027-FB24D20E792C}"/>
              </a:ext>
            </a:extLst>
          </p:cNvPr>
          <p:cNvGrpSpPr/>
          <p:nvPr/>
        </p:nvGrpSpPr>
        <p:grpSpPr>
          <a:xfrm>
            <a:off x="7092280" y="4221088"/>
            <a:ext cx="168040" cy="261610"/>
            <a:chOff x="3035808" y="1417320"/>
            <a:chExt cx="168040" cy="261610"/>
          </a:xfrm>
        </p:grpSpPr>
        <p:sp>
          <p:nvSpPr>
            <p:cNvPr id="1288" name="Rounded Rectangle 1287">
              <a:extLst>
                <a:ext uri="{FF2B5EF4-FFF2-40B4-BE49-F238E27FC236}">
                  <a16:creationId xmlns:a16="http://schemas.microsoft.com/office/drawing/2014/main" id="{341FE808-B91A-45E4-0DF5-3A61E59BD708}"/>
                </a:ext>
              </a:extLst>
            </p:cNvPr>
            <p:cNvSpPr/>
            <p:nvPr/>
          </p:nvSpPr>
          <p:spPr>
            <a:xfrm>
              <a:off x="3065548" y="1482500"/>
              <a:ext cx="138300" cy="144016"/>
            </a:xfrm>
            <a:prstGeom prst="roundRect">
              <a:avLst/>
            </a:prstGeom>
            <a:solidFill>
              <a:srgbClr val="82DB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89" name="TextBox 1288">
              <a:extLst>
                <a:ext uri="{FF2B5EF4-FFF2-40B4-BE49-F238E27FC236}">
                  <a16:creationId xmlns:a16="http://schemas.microsoft.com/office/drawing/2014/main" id="{C4D0D4BF-44AF-1D46-04F7-DD4E3E440162}"/>
                </a:ext>
              </a:extLst>
            </p:cNvPr>
            <p:cNvSpPr txBox="1"/>
            <p:nvPr/>
          </p:nvSpPr>
          <p:spPr>
            <a:xfrm>
              <a:off x="3035808" y="1417320"/>
              <a:ext cx="1440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</p:grpSp>
      <p:grpSp>
        <p:nvGrpSpPr>
          <p:cNvPr id="1290" name="Group 1289">
            <a:extLst>
              <a:ext uri="{FF2B5EF4-FFF2-40B4-BE49-F238E27FC236}">
                <a16:creationId xmlns:a16="http://schemas.microsoft.com/office/drawing/2014/main" id="{C683470C-CA52-6C59-D529-41B374FE566F}"/>
              </a:ext>
            </a:extLst>
          </p:cNvPr>
          <p:cNvGrpSpPr/>
          <p:nvPr/>
        </p:nvGrpSpPr>
        <p:grpSpPr>
          <a:xfrm>
            <a:off x="5436096" y="4149080"/>
            <a:ext cx="216024" cy="261610"/>
            <a:chOff x="3658756" y="195460"/>
            <a:chExt cx="216024" cy="261610"/>
          </a:xfrm>
        </p:grpSpPr>
        <p:sp>
          <p:nvSpPr>
            <p:cNvPr id="1291" name="Rounded Rectangle 1290">
              <a:extLst>
                <a:ext uri="{FF2B5EF4-FFF2-40B4-BE49-F238E27FC236}">
                  <a16:creationId xmlns:a16="http://schemas.microsoft.com/office/drawing/2014/main" id="{06585A6A-2691-34D3-ECA2-ED61801FFDD1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135D2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92" name="TextBox 1291">
              <a:extLst>
                <a:ext uri="{FF2B5EF4-FFF2-40B4-BE49-F238E27FC236}">
                  <a16:creationId xmlns:a16="http://schemas.microsoft.com/office/drawing/2014/main" id="{9DE9F24D-9322-C615-C006-46ACB1B1872C}"/>
                </a:ext>
              </a:extLst>
            </p:cNvPr>
            <p:cNvSpPr txBox="1"/>
            <p:nvPr/>
          </p:nvSpPr>
          <p:spPr>
            <a:xfrm>
              <a:off x="3658756" y="195460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1293" name="Group 1292">
            <a:extLst>
              <a:ext uri="{FF2B5EF4-FFF2-40B4-BE49-F238E27FC236}">
                <a16:creationId xmlns:a16="http://schemas.microsoft.com/office/drawing/2014/main" id="{39369EAE-CF7A-2289-24DD-A4400E3F25E5}"/>
              </a:ext>
            </a:extLst>
          </p:cNvPr>
          <p:cNvGrpSpPr/>
          <p:nvPr/>
        </p:nvGrpSpPr>
        <p:grpSpPr>
          <a:xfrm>
            <a:off x="5148064" y="4509120"/>
            <a:ext cx="216024" cy="261610"/>
            <a:chOff x="3649564" y="189756"/>
            <a:chExt cx="216024" cy="261610"/>
          </a:xfrm>
        </p:grpSpPr>
        <p:sp>
          <p:nvSpPr>
            <p:cNvPr id="1294" name="Rounded Rectangle 1293">
              <a:extLst>
                <a:ext uri="{FF2B5EF4-FFF2-40B4-BE49-F238E27FC236}">
                  <a16:creationId xmlns:a16="http://schemas.microsoft.com/office/drawing/2014/main" id="{A5D93483-87C6-F817-930F-8C8DF1B6679A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25A24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95" name="TextBox 1294">
              <a:extLst>
                <a:ext uri="{FF2B5EF4-FFF2-40B4-BE49-F238E27FC236}">
                  <a16:creationId xmlns:a16="http://schemas.microsoft.com/office/drawing/2014/main" id="{241A2CC0-CFCC-4962-4BB1-B67EBD15BC48}"/>
                </a:ext>
              </a:extLst>
            </p:cNvPr>
            <p:cNvSpPr txBox="1"/>
            <p:nvPr/>
          </p:nvSpPr>
          <p:spPr>
            <a:xfrm>
              <a:off x="3649564" y="189756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1296" name="Group 1295">
            <a:extLst>
              <a:ext uri="{FF2B5EF4-FFF2-40B4-BE49-F238E27FC236}">
                <a16:creationId xmlns:a16="http://schemas.microsoft.com/office/drawing/2014/main" id="{DEAF7957-5A16-C63A-1E24-8A9C35056035}"/>
              </a:ext>
            </a:extLst>
          </p:cNvPr>
          <p:cNvGrpSpPr/>
          <p:nvPr/>
        </p:nvGrpSpPr>
        <p:grpSpPr>
          <a:xfrm>
            <a:off x="4860032" y="4463534"/>
            <a:ext cx="251992" cy="261610"/>
            <a:chOff x="3656420" y="190924"/>
            <a:chExt cx="251992" cy="261610"/>
          </a:xfrm>
        </p:grpSpPr>
        <p:sp>
          <p:nvSpPr>
            <p:cNvPr id="1297" name="Rounded Rectangle 1296">
              <a:extLst>
                <a:ext uri="{FF2B5EF4-FFF2-40B4-BE49-F238E27FC236}">
                  <a16:creationId xmlns:a16="http://schemas.microsoft.com/office/drawing/2014/main" id="{4D4ED743-7E86-4C5A-822A-9E029A352CC3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DAED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E35049C7-3CFC-915C-B8A9-FE4A23D8E49E}"/>
                </a:ext>
              </a:extLst>
            </p:cNvPr>
            <p:cNvSpPr txBox="1"/>
            <p:nvPr/>
          </p:nvSpPr>
          <p:spPr>
            <a:xfrm>
              <a:off x="3656420" y="190924"/>
              <a:ext cx="2519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</a:t>
              </a:r>
            </a:p>
          </p:txBody>
        </p:sp>
      </p:grpSp>
      <p:grpSp>
        <p:nvGrpSpPr>
          <p:cNvPr id="1299" name="Group 1298">
            <a:extLst>
              <a:ext uri="{FF2B5EF4-FFF2-40B4-BE49-F238E27FC236}">
                <a16:creationId xmlns:a16="http://schemas.microsoft.com/office/drawing/2014/main" id="{2F552222-A54D-4188-F11A-8F6936CB14BE}"/>
              </a:ext>
            </a:extLst>
          </p:cNvPr>
          <p:cNvGrpSpPr/>
          <p:nvPr/>
        </p:nvGrpSpPr>
        <p:grpSpPr>
          <a:xfrm>
            <a:off x="6592824" y="4800600"/>
            <a:ext cx="216024" cy="261610"/>
            <a:chOff x="3650756" y="200068"/>
            <a:chExt cx="216024" cy="261610"/>
          </a:xfrm>
        </p:grpSpPr>
        <p:sp>
          <p:nvSpPr>
            <p:cNvPr id="1300" name="Rounded Rectangle 1299">
              <a:extLst>
                <a:ext uri="{FF2B5EF4-FFF2-40B4-BE49-F238E27FC236}">
                  <a16:creationId xmlns:a16="http://schemas.microsoft.com/office/drawing/2014/main" id="{0D4378D5-653D-13AF-5138-AB9607075FAC}"/>
                </a:ext>
              </a:extLst>
            </p:cNvPr>
            <p:cNvSpPr/>
            <p:nvPr/>
          </p:nvSpPr>
          <p:spPr>
            <a:xfrm>
              <a:off x="3707904" y="260648"/>
              <a:ext cx="137160" cy="144016"/>
            </a:xfrm>
            <a:prstGeom prst="roundRect">
              <a:avLst/>
            </a:prstGeom>
            <a:solidFill>
              <a:srgbClr val="49D66D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3847EB02-70A8-2FB1-53CF-6B2B15F4B200}"/>
                </a:ext>
              </a:extLst>
            </p:cNvPr>
            <p:cNvSpPr txBox="1"/>
            <p:nvPr/>
          </p:nvSpPr>
          <p:spPr>
            <a:xfrm>
              <a:off x="3650756" y="200068"/>
              <a:ext cx="216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4965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264</Words>
  <Application>Microsoft Macintosh PowerPoint</Application>
  <PresentationFormat>On-screen Show (4:3)</PresentationFormat>
  <Paragraphs>182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7</cp:revision>
  <dcterms:created xsi:type="dcterms:W3CDTF">2017-02-13T16:18:36Z</dcterms:created>
  <dcterms:modified xsi:type="dcterms:W3CDTF">2026-07-16T17:28:08Z</dcterms:modified>
  <cp:category/>
</cp:coreProperties>
</file>