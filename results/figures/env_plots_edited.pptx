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27432000" cy="20574000"/>
  <p:notesSz cx="6858000" cy="9144000"/>
  <p:custDataLst>
    <p:tags r:id="rId5"/>
  </p:custDataLst>
  <p:defaultTextStyle>
    <a:defPPr>
      <a:defRPr lang="en-US"/>
    </a:defPPr>
    <a:lvl1pPr marL="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1pPr>
    <a:lvl2pPr marL="13716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2pPr>
    <a:lvl3pPr marL="27432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3pPr>
    <a:lvl4pPr marL="41148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4pPr>
    <a:lvl5pPr marL="54864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5pPr>
    <a:lvl6pPr marL="68580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80" userDrawn="1">
          <p15:clr>
            <a:srgbClr val="A4A3A4"/>
          </p15:clr>
        </p15:guide>
        <p15:guide id="2" pos="8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0"/>
  </p:normalViewPr>
  <p:slideViewPr>
    <p:cSldViewPr>
      <p:cViewPr>
        <p:scale>
          <a:sx n="33" d="100"/>
          <a:sy n="33" d="100"/>
        </p:scale>
        <p:origin x="2176" y="352"/>
      </p:cViewPr>
      <p:guideLst>
        <p:guide orient="horz" pos="6480"/>
        <p:guide pos="8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6391277"/>
            <a:ext cx="23317200" cy="4410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658600"/>
            <a:ext cx="19202400" cy="5257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85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22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601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939" y="13220702"/>
            <a:ext cx="23317200" cy="4086225"/>
          </a:xfrm>
        </p:spPr>
        <p:txBody>
          <a:bodyPr anchor="t"/>
          <a:lstStyle>
            <a:lvl1pPr algn="l">
              <a:defRPr sz="12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6939" y="8720140"/>
            <a:ext cx="23317200" cy="4500561"/>
          </a:xfrm>
        </p:spPr>
        <p:txBody>
          <a:bodyPr anchor="b"/>
          <a:lstStyle>
            <a:lvl1pPr marL="0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1pPr>
            <a:lvl2pPr marL="13716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2pPr>
            <a:lvl3pPr marL="27432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41148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54864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8580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82296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96012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109728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4800602"/>
            <a:ext cx="12115800" cy="13577889"/>
          </a:xfrm>
        </p:spPr>
        <p:txBody>
          <a:bodyPr/>
          <a:lstStyle>
            <a:lvl1pPr>
              <a:defRPr sz="8400"/>
            </a:lvl1pPr>
            <a:lvl2pPr>
              <a:defRPr sz="7200"/>
            </a:lvl2pPr>
            <a:lvl3pPr>
              <a:defRPr sz="60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44600" y="4800602"/>
            <a:ext cx="12115800" cy="13577889"/>
          </a:xfrm>
        </p:spPr>
        <p:txBody>
          <a:bodyPr/>
          <a:lstStyle>
            <a:lvl1pPr>
              <a:defRPr sz="8400"/>
            </a:lvl1pPr>
            <a:lvl2pPr>
              <a:defRPr sz="7200"/>
            </a:lvl2pPr>
            <a:lvl3pPr>
              <a:defRPr sz="60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4605339"/>
            <a:ext cx="12120564" cy="191928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6524625"/>
            <a:ext cx="12120564" cy="11853864"/>
          </a:xfrm>
        </p:spPr>
        <p:txBody>
          <a:bodyPr/>
          <a:lstStyle>
            <a:lvl1pPr>
              <a:defRPr sz="7200"/>
            </a:lvl1pPr>
            <a:lvl2pPr>
              <a:defRPr sz="6000"/>
            </a:lvl2pPr>
            <a:lvl3pPr>
              <a:defRPr sz="540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935077" y="4605339"/>
            <a:ext cx="12125325" cy="191928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935077" y="6524625"/>
            <a:ext cx="12125325" cy="11853864"/>
          </a:xfrm>
        </p:spPr>
        <p:txBody>
          <a:bodyPr/>
          <a:lstStyle>
            <a:lvl1pPr>
              <a:defRPr sz="7200"/>
            </a:lvl1pPr>
            <a:lvl2pPr>
              <a:defRPr sz="6000"/>
            </a:lvl2pPr>
            <a:lvl3pPr>
              <a:defRPr sz="540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823914"/>
            <a:ext cx="246888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4800602"/>
            <a:ext cx="24688800" cy="13577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19069052"/>
            <a:ext cx="64008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72600" y="19069052"/>
            <a:ext cx="86868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659600" y="19069052"/>
            <a:ext cx="64008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2743200" rtl="0" eaLnBrk="1" latinLnBrk="0" hangingPunct="1"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0" indent="-1028700" algn="l" defTabSz="2743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1pPr>
      <a:lvl2pPr marL="2228850" indent="-857250" algn="l" defTabSz="2743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84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60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spcBef>
          <a:spcPct val="20000"/>
        </a:spcBef>
        <a:buFont typeface="Arial" panose="020B0604020202020204" pitchFamily="34" charset="0"/>
        <a:buChar char="»"/>
        <a:defRPr sz="60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BE041B4-5380-971A-B0AA-070D5A125419}"/>
              </a:ext>
            </a:extLst>
          </p:cNvPr>
          <p:cNvGrpSpPr/>
          <p:nvPr/>
        </p:nvGrpSpPr>
        <p:grpSpPr>
          <a:xfrm>
            <a:off x="2951964" y="2951969"/>
            <a:ext cx="17104608" cy="8206857"/>
            <a:chOff x="983988" y="983989"/>
            <a:chExt cx="5701536" cy="2735619"/>
          </a:xfrm>
        </p:grpSpPr>
        <p:sp>
          <p:nvSpPr>
            <p:cNvPr id="5" name="rc5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6" name="pl6"/>
            <p:cNvSpPr/>
            <p:nvPr/>
          </p:nvSpPr>
          <p:spPr>
            <a:xfrm>
              <a:off x="1335251" y="2984355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7" name="pl7"/>
            <p:cNvSpPr/>
            <p:nvPr/>
          </p:nvSpPr>
          <p:spPr>
            <a:xfrm>
              <a:off x="1335251" y="263712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" name="pl8"/>
            <p:cNvSpPr/>
            <p:nvPr/>
          </p:nvSpPr>
          <p:spPr>
            <a:xfrm>
              <a:off x="1335251" y="228989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" name="pl9"/>
            <p:cNvSpPr/>
            <p:nvPr/>
          </p:nvSpPr>
          <p:spPr>
            <a:xfrm>
              <a:off x="1335251" y="194266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" name="pl10"/>
            <p:cNvSpPr/>
            <p:nvPr/>
          </p:nvSpPr>
          <p:spPr>
            <a:xfrm>
              <a:off x="1335251" y="159543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" name="pl11"/>
            <p:cNvSpPr/>
            <p:nvPr/>
          </p:nvSpPr>
          <p:spPr>
            <a:xfrm>
              <a:off x="1335251" y="315797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" name="pl12"/>
            <p:cNvSpPr/>
            <p:nvPr/>
          </p:nvSpPr>
          <p:spPr>
            <a:xfrm>
              <a:off x="1335251" y="281074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" name="pl13"/>
            <p:cNvSpPr/>
            <p:nvPr/>
          </p:nvSpPr>
          <p:spPr>
            <a:xfrm>
              <a:off x="1335251" y="24635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" name="pl14"/>
            <p:cNvSpPr/>
            <p:nvPr/>
          </p:nvSpPr>
          <p:spPr>
            <a:xfrm>
              <a:off x="1335251" y="211628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5" name="pl15"/>
            <p:cNvSpPr/>
            <p:nvPr/>
          </p:nvSpPr>
          <p:spPr>
            <a:xfrm>
              <a:off x="1335251" y="176905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6" name="pl16"/>
            <p:cNvSpPr/>
            <p:nvPr/>
          </p:nvSpPr>
          <p:spPr>
            <a:xfrm>
              <a:off x="1335251" y="1421822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7" name="pl17"/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8" name="pl18"/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9" name="pl19"/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0" name="pl20"/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1" name="pl21"/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2" name="pl22"/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3" name="pl23"/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4" name="pl24"/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5" name="pl25"/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6" name="pl26"/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7" name="pl27"/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8" name="pl28"/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9" name="pg29"/>
            <p:cNvSpPr/>
            <p:nvPr/>
          </p:nvSpPr>
          <p:spPr>
            <a:xfrm>
              <a:off x="1426902" y="2007854"/>
              <a:ext cx="342953" cy="812103"/>
            </a:xfrm>
            <a:custGeom>
              <a:avLst/>
              <a:gdLst/>
              <a:ahLst/>
              <a:cxnLst/>
              <a:rect l="0" t="0" r="0" b="0"/>
              <a:pathLst>
                <a:path w="342953" h="812103">
                  <a:moveTo>
                    <a:pt x="169055" y="812103"/>
                  </a:moveTo>
                  <a:lnTo>
                    <a:pt x="168983" y="810514"/>
                  </a:lnTo>
                  <a:lnTo>
                    <a:pt x="168915" y="808925"/>
                  </a:lnTo>
                  <a:lnTo>
                    <a:pt x="168852" y="807336"/>
                  </a:lnTo>
                  <a:lnTo>
                    <a:pt x="168794" y="805746"/>
                  </a:lnTo>
                  <a:lnTo>
                    <a:pt x="168742" y="804157"/>
                  </a:lnTo>
                  <a:lnTo>
                    <a:pt x="168695" y="802568"/>
                  </a:lnTo>
                  <a:lnTo>
                    <a:pt x="168654" y="800979"/>
                  </a:lnTo>
                  <a:lnTo>
                    <a:pt x="168617" y="799389"/>
                  </a:lnTo>
                  <a:lnTo>
                    <a:pt x="168584" y="797800"/>
                  </a:lnTo>
                  <a:lnTo>
                    <a:pt x="168557" y="796211"/>
                  </a:lnTo>
                  <a:lnTo>
                    <a:pt x="168533" y="794622"/>
                  </a:lnTo>
                  <a:lnTo>
                    <a:pt x="168513" y="793032"/>
                  </a:lnTo>
                  <a:lnTo>
                    <a:pt x="168496" y="791443"/>
                  </a:lnTo>
                  <a:lnTo>
                    <a:pt x="168481" y="789854"/>
                  </a:lnTo>
                  <a:lnTo>
                    <a:pt x="168468" y="788265"/>
                  </a:lnTo>
                  <a:lnTo>
                    <a:pt x="168456" y="786675"/>
                  </a:lnTo>
                  <a:lnTo>
                    <a:pt x="168445" y="785086"/>
                  </a:lnTo>
                  <a:lnTo>
                    <a:pt x="168433" y="783497"/>
                  </a:lnTo>
                  <a:lnTo>
                    <a:pt x="168421" y="781908"/>
                  </a:lnTo>
                  <a:lnTo>
                    <a:pt x="168407" y="780318"/>
                  </a:lnTo>
                  <a:lnTo>
                    <a:pt x="168391" y="778729"/>
                  </a:lnTo>
                  <a:lnTo>
                    <a:pt x="168373" y="777140"/>
                  </a:lnTo>
                  <a:lnTo>
                    <a:pt x="168351" y="775551"/>
                  </a:lnTo>
                  <a:lnTo>
                    <a:pt x="168327" y="773961"/>
                  </a:lnTo>
                  <a:lnTo>
                    <a:pt x="168298" y="772372"/>
                  </a:lnTo>
                  <a:lnTo>
                    <a:pt x="168265" y="770783"/>
                  </a:lnTo>
                  <a:lnTo>
                    <a:pt x="168229" y="769194"/>
                  </a:lnTo>
                  <a:lnTo>
                    <a:pt x="168188" y="767604"/>
                  </a:lnTo>
                  <a:lnTo>
                    <a:pt x="168143" y="766015"/>
                  </a:lnTo>
                  <a:lnTo>
                    <a:pt x="168093" y="764426"/>
                  </a:lnTo>
                  <a:lnTo>
                    <a:pt x="168039" y="762837"/>
                  </a:lnTo>
                  <a:lnTo>
                    <a:pt x="167981" y="761247"/>
                  </a:lnTo>
                  <a:lnTo>
                    <a:pt x="167919" y="759658"/>
                  </a:lnTo>
                  <a:lnTo>
                    <a:pt x="167854" y="758069"/>
                  </a:lnTo>
                  <a:lnTo>
                    <a:pt x="167785" y="756480"/>
                  </a:lnTo>
                  <a:lnTo>
                    <a:pt x="167713" y="754891"/>
                  </a:lnTo>
                  <a:lnTo>
                    <a:pt x="167638" y="753301"/>
                  </a:lnTo>
                  <a:lnTo>
                    <a:pt x="167561" y="751712"/>
                  </a:lnTo>
                  <a:lnTo>
                    <a:pt x="167482" y="750123"/>
                  </a:lnTo>
                  <a:lnTo>
                    <a:pt x="167400" y="748534"/>
                  </a:lnTo>
                  <a:lnTo>
                    <a:pt x="167317" y="746944"/>
                  </a:lnTo>
                  <a:lnTo>
                    <a:pt x="167231" y="745355"/>
                  </a:lnTo>
                  <a:lnTo>
                    <a:pt x="167145" y="743766"/>
                  </a:lnTo>
                  <a:lnTo>
                    <a:pt x="167056" y="742177"/>
                  </a:lnTo>
                  <a:lnTo>
                    <a:pt x="166966" y="740587"/>
                  </a:lnTo>
                  <a:lnTo>
                    <a:pt x="166874" y="738998"/>
                  </a:lnTo>
                  <a:lnTo>
                    <a:pt x="166780" y="737409"/>
                  </a:lnTo>
                  <a:lnTo>
                    <a:pt x="166684" y="735820"/>
                  </a:lnTo>
                  <a:lnTo>
                    <a:pt x="166585" y="734230"/>
                  </a:lnTo>
                  <a:lnTo>
                    <a:pt x="166484" y="732641"/>
                  </a:lnTo>
                  <a:lnTo>
                    <a:pt x="166379" y="731052"/>
                  </a:lnTo>
                  <a:lnTo>
                    <a:pt x="166271" y="729463"/>
                  </a:lnTo>
                  <a:lnTo>
                    <a:pt x="166160" y="727873"/>
                  </a:lnTo>
                  <a:lnTo>
                    <a:pt x="166044" y="726284"/>
                  </a:lnTo>
                  <a:lnTo>
                    <a:pt x="165923" y="724695"/>
                  </a:lnTo>
                  <a:lnTo>
                    <a:pt x="165796" y="723106"/>
                  </a:lnTo>
                  <a:lnTo>
                    <a:pt x="165664" y="721516"/>
                  </a:lnTo>
                  <a:lnTo>
                    <a:pt x="165527" y="719927"/>
                  </a:lnTo>
                  <a:lnTo>
                    <a:pt x="165383" y="718338"/>
                  </a:lnTo>
                  <a:lnTo>
                    <a:pt x="165233" y="716749"/>
                  </a:lnTo>
                  <a:lnTo>
                    <a:pt x="165075" y="715159"/>
                  </a:lnTo>
                  <a:lnTo>
                    <a:pt x="164911" y="713570"/>
                  </a:lnTo>
                  <a:lnTo>
                    <a:pt x="164739" y="711981"/>
                  </a:lnTo>
                  <a:lnTo>
                    <a:pt x="164561" y="710392"/>
                  </a:lnTo>
                  <a:lnTo>
                    <a:pt x="164376" y="708802"/>
                  </a:lnTo>
                  <a:lnTo>
                    <a:pt x="164182" y="707213"/>
                  </a:lnTo>
                  <a:lnTo>
                    <a:pt x="163982" y="705624"/>
                  </a:lnTo>
                  <a:lnTo>
                    <a:pt x="163775" y="704035"/>
                  </a:lnTo>
                  <a:lnTo>
                    <a:pt x="163562" y="702445"/>
                  </a:lnTo>
                  <a:lnTo>
                    <a:pt x="163342" y="700856"/>
                  </a:lnTo>
                  <a:lnTo>
                    <a:pt x="163115" y="699267"/>
                  </a:lnTo>
                  <a:lnTo>
                    <a:pt x="162881" y="697678"/>
                  </a:lnTo>
                  <a:lnTo>
                    <a:pt x="162643" y="696088"/>
                  </a:lnTo>
                  <a:lnTo>
                    <a:pt x="162399" y="694499"/>
                  </a:lnTo>
                  <a:lnTo>
                    <a:pt x="162150" y="692910"/>
                  </a:lnTo>
                  <a:lnTo>
                    <a:pt x="161894" y="691321"/>
                  </a:lnTo>
                  <a:lnTo>
                    <a:pt x="161634" y="689731"/>
                  </a:lnTo>
                  <a:lnTo>
                    <a:pt x="161370" y="688142"/>
                  </a:lnTo>
                  <a:lnTo>
                    <a:pt x="161101" y="686553"/>
                  </a:lnTo>
                  <a:lnTo>
                    <a:pt x="160828" y="684964"/>
                  </a:lnTo>
                  <a:lnTo>
                    <a:pt x="160551" y="683375"/>
                  </a:lnTo>
                  <a:lnTo>
                    <a:pt x="160270" y="681785"/>
                  </a:lnTo>
                  <a:lnTo>
                    <a:pt x="159986" y="680196"/>
                  </a:lnTo>
                  <a:lnTo>
                    <a:pt x="159698" y="678607"/>
                  </a:lnTo>
                  <a:lnTo>
                    <a:pt x="159408" y="677018"/>
                  </a:lnTo>
                  <a:lnTo>
                    <a:pt x="159115" y="675428"/>
                  </a:lnTo>
                  <a:lnTo>
                    <a:pt x="158819" y="673839"/>
                  </a:lnTo>
                  <a:lnTo>
                    <a:pt x="158522" y="672250"/>
                  </a:lnTo>
                  <a:lnTo>
                    <a:pt x="158224" y="670661"/>
                  </a:lnTo>
                  <a:lnTo>
                    <a:pt x="157925" y="669071"/>
                  </a:lnTo>
                  <a:lnTo>
                    <a:pt x="157625" y="667482"/>
                  </a:lnTo>
                  <a:lnTo>
                    <a:pt x="157327" y="665893"/>
                  </a:lnTo>
                  <a:lnTo>
                    <a:pt x="157029" y="664304"/>
                  </a:lnTo>
                  <a:lnTo>
                    <a:pt x="156734" y="662714"/>
                  </a:lnTo>
                  <a:lnTo>
                    <a:pt x="156441" y="661125"/>
                  </a:lnTo>
                  <a:lnTo>
                    <a:pt x="156153" y="659536"/>
                  </a:lnTo>
                  <a:lnTo>
                    <a:pt x="155870" y="657947"/>
                  </a:lnTo>
                  <a:lnTo>
                    <a:pt x="155592" y="656357"/>
                  </a:lnTo>
                  <a:lnTo>
                    <a:pt x="155320" y="654768"/>
                  </a:lnTo>
                  <a:lnTo>
                    <a:pt x="155056" y="653179"/>
                  </a:lnTo>
                  <a:lnTo>
                    <a:pt x="154801" y="651590"/>
                  </a:lnTo>
                  <a:lnTo>
                    <a:pt x="154556" y="650000"/>
                  </a:lnTo>
                  <a:lnTo>
                    <a:pt x="154319" y="648411"/>
                  </a:lnTo>
                  <a:lnTo>
                    <a:pt x="154093" y="646822"/>
                  </a:lnTo>
                  <a:lnTo>
                    <a:pt x="153878" y="645233"/>
                  </a:lnTo>
                  <a:lnTo>
                    <a:pt x="153676" y="643643"/>
                  </a:lnTo>
                  <a:lnTo>
                    <a:pt x="153486" y="642054"/>
                  </a:lnTo>
                  <a:lnTo>
                    <a:pt x="153307" y="640465"/>
                  </a:lnTo>
                  <a:lnTo>
                    <a:pt x="153140" y="638876"/>
                  </a:lnTo>
                  <a:lnTo>
                    <a:pt x="152984" y="637286"/>
                  </a:lnTo>
                  <a:lnTo>
                    <a:pt x="152843" y="635697"/>
                  </a:lnTo>
                  <a:lnTo>
                    <a:pt x="152712" y="634108"/>
                  </a:lnTo>
                  <a:lnTo>
                    <a:pt x="152591" y="632519"/>
                  </a:lnTo>
                  <a:lnTo>
                    <a:pt x="152480" y="630929"/>
                  </a:lnTo>
                  <a:lnTo>
                    <a:pt x="152378" y="629340"/>
                  </a:lnTo>
                  <a:lnTo>
                    <a:pt x="152286" y="627751"/>
                  </a:lnTo>
                  <a:lnTo>
                    <a:pt x="152202" y="626162"/>
                  </a:lnTo>
                  <a:lnTo>
                    <a:pt x="152124" y="624572"/>
                  </a:lnTo>
                  <a:lnTo>
                    <a:pt x="152052" y="622983"/>
                  </a:lnTo>
                  <a:lnTo>
                    <a:pt x="151984" y="621394"/>
                  </a:lnTo>
                  <a:lnTo>
                    <a:pt x="151922" y="619805"/>
                  </a:lnTo>
                  <a:lnTo>
                    <a:pt x="151862" y="618215"/>
                  </a:lnTo>
                  <a:lnTo>
                    <a:pt x="151804" y="616626"/>
                  </a:lnTo>
                  <a:lnTo>
                    <a:pt x="151747" y="615037"/>
                  </a:lnTo>
                  <a:lnTo>
                    <a:pt x="151691" y="613448"/>
                  </a:lnTo>
                  <a:lnTo>
                    <a:pt x="151634" y="611859"/>
                  </a:lnTo>
                  <a:lnTo>
                    <a:pt x="151576" y="610269"/>
                  </a:lnTo>
                  <a:lnTo>
                    <a:pt x="151517" y="608680"/>
                  </a:lnTo>
                  <a:lnTo>
                    <a:pt x="151456" y="607091"/>
                  </a:lnTo>
                  <a:lnTo>
                    <a:pt x="151392" y="605502"/>
                  </a:lnTo>
                  <a:lnTo>
                    <a:pt x="151325" y="603912"/>
                  </a:lnTo>
                  <a:lnTo>
                    <a:pt x="151254" y="602323"/>
                  </a:lnTo>
                  <a:lnTo>
                    <a:pt x="151179" y="600734"/>
                  </a:lnTo>
                  <a:lnTo>
                    <a:pt x="151101" y="599145"/>
                  </a:lnTo>
                  <a:lnTo>
                    <a:pt x="151017" y="597555"/>
                  </a:lnTo>
                  <a:lnTo>
                    <a:pt x="150927" y="595966"/>
                  </a:lnTo>
                  <a:lnTo>
                    <a:pt x="150832" y="594377"/>
                  </a:lnTo>
                  <a:lnTo>
                    <a:pt x="150730" y="592788"/>
                  </a:lnTo>
                  <a:lnTo>
                    <a:pt x="150622" y="591198"/>
                  </a:lnTo>
                  <a:lnTo>
                    <a:pt x="150506" y="589609"/>
                  </a:lnTo>
                  <a:lnTo>
                    <a:pt x="150379" y="588020"/>
                  </a:lnTo>
                  <a:lnTo>
                    <a:pt x="150243" y="586431"/>
                  </a:lnTo>
                  <a:lnTo>
                    <a:pt x="150097" y="584841"/>
                  </a:lnTo>
                  <a:lnTo>
                    <a:pt x="149940" y="583252"/>
                  </a:lnTo>
                  <a:lnTo>
                    <a:pt x="149771" y="581663"/>
                  </a:lnTo>
                  <a:lnTo>
                    <a:pt x="149584" y="580074"/>
                  </a:lnTo>
                  <a:lnTo>
                    <a:pt x="149382" y="578484"/>
                  </a:lnTo>
                  <a:lnTo>
                    <a:pt x="149165" y="576895"/>
                  </a:lnTo>
                  <a:lnTo>
                    <a:pt x="148930" y="575306"/>
                  </a:lnTo>
                  <a:lnTo>
                    <a:pt x="148677" y="573717"/>
                  </a:lnTo>
                  <a:lnTo>
                    <a:pt x="148399" y="572127"/>
                  </a:lnTo>
                  <a:lnTo>
                    <a:pt x="148099" y="570538"/>
                  </a:lnTo>
                  <a:lnTo>
                    <a:pt x="147778" y="568949"/>
                  </a:lnTo>
                  <a:lnTo>
                    <a:pt x="147434" y="567360"/>
                  </a:lnTo>
                  <a:lnTo>
                    <a:pt x="147067" y="565770"/>
                  </a:lnTo>
                  <a:lnTo>
                    <a:pt x="146668" y="564181"/>
                  </a:lnTo>
                  <a:lnTo>
                    <a:pt x="146243" y="562592"/>
                  </a:lnTo>
                  <a:lnTo>
                    <a:pt x="145793" y="561003"/>
                  </a:lnTo>
                  <a:lnTo>
                    <a:pt x="145318" y="559413"/>
                  </a:lnTo>
                  <a:lnTo>
                    <a:pt x="144816" y="557824"/>
                  </a:lnTo>
                  <a:lnTo>
                    <a:pt x="144282" y="556235"/>
                  </a:lnTo>
                  <a:lnTo>
                    <a:pt x="143722" y="554646"/>
                  </a:lnTo>
                  <a:lnTo>
                    <a:pt x="143136" y="553056"/>
                  </a:lnTo>
                  <a:lnTo>
                    <a:pt x="142527" y="551467"/>
                  </a:lnTo>
                  <a:lnTo>
                    <a:pt x="141894" y="549878"/>
                  </a:lnTo>
                  <a:lnTo>
                    <a:pt x="141232" y="548289"/>
                  </a:lnTo>
                  <a:lnTo>
                    <a:pt x="140548" y="546700"/>
                  </a:lnTo>
                  <a:lnTo>
                    <a:pt x="139844" y="545110"/>
                  </a:lnTo>
                  <a:lnTo>
                    <a:pt x="139121" y="543521"/>
                  </a:lnTo>
                  <a:lnTo>
                    <a:pt x="138380" y="541932"/>
                  </a:lnTo>
                  <a:lnTo>
                    <a:pt x="137619" y="540343"/>
                  </a:lnTo>
                  <a:lnTo>
                    <a:pt x="136843" y="538753"/>
                  </a:lnTo>
                  <a:lnTo>
                    <a:pt x="136055" y="537164"/>
                  </a:lnTo>
                  <a:lnTo>
                    <a:pt x="135255" y="535575"/>
                  </a:lnTo>
                  <a:lnTo>
                    <a:pt x="134446" y="533986"/>
                  </a:lnTo>
                  <a:lnTo>
                    <a:pt x="133626" y="532396"/>
                  </a:lnTo>
                  <a:lnTo>
                    <a:pt x="132799" y="530807"/>
                  </a:lnTo>
                  <a:lnTo>
                    <a:pt x="131968" y="529218"/>
                  </a:lnTo>
                  <a:lnTo>
                    <a:pt x="131132" y="527629"/>
                  </a:lnTo>
                  <a:lnTo>
                    <a:pt x="130294" y="526039"/>
                  </a:lnTo>
                  <a:lnTo>
                    <a:pt x="129454" y="524450"/>
                  </a:lnTo>
                  <a:lnTo>
                    <a:pt x="128613" y="522861"/>
                  </a:lnTo>
                  <a:lnTo>
                    <a:pt x="127773" y="521272"/>
                  </a:lnTo>
                  <a:lnTo>
                    <a:pt x="126933" y="519682"/>
                  </a:lnTo>
                  <a:lnTo>
                    <a:pt x="126095" y="518093"/>
                  </a:lnTo>
                  <a:lnTo>
                    <a:pt x="125259" y="516504"/>
                  </a:lnTo>
                  <a:lnTo>
                    <a:pt x="124424" y="514915"/>
                  </a:lnTo>
                  <a:lnTo>
                    <a:pt x="123592" y="513325"/>
                  </a:lnTo>
                  <a:lnTo>
                    <a:pt x="122761" y="511736"/>
                  </a:lnTo>
                  <a:lnTo>
                    <a:pt x="121931" y="510147"/>
                  </a:lnTo>
                  <a:lnTo>
                    <a:pt x="121103" y="508558"/>
                  </a:lnTo>
                  <a:lnTo>
                    <a:pt x="120274" y="506968"/>
                  </a:lnTo>
                  <a:lnTo>
                    <a:pt x="119446" y="505379"/>
                  </a:lnTo>
                  <a:lnTo>
                    <a:pt x="118616" y="503790"/>
                  </a:lnTo>
                  <a:lnTo>
                    <a:pt x="117784" y="502201"/>
                  </a:lnTo>
                  <a:lnTo>
                    <a:pt x="116949" y="500611"/>
                  </a:lnTo>
                  <a:lnTo>
                    <a:pt x="116110" y="499022"/>
                  </a:lnTo>
                  <a:lnTo>
                    <a:pt x="115266" y="497433"/>
                  </a:lnTo>
                  <a:lnTo>
                    <a:pt x="114417" y="495844"/>
                  </a:lnTo>
                  <a:lnTo>
                    <a:pt x="113562" y="494254"/>
                  </a:lnTo>
                  <a:lnTo>
                    <a:pt x="112698" y="492665"/>
                  </a:lnTo>
                  <a:lnTo>
                    <a:pt x="111825" y="491076"/>
                  </a:lnTo>
                  <a:lnTo>
                    <a:pt x="110944" y="489487"/>
                  </a:lnTo>
                  <a:lnTo>
                    <a:pt x="110055" y="487897"/>
                  </a:lnTo>
                  <a:lnTo>
                    <a:pt x="109156" y="486308"/>
                  </a:lnTo>
                  <a:lnTo>
                    <a:pt x="108245" y="484719"/>
                  </a:lnTo>
                  <a:lnTo>
                    <a:pt x="107323" y="483130"/>
                  </a:lnTo>
                  <a:lnTo>
                    <a:pt x="106391" y="481540"/>
                  </a:lnTo>
                  <a:lnTo>
                    <a:pt x="105449" y="479951"/>
                  </a:lnTo>
                  <a:lnTo>
                    <a:pt x="104497" y="478362"/>
                  </a:lnTo>
                  <a:lnTo>
                    <a:pt x="103533" y="476773"/>
                  </a:lnTo>
                  <a:lnTo>
                    <a:pt x="102558" y="475184"/>
                  </a:lnTo>
                  <a:lnTo>
                    <a:pt x="101575" y="473594"/>
                  </a:lnTo>
                  <a:lnTo>
                    <a:pt x="100582" y="472005"/>
                  </a:lnTo>
                  <a:lnTo>
                    <a:pt x="99582" y="470416"/>
                  </a:lnTo>
                  <a:lnTo>
                    <a:pt x="98572" y="468827"/>
                  </a:lnTo>
                  <a:lnTo>
                    <a:pt x="97554" y="467237"/>
                  </a:lnTo>
                  <a:lnTo>
                    <a:pt x="96529" y="465648"/>
                  </a:lnTo>
                  <a:lnTo>
                    <a:pt x="95498" y="464059"/>
                  </a:lnTo>
                  <a:lnTo>
                    <a:pt x="94462" y="462470"/>
                  </a:lnTo>
                  <a:lnTo>
                    <a:pt x="93418" y="460880"/>
                  </a:lnTo>
                  <a:lnTo>
                    <a:pt x="92369" y="459291"/>
                  </a:lnTo>
                  <a:lnTo>
                    <a:pt x="91315" y="457702"/>
                  </a:lnTo>
                  <a:lnTo>
                    <a:pt x="90256" y="456113"/>
                  </a:lnTo>
                  <a:lnTo>
                    <a:pt x="89192" y="454523"/>
                  </a:lnTo>
                  <a:lnTo>
                    <a:pt x="88122" y="452934"/>
                  </a:lnTo>
                  <a:lnTo>
                    <a:pt x="87044" y="451345"/>
                  </a:lnTo>
                  <a:lnTo>
                    <a:pt x="85961" y="449756"/>
                  </a:lnTo>
                  <a:lnTo>
                    <a:pt x="84870" y="448166"/>
                  </a:lnTo>
                  <a:lnTo>
                    <a:pt x="83772" y="446577"/>
                  </a:lnTo>
                  <a:lnTo>
                    <a:pt x="82662" y="444988"/>
                  </a:lnTo>
                  <a:lnTo>
                    <a:pt x="81541" y="443399"/>
                  </a:lnTo>
                  <a:lnTo>
                    <a:pt x="80408" y="441809"/>
                  </a:lnTo>
                  <a:lnTo>
                    <a:pt x="79262" y="440220"/>
                  </a:lnTo>
                  <a:lnTo>
                    <a:pt x="78102" y="438631"/>
                  </a:lnTo>
                  <a:lnTo>
                    <a:pt x="76923" y="437042"/>
                  </a:lnTo>
                  <a:lnTo>
                    <a:pt x="75723" y="435452"/>
                  </a:lnTo>
                  <a:lnTo>
                    <a:pt x="74505" y="433863"/>
                  </a:lnTo>
                  <a:lnTo>
                    <a:pt x="73265" y="432274"/>
                  </a:lnTo>
                  <a:lnTo>
                    <a:pt x="72004" y="430685"/>
                  </a:lnTo>
                  <a:lnTo>
                    <a:pt x="70716" y="429095"/>
                  </a:lnTo>
                  <a:lnTo>
                    <a:pt x="69400" y="427506"/>
                  </a:lnTo>
                  <a:lnTo>
                    <a:pt x="68023" y="425875"/>
                  </a:lnTo>
                  <a:lnTo>
                    <a:pt x="66692" y="424328"/>
                  </a:lnTo>
                  <a:lnTo>
                    <a:pt x="65300" y="422738"/>
                  </a:lnTo>
                  <a:lnTo>
                    <a:pt x="63878" y="421149"/>
                  </a:lnTo>
                  <a:lnTo>
                    <a:pt x="62426" y="419560"/>
                  </a:lnTo>
                  <a:lnTo>
                    <a:pt x="60950" y="417971"/>
                  </a:lnTo>
                  <a:lnTo>
                    <a:pt x="59450" y="416381"/>
                  </a:lnTo>
                  <a:lnTo>
                    <a:pt x="57928" y="414792"/>
                  </a:lnTo>
                  <a:lnTo>
                    <a:pt x="56380" y="413203"/>
                  </a:lnTo>
                  <a:lnTo>
                    <a:pt x="54811" y="411614"/>
                  </a:lnTo>
                  <a:lnTo>
                    <a:pt x="53226" y="410025"/>
                  </a:lnTo>
                  <a:lnTo>
                    <a:pt x="51625" y="408435"/>
                  </a:lnTo>
                  <a:lnTo>
                    <a:pt x="50013" y="406846"/>
                  </a:lnTo>
                  <a:lnTo>
                    <a:pt x="48389" y="405257"/>
                  </a:lnTo>
                  <a:lnTo>
                    <a:pt x="46757" y="403668"/>
                  </a:lnTo>
                  <a:lnTo>
                    <a:pt x="45122" y="402078"/>
                  </a:lnTo>
                  <a:lnTo>
                    <a:pt x="43486" y="400489"/>
                  </a:lnTo>
                  <a:lnTo>
                    <a:pt x="41850" y="398900"/>
                  </a:lnTo>
                  <a:lnTo>
                    <a:pt x="40219" y="397311"/>
                  </a:lnTo>
                  <a:lnTo>
                    <a:pt x="38596" y="395721"/>
                  </a:lnTo>
                  <a:lnTo>
                    <a:pt x="36982" y="394132"/>
                  </a:lnTo>
                  <a:lnTo>
                    <a:pt x="35379" y="392543"/>
                  </a:lnTo>
                  <a:lnTo>
                    <a:pt x="33788" y="390954"/>
                  </a:lnTo>
                  <a:lnTo>
                    <a:pt x="32214" y="389364"/>
                  </a:lnTo>
                  <a:lnTo>
                    <a:pt x="30658" y="387775"/>
                  </a:lnTo>
                  <a:lnTo>
                    <a:pt x="29118" y="386186"/>
                  </a:lnTo>
                  <a:lnTo>
                    <a:pt x="27597" y="384597"/>
                  </a:lnTo>
                  <a:lnTo>
                    <a:pt x="26094" y="383007"/>
                  </a:lnTo>
                  <a:lnTo>
                    <a:pt x="24613" y="381418"/>
                  </a:lnTo>
                  <a:lnTo>
                    <a:pt x="23155" y="379829"/>
                  </a:lnTo>
                  <a:lnTo>
                    <a:pt x="21718" y="378240"/>
                  </a:lnTo>
                  <a:lnTo>
                    <a:pt x="20302" y="376650"/>
                  </a:lnTo>
                  <a:lnTo>
                    <a:pt x="18907" y="375061"/>
                  </a:lnTo>
                  <a:lnTo>
                    <a:pt x="17538" y="373472"/>
                  </a:lnTo>
                  <a:lnTo>
                    <a:pt x="16197" y="371883"/>
                  </a:lnTo>
                  <a:lnTo>
                    <a:pt x="14881" y="370293"/>
                  </a:lnTo>
                  <a:lnTo>
                    <a:pt x="13592" y="368704"/>
                  </a:lnTo>
                  <a:lnTo>
                    <a:pt x="12331" y="367115"/>
                  </a:lnTo>
                  <a:lnTo>
                    <a:pt x="11105" y="365526"/>
                  </a:lnTo>
                  <a:lnTo>
                    <a:pt x="9921" y="363936"/>
                  </a:lnTo>
                  <a:lnTo>
                    <a:pt x="8775" y="362347"/>
                  </a:lnTo>
                  <a:lnTo>
                    <a:pt x="7671" y="360758"/>
                  </a:lnTo>
                  <a:lnTo>
                    <a:pt x="6612" y="359169"/>
                  </a:lnTo>
                  <a:lnTo>
                    <a:pt x="5610" y="357579"/>
                  </a:lnTo>
                  <a:lnTo>
                    <a:pt x="4677" y="355990"/>
                  </a:lnTo>
                  <a:lnTo>
                    <a:pt x="3808" y="354401"/>
                  </a:lnTo>
                  <a:lnTo>
                    <a:pt x="3006" y="352812"/>
                  </a:lnTo>
                  <a:lnTo>
                    <a:pt x="2279" y="351222"/>
                  </a:lnTo>
                  <a:lnTo>
                    <a:pt x="1641" y="349633"/>
                  </a:lnTo>
                  <a:lnTo>
                    <a:pt x="1110" y="348044"/>
                  </a:lnTo>
                  <a:lnTo>
                    <a:pt x="800" y="346916"/>
                  </a:lnTo>
                  <a:lnTo>
                    <a:pt x="673" y="346455"/>
                  </a:lnTo>
                  <a:lnTo>
                    <a:pt x="338" y="344865"/>
                  </a:lnTo>
                  <a:lnTo>
                    <a:pt x="107" y="343276"/>
                  </a:lnTo>
                  <a:lnTo>
                    <a:pt x="0" y="341687"/>
                  </a:lnTo>
                  <a:lnTo>
                    <a:pt x="35" y="340098"/>
                  </a:lnTo>
                  <a:lnTo>
                    <a:pt x="192" y="338509"/>
                  </a:lnTo>
                  <a:lnTo>
                    <a:pt x="474" y="336919"/>
                  </a:lnTo>
                  <a:lnTo>
                    <a:pt x="884" y="335330"/>
                  </a:lnTo>
                  <a:lnTo>
                    <a:pt x="1437" y="333741"/>
                  </a:lnTo>
                  <a:lnTo>
                    <a:pt x="2150" y="332152"/>
                  </a:lnTo>
                  <a:lnTo>
                    <a:pt x="2995" y="330562"/>
                  </a:lnTo>
                  <a:lnTo>
                    <a:pt x="3971" y="328973"/>
                  </a:lnTo>
                  <a:lnTo>
                    <a:pt x="5075" y="327384"/>
                  </a:lnTo>
                  <a:lnTo>
                    <a:pt x="6318" y="325795"/>
                  </a:lnTo>
                  <a:lnTo>
                    <a:pt x="7712" y="324205"/>
                  </a:lnTo>
                  <a:lnTo>
                    <a:pt x="9222" y="322616"/>
                  </a:lnTo>
                  <a:lnTo>
                    <a:pt x="10844" y="321027"/>
                  </a:lnTo>
                  <a:lnTo>
                    <a:pt x="12572" y="319438"/>
                  </a:lnTo>
                  <a:lnTo>
                    <a:pt x="14410" y="317848"/>
                  </a:lnTo>
                  <a:lnTo>
                    <a:pt x="16360" y="316259"/>
                  </a:lnTo>
                  <a:lnTo>
                    <a:pt x="18391" y="314670"/>
                  </a:lnTo>
                  <a:lnTo>
                    <a:pt x="20496" y="313081"/>
                  </a:lnTo>
                  <a:lnTo>
                    <a:pt x="22668" y="311491"/>
                  </a:lnTo>
                  <a:lnTo>
                    <a:pt x="24903" y="309902"/>
                  </a:lnTo>
                  <a:lnTo>
                    <a:pt x="27196" y="308313"/>
                  </a:lnTo>
                  <a:lnTo>
                    <a:pt x="29525" y="306724"/>
                  </a:lnTo>
                  <a:lnTo>
                    <a:pt x="31883" y="305134"/>
                  </a:lnTo>
                  <a:lnTo>
                    <a:pt x="34262" y="303545"/>
                  </a:lnTo>
                  <a:lnTo>
                    <a:pt x="36655" y="301956"/>
                  </a:lnTo>
                  <a:lnTo>
                    <a:pt x="39052" y="300367"/>
                  </a:lnTo>
                  <a:lnTo>
                    <a:pt x="41443" y="298777"/>
                  </a:lnTo>
                  <a:lnTo>
                    <a:pt x="43822" y="297188"/>
                  </a:lnTo>
                  <a:lnTo>
                    <a:pt x="46184" y="295599"/>
                  </a:lnTo>
                  <a:lnTo>
                    <a:pt x="48520" y="294010"/>
                  </a:lnTo>
                  <a:lnTo>
                    <a:pt x="50817" y="292420"/>
                  </a:lnTo>
                  <a:lnTo>
                    <a:pt x="53078" y="290831"/>
                  </a:lnTo>
                  <a:lnTo>
                    <a:pt x="55298" y="289242"/>
                  </a:lnTo>
                  <a:lnTo>
                    <a:pt x="57475" y="287653"/>
                  </a:lnTo>
                  <a:lnTo>
                    <a:pt x="59603" y="286063"/>
                  </a:lnTo>
                  <a:lnTo>
                    <a:pt x="61666" y="284474"/>
                  </a:lnTo>
                  <a:lnTo>
                    <a:pt x="63677" y="282885"/>
                  </a:lnTo>
                  <a:lnTo>
                    <a:pt x="65634" y="281296"/>
                  </a:lnTo>
                  <a:lnTo>
                    <a:pt x="67535" y="279706"/>
                  </a:lnTo>
                  <a:lnTo>
                    <a:pt x="69377" y="278117"/>
                  </a:lnTo>
                  <a:lnTo>
                    <a:pt x="71148" y="276528"/>
                  </a:lnTo>
                  <a:lnTo>
                    <a:pt x="71880" y="275849"/>
                  </a:lnTo>
                  <a:lnTo>
                    <a:pt x="72862" y="274939"/>
                  </a:lnTo>
                  <a:lnTo>
                    <a:pt x="74519" y="273350"/>
                  </a:lnTo>
                  <a:lnTo>
                    <a:pt x="76122" y="271760"/>
                  </a:lnTo>
                  <a:lnTo>
                    <a:pt x="77667" y="270171"/>
                  </a:lnTo>
                  <a:lnTo>
                    <a:pt x="79144" y="268582"/>
                  </a:lnTo>
                  <a:lnTo>
                    <a:pt x="80570" y="266993"/>
                  </a:lnTo>
                  <a:lnTo>
                    <a:pt x="81947" y="265403"/>
                  </a:lnTo>
                  <a:lnTo>
                    <a:pt x="83275" y="263814"/>
                  </a:lnTo>
                  <a:lnTo>
                    <a:pt x="84556" y="262225"/>
                  </a:lnTo>
                  <a:lnTo>
                    <a:pt x="85780" y="260636"/>
                  </a:lnTo>
                  <a:lnTo>
                    <a:pt x="86963" y="259046"/>
                  </a:lnTo>
                  <a:lnTo>
                    <a:pt x="88108" y="257457"/>
                  </a:lnTo>
                  <a:lnTo>
                    <a:pt x="89216" y="255868"/>
                  </a:lnTo>
                  <a:lnTo>
                    <a:pt x="90288" y="254279"/>
                  </a:lnTo>
                  <a:lnTo>
                    <a:pt x="91319" y="252689"/>
                  </a:lnTo>
                  <a:lnTo>
                    <a:pt x="92322" y="251100"/>
                  </a:lnTo>
                  <a:lnTo>
                    <a:pt x="93297" y="249511"/>
                  </a:lnTo>
                  <a:lnTo>
                    <a:pt x="94248" y="247922"/>
                  </a:lnTo>
                  <a:lnTo>
                    <a:pt x="95176" y="246332"/>
                  </a:lnTo>
                  <a:lnTo>
                    <a:pt x="96077" y="244743"/>
                  </a:lnTo>
                  <a:lnTo>
                    <a:pt x="96961" y="243154"/>
                  </a:lnTo>
                  <a:lnTo>
                    <a:pt x="97829" y="241565"/>
                  </a:lnTo>
                  <a:lnTo>
                    <a:pt x="98683" y="239975"/>
                  </a:lnTo>
                  <a:lnTo>
                    <a:pt x="99523" y="238386"/>
                  </a:lnTo>
                  <a:lnTo>
                    <a:pt x="100349" y="236797"/>
                  </a:lnTo>
                  <a:lnTo>
                    <a:pt x="101166" y="235208"/>
                  </a:lnTo>
                  <a:lnTo>
                    <a:pt x="101974" y="233618"/>
                  </a:lnTo>
                  <a:lnTo>
                    <a:pt x="102774" y="232029"/>
                  </a:lnTo>
                  <a:lnTo>
                    <a:pt x="103568" y="230440"/>
                  </a:lnTo>
                  <a:lnTo>
                    <a:pt x="104355" y="228851"/>
                  </a:lnTo>
                  <a:lnTo>
                    <a:pt x="105136" y="227261"/>
                  </a:lnTo>
                  <a:lnTo>
                    <a:pt x="105912" y="225672"/>
                  </a:lnTo>
                  <a:lnTo>
                    <a:pt x="106684" y="224083"/>
                  </a:lnTo>
                  <a:lnTo>
                    <a:pt x="107452" y="222494"/>
                  </a:lnTo>
                  <a:lnTo>
                    <a:pt x="108213" y="220904"/>
                  </a:lnTo>
                  <a:lnTo>
                    <a:pt x="108970" y="219315"/>
                  </a:lnTo>
                  <a:lnTo>
                    <a:pt x="109721" y="217726"/>
                  </a:lnTo>
                  <a:lnTo>
                    <a:pt x="110468" y="216137"/>
                  </a:lnTo>
                  <a:lnTo>
                    <a:pt x="111208" y="214547"/>
                  </a:lnTo>
                  <a:lnTo>
                    <a:pt x="111939" y="212958"/>
                  </a:lnTo>
                  <a:lnTo>
                    <a:pt x="112663" y="211369"/>
                  </a:lnTo>
                  <a:lnTo>
                    <a:pt x="113379" y="209780"/>
                  </a:lnTo>
                  <a:lnTo>
                    <a:pt x="114085" y="208190"/>
                  </a:lnTo>
                  <a:lnTo>
                    <a:pt x="114782" y="206601"/>
                  </a:lnTo>
                  <a:lnTo>
                    <a:pt x="115465" y="205012"/>
                  </a:lnTo>
                  <a:lnTo>
                    <a:pt x="116136" y="203423"/>
                  </a:lnTo>
                  <a:lnTo>
                    <a:pt x="116795" y="201834"/>
                  </a:lnTo>
                  <a:lnTo>
                    <a:pt x="117440" y="200244"/>
                  </a:lnTo>
                  <a:lnTo>
                    <a:pt x="118072" y="198655"/>
                  </a:lnTo>
                  <a:lnTo>
                    <a:pt x="118685" y="197066"/>
                  </a:lnTo>
                  <a:lnTo>
                    <a:pt x="119282" y="195477"/>
                  </a:lnTo>
                  <a:lnTo>
                    <a:pt x="119864" y="193887"/>
                  </a:lnTo>
                  <a:lnTo>
                    <a:pt x="120430" y="192298"/>
                  </a:lnTo>
                  <a:lnTo>
                    <a:pt x="120979" y="190709"/>
                  </a:lnTo>
                  <a:lnTo>
                    <a:pt x="121508" y="189120"/>
                  </a:lnTo>
                  <a:lnTo>
                    <a:pt x="122021" y="187530"/>
                  </a:lnTo>
                  <a:lnTo>
                    <a:pt x="122517" y="185941"/>
                  </a:lnTo>
                  <a:lnTo>
                    <a:pt x="122998" y="184352"/>
                  </a:lnTo>
                  <a:lnTo>
                    <a:pt x="123464" y="182763"/>
                  </a:lnTo>
                  <a:lnTo>
                    <a:pt x="123911" y="181173"/>
                  </a:lnTo>
                  <a:lnTo>
                    <a:pt x="124345" y="179584"/>
                  </a:lnTo>
                  <a:lnTo>
                    <a:pt x="124765" y="177995"/>
                  </a:lnTo>
                  <a:lnTo>
                    <a:pt x="125174" y="176406"/>
                  </a:lnTo>
                  <a:lnTo>
                    <a:pt x="125571" y="174816"/>
                  </a:lnTo>
                  <a:lnTo>
                    <a:pt x="125955" y="173227"/>
                  </a:lnTo>
                  <a:lnTo>
                    <a:pt x="126331" y="171638"/>
                  </a:lnTo>
                  <a:lnTo>
                    <a:pt x="126698" y="170049"/>
                  </a:lnTo>
                  <a:lnTo>
                    <a:pt x="127059" y="168459"/>
                  </a:lnTo>
                  <a:lnTo>
                    <a:pt x="127413" y="166870"/>
                  </a:lnTo>
                  <a:lnTo>
                    <a:pt x="127761" y="165281"/>
                  </a:lnTo>
                  <a:lnTo>
                    <a:pt x="128105" y="163692"/>
                  </a:lnTo>
                  <a:lnTo>
                    <a:pt x="128445" y="162102"/>
                  </a:lnTo>
                  <a:lnTo>
                    <a:pt x="128783" y="160513"/>
                  </a:lnTo>
                  <a:lnTo>
                    <a:pt x="129118" y="158924"/>
                  </a:lnTo>
                  <a:lnTo>
                    <a:pt x="129451" y="157335"/>
                  </a:lnTo>
                  <a:lnTo>
                    <a:pt x="129783" y="155745"/>
                  </a:lnTo>
                  <a:lnTo>
                    <a:pt x="130114" y="154156"/>
                  </a:lnTo>
                  <a:lnTo>
                    <a:pt x="130443" y="152567"/>
                  </a:lnTo>
                  <a:lnTo>
                    <a:pt x="130771" y="150978"/>
                  </a:lnTo>
                  <a:lnTo>
                    <a:pt x="131098" y="149388"/>
                  </a:lnTo>
                  <a:lnTo>
                    <a:pt x="131424" y="147799"/>
                  </a:lnTo>
                  <a:lnTo>
                    <a:pt x="131748" y="146210"/>
                  </a:lnTo>
                  <a:lnTo>
                    <a:pt x="132070" y="144621"/>
                  </a:lnTo>
                  <a:lnTo>
                    <a:pt x="132390" y="143031"/>
                  </a:lnTo>
                  <a:lnTo>
                    <a:pt x="132706" y="141442"/>
                  </a:lnTo>
                  <a:lnTo>
                    <a:pt x="133020" y="139853"/>
                  </a:lnTo>
                  <a:lnTo>
                    <a:pt x="133331" y="138264"/>
                  </a:lnTo>
                  <a:lnTo>
                    <a:pt x="133638" y="136675"/>
                  </a:lnTo>
                  <a:lnTo>
                    <a:pt x="133943" y="135085"/>
                  </a:lnTo>
                  <a:lnTo>
                    <a:pt x="134243" y="133496"/>
                  </a:lnTo>
                  <a:lnTo>
                    <a:pt x="134540" y="131907"/>
                  </a:lnTo>
                  <a:lnTo>
                    <a:pt x="134834" y="130318"/>
                  </a:lnTo>
                  <a:lnTo>
                    <a:pt x="135125" y="128728"/>
                  </a:lnTo>
                  <a:lnTo>
                    <a:pt x="135414" y="127139"/>
                  </a:lnTo>
                  <a:lnTo>
                    <a:pt x="135701" y="125550"/>
                  </a:lnTo>
                  <a:lnTo>
                    <a:pt x="135988" y="123961"/>
                  </a:lnTo>
                  <a:lnTo>
                    <a:pt x="136275" y="122371"/>
                  </a:lnTo>
                  <a:lnTo>
                    <a:pt x="136563" y="120782"/>
                  </a:lnTo>
                  <a:lnTo>
                    <a:pt x="136853" y="119193"/>
                  </a:lnTo>
                  <a:lnTo>
                    <a:pt x="137148" y="117604"/>
                  </a:lnTo>
                  <a:lnTo>
                    <a:pt x="137449" y="116014"/>
                  </a:lnTo>
                  <a:lnTo>
                    <a:pt x="137756" y="114425"/>
                  </a:lnTo>
                  <a:lnTo>
                    <a:pt x="138070" y="112836"/>
                  </a:lnTo>
                  <a:lnTo>
                    <a:pt x="138394" y="111247"/>
                  </a:lnTo>
                  <a:lnTo>
                    <a:pt x="138730" y="109657"/>
                  </a:lnTo>
                  <a:lnTo>
                    <a:pt x="139080" y="108068"/>
                  </a:lnTo>
                  <a:lnTo>
                    <a:pt x="139442" y="106479"/>
                  </a:lnTo>
                  <a:lnTo>
                    <a:pt x="139818" y="104890"/>
                  </a:lnTo>
                  <a:lnTo>
                    <a:pt x="140210" y="103300"/>
                  </a:lnTo>
                  <a:lnTo>
                    <a:pt x="140621" y="101711"/>
                  </a:lnTo>
                  <a:lnTo>
                    <a:pt x="141050" y="100122"/>
                  </a:lnTo>
                  <a:lnTo>
                    <a:pt x="141496" y="98533"/>
                  </a:lnTo>
                  <a:lnTo>
                    <a:pt x="141960" y="96943"/>
                  </a:lnTo>
                  <a:lnTo>
                    <a:pt x="142441" y="95354"/>
                  </a:lnTo>
                  <a:lnTo>
                    <a:pt x="142943" y="93765"/>
                  </a:lnTo>
                  <a:lnTo>
                    <a:pt x="143464" y="92176"/>
                  </a:lnTo>
                  <a:lnTo>
                    <a:pt x="144001" y="90586"/>
                  </a:lnTo>
                  <a:lnTo>
                    <a:pt x="144553" y="88997"/>
                  </a:lnTo>
                  <a:lnTo>
                    <a:pt x="145119" y="87408"/>
                  </a:lnTo>
                  <a:lnTo>
                    <a:pt x="145702" y="85819"/>
                  </a:lnTo>
                  <a:lnTo>
                    <a:pt x="146298" y="84229"/>
                  </a:lnTo>
                  <a:lnTo>
                    <a:pt x="146903" y="82640"/>
                  </a:lnTo>
                  <a:lnTo>
                    <a:pt x="147517" y="81051"/>
                  </a:lnTo>
                  <a:lnTo>
                    <a:pt x="148138" y="79462"/>
                  </a:lnTo>
                  <a:lnTo>
                    <a:pt x="148765" y="77872"/>
                  </a:lnTo>
                  <a:lnTo>
                    <a:pt x="149395" y="76283"/>
                  </a:lnTo>
                  <a:lnTo>
                    <a:pt x="150025" y="74694"/>
                  </a:lnTo>
                  <a:lnTo>
                    <a:pt x="150655" y="73105"/>
                  </a:lnTo>
                  <a:lnTo>
                    <a:pt x="151282" y="71515"/>
                  </a:lnTo>
                  <a:lnTo>
                    <a:pt x="151903" y="69926"/>
                  </a:lnTo>
                  <a:lnTo>
                    <a:pt x="152517" y="68337"/>
                  </a:lnTo>
                  <a:lnTo>
                    <a:pt x="153122" y="66748"/>
                  </a:lnTo>
                  <a:lnTo>
                    <a:pt x="153718" y="65159"/>
                  </a:lnTo>
                  <a:lnTo>
                    <a:pt x="154302" y="63569"/>
                  </a:lnTo>
                  <a:lnTo>
                    <a:pt x="154872" y="61980"/>
                  </a:lnTo>
                  <a:lnTo>
                    <a:pt x="155426" y="60391"/>
                  </a:lnTo>
                  <a:lnTo>
                    <a:pt x="155965" y="58802"/>
                  </a:lnTo>
                  <a:lnTo>
                    <a:pt x="156489" y="57212"/>
                  </a:lnTo>
                  <a:lnTo>
                    <a:pt x="156997" y="55623"/>
                  </a:lnTo>
                  <a:lnTo>
                    <a:pt x="157485" y="54034"/>
                  </a:lnTo>
                  <a:lnTo>
                    <a:pt x="157953" y="52445"/>
                  </a:lnTo>
                  <a:lnTo>
                    <a:pt x="158405" y="50855"/>
                  </a:lnTo>
                  <a:lnTo>
                    <a:pt x="158839" y="49266"/>
                  </a:lnTo>
                  <a:lnTo>
                    <a:pt x="159255" y="47677"/>
                  </a:lnTo>
                  <a:lnTo>
                    <a:pt x="159652" y="46088"/>
                  </a:lnTo>
                  <a:lnTo>
                    <a:pt x="160029" y="44498"/>
                  </a:lnTo>
                  <a:lnTo>
                    <a:pt x="160390" y="42909"/>
                  </a:lnTo>
                  <a:lnTo>
                    <a:pt x="160736" y="41320"/>
                  </a:lnTo>
                  <a:lnTo>
                    <a:pt x="161066" y="39731"/>
                  </a:lnTo>
                  <a:lnTo>
                    <a:pt x="161379" y="38141"/>
                  </a:lnTo>
                  <a:lnTo>
                    <a:pt x="161677" y="36552"/>
                  </a:lnTo>
                  <a:lnTo>
                    <a:pt x="161962" y="34963"/>
                  </a:lnTo>
                  <a:lnTo>
                    <a:pt x="162235" y="33374"/>
                  </a:lnTo>
                  <a:lnTo>
                    <a:pt x="162497" y="31784"/>
                  </a:lnTo>
                  <a:lnTo>
                    <a:pt x="162747" y="30195"/>
                  </a:lnTo>
                  <a:lnTo>
                    <a:pt x="162987" y="28606"/>
                  </a:lnTo>
                  <a:lnTo>
                    <a:pt x="163218" y="27017"/>
                  </a:lnTo>
                  <a:lnTo>
                    <a:pt x="163443" y="25427"/>
                  </a:lnTo>
                  <a:lnTo>
                    <a:pt x="163661" y="23838"/>
                  </a:lnTo>
                  <a:lnTo>
                    <a:pt x="163874" y="22249"/>
                  </a:lnTo>
                  <a:lnTo>
                    <a:pt x="164081" y="20660"/>
                  </a:lnTo>
                  <a:lnTo>
                    <a:pt x="164285" y="19070"/>
                  </a:lnTo>
                  <a:lnTo>
                    <a:pt x="164487" y="17481"/>
                  </a:lnTo>
                  <a:lnTo>
                    <a:pt x="164687" y="15892"/>
                  </a:lnTo>
                  <a:lnTo>
                    <a:pt x="164885" y="14303"/>
                  </a:lnTo>
                  <a:lnTo>
                    <a:pt x="165084" y="12713"/>
                  </a:lnTo>
                  <a:lnTo>
                    <a:pt x="165282" y="11124"/>
                  </a:lnTo>
                  <a:lnTo>
                    <a:pt x="165481" y="9535"/>
                  </a:lnTo>
                  <a:lnTo>
                    <a:pt x="165680" y="7946"/>
                  </a:lnTo>
                  <a:lnTo>
                    <a:pt x="165881" y="6356"/>
                  </a:lnTo>
                  <a:lnTo>
                    <a:pt x="166083" y="4767"/>
                  </a:lnTo>
                  <a:lnTo>
                    <a:pt x="166287" y="3178"/>
                  </a:lnTo>
                  <a:lnTo>
                    <a:pt x="166492" y="1589"/>
                  </a:lnTo>
                  <a:lnTo>
                    <a:pt x="166698" y="0"/>
                  </a:lnTo>
                  <a:lnTo>
                    <a:pt x="176255" y="0"/>
                  </a:lnTo>
                  <a:lnTo>
                    <a:pt x="176461" y="1589"/>
                  </a:lnTo>
                  <a:lnTo>
                    <a:pt x="176666" y="3178"/>
                  </a:lnTo>
                  <a:lnTo>
                    <a:pt x="176869" y="4767"/>
                  </a:lnTo>
                  <a:lnTo>
                    <a:pt x="177072" y="6356"/>
                  </a:lnTo>
                  <a:lnTo>
                    <a:pt x="177272" y="7946"/>
                  </a:lnTo>
                  <a:lnTo>
                    <a:pt x="177472" y="9535"/>
                  </a:lnTo>
                  <a:lnTo>
                    <a:pt x="177671" y="11124"/>
                  </a:lnTo>
                  <a:lnTo>
                    <a:pt x="177869" y="12713"/>
                  </a:lnTo>
                  <a:lnTo>
                    <a:pt x="178067" y="14303"/>
                  </a:lnTo>
                  <a:lnTo>
                    <a:pt x="178266" y="15892"/>
                  </a:lnTo>
                  <a:lnTo>
                    <a:pt x="178466" y="17481"/>
                  </a:lnTo>
                  <a:lnTo>
                    <a:pt x="178667" y="19070"/>
                  </a:lnTo>
                  <a:lnTo>
                    <a:pt x="178872" y="20660"/>
                  </a:lnTo>
                  <a:lnTo>
                    <a:pt x="179079" y="22249"/>
                  </a:lnTo>
                  <a:lnTo>
                    <a:pt x="179291" y="23838"/>
                  </a:lnTo>
                  <a:lnTo>
                    <a:pt x="179510" y="25427"/>
                  </a:lnTo>
                  <a:lnTo>
                    <a:pt x="179734" y="27017"/>
                  </a:lnTo>
                  <a:lnTo>
                    <a:pt x="179966" y="28606"/>
                  </a:lnTo>
                  <a:lnTo>
                    <a:pt x="180206" y="30195"/>
                  </a:lnTo>
                  <a:lnTo>
                    <a:pt x="180456" y="31784"/>
                  </a:lnTo>
                  <a:lnTo>
                    <a:pt x="180718" y="33374"/>
                  </a:lnTo>
                  <a:lnTo>
                    <a:pt x="180991" y="34963"/>
                  </a:lnTo>
                  <a:lnTo>
                    <a:pt x="181276" y="36552"/>
                  </a:lnTo>
                  <a:lnTo>
                    <a:pt x="181573" y="38141"/>
                  </a:lnTo>
                  <a:lnTo>
                    <a:pt x="181887" y="39731"/>
                  </a:lnTo>
                  <a:lnTo>
                    <a:pt x="182217" y="41320"/>
                  </a:lnTo>
                  <a:lnTo>
                    <a:pt x="182562" y="42909"/>
                  </a:lnTo>
                  <a:lnTo>
                    <a:pt x="182924" y="44498"/>
                  </a:lnTo>
                  <a:lnTo>
                    <a:pt x="183301" y="46088"/>
                  </a:lnTo>
                  <a:lnTo>
                    <a:pt x="183697" y="47677"/>
                  </a:lnTo>
                  <a:lnTo>
                    <a:pt x="184114" y="49266"/>
                  </a:lnTo>
                  <a:lnTo>
                    <a:pt x="184548" y="50855"/>
                  </a:lnTo>
                  <a:lnTo>
                    <a:pt x="184999" y="52445"/>
                  </a:lnTo>
                  <a:lnTo>
                    <a:pt x="185468" y="54034"/>
                  </a:lnTo>
                  <a:lnTo>
                    <a:pt x="185956" y="55623"/>
                  </a:lnTo>
                  <a:lnTo>
                    <a:pt x="186463" y="57212"/>
                  </a:lnTo>
                  <a:lnTo>
                    <a:pt x="186987" y="58802"/>
                  </a:lnTo>
                  <a:lnTo>
                    <a:pt x="187527" y="60391"/>
                  </a:lnTo>
                  <a:lnTo>
                    <a:pt x="188081" y="61980"/>
                  </a:lnTo>
                  <a:lnTo>
                    <a:pt x="188650" y="63569"/>
                  </a:lnTo>
                  <a:lnTo>
                    <a:pt x="189235" y="65159"/>
                  </a:lnTo>
                  <a:lnTo>
                    <a:pt x="189831" y="66748"/>
                  </a:lnTo>
                  <a:lnTo>
                    <a:pt x="190436" y="68337"/>
                  </a:lnTo>
                  <a:lnTo>
                    <a:pt x="191050" y="69926"/>
                  </a:lnTo>
                  <a:lnTo>
                    <a:pt x="191671" y="71515"/>
                  </a:lnTo>
                  <a:lnTo>
                    <a:pt x="192298" y="73105"/>
                  </a:lnTo>
                  <a:lnTo>
                    <a:pt x="192928" y="74694"/>
                  </a:lnTo>
                  <a:lnTo>
                    <a:pt x="193558" y="76283"/>
                  </a:lnTo>
                  <a:lnTo>
                    <a:pt x="194188" y="77872"/>
                  </a:lnTo>
                  <a:lnTo>
                    <a:pt x="194815" y="79462"/>
                  </a:lnTo>
                  <a:lnTo>
                    <a:pt x="195436" y="81051"/>
                  </a:lnTo>
                  <a:lnTo>
                    <a:pt x="196050" y="82640"/>
                  </a:lnTo>
                  <a:lnTo>
                    <a:pt x="196655" y="84229"/>
                  </a:lnTo>
                  <a:lnTo>
                    <a:pt x="197250" y="85819"/>
                  </a:lnTo>
                  <a:lnTo>
                    <a:pt x="197833" y="87408"/>
                  </a:lnTo>
                  <a:lnTo>
                    <a:pt x="198400" y="88997"/>
                  </a:lnTo>
                  <a:lnTo>
                    <a:pt x="198952" y="90586"/>
                  </a:lnTo>
                  <a:lnTo>
                    <a:pt x="199489" y="92176"/>
                  </a:lnTo>
                  <a:lnTo>
                    <a:pt x="200009" y="93765"/>
                  </a:lnTo>
                  <a:lnTo>
                    <a:pt x="200512" y="95354"/>
                  </a:lnTo>
                  <a:lnTo>
                    <a:pt x="200993" y="96943"/>
                  </a:lnTo>
                  <a:lnTo>
                    <a:pt x="201456" y="98533"/>
                  </a:lnTo>
                  <a:lnTo>
                    <a:pt x="201903" y="100122"/>
                  </a:lnTo>
                  <a:lnTo>
                    <a:pt x="202332" y="101711"/>
                  </a:lnTo>
                  <a:lnTo>
                    <a:pt x="202743" y="103300"/>
                  </a:lnTo>
                  <a:lnTo>
                    <a:pt x="203134" y="104890"/>
                  </a:lnTo>
                  <a:lnTo>
                    <a:pt x="203511" y="106479"/>
                  </a:lnTo>
                  <a:lnTo>
                    <a:pt x="203873" y="108068"/>
                  </a:lnTo>
                  <a:lnTo>
                    <a:pt x="204222" y="109657"/>
                  </a:lnTo>
                  <a:lnTo>
                    <a:pt x="204559" y="111247"/>
                  </a:lnTo>
                  <a:lnTo>
                    <a:pt x="204882" y="112836"/>
                  </a:lnTo>
                  <a:lnTo>
                    <a:pt x="205197" y="114425"/>
                  </a:lnTo>
                  <a:lnTo>
                    <a:pt x="205504" y="116014"/>
                  </a:lnTo>
                  <a:lnTo>
                    <a:pt x="205804" y="117604"/>
                  </a:lnTo>
                  <a:lnTo>
                    <a:pt x="206099" y="119193"/>
                  </a:lnTo>
                  <a:lnTo>
                    <a:pt x="206390" y="120782"/>
                  </a:lnTo>
                  <a:lnTo>
                    <a:pt x="206678" y="122371"/>
                  </a:lnTo>
                  <a:lnTo>
                    <a:pt x="206965" y="123961"/>
                  </a:lnTo>
                  <a:lnTo>
                    <a:pt x="207252" y="125550"/>
                  </a:lnTo>
                  <a:lnTo>
                    <a:pt x="207539" y="127139"/>
                  </a:lnTo>
                  <a:lnTo>
                    <a:pt x="207828" y="128728"/>
                  </a:lnTo>
                  <a:lnTo>
                    <a:pt x="208119" y="130318"/>
                  </a:lnTo>
                  <a:lnTo>
                    <a:pt x="208413" y="131907"/>
                  </a:lnTo>
                  <a:lnTo>
                    <a:pt x="208710" y="133496"/>
                  </a:lnTo>
                  <a:lnTo>
                    <a:pt x="209010" y="135085"/>
                  </a:lnTo>
                  <a:lnTo>
                    <a:pt x="209314" y="136675"/>
                  </a:lnTo>
                  <a:lnTo>
                    <a:pt x="209622" y="138264"/>
                  </a:lnTo>
                  <a:lnTo>
                    <a:pt x="209933" y="139853"/>
                  </a:lnTo>
                  <a:lnTo>
                    <a:pt x="210246" y="141442"/>
                  </a:lnTo>
                  <a:lnTo>
                    <a:pt x="210563" y="143031"/>
                  </a:lnTo>
                  <a:lnTo>
                    <a:pt x="210883" y="144621"/>
                  </a:lnTo>
                  <a:lnTo>
                    <a:pt x="211205" y="146210"/>
                  </a:lnTo>
                  <a:lnTo>
                    <a:pt x="211529" y="147799"/>
                  </a:lnTo>
                  <a:lnTo>
                    <a:pt x="211854" y="149388"/>
                  </a:lnTo>
                  <a:lnTo>
                    <a:pt x="212181" y="150978"/>
                  </a:lnTo>
                  <a:lnTo>
                    <a:pt x="212510" y="152567"/>
                  </a:lnTo>
                  <a:lnTo>
                    <a:pt x="212839" y="154156"/>
                  </a:lnTo>
                  <a:lnTo>
                    <a:pt x="213170" y="155745"/>
                  </a:lnTo>
                  <a:lnTo>
                    <a:pt x="213502" y="157335"/>
                  </a:lnTo>
                  <a:lnTo>
                    <a:pt x="213835" y="158924"/>
                  </a:lnTo>
                  <a:lnTo>
                    <a:pt x="214170" y="160513"/>
                  </a:lnTo>
                  <a:lnTo>
                    <a:pt x="214508" y="162102"/>
                  </a:lnTo>
                  <a:lnTo>
                    <a:pt x="214848" y="163692"/>
                  </a:lnTo>
                  <a:lnTo>
                    <a:pt x="215192" y="165281"/>
                  </a:lnTo>
                  <a:lnTo>
                    <a:pt x="215540" y="166870"/>
                  </a:lnTo>
                  <a:lnTo>
                    <a:pt x="215894" y="168459"/>
                  </a:lnTo>
                  <a:lnTo>
                    <a:pt x="216254" y="170049"/>
                  </a:lnTo>
                  <a:lnTo>
                    <a:pt x="216622" y="171638"/>
                  </a:lnTo>
                  <a:lnTo>
                    <a:pt x="216997" y="173227"/>
                  </a:lnTo>
                  <a:lnTo>
                    <a:pt x="217381" y="174816"/>
                  </a:lnTo>
                  <a:lnTo>
                    <a:pt x="217779" y="176406"/>
                  </a:lnTo>
                  <a:lnTo>
                    <a:pt x="218187" y="177995"/>
                  </a:lnTo>
                  <a:lnTo>
                    <a:pt x="218608" y="179584"/>
                  </a:lnTo>
                  <a:lnTo>
                    <a:pt x="219041" y="181173"/>
                  </a:lnTo>
                  <a:lnTo>
                    <a:pt x="219488" y="182763"/>
                  </a:lnTo>
                  <a:lnTo>
                    <a:pt x="219954" y="184352"/>
                  </a:lnTo>
                  <a:lnTo>
                    <a:pt x="220436" y="185941"/>
                  </a:lnTo>
                  <a:lnTo>
                    <a:pt x="220932" y="187530"/>
                  </a:lnTo>
                  <a:lnTo>
                    <a:pt x="221445" y="189120"/>
                  </a:lnTo>
                  <a:lnTo>
                    <a:pt x="221973" y="190709"/>
                  </a:lnTo>
                  <a:lnTo>
                    <a:pt x="222523" y="192298"/>
                  </a:lnTo>
                  <a:lnTo>
                    <a:pt x="223089" y="193887"/>
                  </a:lnTo>
                  <a:lnTo>
                    <a:pt x="223671" y="195477"/>
                  </a:lnTo>
                  <a:lnTo>
                    <a:pt x="224268" y="197066"/>
                  </a:lnTo>
                  <a:lnTo>
                    <a:pt x="224880" y="198655"/>
                  </a:lnTo>
                  <a:lnTo>
                    <a:pt x="225512" y="200244"/>
                  </a:lnTo>
                  <a:lnTo>
                    <a:pt x="226158" y="201834"/>
                  </a:lnTo>
                  <a:lnTo>
                    <a:pt x="226816" y="203423"/>
                  </a:lnTo>
                  <a:lnTo>
                    <a:pt x="227487" y="205012"/>
                  </a:lnTo>
                  <a:lnTo>
                    <a:pt x="228170" y="206601"/>
                  </a:lnTo>
                  <a:lnTo>
                    <a:pt x="228867" y="208190"/>
                  </a:lnTo>
                  <a:lnTo>
                    <a:pt x="229574" y="209780"/>
                  </a:lnTo>
                  <a:lnTo>
                    <a:pt x="230290" y="211369"/>
                  </a:lnTo>
                  <a:lnTo>
                    <a:pt x="231013" y="212958"/>
                  </a:lnTo>
                  <a:lnTo>
                    <a:pt x="231745" y="214547"/>
                  </a:lnTo>
                  <a:lnTo>
                    <a:pt x="232485" y="216137"/>
                  </a:lnTo>
                  <a:lnTo>
                    <a:pt x="233231" y="217726"/>
                  </a:lnTo>
                  <a:lnTo>
                    <a:pt x="233983" y="219315"/>
                  </a:lnTo>
                  <a:lnTo>
                    <a:pt x="234739" y="220904"/>
                  </a:lnTo>
                  <a:lnTo>
                    <a:pt x="235501" y="222494"/>
                  </a:lnTo>
                  <a:lnTo>
                    <a:pt x="236268" y="224083"/>
                  </a:lnTo>
                  <a:lnTo>
                    <a:pt x="237040" y="225672"/>
                  </a:lnTo>
                  <a:lnTo>
                    <a:pt x="237817" y="227261"/>
                  </a:lnTo>
                  <a:lnTo>
                    <a:pt x="238598" y="228851"/>
                  </a:lnTo>
                  <a:lnTo>
                    <a:pt x="239384" y="230440"/>
                  </a:lnTo>
                  <a:lnTo>
                    <a:pt x="240178" y="232029"/>
                  </a:lnTo>
                  <a:lnTo>
                    <a:pt x="240979" y="233618"/>
                  </a:lnTo>
                  <a:lnTo>
                    <a:pt x="241787" y="235208"/>
                  </a:lnTo>
                  <a:lnTo>
                    <a:pt x="242604" y="236797"/>
                  </a:lnTo>
                  <a:lnTo>
                    <a:pt x="243430" y="238386"/>
                  </a:lnTo>
                  <a:lnTo>
                    <a:pt x="244270" y="239975"/>
                  </a:lnTo>
                  <a:lnTo>
                    <a:pt x="245123" y="241565"/>
                  </a:lnTo>
                  <a:lnTo>
                    <a:pt x="245991" y="243154"/>
                  </a:lnTo>
                  <a:lnTo>
                    <a:pt x="246875" y="244743"/>
                  </a:lnTo>
                  <a:lnTo>
                    <a:pt x="247777" y="246332"/>
                  </a:lnTo>
                  <a:lnTo>
                    <a:pt x="248704" y="247922"/>
                  </a:lnTo>
                  <a:lnTo>
                    <a:pt x="249655" y="249511"/>
                  </a:lnTo>
                  <a:lnTo>
                    <a:pt x="250631" y="251100"/>
                  </a:lnTo>
                  <a:lnTo>
                    <a:pt x="251634" y="252689"/>
                  </a:lnTo>
                  <a:lnTo>
                    <a:pt x="252665" y="254279"/>
                  </a:lnTo>
                  <a:lnTo>
                    <a:pt x="253737" y="255868"/>
                  </a:lnTo>
                  <a:lnTo>
                    <a:pt x="254845" y="257457"/>
                  </a:lnTo>
                  <a:lnTo>
                    <a:pt x="255989" y="259046"/>
                  </a:lnTo>
                  <a:lnTo>
                    <a:pt x="257173" y="260636"/>
                  </a:lnTo>
                  <a:lnTo>
                    <a:pt x="258397" y="262225"/>
                  </a:lnTo>
                  <a:lnTo>
                    <a:pt x="259677" y="263814"/>
                  </a:lnTo>
                  <a:lnTo>
                    <a:pt x="261006" y="265403"/>
                  </a:lnTo>
                  <a:lnTo>
                    <a:pt x="262382" y="266993"/>
                  </a:lnTo>
                  <a:lnTo>
                    <a:pt x="263808" y="268582"/>
                  </a:lnTo>
                  <a:lnTo>
                    <a:pt x="265286" y="270171"/>
                  </a:lnTo>
                  <a:lnTo>
                    <a:pt x="266831" y="271760"/>
                  </a:lnTo>
                  <a:lnTo>
                    <a:pt x="268433" y="273350"/>
                  </a:lnTo>
                  <a:lnTo>
                    <a:pt x="270091" y="274939"/>
                  </a:lnTo>
                  <a:lnTo>
                    <a:pt x="271072" y="275849"/>
                  </a:lnTo>
                  <a:lnTo>
                    <a:pt x="271805" y="276528"/>
                  </a:lnTo>
                  <a:lnTo>
                    <a:pt x="273575" y="278117"/>
                  </a:lnTo>
                  <a:lnTo>
                    <a:pt x="275417" y="279706"/>
                  </a:lnTo>
                  <a:lnTo>
                    <a:pt x="277319" y="281296"/>
                  </a:lnTo>
                  <a:lnTo>
                    <a:pt x="279276" y="282885"/>
                  </a:lnTo>
                  <a:lnTo>
                    <a:pt x="281286" y="284474"/>
                  </a:lnTo>
                  <a:lnTo>
                    <a:pt x="283350" y="286063"/>
                  </a:lnTo>
                  <a:lnTo>
                    <a:pt x="285477" y="287653"/>
                  </a:lnTo>
                  <a:lnTo>
                    <a:pt x="287654" y="289242"/>
                  </a:lnTo>
                  <a:lnTo>
                    <a:pt x="289875" y="290831"/>
                  </a:lnTo>
                  <a:lnTo>
                    <a:pt x="292135" y="292420"/>
                  </a:lnTo>
                  <a:lnTo>
                    <a:pt x="294433" y="294010"/>
                  </a:lnTo>
                  <a:lnTo>
                    <a:pt x="296769" y="295599"/>
                  </a:lnTo>
                  <a:lnTo>
                    <a:pt x="299130" y="297188"/>
                  </a:lnTo>
                  <a:lnTo>
                    <a:pt x="301509" y="298777"/>
                  </a:lnTo>
                  <a:lnTo>
                    <a:pt x="303900" y="300367"/>
                  </a:lnTo>
                  <a:lnTo>
                    <a:pt x="306297" y="301956"/>
                  </a:lnTo>
                  <a:lnTo>
                    <a:pt x="308691" y="303545"/>
                  </a:lnTo>
                  <a:lnTo>
                    <a:pt x="311070" y="305134"/>
                  </a:lnTo>
                  <a:lnTo>
                    <a:pt x="313428" y="306724"/>
                  </a:lnTo>
                  <a:lnTo>
                    <a:pt x="315757" y="308313"/>
                  </a:lnTo>
                  <a:lnTo>
                    <a:pt x="318050" y="309902"/>
                  </a:lnTo>
                  <a:lnTo>
                    <a:pt x="320285" y="311491"/>
                  </a:lnTo>
                  <a:lnTo>
                    <a:pt x="322457" y="313081"/>
                  </a:lnTo>
                  <a:lnTo>
                    <a:pt x="324562" y="314670"/>
                  </a:lnTo>
                  <a:lnTo>
                    <a:pt x="326593" y="316259"/>
                  </a:lnTo>
                  <a:lnTo>
                    <a:pt x="328543" y="317848"/>
                  </a:lnTo>
                  <a:lnTo>
                    <a:pt x="330381" y="319438"/>
                  </a:lnTo>
                  <a:lnTo>
                    <a:pt x="332109" y="321027"/>
                  </a:lnTo>
                  <a:lnTo>
                    <a:pt x="333731" y="322616"/>
                  </a:lnTo>
                  <a:lnTo>
                    <a:pt x="335241" y="324205"/>
                  </a:lnTo>
                  <a:lnTo>
                    <a:pt x="336635" y="325795"/>
                  </a:lnTo>
                  <a:lnTo>
                    <a:pt x="337878" y="327384"/>
                  </a:lnTo>
                  <a:lnTo>
                    <a:pt x="338982" y="328973"/>
                  </a:lnTo>
                  <a:lnTo>
                    <a:pt x="339957" y="330562"/>
                  </a:lnTo>
                  <a:lnTo>
                    <a:pt x="340802" y="332152"/>
                  </a:lnTo>
                  <a:lnTo>
                    <a:pt x="341516" y="333741"/>
                  </a:lnTo>
                  <a:lnTo>
                    <a:pt x="342069" y="335330"/>
                  </a:lnTo>
                  <a:lnTo>
                    <a:pt x="342478" y="336919"/>
                  </a:lnTo>
                  <a:lnTo>
                    <a:pt x="342761" y="338509"/>
                  </a:lnTo>
                  <a:lnTo>
                    <a:pt x="342918" y="340098"/>
                  </a:lnTo>
                  <a:lnTo>
                    <a:pt x="342953" y="341687"/>
                  </a:lnTo>
                  <a:lnTo>
                    <a:pt x="342846" y="343276"/>
                  </a:lnTo>
                  <a:lnTo>
                    <a:pt x="342615" y="344865"/>
                  </a:lnTo>
                  <a:lnTo>
                    <a:pt x="342279" y="346455"/>
                  </a:lnTo>
                  <a:lnTo>
                    <a:pt x="342153" y="346916"/>
                  </a:lnTo>
                  <a:lnTo>
                    <a:pt x="341843" y="348044"/>
                  </a:lnTo>
                  <a:lnTo>
                    <a:pt x="341312" y="349633"/>
                  </a:lnTo>
                  <a:lnTo>
                    <a:pt x="340674" y="351222"/>
                  </a:lnTo>
                  <a:lnTo>
                    <a:pt x="339946" y="352812"/>
                  </a:lnTo>
                  <a:lnTo>
                    <a:pt x="339145" y="354401"/>
                  </a:lnTo>
                  <a:lnTo>
                    <a:pt x="338275" y="355990"/>
                  </a:lnTo>
                  <a:lnTo>
                    <a:pt x="337342" y="357579"/>
                  </a:lnTo>
                  <a:lnTo>
                    <a:pt x="336340" y="359169"/>
                  </a:lnTo>
                  <a:lnTo>
                    <a:pt x="335282" y="360758"/>
                  </a:lnTo>
                  <a:lnTo>
                    <a:pt x="334178" y="362347"/>
                  </a:lnTo>
                  <a:lnTo>
                    <a:pt x="333032" y="363936"/>
                  </a:lnTo>
                  <a:lnTo>
                    <a:pt x="331848" y="365526"/>
                  </a:lnTo>
                  <a:lnTo>
                    <a:pt x="330622" y="367115"/>
                  </a:lnTo>
                  <a:lnTo>
                    <a:pt x="329361" y="368704"/>
                  </a:lnTo>
                  <a:lnTo>
                    <a:pt x="328072" y="370293"/>
                  </a:lnTo>
                  <a:lnTo>
                    <a:pt x="326756" y="371883"/>
                  </a:lnTo>
                  <a:lnTo>
                    <a:pt x="325415" y="373472"/>
                  </a:lnTo>
                  <a:lnTo>
                    <a:pt x="324046" y="375061"/>
                  </a:lnTo>
                  <a:lnTo>
                    <a:pt x="322651" y="376650"/>
                  </a:lnTo>
                  <a:lnTo>
                    <a:pt x="321235" y="378240"/>
                  </a:lnTo>
                  <a:lnTo>
                    <a:pt x="319798" y="379829"/>
                  </a:lnTo>
                  <a:lnTo>
                    <a:pt x="318340" y="381418"/>
                  </a:lnTo>
                  <a:lnTo>
                    <a:pt x="316859" y="383007"/>
                  </a:lnTo>
                  <a:lnTo>
                    <a:pt x="315356" y="384597"/>
                  </a:lnTo>
                  <a:lnTo>
                    <a:pt x="313834" y="386186"/>
                  </a:lnTo>
                  <a:lnTo>
                    <a:pt x="312295" y="387775"/>
                  </a:lnTo>
                  <a:lnTo>
                    <a:pt x="310739" y="389364"/>
                  </a:lnTo>
                  <a:lnTo>
                    <a:pt x="309164" y="390954"/>
                  </a:lnTo>
                  <a:lnTo>
                    <a:pt x="307573" y="392543"/>
                  </a:lnTo>
                  <a:lnTo>
                    <a:pt x="305970" y="394132"/>
                  </a:lnTo>
                  <a:lnTo>
                    <a:pt x="304356" y="395721"/>
                  </a:lnTo>
                  <a:lnTo>
                    <a:pt x="302733" y="397311"/>
                  </a:lnTo>
                  <a:lnTo>
                    <a:pt x="301102" y="398900"/>
                  </a:lnTo>
                  <a:lnTo>
                    <a:pt x="299467" y="400489"/>
                  </a:lnTo>
                  <a:lnTo>
                    <a:pt x="297831" y="402078"/>
                  </a:lnTo>
                  <a:lnTo>
                    <a:pt x="296196" y="403668"/>
                  </a:lnTo>
                  <a:lnTo>
                    <a:pt x="294564" y="405257"/>
                  </a:lnTo>
                  <a:lnTo>
                    <a:pt x="292940" y="406846"/>
                  </a:lnTo>
                  <a:lnTo>
                    <a:pt x="291327" y="408435"/>
                  </a:lnTo>
                  <a:lnTo>
                    <a:pt x="289727" y="410025"/>
                  </a:lnTo>
                  <a:lnTo>
                    <a:pt x="288142" y="411614"/>
                  </a:lnTo>
                  <a:lnTo>
                    <a:pt x="286572" y="413203"/>
                  </a:lnTo>
                  <a:lnTo>
                    <a:pt x="285025" y="414792"/>
                  </a:lnTo>
                  <a:lnTo>
                    <a:pt x="283503" y="416381"/>
                  </a:lnTo>
                  <a:lnTo>
                    <a:pt x="282003" y="417971"/>
                  </a:lnTo>
                  <a:lnTo>
                    <a:pt x="280526" y="419560"/>
                  </a:lnTo>
                  <a:lnTo>
                    <a:pt x="279075" y="421149"/>
                  </a:lnTo>
                  <a:lnTo>
                    <a:pt x="277652" y="422738"/>
                  </a:lnTo>
                  <a:lnTo>
                    <a:pt x="276260" y="424328"/>
                  </a:lnTo>
                  <a:lnTo>
                    <a:pt x="274894" y="425917"/>
                  </a:lnTo>
                  <a:lnTo>
                    <a:pt x="273553" y="427506"/>
                  </a:lnTo>
                  <a:lnTo>
                    <a:pt x="272237" y="429095"/>
                  </a:lnTo>
                  <a:lnTo>
                    <a:pt x="270948" y="430685"/>
                  </a:lnTo>
                  <a:lnTo>
                    <a:pt x="269687" y="432274"/>
                  </a:lnTo>
                  <a:lnTo>
                    <a:pt x="268448" y="433863"/>
                  </a:lnTo>
                  <a:lnTo>
                    <a:pt x="267229" y="435452"/>
                  </a:lnTo>
                  <a:lnTo>
                    <a:pt x="266030" y="437042"/>
                  </a:lnTo>
                  <a:lnTo>
                    <a:pt x="264851" y="438631"/>
                  </a:lnTo>
                  <a:lnTo>
                    <a:pt x="263690" y="440220"/>
                  </a:lnTo>
                  <a:lnTo>
                    <a:pt x="262544" y="441809"/>
                  </a:lnTo>
                  <a:lnTo>
                    <a:pt x="261411" y="443399"/>
                  </a:lnTo>
                  <a:lnTo>
                    <a:pt x="260290" y="444988"/>
                  </a:lnTo>
                  <a:lnTo>
                    <a:pt x="259181" y="446577"/>
                  </a:lnTo>
                  <a:lnTo>
                    <a:pt x="258083" y="448166"/>
                  </a:lnTo>
                  <a:lnTo>
                    <a:pt x="256992" y="449756"/>
                  </a:lnTo>
                  <a:lnTo>
                    <a:pt x="255908" y="451345"/>
                  </a:lnTo>
                  <a:lnTo>
                    <a:pt x="254831" y="452934"/>
                  </a:lnTo>
                  <a:lnTo>
                    <a:pt x="253761" y="454523"/>
                  </a:lnTo>
                  <a:lnTo>
                    <a:pt x="252696" y="456113"/>
                  </a:lnTo>
                  <a:lnTo>
                    <a:pt x="251637" y="457702"/>
                  </a:lnTo>
                  <a:lnTo>
                    <a:pt x="250583" y="459291"/>
                  </a:lnTo>
                  <a:lnTo>
                    <a:pt x="249534" y="460880"/>
                  </a:lnTo>
                  <a:lnTo>
                    <a:pt x="248491" y="462470"/>
                  </a:lnTo>
                  <a:lnTo>
                    <a:pt x="247454" y="464059"/>
                  </a:lnTo>
                  <a:lnTo>
                    <a:pt x="246423" y="465648"/>
                  </a:lnTo>
                  <a:lnTo>
                    <a:pt x="245399" y="467237"/>
                  </a:lnTo>
                  <a:lnTo>
                    <a:pt x="244381" y="468827"/>
                  </a:lnTo>
                  <a:lnTo>
                    <a:pt x="243371" y="470416"/>
                  </a:lnTo>
                  <a:lnTo>
                    <a:pt x="242370" y="472005"/>
                  </a:lnTo>
                  <a:lnTo>
                    <a:pt x="241378" y="473594"/>
                  </a:lnTo>
                  <a:lnTo>
                    <a:pt x="240395" y="475184"/>
                  </a:lnTo>
                  <a:lnTo>
                    <a:pt x="239420" y="476773"/>
                  </a:lnTo>
                  <a:lnTo>
                    <a:pt x="238456" y="478362"/>
                  </a:lnTo>
                  <a:lnTo>
                    <a:pt x="237504" y="479951"/>
                  </a:lnTo>
                  <a:lnTo>
                    <a:pt x="236562" y="481540"/>
                  </a:lnTo>
                  <a:lnTo>
                    <a:pt x="235630" y="483130"/>
                  </a:lnTo>
                  <a:lnTo>
                    <a:pt x="234708" y="484719"/>
                  </a:lnTo>
                  <a:lnTo>
                    <a:pt x="233797" y="486308"/>
                  </a:lnTo>
                  <a:lnTo>
                    <a:pt x="232898" y="487897"/>
                  </a:lnTo>
                  <a:lnTo>
                    <a:pt x="232008" y="489487"/>
                  </a:lnTo>
                  <a:lnTo>
                    <a:pt x="231127" y="491076"/>
                  </a:lnTo>
                  <a:lnTo>
                    <a:pt x="230255" y="492665"/>
                  </a:lnTo>
                  <a:lnTo>
                    <a:pt x="229391" y="494254"/>
                  </a:lnTo>
                  <a:lnTo>
                    <a:pt x="228536" y="495844"/>
                  </a:lnTo>
                  <a:lnTo>
                    <a:pt x="227687" y="497433"/>
                  </a:lnTo>
                  <a:lnTo>
                    <a:pt x="226843" y="499022"/>
                  </a:lnTo>
                  <a:lnTo>
                    <a:pt x="226004" y="500611"/>
                  </a:lnTo>
                  <a:lnTo>
                    <a:pt x="225169" y="502201"/>
                  </a:lnTo>
                  <a:lnTo>
                    <a:pt x="224337" y="503790"/>
                  </a:lnTo>
                  <a:lnTo>
                    <a:pt x="223507" y="505379"/>
                  </a:lnTo>
                  <a:lnTo>
                    <a:pt x="222678" y="506968"/>
                  </a:lnTo>
                  <a:lnTo>
                    <a:pt x="221850" y="508558"/>
                  </a:lnTo>
                  <a:lnTo>
                    <a:pt x="221021" y="510147"/>
                  </a:lnTo>
                  <a:lnTo>
                    <a:pt x="220192" y="511736"/>
                  </a:lnTo>
                  <a:lnTo>
                    <a:pt x="219361" y="513325"/>
                  </a:lnTo>
                  <a:lnTo>
                    <a:pt x="218528" y="514915"/>
                  </a:lnTo>
                  <a:lnTo>
                    <a:pt x="217694" y="516504"/>
                  </a:lnTo>
                  <a:lnTo>
                    <a:pt x="216858" y="518093"/>
                  </a:lnTo>
                  <a:lnTo>
                    <a:pt x="216019" y="519682"/>
                  </a:lnTo>
                  <a:lnTo>
                    <a:pt x="215180" y="521272"/>
                  </a:lnTo>
                  <a:lnTo>
                    <a:pt x="214339" y="522861"/>
                  </a:lnTo>
                  <a:lnTo>
                    <a:pt x="213499" y="524450"/>
                  </a:lnTo>
                  <a:lnTo>
                    <a:pt x="212659" y="526039"/>
                  </a:lnTo>
                  <a:lnTo>
                    <a:pt x="211820" y="527629"/>
                  </a:lnTo>
                  <a:lnTo>
                    <a:pt x="210985" y="529218"/>
                  </a:lnTo>
                  <a:lnTo>
                    <a:pt x="210153" y="530807"/>
                  </a:lnTo>
                  <a:lnTo>
                    <a:pt x="209327" y="532396"/>
                  </a:lnTo>
                  <a:lnTo>
                    <a:pt x="208507" y="533986"/>
                  </a:lnTo>
                  <a:lnTo>
                    <a:pt x="207697" y="535575"/>
                  </a:lnTo>
                  <a:lnTo>
                    <a:pt x="206898" y="537164"/>
                  </a:lnTo>
                  <a:lnTo>
                    <a:pt x="206109" y="538753"/>
                  </a:lnTo>
                  <a:lnTo>
                    <a:pt x="205333" y="540343"/>
                  </a:lnTo>
                  <a:lnTo>
                    <a:pt x="204572" y="541932"/>
                  </a:lnTo>
                  <a:lnTo>
                    <a:pt x="203832" y="543521"/>
                  </a:lnTo>
                  <a:lnTo>
                    <a:pt x="203109" y="545110"/>
                  </a:lnTo>
                  <a:lnTo>
                    <a:pt x="202405" y="546700"/>
                  </a:lnTo>
                  <a:lnTo>
                    <a:pt x="201721" y="548289"/>
                  </a:lnTo>
                  <a:lnTo>
                    <a:pt x="201059" y="549878"/>
                  </a:lnTo>
                  <a:lnTo>
                    <a:pt x="200426" y="551467"/>
                  </a:lnTo>
                  <a:lnTo>
                    <a:pt x="199816" y="553056"/>
                  </a:lnTo>
                  <a:lnTo>
                    <a:pt x="199231" y="554646"/>
                  </a:lnTo>
                  <a:lnTo>
                    <a:pt x="198671" y="556235"/>
                  </a:lnTo>
                  <a:lnTo>
                    <a:pt x="198136" y="557824"/>
                  </a:lnTo>
                  <a:lnTo>
                    <a:pt x="197635" y="559413"/>
                  </a:lnTo>
                  <a:lnTo>
                    <a:pt x="197160" y="561003"/>
                  </a:lnTo>
                  <a:lnTo>
                    <a:pt x="196710" y="562592"/>
                  </a:lnTo>
                  <a:lnTo>
                    <a:pt x="196285" y="564181"/>
                  </a:lnTo>
                  <a:lnTo>
                    <a:pt x="195886" y="565770"/>
                  </a:lnTo>
                  <a:lnTo>
                    <a:pt x="195519" y="567360"/>
                  </a:lnTo>
                  <a:lnTo>
                    <a:pt x="195175" y="568949"/>
                  </a:lnTo>
                  <a:lnTo>
                    <a:pt x="194853" y="570538"/>
                  </a:lnTo>
                  <a:lnTo>
                    <a:pt x="194554" y="572127"/>
                  </a:lnTo>
                  <a:lnTo>
                    <a:pt x="194276" y="573717"/>
                  </a:lnTo>
                  <a:lnTo>
                    <a:pt x="194023" y="575306"/>
                  </a:lnTo>
                  <a:lnTo>
                    <a:pt x="193788" y="576895"/>
                  </a:lnTo>
                  <a:lnTo>
                    <a:pt x="193570" y="578484"/>
                  </a:lnTo>
                  <a:lnTo>
                    <a:pt x="193368" y="580074"/>
                  </a:lnTo>
                  <a:lnTo>
                    <a:pt x="193182" y="581663"/>
                  </a:lnTo>
                  <a:lnTo>
                    <a:pt x="193013" y="583252"/>
                  </a:lnTo>
                  <a:lnTo>
                    <a:pt x="192855" y="584841"/>
                  </a:lnTo>
                  <a:lnTo>
                    <a:pt x="192709" y="586431"/>
                  </a:lnTo>
                  <a:lnTo>
                    <a:pt x="192573" y="588020"/>
                  </a:lnTo>
                  <a:lnTo>
                    <a:pt x="192447" y="589609"/>
                  </a:lnTo>
                  <a:lnTo>
                    <a:pt x="192331" y="591198"/>
                  </a:lnTo>
                  <a:lnTo>
                    <a:pt x="192223" y="592788"/>
                  </a:lnTo>
                  <a:lnTo>
                    <a:pt x="192121" y="594377"/>
                  </a:lnTo>
                  <a:lnTo>
                    <a:pt x="192025" y="595966"/>
                  </a:lnTo>
                  <a:lnTo>
                    <a:pt x="191935" y="597555"/>
                  </a:lnTo>
                  <a:lnTo>
                    <a:pt x="191852" y="599145"/>
                  </a:lnTo>
                  <a:lnTo>
                    <a:pt x="191773" y="600734"/>
                  </a:lnTo>
                  <a:lnTo>
                    <a:pt x="191699" y="602323"/>
                  </a:lnTo>
                  <a:lnTo>
                    <a:pt x="191628" y="603912"/>
                  </a:lnTo>
                  <a:lnTo>
                    <a:pt x="191560" y="605502"/>
                  </a:lnTo>
                  <a:lnTo>
                    <a:pt x="191497" y="607091"/>
                  </a:lnTo>
                  <a:lnTo>
                    <a:pt x="191436" y="608680"/>
                  </a:lnTo>
                  <a:lnTo>
                    <a:pt x="191376" y="610269"/>
                  </a:lnTo>
                  <a:lnTo>
                    <a:pt x="191319" y="611859"/>
                  </a:lnTo>
                  <a:lnTo>
                    <a:pt x="191262" y="613448"/>
                  </a:lnTo>
                  <a:lnTo>
                    <a:pt x="191206" y="615037"/>
                  </a:lnTo>
                  <a:lnTo>
                    <a:pt x="191149" y="616626"/>
                  </a:lnTo>
                  <a:lnTo>
                    <a:pt x="191091" y="618215"/>
                  </a:lnTo>
                  <a:lnTo>
                    <a:pt x="191031" y="619805"/>
                  </a:lnTo>
                  <a:lnTo>
                    <a:pt x="190968" y="621394"/>
                  </a:lnTo>
                  <a:lnTo>
                    <a:pt x="190901" y="622983"/>
                  </a:lnTo>
                  <a:lnTo>
                    <a:pt x="190829" y="624572"/>
                  </a:lnTo>
                  <a:lnTo>
                    <a:pt x="190751" y="626162"/>
                  </a:lnTo>
                  <a:lnTo>
                    <a:pt x="190666" y="627751"/>
                  </a:lnTo>
                  <a:lnTo>
                    <a:pt x="190575" y="629340"/>
                  </a:lnTo>
                  <a:lnTo>
                    <a:pt x="190473" y="630929"/>
                  </a:lnTo>
                  <a:lnTo>
                    <a:pt x="190362" y="632519"/>
                  </a:lnTo>
                  <a:lnTo>
                    <a:pt x="190241" y="634108"/>
                  </a:lnTo>
                  <a:lnTo>
                    <a:pt x="190110" y="635697"/>
                  </a:lnTo>
                  <a:lnTo>
                    <a:pt x="189969" y="637286"/>
                  </a:lnTo>
                  <a:lnTo>
                    <a:pt x="189813" y="638876"/>
                  </a:lnTo>
                  <a:lnTo>
                    <a:pt x="189645" y="640465"/>
                  </a:lnTo>
                  <a:lnTo>
                    <a:pt x="189467" y="642054"/>
                  </a:lnTo>
                  <a:lnTo>
                    <a:pt x="189276" y="643643"/>
                  </a:lnTo>
                  <a:lnTo>
                    <a:pt x="189075" y="645233"/>
                  </a:lnTo>
                  <a:lnTo>
                    <a:pt x="188859" y="646822"/>
                  </a:lnTo>
                  <a:lnTo>
                    <a:pt x="188633" y="648411"/>
                  </a:lnTo>
                  <a:lnTo>
                    <a:pt x="188397" y="650000"/>
                  </a:lnTo>
                  <a:lnTo>
                    <a:pt x="188151" y="651590"/>
                  </a:lnTo>
                  <a:lnTo>
                    <a:pt x="187897" y="653179"/>
                  </a:lnTo>
                  <a:lnTo>
                    <a:pt x="187632" y="654768"/>
                  </a:lnTo>
                  <a:lnTo>
                    <a:pt x="187361" y="656357"/>
                  </a:lnTo>
                  <a:lnTo>
                    <a:pt x="187083" y="657947"/>
                  </a:lnTo>
                  <a:lnTo>
                    <a:pt x="186799" y="659536"/>
                  </a:lnTo>
                  <a:lnTo>
                    <a:pt x="186511" y="661125"/>
                  </a:lnTo>
                  <a:lnTo>
                    <a:pt x="186219" y="662714"/>
                  </a:lnTo>
                  <a:lnTo>
                    <a:pt x="185923" y="664304"/>
                  </a:lnTo>
                  <a:lnTo>
                    <a:pt x="185626" y="665893"/>
                  </a:lnTo>
                  <a:lnTo>
                    <a:pt x="185327" y="667482"/>
                  </a:lnTo>
                  <a:lnTo>
                    <a:pt x="185028" y="669071"/>
                  </a:lnTo>
                  <a:lnTo>
                    <a:pt x="184729" y="670661"/>
                  </a:lnTo>
                  <a:lnTo>
                    <a:pt x="184431" y="672250"/>
                  </a:lnTo>
                  <a:lnTo>
                    <a:pt x="184133" y="673839"/>
                  </a:lnTo>
                  <a:lnTo>
                    <a:pt x="183838" y="675428"/>
                  </a:lnTo>
                  <a:lnTo>
                    <a:pt x="183545" y="677018"/>
                  </a:lnTo>
                  <a:lnTo>
                    <a:pt x="183254" y="678607"/>
                  </a:lnTo>
                  <a:lnTo>
                    <a:pt x="182967" y="680196"/>
                  </a:lnTo>
                  <a:lnTo>
                    <a:pt x="182683" y="681785"/>
                  </a:lnTo>
                  <a:lnTo>
                    <a:pt x="182402" y="683375"/>
                  </a:lnTo>
                  <a:lnTo>
                    <a:pt x="182124" y="684964"/>
                  </a:lnTo>
                  <a:lnTo>
                    <a:pt x="181851" y="686553"/>
                  </a:lnTo>
                  <a:lnTo>
                    <a:pt x="181583" y="688142"/>
                  </a:lnTo>
                  <a:lnTo>
                    <a:pt x="181319" y="689731"/>
                  </a:lnTo>
                  <a:lnTo>
                    <a:pt x="181059" y="691321"/>
                  </a:lnTo>
                  <a:lnTo>
                    <a:pt x="180803" y="692910"/>
                  </a:lnTo>
                  <a:lnTo>
                    <a:pt x="180554" y="694499"/>
                  </a:lnTo>
                  <a:lnTo>
                    <a:pt x="180310" y="696088"/>
                  </a:lnTo>
                  <a:lnTo>
                    <a:pt x="180071" y="697678"/>
                  </a:lnTo>
                  <a:lnTo>
                    <a:pt x="179838" y="699267"/>
                  </a:lnTo>
                  <a:lnTo>
                    <a:pt x="179611" y="700856"/>
                  </a:lnTo>
                  <a:lnTo>
                    <a:pt x="179391" y="702445"/>
                  </a:lnTo>
                  <a:lnTo>
                    <a:pt x="179178" y="704035"/>
                  </a:lnTo>
                  <a:lnTo>
                    <a:pt x="178971" y="705624"/>
                  </a:lnTo>
                  <a:lnTo>
                    <a:pt x="178770" y="707213"/>
                  </a:lnTo>
                  <a:lnTo>
                    <a:pt x="178577" y="708802"/>
                  </a:lnTo>
                  <a:lnTo>
                    <a:pt x="178391" y="710392"/>
                  </a:lnTo>
                  <a:lnTo>
                    <a:pt x="178213" y="711981"/>
                  </a:lnTo>
                  <a:lnTo>
                    <a:pt x="178042" y="713570"/>
                  </a:lnTo>
                  <a:lnTo>
                    <a:pt x="177878" y="715159"/>
                  </a:lnTo>
                  <a:lnTo>
                    <a:pt x="177719" y="716749"/>
                  </a:lnTo>
                  <a:lnTo>
                    <a:pt x="177569" y="718338"/>
                  </a:lnTo>
                  <a:lnTo>
                    <a:pt x="177426" y="719927"/>
                  </a:lnTo>
                  <a:lnTo>
                    <a:pt x="177288" y="721516"/>
                  </a:lnTo>
                  <a:lnTo>
                    <a:pt x="177156" y="723106"/>
                  </a:lnTo>
                  <a:lnTo>
                    <a:pt x="177030" y="724695"/>
                  </a:lnTo>
                  <a:lnTo>
                    <a:pt x="176909" y="726284"/>
                  </a:lnTo>
                  <a:lnTo>
                    <a:pt x="176793" y="727873"/>
                  </a:lnTo>
                  <a:lnTo>
                    <a:pt x="176681" y="729463"/>
                  </a:lnTo>
                  <a:lnTo>
                    <a:pt x="176573" y="731052"/>
                  </a:lnTo>
                  <a:lnTo>
                    <a:pt x="176468" y="732641"/>
                  </a:lnTo>
                  <a:lnTo>
                    <a:pt x="176367" y="734230"/>
                  </a:lnTo>
                  <a:lnTo>
                    <a:pt x="176269" y="735820"/>
                  </a:lnTo>
                  <a:lnTo>
                    <a:pt x="176173" y="737409"/>
                  </a:lnTo>
                  <a:lnTo>
                    <a:pt x="176079" y="738998"/>
                  </a:lnTo>
                  <a:lnTo>
                    <a:pt x="175987" y="740587"/>
                  </a:lnTo>
                  <a:lnTo>
                    <a:pt x="175896" y="742177"/>
                  </a:lnTo>
                  <a:lnTo>
                    <a:pt x="175808" y="743766"/>
                  </a:lnTo>
                  <a:lnTo>
                    <a:pt x="175721" y="745355"/>
                  </a:lnTo>
                  <a:lnTo>
                    <a:pt x="175636" y="746944"/>
                  </a:lnTo>
                  <a:lnTo>
                    <a:pt x="175552" y="748534"/>
                  </a:lnTo>
                  <a:lnTo>
                    <a:pt x="175471" y="750123"/>
                  </a:lnTo>
                  <a:lnTo>
                    <a:pt x="175392" y="751712"/>
                  </a:lnTo>
                  <a:lnTo>
                    <a:pt x="175314" y="753301"/>
                  </a:lnTo>
                  <a:lnTo>
                    <a:pt x="175240" y="754891"/>
                  </a:lnTo>
                  <a:lnTo>
                    <a:pt x="175167" y="756480"/>
                  </a:lnTo>
                  <a:lnTo>
                    <a:pt x="175099" y="758069"/>
                  </a:lnTo>
                  <a:lnTo>
                    <a:pt x="175034" y="759658"/>
                  </a:lnTo>
                  <a:lnTo>
                    <a:pt x="174972" y="761247"/>
                  </a:lnTo>
                  <a:lnTo>
                    <a:pt x="174914" y="762837"/>
                  </a:lnTo>
                  <a:lnTo>
                    <a:pt x="174860" y="764426"/>
                  </a:lnTo>
                  <a:lnTo>
                    <a:pt x="174810" y="766015"/>
                  </a:lnTo>
                  <a:lnTo>
                    <a:pt x="174765" y="767604"/>
                  </a:lnTo>
                  <a:lnTo>
                    <a:pt x="174724" y="769194"/>
                  </a:lnTo>
                  <a:lnTo>
                    <a:pt x="174687" y="770783"/>
                  </a:lnTo>
                  <a:lnTo>
                    <a:pt x="174654" y="772372"/>
                  </a:lnTo>
                  <a:lnTo>
                    <a:pt x="174626" y="773961"/>
                  </a:lnTo>
                  <a:lnTo>
                    <a:pt x="174601" y="775551"/>
                  </a:lnTo>
                  <a:lnTo>
                    <a:pt x="174580" y="777140"/>
                  </a:lnTo>
                  <a:lnTo>
                    <a:pt x="174561" y="778729"/>
                  </a:lnTo>
                  <a:lnTo>
                    <a:pt x="174545" y="780318"/>
                  </a:lnTo>
                  <a:lnTo>
                    <a:pt x="174532" y="781908"/>
                  </a:lnTo>
                  <a:lnTo>
                    <a:pt x="174519" y="783497"/>
                  </a:lnTo>
                  <a:lnTo>
                    <a:pt x="174508" y="785086"/>
                  </a:lnTo>
                  <a:lnTo>
                    <a:pt x="174496" y="786675"/>
                  </a:lnTo>
                  <a:lnTo>
                    <a:pt x="174485" y="788265"/>
                  </a:lnTo>
                  <a:lnTo>
                    <a:pt x="174472" y="789854"/>
                  </a:lnTo>
                  <a:lnTo>
                    <a:pt x="174457" y="791443"/>
                  </a:lnTo>
                  <a:lnTo>
                    <a:pt x="174439" y="793032"/>
                  </a:lnTo>
                  <a:lnTo>
                    <a:pt x="174419" y="794622"/>
                  </a:lnTo>
                  <a:lnTo>
                    <a:pt x="174396" y="796211"/>
                  </a:lnTo>
                  <a:lnTo>
                    <a:pt x="174368" y="797800"/>
                  </a:lnTo>
                  <a:lnTo>
                    <a:pt x="174336" y="799389"/>
                  </a:lnTo>
                  <a:lnTo>
                    <a:pt x="174299" y="800979"/>
                  </a:lnTo>
                  <a:lnTo>
                    <a:pt x="174257" y="802568"/>
                  </a:lnTo>
                  <a:lnTo>
                    <a:pt x="174211" y="804157"/>
                  </a:lnTo>
                  <a:lnTo>
                    <a:pt x="174158" y="805746"/>
                  </a:lnTo>
                  <a:lnTo>
                    <a:pt x="174100" y="807336"/>
                  </a:lnTo>
                  <a:lnTo>
                    <a:pt x="174037" y="808925"/>
                  </a:lnTo>
                  <a:lnTo>
                    <a:pt x="173970" y="810514"/>
                  </a:lnTo>
                  <a:lnTo>
                    <a:pt x="173898" y="812103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0" name="pg30"/>
            <p:cNvSpPr/>
            <p:nvPr/>
          </p:nvSpPr>
          <p:spPr>
            <a:xfrm>
              <a:off x="1839580" y="1991926"/>
              <a:ext cx="394692" cy="716752"/>
            </a:xfrm>
            <a:custGeom>
              <a:avLst/>
              <a:gdLst/>
              <a:ahLst/>
              <a:cxnLst/>
              <a:rect l="0" t="0" r="0" b="0"/>
              <a:pathLst>
                <a:path w="394692" h="716752">
                  <a:moveTo>
                    <a:pt x="194531" y="716752"/>
                  </a:moveTo>
                  <a:lnTo>
                    <a:pt x="194454" y="715349"/>
                  </a:lnTo>
                  <a:lnTo>
                    <a:pt x="194383" y="713946"/>
                  </a:lnTo>
                  <a:lnTo>
                    <a:pt x="194319" y="712544"/>
                  </a:lnTo>
                  <a:lnTo>
                    <a:pt x="194260" y="711141"/>
                  </a:lnTo>
                  <a:lnTo>
                    <a:pt x="194207" y="709738"/>
                  </a:lnTo>
                  <a:lnTo>
                    <a:pt x="194160" y="708336"/>
                  </a:lnTo>
                  <a:lnTo>
                    <a:pt x="194119" y="706933"/>
                  </a:lnTo>
                  <a:lnTo>
                    <a:pt x="194086" y="705530"/>
                  </a:lnTo>
                  <a:lnTo>
                    <a:pt x="194058" y="704128"/>
                  </a:lnTo>
                  <a:lnTo>
                    <a:pt x="194035" y="702725"/>
                  </a:lnTo>
                  <a:lnTo>
                    <a:pt x="194018" y="701322"/>
                  </a:lnTo>
                  <a:lnTo>
                    <a:pt x="194006" y="699920"/>
                  </a:lnTo>
                  <a:lnTo>
                    <a:pt x="194000" y="698517"/>
                  </a:lnTo>
                  <a:lnTo>
                    <a:pt x="193998" y="697115"/>
                  </a:lnTo>
                  <a:lnTo>
                    <a:pt x="194000" y="695712"/>
                  </a:lnTo>
                  <a:lnTo>
                    <a:pt x="194005" y="694309"/>
                  </a:lnTo>
                  <a:lnTo>
                    <a:pt x="194014" y="692907"/>
                  </a:lnTo>
                  <a:lnTo>
                    <a:pt x="194026" y="691504"/>
                  </a:lnTo>
                  <a:lnTo>
                    <a:pt x="194039" y="690101"/>
                  </a:lnTo>
                  <a:lnTo>
                    <a:pt x="194054" y="688699"/>
                  </a:lnTo>
                  <a:lnTo>
                    <a:pt x="194071" y="687296"/>
                  </a:lnTo>
                  <a:lnTo>
                    <a:pt x="194088" y="685893"/>
                  </a:lnTo>
                  <a:lnTo>
                    <a:pt x="194106" y="684491"/>
                  </a:lnTo>
                  <a:lnTo>
                    <a:pt x="194123" y="683088"/>
                  </a:lnTo>
                  <a:lnTo>
                    <a:pt x="194140" y="681685"/>
                  </a:lnTo>
                  <a:lnTo>
                    <a:pt x="194156" y="680283"/>
                  </a:lnTo>
                  <a:lnTo>
                    <a:pt x="194171" y="678880"/>
                  </a:lnTo>
                  <a:lnTo>
                    <a:pt x="194184" y="677477"/>
                  </a:lnTo>
                  <a:lnTo>
                    <a:pt x="194196" y="676075"/>
                  </a:lnTo>
                  <a:lnTo>
                    <a:pt x="194206" y="674672"/>
                  </a:lnTo>
                  <a:lnTo>
                    <a:pt x="194213" y="673270"/>
                  </a:lnTo>
                  <a:lnTo>
                    <a:pt x="194218" y="671867"/>
                  </a:lnTo>
                  <a:lnTo>
                    <a:pt x="194220" y="670464"/>
                  </a:lnTo>
                  <a:lnTo>
                    <a:pt x="194220" y="669062"/>
                  </a:lnTo>
                  <a:lnTo>
                    <a:pt x="194217" y="667659"/>
                  </a:lnTo>
                  <a:lnTo>
                    <a:pt x="194212" y="666256"/>
                  </a:lnTo>
                  <a:lnTo>
                    <a:pt x="194203" y="664854"/>
                  </a:lnTo>
                  <a:lnTo>
                    <a:pt x="194190" y="663451"/>
                  </a:lnTo>
                  <a:lnTo>
                    <a:pt x="194175" y="662048"/>
                  </a:lnTo>
                  <a:lnTo>
                    <a:pt x="194157" y="660646"/>
                  </a:lnTo>
                  <a:lnTo>
                    <a:pt x="194136" y="659243"/>
                  </a:lnTo>
                  <a:lnTo>
                    <a:pt x="194110" y="657840"/>
                  </a:lnTo>
                  <a:lnTo>
                    <a:pt x="194082" y="656438"/>
                  </a:lnTo>
                  <a:lnTo>
                    <a:pt x="194050" y="655035"/>
                  </a:lnTo>
                  <a:lnTo>
                    <a:pt x="194014" y="653633"/>
                  </a:lnTo>
                  <a:lnTo>
                    <a:pt x="193975" y="652230"/>
                  </a:lnTo>
                  <a:lnTo>
                    <a:pt x="193932" y="650827"/>
                  </a:lnTo>
                  <a:lnTo>
                    <a:pt x="193885" y="649425"/>
                  </a:lnTo>
                  <a:lnTo>
                    <a:pt x="193834" y="648022"/>
                  </a:lnTo>
                  <a:lnTo>
                    <a:pt x="193779" y="646619"/>
                  </a:lnTo>
                  <a:lnTo>
                    <a:pt x="193720" y="645217"/>
                  </a:lnTo>
                  <a:lnTo>
                    <a:pt x="193655" y="643814"/>
                  </a:lnTo>
                  <a:lnTo>
                    <a:pt x="193586" y="642411"/>
                  </a:lnTo>
                  <a:lnTo>
                    <a:pt x="193512" y="641009"/>
                  </a:lnTo>
                  <a:lnTo>
                    <a:pt x="193433" y="639606"/>
                  </a:lnTo>
                  <a:lnTo>
                    <a:pt x="193349" y="638203"/>
                  </a:lnTo>
                  <a:lnTo>
                    <a:pt x="193258" y="636801"/>
                  </a:lnTo>
                  <a:lnTo>
                    <a:pt x="193161" y="635398"/>
                  </a:lnTo>
                  <a:lnTo>
                    <a:pt x="193059" y="633995"/>
                  </a:lnTo>
                  <a:lnTo>
                    <a:pt x="192950" y="632593"/>
                  </a:lnTo>
                  <a:lnTo>
                    <a:pt x="192834" y="631190"/>
                  </a:lnTo>
                  <a:lnTo>
                    <a:pt x="192710" y="629788"/>
                  </a:lnTo>
                  <a:lnTo>
                    <a:pt x="192580" y="628385"/>
                  </a:lnTo>
                  <a:lnTo>
                    <a:pt x="192442" y="626982"/>
                  </a:lnTo>
                  <a:lnTo>
                    <a:pt x="192297" y="625580"/>
                  </a:lnTo>
                  <a:lnTo>
                    <a:pt x="192143" y="624177"/>
                  </a:lnTo>
                  <a:lnTo>
                    <a:pt x="191981" y="622774"/>
                  </a:lnTo>
                  <a:lnTo>
                    <a:pt x="191812" y="621372"/>
                  </a:lnTo>
                  <a:lnTo>
                    <a:pt x="191635" y="619969"/>
                  </a:lnTo>
                  <a:lnTo>
                    <a:pt x="191451" y="618566"/>
                  </a:lnTo>
                  <a:lnTo>
                    <a:pt x="191258" y="617164"/>
                  </a:lnTo>
                  <a:lnTo>
                    <a:pt x="191057" y="615761"/>
                  </a:lnTo>
                  <a:lnTo>
                    <a:pt x="190850" y="614358"/>
                  </a:lnTo>
                  <a:lnTo>
                    <a:pt x="190637" y="612956"/>
                  </a:lnTo>
                  <a:lnTo>
                    <a:pt x="190418" y="611553"/>
                  </a:lnTo>
                  <a:lnTo>
                    <a:pt x="190192" y="610150"/>
                  </a:lnTo>
                  <a:lnTo>
                    <a:pt x="189961" y="608748"/>
                  </a:lnTo>
                  <a:lnTo>
                    <a:pt x="189726" y="607345"/>
                  </a:lnTo>
                  <a:lnTo>
                    <a:pt x="189488" y="605943"/>
                  </a:lnTo>
                  <a:lnTo>
                    <a:pt x="189247" y="604540"/>
                  </a:lnTo>
                  <a:lnTo>
                    <a:pt x="189004" y="603137"/>
                  </a:lnTo>
                  <a:lnTo>
                    <a:pt x="188760" y="601735"/>
                  </a:lnTo>
                  <a:lnTo>
                    <a:pt x="188516" y="600332"/>
                  </a:lnTo>
                  <a:lnTo>
                    <a:pt x="188273" y="598929"/>
                  </a:lnTo>
                  <a:lnTo>
                    <a:pt x="188032" y="597527"/>
                  </a:lnTo>
                  <a:lnTo>
                    <a:pt x="187794" y="596124"/>
                  </a:lnTo>
                  <a:lnTo>
                    <a:pt x="187560" y="594721"/>
                  </a:lnTo>
                  <a:lnTo>
                    <a:pt x="187330" y="593319"/>
                  </a:lnTo>
                  <a:lnTo>
                    <a:pt x="187105" y="591916"/>
                  </a:lnTo>
                  <a:lnTo>
                    <a:pt x="186886" y="590513"/>
                  </a:lnTo>
                  <a:lnTo>
                    <a:pt x="186675" y="589111"/>
                  </a:lnTo>
                  <a:lnTo>
                    <a:pt x="186472" y="587708"/>
                  </a:lnTo>
                  <a:lnTo>
                    <a:pt x="186276" y="586306"/>
                  </a:lnTo>
                  <a:lnTo>
                    <a:pt x="186087" y="584903"/>
                  </a:lnTo>
                  <a:lnTo>
                    <a:pt x="185908" y="583500"/>
                  </a:lnTo>
                  <a:lnTo>
                    <a:pt x="185738" y="582098"/>
                  </a:lnTo>
                  <a:lnTo>
                    <a:pt x="185577" y="580695"/>
                  </a:lnTo>
                  <a:lnTo>
                    <a:pt x="185423" y="579292"/>
                  </a:lnTo>
                  <a:lnTo>
                    <a:pt x="185278" y="577890"/>
                  </a:lnTo>
                  <a:lnTo>
                    <a:pt x="185141" y="576487"/>
                  </a:lnTo>
                  <a:lnTo>
                    <a:pt x="185013" y="575084"/>
                  </a:lnTo>
                  <a:lnTo>
                    <a:pt x="184891" y="573682"/>
                  </a:lnTo>
                  <a:lnTo>
                    <a:pt x="184775" y="572279"/>
                  </a:lnTo>
                  <a:lnTo>
                    <a:pt x="184664" y="570876"/>
                  </a:lnTo>
                  <a:lnTo>
                    <a:pt x="184559" y="569474"/>
                  </a:lnTo>
                  <a:lnTo>
                    <a:pt x="184458" y="568071"/>
                  </a:lnTo>
                  <a:lnTo>
                    <a:pt x="184359" y="566668"/>
                  </a:lnTo>
                  <a:lnTo>
                    <a:pt x="184261" y="565266"/>
                  </a:lnTo>
                  <a:lnTo>
                    <a:pt x="184164" y="563863"/>
                  </a:lnTo>
                  <a:lnTo>
                    <a:pt x="184067" y="562461"/>
                  </a:lnTo>
                  <a:lnTo>
                    <a:pt x="183967" y="561058"/>
                  </a:lnTo>
                  <a:lnTo>
                    <a:pt x="183865" y="559655"/>
                  </a:lnTo>
                  <a:lnTo>
                    <a:pt x="183758" y="558253"/>
                  </a:lnTo>
                  <a:lnTo>
                    <a:pt x="183647" y="556850"/>
                  </a:lnTo>
                  <a:lnTo>
                    <a:pt x="183527" y="555447"/>
                  </a:lnTo>
                  <a:lnTo>
                    <a:pt x="183400" y="554045"/>
                  </a:lnTo>
                  <a:lnTo>
                    <a:pt x="183264" y="552642"/>
                  </a:lnTo>
                  <a:lnTo>
                    <a:pt x="183120" y="551239"/>
                  </a:lnTo>
                  <a:lnTo>
                    <a:pt x="182964" y="549837"/>
                  </a:lnTo>
                  <a:lnTo>
                    <a:pt x="182794" y="548434"/>
                  </a:lnTo>
                  <a:lnTo>
                    <a:pt x="182611" y="547031"/>
                  </a:lnTo>
                  <a:lnTo>
                    <a:pt x="182415" y="545629"/>
                  </a:lnTo>
                  <a:lnTo>
                    <a:pt x="182205" y="544226"/>
                  </a:lnTo>
                  <a:lnTo>
                    <a:pt x="181979" y="542823"/>
                  </a:lnTo>
                  <a:lnTo>
                    <a:pt x="181733" y="541421"/>
                  </a:lnTo>
                  <a:lnTo>
                    <a:pt x="181471" y="540018"/>
                  </a:lnTo>
                  <a:lnTo>
                    <a:pt x="181191" y="538616"/>
                  </a:lnTo>
                  <a:lnTo>
                    <a:pt x="180893" y="537213"/>
                  </a:lnTo>
                  <a:lnTo>
                    <a:pt x="180576" y="535810"/>
                  </a:lnTo>
                  <a:lnTo>
                    <a:pt x="180234" y="534408"/>
                  </a:lnTo>
                  <a:lnTo>
                    <a:pt x="179873" y="533005"/>
                  </a:lnTo>
                  <a:lnTo>
                    <a:pt x="179492" y="531602"/>
                  </a:lnTo>
                  <a:lnTo>
                    <a:pt x="179090" y="530200"/>
                  </a:lnTo>
                  <a:lnTo>
                    <a:pt x="178665" y="528797"/>
                  </a:lnTo>
                  <a:lnTo>
                    <a:pt x="178214" y="527394"/>
                  </a:lnTo>
                  <a:lnTo>
                    <a:pt x="177741" y="525992"/>
                  </a:lnTo>
                  <a:lnTo>
                    <a:pt x="177247" y="524589"/>
                  </a:lnTo>
                  <a:lnTo>
                    <a:pt x="176732" y="523186"/>
                  </a:lnTo>
                  <a:lnTo>
                    <a:pt x="176191" y="521784"/>
                  </a:lnTo>
                  <a:lnTo>
                    <a:pt x="175626" y="520381"/>
                  </a:lnTo>
                  <a:lnTo>
                    <a:pt x="175040" y="518979"/>
                  </a:lnTo>
                  <a:lnTo>
                    <a:pt x="174434" y="517576"/>
                  </a:lnTo>
                  <a:lnTo>
                    <a:pt x="173808" y="516173"/>
                  </a:lnTo>
                  <a:lnTo>
                    <a:pt x="173159" y="514771"/>
                  </a:lnTo>
                  <a:lnTo>
                    <a:pt x="172489" y="513368"/>
                  </a:lnTo>
                  <a:lnTo>
                    <a:pt x="171803" y="511965"/>
                  </a:lnTo>
                  <a:lnTo>
                    <a:pt x="171100" y="510563"/>
                  </a:lnTo>
                  <a:lnTo>
                    <a:pt x="170383" y="509160"/>
                  </a:lnTo>
                  <a:lnTo>
                    <a:pt x="169648" y="507757"/>
                  </a:lnTo>
                  <a:lnTo>
                    <a:pt x="168900" y="506355"/>
                  </a:lnTo>
                  <a:lnTo>
                    <a:pt x="168141" y="504952"/>
                  </a:lnTo>
                  <a:lnTo>
                    <a:pt x="167373" y="503549"/>
                  </a:lnTo>
                  <a:lnTo>
                    <a:pt x="166596" y="502147"/>
                  </a:lnTo>
                  <a:lnTo>
                    <a:pt x="165811" y="500744"/>
                  </a:lnTo>
                  <a:lnTo>
                    <a:pt x="165020" y="499341"/>
                  </a:lnTo>
                  <a:lnTo>
                    <a:pt x="164224" y="497939"/>
                  </a:lnTo>
                  <a:lnTo>
                    <a:pt x="163425" y="496536"/>
                  </a:lnTo>
                  <a:lnTo>
                    <a:pt x="162624" y="495134"/>
                  </a:lnTo>
                  <a:lnTo>
                    <a:pt x="161819" y="493731"/>
                  </a:lnTo>
                  <a:lnTo>
                    <a:pt x="161013" y="492328"/>
                  </a:lnTo>
                  <a:lnTo>
                    <a:pt x="160205" y="490926"/>
                  </a:lnTo>
                  <a:lnTo>
                    <a:pt x="159396" y="489523"/>
                  </a:lnTo>
                  <a:lnTo>
                    <a:pt x="158585" y="488120"/>
                  </a:lnTo>
                  <a:lnTo>
                    <a:pt x="157771" y="486718"/>
                  </a:lnTo>
                  <a:lnTo>
                    <a:pt x="156953" y="485315"/>
                  </a:lnTo>
                  <a:lnTo>
                    <a:pt x="156130" y="483912"/>
                  </a:lnTo>
                  <a:lnTo>
                    <a:pt x="155302" y="482510"/>
                  </a:lnTo>
                  <a:lnTo>
                    <a:pt x="154466" y="481107"/>
                  </a:lnTo>
                  <a:lnTo>
                    <a:pt x="153618" y="479704"/>
                  </a:lnTo>
                  <a:lnTo>
                    <a:pt x="152758" y="478302"/>
                  </a:lnTo>
                  <a:lnTo>
                    <a:pt x="151885" y="476899"/>
                  </a:lnTo>
                  <a:lnTo>
                    <a:pt x="150997" y="475496"/>
                  </a:lnTo>
                  <a:lnTo>
                    <a:pt x="150090" y="474094"/>
                  </a:lnTo>
                  <a:lnTo>
                    <a:pt x="149160" y="472691"/>
                  </a:lnTo>
                  <a:lnTo>
                    <a:pt x="148207" y="471289"/>
                  </a:lnTo>
                  <a:lnTo>
                    <a:pt x="147232" y="469886"/>
                  </a:lnTo>
                  <a:lnTo>
                    <a:pt x="146233" y="468483"/>
                  </a:lnTo>
                  <a:lnTo>
                    <a:pt x="145203" y="467081"/>
                  </a:lnTo>
                  <a:lnTo>
                    <a:pt x="144142" y="465678"/>
                  </a:lnTo>
                  <a:lnTo>
                    <a:pt x="143054" y="464275"/>
                  </a:lnTo>
                  <a:lnTo>
                    <a:pt x="141938" y="462873"/>
                  </a:lnTo>
                  <a:lnTo>
                    <a:pt x="140795" y="461470"/>
                  </a:lnTo>
                  <a:lnTo>
                    <a:pt x="139618" y="460067"/>
                  </a:lnTo>
                  <a:lnTo>
                    <a:pt x="138412" y="458665"/>
                  </a:lnTo>
                  <a:lnTo>
                    <a:pt x="137182" y="457262"/>
                  </a:lnTo>
                  <a:lnTo>
                    <a:pt x="135929" y="455859"/>
                  </a:lnTo>
                  <a:lnTo>
                    <a:pt x="134654" y="454457"/>
                  </a:lnTo>
                  <a:lnTo>
                    <a:pt x="133355" y="453054"/>
                  </a:lnTo>
                  <a:lnTo>
                    <a:pt x="132040" y="451651"/>
                  </a:lnTo>
                  <a:lnTo>
                    <a:pt x="130712" y="450249"/>
                  </a:lnTo>
                  <a:lnTo>
                    <a:pt x="129374" y="448846"/>
                  </a:lnTo>
                  <a:lnTo>
                    <a:pt x="128029" y="447444"/>
                  </a:lnTo>
                  <a:lnTo>
                    <a:pt x="126680" y="446041"/>
                  </a:lnTo>
                  <a:lnTo>
                    <a:pt x="125332" y="444638"/>
                  </a:lnTo>
                  <a:lnTo>
                    <a:pt x="123988" y="443236"/>
                  </a:lnTo>
                  <a:lnTo>
                    <a:pt x="122650" y="441833"/>
                  </a:lnTo>
                  <a:lnTo>
                    <a:pt x="121322" y="440430"/>
                  </a:lnTo>
                  <a:lnTo>
                    <a:pt x="120011" y="439028"/>
                  </a:lnTo>
                  <a:lnTo>
                    <a:pt x="118717" y="437625"/>
                  </a:lnTo>
                  <a:lnTo>
                    <a:pt x="117441" y="436222"/>
                  </a:lnTo>
                  <a:lnTo>
                    <a:pt x="116184" y="434820"/>
                  </a:lnTo>
                  <a:lnTo>
                    <a:pt x="114950" y="433417"/>
                  </a:lnTo>
                  <a:lnTo>
                    <a:pt x="113745" y="432014"/>
                  </a:lnTo>
                  <a:lnTo>
                    <a:pt x="112565" y="430612"/>
                  </a:lnTo>
                  <a:lnTo>
                    <a:pt x="111408" y="429209"/>
                  </a:lnTo>
                  <a:lnTo>
                    <a:pt x="110275" y="427807"/>
                  </a:lnTo>
                  <a:lnTo>
                    <a:pt x="109167" y="426404"/>
                  </a:lnTo>
                  <a:lnTo>
                    <a:pt x="108088" y="425001"/>
                  </a:lnTo>
                  <a:lnTo>
                    <a:pt x="107030" y="423599"/>
                  </a:lnTo>
                  <a:lnTo>
                    <a:pt x="105991" y="422196"/>
                  </a:lnTo>
                  <a:lnTo>
                    <a:pt x="104970" y="420793"/>
                  </a:lnTo>
                  <a:lnTo>
                    <a:pt x="103967" y="419391"/>
                  </a:lnTo>
                  <a:lnTo>
                    <a:pt x="102979" y="417988"/>
                  </a:lnTo>
                  <a:lnTo>
                    <a:pt x="102000" y="416585"/>
                  </a:lnTo>
                  <a:lnTo>
                    <a:pt x="101028" y="415183"/>
                  </a:lnTo>
                  <a:lnTo>
                    <a:pt x="100060" y="413780"/>
                  </a:lnTo>
                  <a:lnTo>
                    <a:pt x="99092" y="412377"/>
                  </a:lnTo>
                  <a:lnTo>
                    <a:pt x="98121" y="410975"/>
                  </a:lnTo>
                  <a:lnTo>
                    <a:pt x="97143" y="409572"/>
                  </a:lnTo>
                  <a:lnTo>
                    <a:pt x="96154" y="408169"/>
                  </a:lnTo>
                  <a:lnTo>
                    <a:pt x="95154" y="406767"/>
                  </a:lnTo>
                  <a:lnTo>
                    <a:pt x="94133" y="405364"/>
                  </a:lnTo>
                  <a:lnTo>
                    <a:pt x="93088" y="403962"/>
                  </a:lnTo>
                  <a:lnTo>
                    <a:pt x="92021" y="402559"/>
                  </a:lnTo>
                  <a:lnTo>
                    <a:pt x="90927" y="401156"/>
                  </a:lnTo>
                  <a:lnTo>
                    <a:pt x="89804" y="399754"/>
                  </a:lnTo>
                  <a:lnTo>
                    <a:pt x="88641" y="398351"/>
                  </a:lnTo>
                  <a:lnTo>
                    <a:pt x="87440" y="396948"/>
                  </a:lnTo>
                  <a:lnTo>
                    <a:pt x="86201" y="395546"/>
                  </a:lnTo>
                  <a:lnTo>
                    <a:pt x="84923" y="394143"/>
                  </a:lnTo>
                  <a:lnTo>
                    <a:pt x="83603" y="392740"/>
                  </a:lnTo>
                  <a:lnTo>
                    <a:pt x="82227" y="391338"/>
                  </a:lnTo>
                  <a:lnTo>
                    <a:pt x="80803" y="389935"/>
                  </a:lnTo>
                  <a:lnTo>
                    <a:pt x="79332" y="388532"/>
                  </a:lnTo>
                  <a:lnTo>
                    <a:pt x="77812" y="387130"/>
                  </a:lnTo>
                  <a:lnTo>
                    <a:pt x="76244" y="385727"/>
                  </a:lnTo>
                  <a:lnTo>
                    <a:pt x="74607" y="384324"/>
                  </a:lnTo>
                  <a:lnTo>
                    <a:pt x="72920" y="382922"/>
                  </a:lnTo>
                  <a:lnTo>
                    <a:pt x="71181" y="381519"/>
                  </a:lnTo>
                  <a:lnTo>
                    <a:pt x="70749" y="381180"/>
                  </a:lnTo>
                  <a:lnTo>
                    <a:pt x="69391" y="380117"/>
                  </a:lnTo>
                  <a:lnTo>
                    <a:pt x="67548" y="378714"/>
                  </a:lnTo>
                  <a:lnTo>
                    <a:pt x="65639" y="377311"/>
                  </a:lnTo>
                  <a:lnTo>
                    <a:pt x="63680" y="375909"/>
                  </a:lnTo>
                  <a:lnTo>
                    <a:pt x="61674" y="374506"/>
                  </a:lnTo>
                  <a:lnTo>
                    <a:pt x="59621" y="373103"/>
                  </a:lnTo>
                  <a:lnTo>
                    <a:pt x="57519" y="371701"/>
                  </a:lnTo>
                  <a:lnTo>
                    <a:pt x="55365" y="370298"/>
                  </a:lnTo>
                  <a:lnTo>
                    <a:pt x="53173" y="368895"/>
                  </a:lnTo>
                  <a:lnTo>
                    <a:pt x="50946" y="367493"/>
                  </a:lnTo>
                  <a:lnTo>
                    <a:pt x="48688" y="366090"/>
                  </a:lnTo>
                  <a:lnTo>
                    <a:pt x="46398" y="364687"/>
                  </a:lnTo>
                  <a:lnTo>
                    <a:pt x="44082" y="363285"/>
                  </a:lnTo>
                  <a:lnTo>
                    <a:pt x="41751" y="361882"/>
                  </a:lnTo>
                  <a:lnTo>
                    <a:pt x="39410" y="360480"/>
                  </a:lnTo>
                  <a:lnTo>
                    <a:pt x="37063" y="359077"/>
                  </a:lnTo>
                  <a:lnTo>
                    <a:pt x="34718" y="357674"/>
                  </a:lnTo>
                  <a:lnTo>
                    <a:pt x="32386" y="356272"/>
                  </a:lnTo>
                  <a:lnTo>
                    <a:pt x="30071" y="354869"/>
                  </a:lnTo>
                  <a:lnTo>
                    <a:pt x="27780" y="353466"/>
                  </a:lnTo>
                  <a:lnTo>
                    <a:pt x="25521" y="352064"/>
                  </a:lnTo>
                  <a:lnTo>
                    <a:pt x="23309" y="350661"/>
                  </a:lnTo>
                  <a:lnTo>
                    <a:pt x="21153" y="349258"/>
                  </a:lnTo>
                  <a:lnTo>
                    <a:pt x="19055" y="347856"/>
                  </a:lnTo>
                  <a:lnTo>
                    <a:pt x="17022" y="346453"/>
                  </a:lnTo>
                  <a:lnTo>
                    <a:pt x="15059" y="345050"/>
                  </a:lnTo>
                  <a:lnTo>
                    <a:pt x="13198" y="343648"/>
                  </a:lnTo>
                  <a:lnTo>
                    <a:pt x="11434" y="342245"/>
                  </a:lnTo>
                  <a:lnTo>
                    <a:pt x="9766" y="340842"/>
                  </a:lnTo>
                  <a:lnTo>
                    <a:pt x="8202" y="339440"/>
                  </a:lnTo>
                  <a:lnTo>
                    <a:pt x="6745" y="338037"/>
                  </a:lnTo>
                  <a:lnTo>
                    <a:pt x="5439" y="336635"/>
                  </a:lnTo>
                  <a:lnTo>
                    <a:pt x="4262" y="335232"/>
                  </a:lnTo>
                  <a:lnTo>
                    <a:pt x="3212" y="333829"/>
                  </a:lnTo>
                  <a:lnTo>
                    <a:pt x="2294" y="332427"/>
                  </a:lnTo>
                  <a:lnTo>
                    <a:pt x="1511" y="331024"/>
                  </a:lnTo>
                  <a:lnTo>
                    <a:pt x="917" y="329621"/>
                  </a:lnTo>
                  <a:lnTo>
                    <a:pt x="466" y="328219"/>
                  </a:lnTo>
                  <a:lnTo>
                    <a:pt x="161" y="326816"/>
                  </a:lnTo>
                  <a:lnTo>
                    <a:pt x="3" y="325413"/>
                  </a:lnTo>
                  <a:lnTo>
                    <a:pt x="0" y="324011"/>
                  </a:lnTo>
                  <a:lnTo>
                    <a:pt x="190" y="322608"/>
                  </a:lnTo>
                  <a:lnTo>
                    <a:pt x="529" y="321205"/>
                  </a:lnTo>
                  <a:lnTo>
                    <a:pt x="1016" y="319803"/>
                  </a:lnTo>
                  <a:lnTo>
                    <a:pt x="1347" y="319071"/>
                  </a:lnTo>
                  <a:lnTo>
                    <a:pt x="1650" y="318400"/>
                  </a:lnTo>
                  <a:lnTo>
                    <a:pt x="2440" y="316997"/>
                  </a:lnTo>
                  <a:lnTo>
                    <a:pt x="3409" y="315595"/>
                  </a:lnTo>
                  <a:lnTo>
                    <a:pt x="4516" y="314192"/>
                  </a:lnTo>
                  <a:lnTo>
                    <a:pt x="5757" y="312790"/>
                  </a:lnTo>
                  <a:lnTo>
                    <a:pt x="7129" y="311387"/>
                  </a:lnTo>
                  <a:lnTo>
                    <a:pt x="8643" y="309984"/>
                  </a:lnTo>
                  <a:lnTo>
                    <a:pt x="10302" y="308582"/>
                  </a:lnTo>
                  <a:lnTo>
                    <a:pt x="12073" y="307179"/>
                  </a:lnTo>
                  <a:lnTo>
                    <a:pt x="13951" y="305776"/>
                  </a:lnTo>
                  <a:lnTo>
                    <a:pt x="15932" y="304374"/>
                  </a:lnTo>
                  <a:lnTo>
                    <a:pt x="18023" y="302971"/>
                  </a:lnTo>
                  <a:lnTo>
                    <a:pt x="20213" y="301568"/>
                  </a:lnTo>
                  <a:lnTo>
                    <a:pt x="22481" y="300166"/>
                  </a:lnTo>
                  <a:lnTo>
                    <a:pt x="24819" y="298763"/>
                  </a:lnTo>
                  <a:lnTo>
                    <a:pt x="27221" y="297360"/>
                  </a:lnTo>
                  <a:lnTo>
                    <a:pt x="29690" y="295958"/>
                  </a:lnTo>
                  <a:lnTo>
                    <a:pt x="32210" y="294555"/>
                  </a:lnTo>
                  <a:lnTo>
                    <a:pt x="34767" y="293153"/>
                  </a:lnTo>
                  <a:lnTo>
                    <a:pt x="37354" y="291750"/>
                  </a:lnTo>
                  <a:lnTo>
                    <a:pt x="39964" y="290347"/>
                  </a:lnTo>
                  <a:lnTo>
                    <a:pt x="42594" y="288945"/>
                  </a:lnTo>
                  <a:lnTo>
                    <a:pt x="45229" y="287542"/>
                  </a:lnTo>
                  <a:lnTo>
                    <a:pt x="47864" y="286139"/>
                  </a:lnTo>
                  <a:lnTo>
                    <a:pt x="50491" y="284737"/>
                  </a:lnTo>
                  <a:lnTo>
                    <a:pt x="53107" y="283334"/>
                  </a:lnTo>
                  <a:lnTo>
                    <a:pt x="55698" y="281931"/>
                  </a:lnTo>
                  <a:lnTo>
                    <a:pt x="58260" y="280529"/>
                  </a:lnTo>
                  <a:lnTo>
                    <a:pt x="60792" y="279126"/>
                  </a:lnTo>
                  <a:lnTo>
                    <a:pt x="63290" y="277723"/>
                  </a:lnTo>
                  <a:lnTo>
                    <a:pt x="65749" y="276321"/>
                  </a:lnTo>
                  <a:lnTo>
                    <a:pt x="68149" y="274918"/>
                  </a:lnTo>
                  <a:lnTo>
                    <a:pt x="70503" y="273515"/>
                  </a:lnTo>
                  <a:lnTo>
                    <a:pt x="72806" y="272113"/>
                  </a:lnTo>
                  <a:lnTo>
                    <a:pt x="75059" y="270710"/>
                  </a:lnTo>
                  <a:lnTo>
                    <a:pt x="77255" y="269308"/>
                  </a:lnTo>
                  <a:lnTo>
                    <a:pt x="79380" y="267905"/>
                  </a:lnTo>
                  <a:lnTo>
                    <a:pt x="81447" y="266502"/>
                  </a:lnTo>
                  <a:lnTo>
                    <a:pt x="83457" y="265100"/>
                  </a:lnTo>
                  <a:lnTo>
                    <a:pt x="85410" y="263697"/>
                  </a:lnTo>
                  <a:lnTo>
                    <a:pt x="87300" y="262294"/>
                  </a:lnTo>
                  <a:lnTo>
                    <a:pt x="89116" y="260892"/>
                  </a:lnTo>
                  <a:lnTo>
                    <a:pt x="90876" y="259489"/>
                  </a:lnTo>
                  <a:lnTo>
                    <a:pt x="92579" y="258086"/>
                  </a:lnTo>
                  <a:lnTo>
                    <a:pt x="94227" y="256684"/>
                  </a:lnTo>
                  <a:lnTo>
                    <a:pt x="95813" y="255281"/>
                  </a:lnTo>
                  <a:lnTo>
                    <a:pt x="97334" y="253878"/>
                  </a:lnTo>
                  <a:lnTo>
                    <a:pt x="98804" y="252476"/>
                  </a:lnTo>
                  <a:lnTo>
                    <a:pt x="100225" y="251073"/>
                  </a:lnTo>
                  <a:lnTo>
                    <a:pt x="101597" y="249670"/>
                  </a:lnTo>
                  <a:lnTo>
                    <a:pt x="102915" y="248268"/>
                  </a:lnTo>
                  <a:lnTo>
                    <a:pt x="104182" y="246865"/>
                  </a:lnTo>
                  <a:lnTo>
                    <a:pt x="105407" y="245463"/>
                  </a:lnTo>
                  <a:lnTo>
                    <a:pt x="106593" y="244060"/>
                  </a:lnTo>
                  <a:lnTo>
                    <a:pt x="106789" y="243821"/>
                  </a:lnTo>
                  <a:lnTo>
                    <a:pt x="107742" y="242657"/>
                  </a:lnTo>
                  <a:lnTo>
                    <a:pt x="108847" y="241255"/>
                  </a:lnTo>
                  <a:lnTo>
                    <a:pt x="109917" y="239852"/>
                  </a:lnTo>
                  <a:lnTo>
                    <a:pt x="110956" y="238449"/>
                  </a:lnTo>
                  <a:lnTo>
                    <a:pt x="111968" y="237047"/>
                  </a:lnTo>
                  <a:lnTo>
                    <a:pt x="112953" y="235644"/>
                  </a:lnTo>
                  <a:lnTo>
                    <a:pt x="113909" y="234241"/>
                  </a:lnTo>
                  <a:lnTo>
                    <a:pt x="114842" y="232839"/>
                  </a:lnTo>
                  <a:lnTo>
                    <a:pt x="115756" y="231436"/>
                  </a:lnTo>
                  <a:lnTo>
                    <a:pt x="116652" y="230033"/>
                  </a:lnTo>
                  <a:lnTo>
                    <a:pt x="117532" y="228631"/>
                  </a:lnTo>
                  <a:lnTo>
                    <a:pt x="118394" y="227228"/>
                  </a:lnTo>
                  <a:lnTo>
                    <a:pt x="119242" y="225825"/>
                  </a:lnTo>
                  <a:lnTo>
                    <a:pt x="120079" y="224423"/>
                  </a:lnTo>
                  <a:lnTo>
                    <a:pt x="120904" y="223020"/>
                  </a:lnTo>
                  <a:lnTo>
                    <a:pt x="121719" y="221618"/>
                  </a:lnTo>
                  <a:lnTo>
                    <a:pt x="122522" y="220215"/>
                  </a:lnTo>
                  <a:lnTo>
                    <a:pt x="123314" y="218812"/>
                  </a:lnTo>
                  <a:lnTo>
                    <a:pt x="124098" y="217410"/>
                  </a:lnTo>
                  <a:lnTo>
                    <a:pt x="124871" y="216007"/>
                  </a:lnTo>
                  <a:lnTo>
                    <a:pt x="125634" y="214604"/>
                  </a:lnTo>
                  <a:lnTo>
                    <a:pt x="126384" y="213202"/>
                  </a:lnTo>
                  <a:lnTo>
                    <a:pt x="127122" y="211799"/>
                  </a:lnTo>
                  <a:lnTo>
                    <a:pt x="127847" y="210396"/>
                  </a:lnTo>
                  <a:lnTo>
                    <a:pt x="128559" y="208994"/>
                  </a:lnTo>
                  <a:lnTo>
                    <a:pt x="129256" y="207591"/>
                  </a:lnTo>
                  <a:lnTo>
                    <a:pt x="129933" y="206188"/>
                  </a:lnTo>
                  <a:lnTo>
                    <a:pt x="130593" y="204786"/>
                  </a:lnTo>
                  <a:lnTo>
                    <a:pt x="131235" y="203383"/>
                  </a:lnTo>
                  <a:lnTo>
                    <a:pt x="131858" y="201981"/>
                  </a:lnTo>
                  <a:lnTo>
                    <a:pt x="132458" y="200578"/>
                  </a:lnTo>
                  <a:lnTo>
                    <a:pt x="133031" y="199175"/>
                  </a:lnTo>
                  <a:lnTo>
                    <a:pt x="133581" y="197773"/>
                  </a:lnTo>
                  <a:lnTo>
                    <a:pt x="134108" y="196370"/>
                  </a:lnTo>
                  <a:lnTo>
                    <a:pt x="134611" y="194967"/>
                  </a:lnTo>
                  <a:lnTo>
                    <a:pt x="135086" y="193565"/>
                  </a:lnTo>
                  <a:lnTo>
                    <a:pt x="135531" y="192162"/>
                  </a:lnTo>
                  <a:lnTo>
                    <a:pt x="135951" y="190759"/>
                  </a:lnTo>
                  <a:lnTo>
                    <a:pt x="136347" y="189357"/>
                  </a:lnTo>
                  <a:lnTo>
                    <a:pt x="136718" y="187954"/>
                  </a:lnTo>
                  <a:lnTo>
                    <a:pt x="137061" y="186551"/>
                  </a:lnTo>
                  <a:lnTo>
                    <a:pt x="137378" y="185149"/>
                  </a:lnTo>
                  <a:lnTo>
                    <a:pt x="137675" y="183746"/>
                  </a:lnTo>
                  <a:lnTo>
                    <a:pt x="137951" y="182343"/>
                  </a:lnTo>
                  <a:lnTo>
                    <a:pt x="138210" y="180941"/>
                  </a:lnTo>
                  <a:lnTo>
                    <a:pt x="138448" y="179538"/>
                  </a:lnTo>
                  <a:lnTo>
                    <a:pt x="138672" y="178136"/>
                  </a:lnTo>
                  <a:lnTo>
                    <a:pt x="138885" y="176733"/>
                  </a:lnTo>
                  <a:lnTo>
                    <a:pt x="139089" y="175330"/>
                  </a:lnTo>
                  <a:lnTo>
                    <a:pt x="139286" y="173928"/>
                  </a:lnTo>
                  <a:lnTo>
                    <a:pt x="139479" y="172525"/>
                  </a:lnTo>
                  <a:lnTo>
                    <a:pt x="139672" y="171122"/>
                  </a:lnTo>
                  <a:lnTo>
                    <a:pt x="139868" y="169720"/>
                  </a:lnTo>
                  <a:lnTo>
                    <a:pt x="140069" y="168317"/>
                  </a:lnTo>
                  <a:lnTo>
                    <a:pt x="140277" y="166914"/>
                  </a:lnTo>
                  <a:lnTo>
                    <a:pt x="140500" y="165512"/>
                  </a:lnTo>
                  <a:lnTo>
                    <a:pt x="140737" y="164109"/>
                  </a:lnTo>
                  <a:lnTo>
                    <a:pt x="140990" y="162706"/>
                  </a:lnTo>
                  <a:lnTo>
                    <a:pt x="141260" y="161304"/>
                  </a:lnTo>
                  <a:lnTo>
                    <a:pt x="141551" y="159901"/>
                  </a:lnTo>
                  <a:lnTo>
                    <a:pt x="141871" y="158498"/>
                  </a:lnTo>
                  <a:lnTo>
                    <a:pt x="142213" y="157096"/>
                  </a:lnTo>
                  <a:lnTo>
                    <a:pt x="142580" y="155693"/>
                  </a:lnTo>
                  <a:lnTo>
                    <a:pt x="142972" y="154291"/>
                  </a:lnTo>
                  <a:lnTo>
                    <a:pt x="143390" y="152888"/>
                  </a:lnTo>
                  <a:lnTo>
                    <a:pt x="143841" y="151485"/>
                  </a:lnTo>
                  <a:lnTo>
                    <a:pt x="144316" y="150083"/>
                  </a:lnTo>
                  <a:lnTo>
                    <a:pt x="144816" y="148680"/>
                  </a:lnTo>
                  <a:lnTo>
                    <a:pt x="145338" y="147277"/>
                  </a:lnTo>
                  <a:lnTo>
                    <a:pt x="145885" y="145875"/>
                  </a:lnTo>
                  <a:lnTo>
                    <a:pt x="146457" y="144472"/>
                  </a:lnTo>
                  <a:lnTo>
                    <a:pt x="147045" y="143069"/>
                  </a:lnTo>
                  <a:lnTo>
                    <a:pt x="147650" y="141667"/>
                  </a:lnTo>
                  <a:lnTo>
                    <a:pt x="148268" y="140264"/>
                  </a:lnTo>
                  <a:lnTo>
                    <a:pt x="148898" y="138861"/>
                  </a:lnTo>
                  <a:lnTo>
                    <a:pt x="149537" y="137459"/>
                  </a:lnTo>
                  <a:lnTo>
                    <a:pt x="150181" y="136056"/>
                  </a:lnTo>
                  <a:lnTo>
                    <a:pt x="150826" y="134654"/>
                  </a:lnTo>
                  <a:lnTo>
                    <a:pt x="151470" y="133251"/>
                  </a:lnTo>
                  <a:lnTo>
                    <a:pt x="152110" y="131848"/>
                  </a:lnTo>
                  <a:lnTo>
                    <a:pt x="152741" y="130446"/>
                  </a:lnTo>
                  <a:lnTo>
                    <a:pt x="153361" y="129043"/>
                  </a:lnTo>
                  <a:lnTo>
                    <a:pt x="153969" y="127640"/>
                  </a:lnTo>
                  <a:lnTo>
                    <a:pt x="154562" y="126238"/>
                  </a:lnTo>
                  <a:lnTo>
                    <a:pt x="155133" y="124835"/>
                  </a:lnTo>
                  <a:lnTo>
                    <a:pt x="155682" y="123432"/>
                  </a:lnTo>
                  <a:lnTo>
                    <a:pt x="156210" y="122030"/>
                  </a:lnTo>
                  <a:lnTo>
                    <a:pt x="156715" y="120627"/>
                  </a:lnTo>
                  <a:lnTo>
                    <a:pt x="157196" y="119224"/>
                  </a:lnTo>
                  <a:lnTo>
                    <a:pt x="157645" y="117822"/>
                  </a:lnTo>
                  <a:lnTo>
                    <a:pt x="158066" y="116419"/>
                  </a:lnTo>
                  <a:lnTo>
                    <a:pt x="158462" y="115016"/>
                  </a:lnTo>
                  <a:lnTo>
                    <a:pt x="158831" y="113614"/>
                  </a:lnTo>
                  <a:lnTo>
                    <a:pt x="159174" y="112211"/>
                  </a:lnTo>
                  <a:lnTo>
                    <a:pt x="159482" y="110809"/>
                  </a:lnTo>
                  <a:lnTo>
                    <a:pt x="159766" y="109406"/>
                  </a:lnTo>
                  <a:lnTo>
                    <a:pt x="160027" y="108003"/>
                  </a:lnTo>
                  <a:lnTo>
                    <a:pt x="160264" y="106601"/>
                  </a:lnTo>
                  <a:lnTo>
                    <a:pt x="160479" y="105198"/>
                  </a:lnTo>
                  <a:lnTo>
                    <a:pt x="160668" y="103795"/>
                  </a:lnTo>
                  <a:lnTo>
                    <a:pt x="160838" y="102393"/>
                  </a:lnTo>
                  <a:lnTo>
                    <a:pt x="160993" y="100990"/>
                  </a:lnTo>
                  <a:lnTo>
                    <a:pt x="161132" y="99587"/>
                  </a:lnTo>
                  <a:lnTo>
                    <a:pt x="161256" y="98185"/>
                  </a:lnTo>
                  <a:lnTo>
                    <a:pt x="161366" y="96782"/>
                  </a:lnTo>
                  <a:lnTo>
                    <a:pt x="161467" y="95379"/>
                  </a:lnTo>
                  <a:lnTo>
                    <a:pt x="161560" y="93977"/>
                  </a:lnTo>
                  <a:lnTo>
                    <a:pt x="161647" y="92574"/>
                  </a:lnTo>
                  <a:lnTo>
                    <a:pt x="161728" y="91171"/>
                  </a:lnTo>
                  <a:lnTo>
                    <a:pt x="161807" y="89769"/>
                  </a:lnTo>
                  <a:lnTo>
                    <a:pt x="161884" y="88366"/>
                  </a:lnTo>
                  <a:lnTo>
                    <a:pt x="161961" y="86964"/>
                  </a:lnTo>
                  <a:lnTo>
                    <a:pt x="162039" y="85561"/>
                  </a:lnTo>
                  <a:lnTo>
                    <a:pt x="162120" y="84158"/>
                  </a:lnTo>
                  <a:lnTo>
                    <a:pt x="162206" y="82756"/>
                  </a:lnTo>
                  <a:lnTo>
                    <a:pt x="162297" y="81353"/>
                  </a:lnTo>
                  <a:lnTo>
                    <a:pt x="162394" y="79950"/>
                  </a:lnTo>
                  <a:lnTo>
                    <a:pt x="162497" y="78548"/>
                  </a:lnTo>
                  <a:lnTo>
                    <a:pt x="162610" y="77145"/>
                  </a:lnTo>
                  <a:lnTo>
                    <a:pt x="162733" y="75742"/>
                  </a:lnTo>
                  <a:lnTo>
                    <a:pt x="162865" y="74340"/>
                  </a:lnTo>
                  <a:lnTo>
                    <a:pt x="163008" y="72937"/>
                  </a:lnTo>
                  <a:lnTo>
                    <a:pt x="163162" y="71534"/>
                  </a:lnTo>
                  <a:lnTo>
                    <a:pt x="163330" y="70132"/>
                  </a:lnTo>
                  <a:lnTo>
                    <a:pt x="163512" y="68729"/>
                  </a:lnTo>
                  <a:lnTo>
                    <a:pt x="163708" y="67327"/>
                  </a:lnTo>
                  <a:lnTo>
                    <a:pt x="163919" y="65924"/>
                  </a:lnTo>
                  <a:lnTo>
                    <a:pt x="164143" y="64521"/>
                  </a:lnTo>
                  <a:lnTo>
                    <a:pt x="164389" y="63119"/>
                  </a:lnTo>
                  <a:lnTo>
                    <a:pt x="164652" y="61716"/>
                  </a:lnTo>
                  <a:lnTo>
                    <a:pt x="164932" y="60313"/>
                  </a:lnTo>
                  <a:lnTo>
                    <a:pt x="165230" y="58911"/>
                  </a:lnTo>
                  <a:lnTo>
                    <a:pt x="165546" y="57508"/>
                  </a:lnTo>
                  <a:lnTo>
                    <a:pt x="165889" y="56105"/>
                  </a:lnTo>
                  <a:lnTo>
                    <a:pt x="166251" y="54703"/>
                  </a:lnTo>
                  <a:lnTo>
                    <a:pt x="166634" y="53300"/>
                  </a:lnTo>
                  <a:lnTo>
                    <a:pt x="167038" y="51897"/>
                  </a:lnTo>
                  <a:lnTo>
                    <a:pt x="167463" y="50495"/>
                  </a:lnTo>
                  <a:lnTo>
                    <a:pt x="167915" y="49092"/>
                  </a:lnTo>
                  <a:lnTo>
                    <a:pt x="168389" y="47689"/>
                  </a:lnTo>
                  <a:lnTo>
                    <a:pt x="168884" y="46287"/>
                  </a:lnTo>
                  <a:lnTo>
                    <a:pt x="169399" y="44884"/>
                  </a:lnTo>
                  <a:lnTo>
                    <a:pt x="169936" y="43482"/>
                  </a:lnTo>
                  <a:lnTo>
                    <a:pt x="170498" y="42079"/>
                  </a:lnTo>
                  <a:lnTo>
                    <a:pt x="171078" y="40676"/>
                  </a:lnTo>
                  <a:lnTo>
                    <a:pt x="171676" y="39274"/>
                  </a:lnTo>
                  <a:lnTo>
                    <a:pt x="172291" y="37871"/>
                  </a:lnTo>
                  <a:lnTo>
                    <a:pt x="172923" y="36468"/>
                  </a:lnTo>
                  <a:lnTo>
                    <a:pt x="173573" y="35066"/>
                  </a:lnTo>
                  <a:lnTo>
                    <a:pt x="174236" y="33663"/>
                  </a:lnTo>
                  <a:lnTo>
                    <a:pt x="174909" y="32260"/>
                  </a:lnTo>
                  <a:lnTo>
                    <a:pt x="175593" y="30858"/>
                  </a:lnTo>
                  <a:lnTo>
                    <a:pt x="176286" y="29455"/>
                  </a:lnTo>
                  <a:lnTo>
                    <a:pt x="176986" y="28052"/>
                  </a:lnTo>
                  <a:lnTo>
                    <a:pt x="177690" y="26650"/>
                  </a:lnTo>
                  <a:lnTo>
                    <a:pt x="178397" y="25247"/>
                  </a:lnTo>
                  <a:lnTo>
                    <a:pt x="179106" y="23844"/>
                  </a:lnTo>
                  <a:lnTo>
                    <a:pt x="179813" y="22442"/>
                  </a:lnTo>
                  <a:lnTo>
                    <a:pt x="180518" y="21039"/>
                  </a:lnTo>
                  <a:lnTo>
                    <a:pt x="181218" y="19637"/>
                  </a:lnTo>
                  <a:lnTo>
                    <a:pt x="181912" y="18234"/>
                  </a:lnTo>
                  <a:lnTo>
                    <a:pt x="182600" y="16831"/>
                  </a:lnTo>
                  <a:lnTo>
                    <a:pt x="183276" y="15429"/>
                  </a:lnTo>
                  <a:lnTo>
                    <a:pt x="183942" y="14026"/>
                  </a:lnTo>
                  <a:lnTo>
                    <a:pt x="184596" y="12623"/>
                  </a:lnTo>
                  <a:lnTo>
                    <a:pt x="185239" y="11221"/>
                  </a:lnTo>
                  <a:lnTo>
                    <a:pt x="185868" y="9818"/>
                  </a:lnTo>
                  <a:lnTo>
                    <a:pt x="186478" y="8415"/>
                  </a:lnTo>
                  <a:lnTo>
                    <a:pt x="187073" y="7013"/>
                  </a:lnTo>
                  <a:lnTo>
                    <a:pt x="187652" y="5610"/>
                  </a:lnTo>
                  <a:lnTo>
                    <a:pt x="188214" y="4207"/>
                  </a:lnTo>
                  <a:lnTo>
                    <a:pt x="188760" y="2805"/>
                  </a:lnTo>
                  <a:lnTo>
                    <a:pt x="189283" y="1402"/>
                  </a:lnTo>
                  <a:lnTo>
                    <a:pt x="189787" y="0"/>
                  </a:lnTo>
                  <a:lnTo>
                    <a:pt x="204904" y="0"/>
                  </a:lnTo>
                  <a:lnTo>
                    <a:pt x="205409" y="1402"/>
                  </a:lnTo>
                  <a:lnTo>
                    <a:pt x="205931" y="2805"/>
                  </a:lnTo>
                  <a:lnTo>
                    <a:pt x="206477" y="4207"/>
                  </a:lnTo>
                  <a:lnTo>
                    <a:pt x="207039" y="5610"/>
                  </a:lnTo>
                  <a:lnTo>
                    <a:pt x="207618" y="7013"/>
                  </a:lnTo>
                  <a:lnTo>
                    <a:pt x="208213" y="8415"/>
                  </a:lnTo>
                  <a:lnTo>
                    <a:pt x="208824" y="9818"/>
                  </a:lnTo>
                  <a:lnTo>
                    <a:pt x="209453" y="11221"/>
                  </a:lnTo>
                  <a:lnTo>
                    <a:pt x="210095" y="12623"/>
                  </a:lnTo>
                  <a:lnTo>
                    <a:pt x="210749" y="14026"/>
                  </a:lnTo>
                  <a:lnTo>
                    <a:pt x="211415" y="15429"/>
                  </a:lnTo>
                  <a:lnTo>
                    <a:pt x="212092" y="16831"/>
                  </a:lnTo>
                  <a:lnTo>
                    <a:pt x="212779" y="18234"/>
                  </a:lnTo>
                  <a:lnTo>
                    <a:pt x="213474" y="19637"/>
                  </a:lnTo>
                  <a:lnTo>
                    <a:pt x="214174" y="21039"/>
                  </a:lnTo>
                  <a:lnTo>
                    <a:pt x="214878" y="22442"/>
                  </a:lnTo>
                  <a:lnTo>
                    <a:pt x="215586" y="23844"/>
                  </a:lnTo>
                  <a:lnTo>
                    <a:pt x="216294" y="25247"/>
                  </a:lnTo>
                  <a:lnTo>
                    <a:pt x="217001" y="26650"/>
                  </a:lnTo>
                  <a:lnTo>
                    <a:pt x="217705" y="28052"/>
                  </a:lnTo>
                  <a:lnTo>
                    <a:pt x="218405" y="29455"/>
                  </a:lnTo>
                  <a:lnTo>
                    <a:pt x="219098" y="30858"/>
                  </a:lnTo>
                  <a:lnTo>
                    <a:pt x="219782" y="32260"/>
                  </a:lnTo>
                  <a:lnTo>
                    <a:pt x="220456" y="33663"/>
                  </a:lnTo>
                  <a:lnTo>
                    <a:pt x="221118" y="35066"/>
                  </a:lnTo>
                  <a:lnTo>
                    <a:pt x="221768" y="36468"/>
                  </a:lnTo>
                  <a:lnTo>
                    <a:pt x="222401" y="37871"/>
                  </a:lnTo>
                  <a:lnTo>
                    <a:pt x="223015" y="39274"/>
                  </a:lnTo>
                  <a:lnTo>
                    <a:pt x="223614" y="40676"/>
                  </a:lnTo>
                  <a:lnTo>
                    <a:pt x="224194" y="42079"/>
                  </a:lnTo>
                  <a:lnTo>
                    <a:pt x="224755" y="43482"/>
                  </a:lnTo>
                  <a:lnTo>
                    <a:pt x="225292" y="44884"/>
                  </a:lnTo>
                  <a:lnTo>
                    <a:pt x="225808" y="46287"/>
                  </a:lnTo>
                  <a:lnTo>
                    <a:pt x="226302" y="47689"/>
                  </a:lnTo>
                  <a:lnTo>
                    <a:pt x="226776" y="49092"/>
                  </a:lnTo>
                  <a:lnTo>
                    <a:pt x="227229" y="50495"/>
                  </a:lnTo>
                  <a:lnTo>
                    <a:pt x="227654" y="51897"/>
                  </a:lnTo>
                  <a:lnTo>
                    <a:pt x="228057" y="53300"/>
                  </a:lnTo>
                  <a:lnTo>
                    <a:pt x="228440" y="54703"/>
                  </a:lnTo>
                  <a:lnTo>
                    <a:pt x="228802" y="56105"/>
                  </a:lnTo>
                  <a:lnTo>
                    <a:pt x="229145" y="57508"/>
                  </a:lnTo>
                  <a:lnTo>
                    <a:pt x="229461" y="58911"/>
                  </a:lnTo>
                  <a:lnTo>
                    <a:pt x="229760" y="60313"/>
                  </a:lnTo>
                  <a:lnTo>
                    <a:pt x="230040" y="61716"/>
                  </a:lnTo>
                  <a:lnTo>
                    <a:pt x="230303" y="63119"/>
                  </a:lnTo>
                  <a:lnTo>
                    <a:pt x="230548" y="64521"/>
                  </a:lnTo>
                  <a:lnTo>
                    <a:pt x="230773" y="65924"/>
                  </a:lnTo>
                  <a:lnTo>
                    <a:pt x="230983" y="67327"/>
                  </a:lnTo>
                  <a:lnTo>
                    <a:pt x="231179" y="68729"/>
                  </a:lnTo>
                  <a:lnTo>
                    <a:pt x="231361" y="70132"/>
                  </a:lnTo>
                  <a:lnTo>
                    <a:pt x="231530" y="71534"/>
                  </a:lnTo>
                  <a:lnTo>
                    <a:pt x="231683" y="72937"/>
                  </a:lnTo>
                  <a:lnTo>
                    <a:pt x="231826" y="74340"/>
                  </a:lnTo>
                  <a:lnTo>
                    <a:pt x="231958" y="75742"/>
                  </a:lnTo>
                  <a:lnTo>
                    <a:pt x="232081" y="77145"/>
                  </a:lnTo>
                  <a:lnTo>
                    <a:pt x="232194" y="78548"/>
                  </a:lnTo>
                  <a:lnTo>
                    <a:pt x="232298" y="79950"/>
                  </a:lnTo>
                  <a:lnTo>
                    <a:pt x="232394" y="81353"/>
                  </a:lnTo>
                  <a:lnTo>
                    <a:pt x="232485" y="82756"/>
                  </a:lnTo>
                  <a:lnTo>
                    <a:pt x="232571" y="84158"/>
                  </a:lnTo>
                  <a:lnTo>
                    <a:pt x="232652" y="85561"/>
                  </a:lnTo>
                  <a:lnTo>
                    <a:pt x="232731" y="86964"/>
                  </a:lnTo>
                  <a:lnTo>
                    <a:pt x="232808" y="88366"/>
                  </a:lnTo>
                  <a:lnTo>
                    <a:pt x="232885" y="89769"/>
                  </a:lnTo>
                  <a:lnTo>
                    <a:pt x="232963" y="91171"/>
                  </a:lnTo>
                  <a:lnTo>
                    <a:pt x="233044" y="92574"/>
                  </a:lnTo>
                  <a:lnTo>
                    <a:pt x="233131" y="93977"/>
                  </a:lnTo>
                  <a:lnTo>
                    <a:pt x="233224" y="95379"/>
                  </a:lnTo>
                  <a:lnTo>
                    <a:pt x="233325" y="96782"/>
                  </a:lnTo>
                  <a:lnTo>
                    <a:pt x="233435" y="98185"/>
                  </a:lnTo>
                  <a:lnTo>
                    <a:pt x="233560" y="99587"/>
                  </a:lnTo>
                  <a:lnTo>
                    <a:pt x="233699" y="100990"/>
                  </a:lnTo>
                  <a:lnTo>
                    <a:pt x="233853" y="102393"/>
                  </a:lnTo>
                  <a:lnTo>
                    <a:pt x="234024" y="103795"/>
                  </a:lnTo>
                  <a:lnTo>
                    <a:pt x="234213" y="105198"/>
                  </a:lnTo>
                  <a:lnTo>
                    <a:pt x="234427" y="106601"/>
                  </a:lnTo>
                  <a:lnTo>
                    <a:pt x="234665" y="108003"/>
                  </a:lnTo>
                  <a:lnTo>
                    <a:pt x="234925" y="109406"/>
                  </a:lnTo>
                  <a:lnTo>
                    <a:pt x="235209" y="110809"/>
                  </a:lnTo>
                  <a:lnTo>
                    <a:pt x="235518" y="112211"/>
                  </a:lnTo>
                  <a:lnTo>
                    <a:pt x="235861" y="113614"/>
                  </a:lnTo>
                  <a:lnTo>
                    <a:pt x="236230" y="115016"/>
                  </a:lnTo>
                  <a:lnTo>
                    <a:pt x="236625" y="116419"/>
                  </a:lnTo>
                  <a:lnTo>
                    <a:pt x="237046" y="117822"/>
                  </a:lnTo>
                  <a:lnTo>
                    <a:pt x="237495" y="119224"/>
                  </a:lnTo>
                  <a:lnTo>
                    <a:pt x="237976" y="120627"/>
                  </a:lnTo>
                  <a:lnTo>
                    <a:pt x="238481" y="122030"/>
                  </a:lnTo>
                  <a:lnTo>
                    <a:pt x="239009" y="123432"/>
                  </a:lnTo>
                  <a:lnTo>
                    <a:pt x="239558" y="124835"/>
                  </a:lnTo>
                  <a:lnTo>
                    <a:pt x="240130" y="126238"/>
                  </a:lnTo>
                  <a:lnTo>
                    <a:pt x="240723" y="127640"/>
                  </a:lnTo>
                  <a:lnTo>
                    <a:pt x="241330" y="129043"/>
                  </a:lnTo>
                  <a:lnTo>
                    <a:pt x="241951" y="130446"/>
                  </a:lnTo>
                  <a:lnTo>
                    <a:pt x="242582" y="131848"/>
                  </a:lnTo>
                  <a:lnTo>
                    <a:pt x="243221" y="133251"/>
                  </a:lnTo>
                  <a:lnTo>
                    <a:pt x="243865" y="134654"/>
                  </a:lnTo>
                  <a:lnTo>
                    <a:pt x="244511" y="136056"/>
                  </a:lnTo>
                  <a:lnTo>
                    <a:pt x="245154" y="137459"/>
                  </a:lnTo>
                  <a:lnTo>
                    <a:pt x="245793" y="138861"/>
                  </a:lnTo>
                  <a:lnTo>
                    <a:pt x="246424" y="140264"/>
                  </a:lnTo>
                  <a:lnTo>
                    <a:pt x="247042" y="141667"/>
                  </a:lnTo>
                  <a:lnTo>
                    <a:pt x="247646" y="143069"/>
                  </a:lnTo>
                  <a:lnTo>
                    <a:pt x="248235" y="144472"/>
                  </a:lnTo>
                  <a:lnTo>
                    <a:pt x="248806" y="145875"/>
                  </a:lnTo>
                  <a:lnTo>
                    <a:pt x="249353" y="147277"/>
                  </a:lnTo>
                  <a:lnTo>
                    <a:pt x="249876" y="148680"/>
                  </a:lnTo>
                  <a:lnTo>
                    <a:pt x="250375" y="150083"/>
                  </a:lnTo>
                  <a:lnTo>
                    <a:pt x="250850" y="151485"/>
                  </a:lnTo>
                  <a:lnTo>
                    <a:pt x="251301" y="152888"/>
                  </a:lnTo>
                  <a:lnTo>
                    <a:pt x="251720" y="154291"/>
                  </a:lnTo>
                  <a:lnTo>
                    <a:pt x="252111" y="155693"/>
                  </a:lnTo>
                  <a:lnTo>
                    <a:pt x="252478" y="157096"/>
                  </a:lnTo>
                  <a:lnTo>
                    <a:pt x="252821" y="158498"/>
                  </a:lnTo>
                  <a:lnTo>
                    <a:pt x="253140" y="159901"/>
                  </a:lnTo>
                  <a:lnTo>
                    <a:pt x="253431" y="161304"/>
                  </a:lnTo>
                  <a:lnTo>
                    <a:pt x="253702" y="162706"/>
                  </a:lnTo>
                  <a:lnTo>
                    <a:pt x="253955" y="164109"/>
                  </a:lnTo>
                  <a:lnTo>
                    <a:pt x="254192" y="165512"/>
                  </a:lnTo>
                  <a:lnTo>
                    <a:pt x="254414" y="166914"/>
                  </a:lnTo>
                  <a:lnTo>
                    <a:pt x="254623" y="168317"/>
                  </a:lnTo>
                  <a:lnTo>
                    <a:pt x="254823" y="169720"/>
                  </a:lnTo>
                  <a:lnTo>
                    <a:pt x="255019" y="171122"/>
                  </a:lnTo>
                  <a:lnTo>
                    <a:pt x="255212" y="172525"/>
                  </a:lnTo>
                  <a:lnTo>
                    <a:pt x="255405" y="173928"/>
                  </a:lnTo>
                  <a:lnTo>
                    <a:pt x="255602" y="175330"/>
                  </a:lnTo>
                  <a:lnTo>
                    <a:pt x="255806" y="176733"/>
                  </a:lnTo>
                  <a:lnTo>
                    <a:pt x="256019" y="178136"/>
                  </a:lnTo>
                  <a:lnTo>
                    <a:pt x="256243" y="179538"/>
                  </a:lnTo>
                  <a:lnTo>
                    <a:pt x="256481" y="180941"/>
                  </a:lnTo>
                  <a:lnTo>
                    <a:pt x="256740" y="182343"/>
                  </a:lnTo>
                  <a:lnTo>
                    <a:pt x="257017" y="183746"/>
                  </a:lnTo>
                  <a:lnTo>
                    <a:pt x="257313" y="185149"/>
                  </a:lnTo>
                  <a:lnTo>
                    <a:pt x="257631" y="186551"/>
                  </a:lnTo>
                  <a:lnTo>
                    <a:pt x="257973" y="187954"/>
                  </a:lnTo>
                  <a:lnTo>
                    <a:pt x="258345" y="189357"/>
                  </a:lnTo>
                  <a:lnTo>
                    <a:pt x="258740" y="190759"/>
                  </a:lnTo>
                  <a:lnTo>
                    <a:pt x="259161" y="192162"/>
                  </a:lnTo>
                  <a:lnTo>
                    <a:pt x="259606" y="193565"/>
                  </a:lnTo>
                  <a:lnTo>
                    <a:pt x="260080" y="194967"/>
                  </a:lnTo>
                  <a:lnTo>
                    <a:pt x="260583" y="196370"/>
                  </a:lnTo>
                  <a:lnTo>
                    <a:pt x="261110" y="197773"/>
                  </a:lnTo>
                  <a:lnTo>
                    <a:pt x="261661" y="199175"/>
                  </a:lnTo>
                  <a:lnTo>
                    <a:pt x="262234" y="200578"/>
                  </a:lnTo>
                  <a:lnTo>
                    <a:pt x="262833" y="201981"/>
                  </a:lnTo>
                  <a:lnTo>
                    <a:pt x="263456" y="203383"/>
                  </a:lnTo>
                  <a:lnTo>
                    <a:pt x="264098" y="204786"/>
                  </a:lnTo>
                  <a:lnTo>
                    <a:pt x="264758" y="206188"/>
                  </a:lnTo>
                  <a:lnTo>
                    <a:pt x="265435" y="207591"/>
                  </a:lnTo>
                  <a:lnTo>
                    <a:pt x="266132" y="208994"/>
                  </a:lnTo>
                  <a:lnTo>
                    <a:pt x="266844" y="210396"/>
                  </a:lnTo>
                  <a:lnTo>
                    <a:pt x="267570" y="211799"/>
                  </a:lnTo>
                  <a:lnTo>
                    <a:pt x="268308" y="213202"/>
                  </a:lnTo>
                  <a:lnTo>
                    <a:pt x="269057" y="214604"/>
                  </a:lnTo>
                  <a:lnTo>
                    <a:pt x="269820" y="216007"/>
                  </a:lnTo>
                  <a:lnTo>
                    <a:pt x="270594" y="217410"/>
                  </a:lnTo>
                  <a:lnTo>
                    <a:pt x="271377" y="218812"/>
                  </a:lnTo>
                  <a:lnTo>
                    <a:pt x="272170" y="220215"/>
                  </a:lnTo>
                  <a:lnTo>
                    <a:pt x="272972" y="221618"/>
                  </a:lnTo>
                  <a:lnTo>
                    <a:pt x="273787" y="223020"/>
                  </a:lnTo>
                  <a:lnTo>
                    <a:pt x="274613" y="224423"/>
                  </a:lnTo>
                  <a:lnTo>
                    <a:pt x="275449" y="225825"/>
                  </a:lnTo>
                  <a:lnTo>
                    <a:pt x="276297" y="227228"/>
                  </a:lnTo>
                  <a:lnTo>
                    <a:pt x="277159" y="228631"/>
                  </a:lnTo>
                  <a:lnTo>
                    <a:pt x="278039" y="230033"/>
                  </a:lnTo>
                  <a:lnTo>
                    <a:pt x="278935" y="231436"/>
                  </a:lnTo>
                  <a:lnTo>
                    <a:pt x="279849" y="232839"/>
                  </a:lnTo>
                  <a:lnTo>
                    <a:pt x="280782" y="234241"/>
                  </a:lnTo>
                  <a:lnTo>
                    <a:pt x="281738" y="235644"/>
                  </a:lnTo>
                  <a:lnTo>
                    <a:pt x="282724" y="237047"/>
                  </a:lnTo>
                  <a:lnTo>
                    <a:pt x="283735" y="238449"/>
                  </a:lnTo>
                  <a:lnTo>
                    <a:pt x="284775" y="239852"/>
                  </a:lnTo>
                  <a:lnTo>
                    <a:pt x="285844" y="241255"/>
                  </a:lnTo>
                  <a:lnTo>
                    <a:pt x="286950" y="242657"/>
                  </a:lnTo>
                  <a:lnTo>
                    <a:pt x="287902" y="243821"/>
                  </a:lnTo>
                  <a:lnTo>
                    <a:pt x="288098" y="244060"/>
                  </a:lnTo>
                  <a:lnTo>
                    <a:pt x="289284" y="245463"/>
                  </a:lnTo>
                  <a:lnTo>
                    <a:pt x="290509" y="246865"/>
                  </a:lnTo>
                  <a:lnTo>
                    <a:pt x="291776" y="248268"/>
                  </a:lnTo>
                  <a:lnTo>
                    <a:pt x="293094" y="249670"/>
                  </a:lnTo>
                  <a:lnTo>
                    <a:pt x="294466" y="251073"/>
                  </a:lnTo>
                  <a:lnTo>
                    <a:pt x="295887" y="252476"/>
                  </a:lnTo>
                  <a:lnTo>
                    <a:pt x="297357" y="253878"/>
                  </a:lnTo>
                  <a:lnTo>
                    <a:pt x="298878" y="255281"/>
                  </a:lnTo>
                  <a:lnTo>
                    <a:pt x="300464" y="256684"/>
                  </a:lnTo>
                  <a:lnTo>
                    <a:pt x="302112" y="258086"/>
                  </a:lnTo>
                  <a:lnTo>
                    <a:pt x="303815" y="259489"/>
                  </a:lnTo>
                  <a:lnTo>
                    <a:pt x="305575" y="260892"/>
                  </a:lnTo>
                  <a:lnTo>
                    <a:pt x="307392" y="262294"/>
                  </a:lnTo>
                  <a:lnTo>
                    <a:pt x="309281" y="263697"/>
                  </a:lnTo>
                  <a:lnTo>
                    <a:pt x="311234" y="265100"/>
                  </a:lnTo>
                  <a:lnTo>
                    <a:pt x="313244" y="266502"/>
                  </a:lnTo>
                  <a:lnTo>
                    <a:pt x="315312" y="267905"/>
                  </a:lnTo>
                  <a:lnTo>
                    <a:pt x="317436" y="269308"/>
                  </a:lnTo>
                  <a:lnTo>
                    <a:pt x="319633" y="270710"/>
                  </a:lnTo>
                  <a:lnTo>
                    <a:pt x="321885" y="272113"/>
                  </a:lnTo>
                  <a:lnTo>
                    <a:pt x="324189" y="273515"/>
                  </a:lnTo>
                  <a:lnTo>
                    <a:pt x="326542" y="274918"/>
                  </a:lnTo>
                  <a:lnTo>
                    <a:pt x="328943" y="276321"/>
                  </a:lnTo>
                  <a:lnTo>
                    <a:pt x="331402" y="277723"/>
                  </a:lnTo>
                  <a:lnTo>
                    <a:pt x="333899" y="279126"/>
                  </a:lnTo>
                  <a:lnTo>
                    <a:pt x="336431" y="280529"/>
                  </a:lnTo>
                  <a:lnTo>
                    <a:pt x="338994" y="281931"/>
                  </a:lnTo>
                  <a:lnTo>
                    <a:pt x="341584" y="283334"/>
                  </a:lnTo>
                  <a:lnTo>
                    <a:pt x="344200" y="284737"/>
                  </a:lnTo>
                  <a:lnTo>
                    <a:pt x="346828" y="286139"/>
                  </a:lnTo>
                  <a:lnTo>
                    <a:pt x="349462" y="287542"/>
                  </a:lnTo>
                  <a:lnTo>
                    <a:pt x="352098" y="288945"/>
                  </a:lnTo>
                  <a:lnTo>
                    <a:pt x="354727" y="290347"/>
                  </a:lnTo>
                  <a:lnTo>
                    <a:pt x="357338" y="291750"/>
                  </a:lnTo>
                  <a:lnTo>
                    <a:pt x="359925" y="293153"/>
                  </a:lnTo>
                  <a:lnTo>
                    <a:pt x="362481" y="294555"/>
                  </a:lnTo>
                  <a:lnTo>
                    <a:pt x="365001" y="295958"/>
                  </a:lnTo>
                  <a:lnTo>
                    <a:pt x="367470" y="297360"/>
                  </a:lnTo>
                  <a:lnTo>
                    <a:pt x="369872" y="298763"/>
                  </a:lnTo>
                  <a:lnTo>
                    <a:pt x="372210" y="300166"/>
                  </a:lnTo>
                  <a:lnTo>
                    <a:pt x="374478" y="301568"/>
                  </a:lnTo>
                  <a:lnTo>
                    <a:pt x="376669" y="302971"/>
                  </a:lnTo>
                  <a:lnTo>
                    <a:pt x="378760" y="304374"/>
                  </a:lnTo>
                  <a:lnTo>
                    <a:pt x="380740" y="305776"/>
                  </a:lnTo>
                  <a:lnTo>
                    <a:pt x="382618" y="307179"/>
                  </a:lnTo>
                  <a:lnTo>
                    <a:pt x="384390" y="308582"/>
                  </a:lnTo>
                  <a:lnTo>
                    <a:pt x="386049" y="309984"/>
                  </a:lnTo>
                  <a:lnTo>
                    <a:pt x="387563" y="311387"/>
                  </a:lnTo>
                  <a:lnTo>
                    <a:pt x="388934" y="312790"/>
                  </a:lnTo>
                  <a:lnTo>
                    <a:pt x="390175" y="314192"/>
                  </a:lnTo>
                  <a:lnTo>
                    <a:pt x="391282" y="315595"/>
                  </a:lnTo>
                  <a:lnTo>
                    <a:pt x="392251" y="316997"/>
                  </a:lnTo>
                  <a:lnTo>
                    <a:pt x="393042" y="318400"/>
                  </a:lnTo>
                  <a:lnTo>
                    <a:pt x="393345" y="319071"/>
                  </a:lnTo>
                  <a:lnTo>
                    <a:pt x="393675" y="319803"/>
                  </a:lnTo>
                  <a:lnTo>
                    <a:pt x="394162" y="321205"/>
                  </a:lnTo>
                  <a:lnTo>
                    <a:pt x="394501" y="322608"/>
                  </a:lnTo>
                  <a:lnTo>
                    <a:pt x="394692" y="324011"/>
                  </a:lnTo>
                  <a:lnTo>
                    <a:pt x="394688" y="325413"/>
                  </a:lnTo>
                  <a:lnTo>
                    <a:pt x="394530" y="326816"/>
                  </a:lnTo>
                  <a:lnTo>
                    <a:pt x="394225" y="328219"/>
                  </a:lnTo>
                  <a:lnTo>
                    <a:pt x="393775" y="329621"/>
                  </a:lnTo>
                  <a:lnTo>
                    <a:pt x="393180" y="331024"/>
                  </a:lnTo>
                  <a:lnTo>
                    <a:pt x="392397" y="332427"/>
                  </a:lnTo>
                  <a:lnTo>
                    <a:pt x="391479" y="333829"/>
                  </a:lnTo>
                  <a:lnTo>
                    <a:pt x="390430" y="335232"/>
                  </a:lnTo>
                  <a:lnTo>
                    <a:pt x="389252" y="336635"/>
                  </a:lnTo>
                  <a:lnTo>
                    <a:pt x="387947" y="338037"/>
                  </a:lnTo>
                  <a:lnTo>
                    <a:pt x="386490" y="339440"/>
                  </a:lnTo>
                  <a:lnTo>
                    <a:pt x="384925" y="340842"/>
                  </a:lnTo>
                  <a:lnTo>
                    <a:pt x="383258" y="342245"/>
                  </a:lnTo>
                  <a:lnTo>
                    <a:pt x="381494" y="343648"/>
                  </a:lnTo>
                  <a:lnTo>
                    <a:pt x="379632" y="345050"/>
                  </a:lnTo>
                  <a:lnTo>
                    <a:pt x="377669" y="346453"/>
                  </a:lnTo>
                  <a:lnTo>
                    <a:pt x="375636" y="347856"/>
                  </a:lnTo>
                  <a:lnTo>
                    <a:pt x="373538" y="349258"/>
                  </a:lnTo>
                  <a:lnTo>
                    <a:pt x="371382" y="350661"/>
                  </a:lnTo>
                  <a:lnTo>
                    <a:pt x="369171" y="352064"/>
                  </a:lnTo>
                  <a:lnTo>
                    <a:pt x="366911" y="353466"/>
                  </a:lnTo>
                  <a:lnTo>
                    <a:pt x="364621" y="354869"/>
                  </a:lnTo>
                  <a:lnTo>
                    <a:pt x="362306" y="356272"/>
                  </a:lnTo>
                  <a:lnTo>
                    <a:pt x="359973" y="357674"/>
                  </a:lnTo>
                  <a:lnTo>
                    <a:pt x="357628" y="359077"/>
                  </a:lnTo>
                  <a:lnTo>
                    <a:pt x="355281" y="360480"/>
                  </a:lnTo>
                  <a:lnTo>
                    <a:pt x="352940" y="361882"/>
                  </a:lnTo>
                  <a:lnTo>
                    <a:pt x="350609" y="363285"/>
                  </a:lnTo>
                  <a:lnTo>
                    <a:pt x="348293" y="364687"/>
                  </a:lnTo>
                  <a:lnTo>
                    <a:pt x="346004" y="366090"/>
                  </a:lnTo>
                  <a:lnTo>
                    <a:pt x="343745" y="367493"/>
                  </a:lnTo>
                  <a:lnTo>
                    <a:pt x="341518" y="368895"/>
                  </a:lnTo>
                  <a:lnTo>
                    <a:pt x="339326" y="370298"/>
                  </a:lnTo>
                  <a:lnTo>
                    <a:pt x="337172" y="371701"/>
                  </a:lnTo>
                  <a:lnTo>
                    <a:pt x="335070" y="373103"/>
                  </a:lnTo>
                  <a:lnTo>
                    <a:pt x="333017" y="374506"/>
                  </a:lnTo>
                  <a:lnTo>
                    <a:pt x="331011" y="375909"/>
                  </a:lnTo>
                  <a:lnTo>
                    <a:pt x="329053" y="377311"/>
                  </a:lnTo>
                  <a:lnTo>
                    <a:pt x="327143" y="378714"/>
                  </a:lnTo>
                  <a:lnTo>
                    <a:pt x="325300" y="380117"/>
                  </a:lnTo>
                  <a:lnTo>
                    <a:pt x="323942" y="381180"/>
                  </a:lnTo>
                  <a:lnTo>
                    <a:pt x="323510" y="381519"/>
                  </a:lnTo>
                  <a:lnTo>
                    <a:pt x="321771" y="382922"/>
                  </a:lnTo>
                  <a:lnTo>
                    <a:pt x="320084" y="384324"/>
                  </a:lnTo>
                  <a:lnTo>
                    <a:pt x="318448" y="385727"/>
                  </a:lnTo>
                  <a:lnTo>
                    <a:pt x="316879" y="387130"/>
                  </a:lnTo>
                  <a:lnTo>
                    <a:pt x="315360" y="388532"/>
                  </a:lnTo>
                  <a:lnTo>
                    <a:pt x="313888" y="389935"/>
                  </a:lnTo>
                  <a:lnTo>
                    <a:pt x="312464" y="391338"/>
                  </a:lnTo>
                  <a:lnTo>
                    <a:pt x="311088" y="392740"/>
                  </a:lnTo>
                  <a:lnTo>
                    <a:pt x="309768" y="394143"/>
                  </a:lnTo>
                  <a:lnTo>
                    <a:pt x="308490" y="395546"/>
                  </a:lnTo>
                  <a:lnTo>
                    <a:pt x="307252" y="396948"/>
                  </a:lnTo>
                  <a:lnTo>
                    <a:pt x="306050" y="398351"/>
                  </a:lnTo>
                  <a:lnTo>
                    <a:pt x="304887" y="399754"/>
                  </a:lnTo>
                  <a:lnTo>
                    <a:pt x="303765" y="401156"/>
                  </a:lnTo>
                  <a:lnTo>
                    <a:pt x="302671" y="402559"/>
                  </a:lnTo>
                  <a:lnTo>
                    <a:pt x="301603" y="403962"/>
                  </a:lnTo>
                  <a:lnTo>
                    <a:pt x="300559" y="405364"/>
                  </a:lnTo>
                  <a:lnTo>
                    <a:pt x="299538" y="406767"/>
                  </a:lnTo>
                  <a:lnTo>
                    <a:pt x="298537" y="408169"/>
                  </a:lnTo>
                  <a:lnTo>
                    <a:pt x="297549" y="409572"/>
                  </a:lnTo>
                  <a:lnTo>
                    <a:pt x="296570" y="410975"/>
                  </a:lnTo>
                  <a:lnTo>
                    <a:pt x="295599" y="412377"/>
                  </a:lnTo>
                  <a:lnTo>
                    <a:pt x="294632" y="413780"/>
                  </a:lnTo>
                  <a:lnTo>
                    <a:pt x="293664" y="415183"/>
                  </a:lnTo>
                  <a:lnTo>
                    <a:pt x="292692" y="416585"/>
                  </a:lnTo>
                  <a:lnTo>
                    <a:pt x="291713" y="417988"/>
                  </a:lnTo>
                  <a:lnTo>
                    <a:pt x="290724" y="419391"/>
                  </a:lnTo>
                  <a:lnTo>
                    <a:pt x="289721" y="420793"/>
                  </a:lnTo>
                  <a:lnTo>
                    <a:pt x="288700" y="422196"/>
                  </a:lnTo>
                  <a:lnTo>
                    <a:pt x="287661" y="423599"/>
                  </a:lnTo>
                  <a:lnTo>
                    <a:pt x="286603" y="425001"/>
                  </a:lnTo>
                  <a:lnTo>
                    <a:pt x="285524" y="426404"/>
                  </a:lnTo>
                  <a:lnTo>
                    <a:pt x="284417" y="427807"/>
                  </a:lnTo>
                  <a:lnTo>
                    <a:pt x="283284" y="429209"/>
                  </a:lnTo>
                  <a:lnTo>
                    <a:pt x="282127" y="430612"/>
                  </a:lnTo>
                  <a:lnTo>
                    <a:pt x="280946" y="432014"/>
                  </a:lnTo>
                  <a:lnTo>
                    <a:pt x="279741" y="433417"/>
                  </a:lnTo>
                  <a:lnTo>
                    <a:pt x="278507" y="434820"/>
                  </a:lnTo>
                  <a:lnTo>
                    <a:pt x="277251" y="436222"/>
                  </a:lnTo>
                  <a:lnTo>
                    <a:pt x="275974" y="437625"/>
                  </a:lnTo>
                  <a:lnTo>
                    <a:pt x="274680" y="439028"/>
                  </a:lnTo>
                  <a:lnTo>
                    <a:pt x="273369" y="440430"/>
                  </a:lnTo>
                  <a:lnTo>
                    <a:pt x="272041" y="441833"/>
                  </a:lnTo>
                  <a:lnTo>
                    <a:pt x="270704" y="443236"/>
                  </a:lnTo>
                  <a:lnTo>
                    <a:pt x="269360" y="444638"/>
                  </a:lnTo>
                  <a:lnTo>
                    <a:pt x="268011" y="446041"/>
                  </a:lnTo>
                  <a:lnTo>
                    <a:pt x="266662" y="447444"/>
                  </a:lnTo>
                  <a:lnTo>
                    <a:pt x="265317" y="448846"/>
                  </a:lnTo>
                  <a:lnTo>
                    <a:pt x="263979" y="450249"/>
                  </a:lnTo>
                  <a:lnTo>
                    <a:pt x="262652" y="451651"/>
                  </a:lnTo>
                  <a:lnTo>
                    <a:pt x="261336" y="453054"/>
                  </a:lnTo>
                  <a:lnTo>
                    <a:pt x="260038" y="454457"/>
                  </a:lnTo>
                  <a:lnTo>
                    <a:pt x="258763" y="455859"/>
                  </a:lnTo>
                  <a:lnTo>
                    <a:pt x="257509" y="457262"/>
                  </a:lnTo>
                  <a:lnTo>
                    <a:pt x="256279" y="458665"/>
                  </a:lnTo>
                  <a:lnTo>
                    <a:pt x="255073" y="460067"/>
                  </a:lnTo>
                  <a:lnTo>
                    <a:pt x="253897" y="461470"/>
                  </a:lnTo>
                  <a:lnTo>
                    <a:pt x="252753" y="462873"/>
                  </a:lnTo>
                  <a:lnTo>
                    <a:pt x="251637" y="464275"/>
                  </a:lnTo>
                  <a:lnTo>
                    <a:pt x="250549" y="465678"/>
                  </a:lnTo>
                  <a:lnTo>
                    <a:pt x="249488" y="467081"/>
                  </a:lnTo>
                  <a:lnTo>
                    <a:pt x="248459" y="468483"/>
                  </a:lnTo>
                  <a:lnTo>
                    <a:pt x="247459" y="469886"/>
                  </a:lnTo>
                  <a:lnTo>
                    <a:pt x="246484" y="471289"/>
                  </a:lnTo>
                  <a:lnTo>
                    <a:pt x="245532" y="472691"/>
                  </a:lnTo>
                  <a:lnTo>
                    <a:pt x="244601" y="474094"/>
                  </a:lnTo>
                  <a:lnTo>
                    <a:pt x="243694" y="475496"/>
                  </a:lnTo>
                  <a:lnTo>
                    <a:pt x="242806" y="476899"/>
                  </a:lnTo>
                  <a:lnTo>
                    <a:pt x="241933" y="478302"/>
                  </a:lnTo>
                  <a:lnTo>
                    <a:pt x="241074" y="479704"/>
                  </a:lnTo>
                  <a:lnTo>
                    <a:pt x="240226" y="481107"/>
                  </a:lnTo>
                  <a:lnTo>
                    <a:pt x="239389" y="482510"/>
                  </a:lnTo>
                  <a:lnTo>
                    <a:pt x="238561" y="483912"/>
                  </a:lnTo>
                  <a:lnTo>
                    <a:pt x="237738" y="485315"/>
                  </a:lnTo>
                  <a:lnTo>
                    <a:pt x="236920" y="486718"/>
                  </a:lnTo>
                  <a:lnTo>
                    <a:pt x="236106" y="488120"/>
                  </a:lnTo>
                  <a:lnTo>
                    <a:pt x="235295" y="489523"/>
                  </a:lnTo>
                  <a:lnTo>
                    <a:pt x="234486" y="490926"/>
                  </a:lnTo>
                  <a:lnTo>
                    <a:pt x="233678" y="492328"/>
                  </a:lnTo>
                  <a:lnTo>
                    <a:pt x="232872" y="493731"/>
                  </a:lnTo>
                  <a:lnTo>
                    <a:pt x="232068" y="495134"/>
                  </a:lnTo>
                  <a:lnTo>
                    <a:pt x="231266" y="496536"/>
                  </a:lnTo>
                  <a:lnTo>
                    <a:pt x="230467" y="497939"/>
                  </a:lnTo>
                  <a:lnTo>
                    <a:pt x="229672" y="499341"/>
                  </a:lnTo>
                  <a:lnTo>
                    <a:pt x="228880" y="500744"/>
                  </a:lnTo>
                  <a:lnTo>
                    <a:pt x="228095" y="502147"/>
                  </a:lnTo>
                  <a:lnTo>
                    <a:pt x="227318" y="503549"/>
                  </a:lnTo>
                  <a:lnTo>
                    <a:pt x="226550" y="504952"/>
                  </a:lnTo>
                  <a:lnTo>
                    <a:pt x="225792" y="506355"/>
                  </a:lnTo>
                  <a:lnTo>
                    <a:pt x="225044" y="507757"/>
                  </a:lnTo>
                  <a:lnTo>
                    <a:pt x="224309" y="509160"/>
                  </a:lnTo>
                  <a:lnTo>
                    <a:pt x="223591" y="510563"/>
                  </a:lnTo>
                  <a:lnTo>
                    <a:pt x="222889" y="511965"/>
                  </a:lnTo>
                  <a:lnTo>
                    <a:pt x="222202" y="513368"/>
                  </a:lnTo>
                  <a:lnTo>
                    <a:pt x="221533" y="514771"/>
                  </a:lnTo>
                  <a:lnTo>
                    <a:pt x="220883" y="516173"/>
                  </a:lnTo>
                  <a:lnTo>
                    <a:pt x="220257" y="517576"/>
                  </a:lnTo>
                  <a:lnTo>
                    <a:pt x="219651" y="518979"/>
                  </a:lnTo>
                  <a:lnTo>
                    <a:pt x="219065" y="520381"/>
                  </a:lnTo>
                  <a:lnTo>
                    <a:pt x="218500" y="521784"/>
                  </a:lnTo>
                  <a:lnTo>
                    <a:pt x="217960" y="523186"/>
                  </a:lnTo>
                  <a:lnTo>
                    <a:pt x="217444" y="524589"/>
                  </a:lnTo>
                  <a:lnTo>
                    <a:pt x="216950" y="525992"/>
                  </a:lnTo>
                  <a:lnTo>
                    <a:pt x="216478" y="527394"/>
                  </a:lnTo>
                  <a:lnTo>
                    <a:pt x="216027" y="528797"/>
                  </a:lnTo>
                  <a:lnTo>
                    <a:pt x="215601" y="530200"/>
                  </a:lnTo>
                  <a:lnTo>
                    <a:pt x="215200" y="531602"/>
                  </a:lnTo>
                  <a:lnTo>
                    <a:pt x="214818" y="533005"/>
                  </a:lnTo>
                  <a:lnTo>
                    <a:pt x="214457" y="534408"/>
                  </a:lnTo>
                  <a:lnTo>
                    <a:pt x="214115" y="535810"/>
                  </a:lnTo>
                  <a:lnTo>
                    <a:pt x="213798" y="537213"/>
                  </a:lnTo>
                  <a:lnTo>
                    <a:pt x="213500" y="538616"/>
                  </a:lnTo>
                  <a:lnTo>
                    <a:pt x="213221" y="540018"/>
                  </a:lnTo>
                  <a:lnTo>
                    <a:pt x="212958" y="541421"/>
                  </a:lnTo>
                  <a:lnTo>
                    <a:pt x="212712" y="542823"/>
                  </a:lnTo>
                  <a:lnTo>
                    <a:pt x="212487" y="544226"/>
                  </a:lnTo>
                  <a:lnTo>
                    <a:pt x="212276" y="545629"/>
                  </a:lnTo>
                  <a:lnTo>
                    <a:pt x="212080" y="547031"/>
                  </a:lnTo>
                  <a:lnTo>
                    <a:pt x="211897" y="548434"/>
                  </a:lnTo>
                  <a:lnTo>
                    <a:pt x="211727" y="549837"/>
                  </a:lnTo>
                  <a:lnTo>
                    <a:pt x="211572" y="551239"/>
                  </a:lnTo>
                  <a:lnTo>
                    <a:pt x="211427" y="552642"/>
                  </a:lnTo>
                  <a:lnTo>
                    <a:pt x="211291" y="554045"/>
                  </a:lnTo>
                  <a:lnTo>
                    <a:pt x="211164" y="555447"/>
                  </a:lnTo>
                  <a:lnTo>
                    <a:pt x="211045" y="556850"/>
                  </a:lnTo>
                  <a:lnTo>
                    <a:pt x="210933" y="558253"/>
                  </a:lnTo>
                  <a:lnTo>
                    <a:pt x="210827" y="559655"/>
                  </a:lnTo>
                  <a:lnTo>
                    <a:pt x="210724" y="561058"/>
                  </a:lnTo>
                  <a:lnTo>
                    <a:pt x="210624" y="562461"/>
                  </a:lnTo>
                  <a:lnTo>
                    <a:pt x="210527" y="563863"/>
                  </a:lnTo>
                  <a:lnTo>
                    <a:pt x="210430" y="565266"/>
                  </a:lnTo>
                  <a:lnTo>
                    <a:pt x="210333" y="566668"/>
                  </a:lnTo>
                  <a:lnTo>
                    <a:pt x="210233" y="568071"/>
                  </a:lnTo>
                  <a:lnTo>
                    <a:pt x="210132" y="569474"/>
                  </a:lnTo>
                  <a:lnTo>
                    <a:pt x="210027" y="570876"/>
                  </a:lnTo>
                  <a:lnTo>
                    <a:pt x="209916" y="572279"/>
                  </a:lnTo>
                  <a:lnTo>
                    <a:pt x="209800" y="573682"/>
                  </a:lnTo>
                  <a:lnTo>
                    <a:pt x="209678" y="575084"/>
                  </a:lnTo>
                  <a:lnTo>
                    <a:pt x="209550" y="576487"/>
                  </a:lnTo>
                  <a:lnTo>
                    <a:pt x="209414" y="577890"/>
                  </a:lnTo>
                  <a:lnTo>
                    <a:pt x="209268" y="579292"/>
                  </a:lnTo>
                  <a:lnTo>
                    <a:pt x="209115" y="580695"/>
                  </a:lnTo>
                  <a:lnTo>
                    <a:pt x="208953" y="582098"/>
                  </a:lnTo>
                  <a:lnTo>
                    <a:pt x="208784" y="583500"/>
                  </a:lnTo>
                  <a:lnTo>
                    <a:pt x="208604" y="584903"/>
                  </a:lnTo>
                  <a:lnTo>
                    <a:pt x="208416" y="586306"/>
                  </a:lnTo>
                  <a:lnTo>
                    <a:pt x="208220" y="587708"/>
                  </a:lnTo>
                  <a:lnTo>
                    <a:pt x="208016" y="589111"/>
                  </a:lnTo>
                  <a:lnTo>
                    <a:pt x="207805" y="590513"/>
                  </a:lnTo>
                  <a:lnTo>
                    <a:pt x="207586" y="591916"/>
                  </a:lnTo>
                  <a:lnTo>
                    <a:pt x="207362" y="593319"/>
                  </a:lnTo>
                  <a:lnTo>
                    <a:pt x="207132" y="594721"/>
                  </a:lnTo>
                  <a:lnTo>
                    <a:pt x="206897" y="596124"/>
                  </a:lnTo>
                  <a:lnTo>
                    <a:pt x="206660" y="597527"/>
                  </a:lnTo>
                  <a:lnTo>
                    <a:pt x="206418" y="598929"/>
                  </a:lnTo>
                  <a:lnTo>
                    <a:pt x="206175" y="600332"/>
                  </a:lnTo>
                  <a:lnTo>
                    <a:pt x="205931" y="601735"/>
                  </a:lnTo>
                  <a:lnTo>
                    <a:pt x="205687" y="603137"/>
                  </a:lnTo>
                  <a:lnTo>
                    <a:pt x="205444" y="604540"/>
                  </a:lnTo>
                  <a:lnTo>
                    <a:pt x="205203" y="605943"/>
                  </a:lnTo>
                  <a:lnTo>
                    <a:pt x="204965" y="607345"/>
                  </a:lnTo>
                  <a:lnTo>
                    <a:pt x="204731" y="608748"/>
                  </a:lnTo>
                  <a:lnTo>
                    <a:pt x="204500" y="610150"/>
                  </a:lnTo>
                  <a:lnTo>
                    <a:pt x="204274" y="611553"/>
                  </a:lnTo>
                  <a:lnTo>
                    <a:pt x="204054" y="612956"/>
                  </a:lnTo>
                  <a:lnTo>
                    <a:pt x="203841" y="614358"/>
                  </a:lnTo>
                  <a:lnTo>
                    <a:pt x="203634" y="615761"/>
                  </a:lnTo>
                  <a:lnTo>
                    <a:pt x="203433" y="617164"/>
                  </a:lnTo>
                  <a:lnTo>
                    <a:pt x="203240" y="618566"/>
                  </a:lnTo>
                  <a:lnTo>
                    <a:pt x="203056" y="619969"/>
                  </a:lnTo>
                  <a:lnTo>
                    <a:pt x="202879" y="621372"/>
                  </a:lnTo>
                  <a:lnTo>
                    <a:pt x="202710" y="622774"/>
                  </a:lnTo>
                  <a:lnTo>
                    <a:pt x="202548" y="624177"/>
                  </a:lnTo>
                  <a:lnTo>
                    <a:pt x="202394" y="625580"/>
                  </a:lnTo>
                  <a:lnTo>
                    <a:pt x="202249" y="626982"/>
                  </a:lnTo>
                  <a:lnTo>
                    <a:pt x="202112" y="628385"/>
                  </a:lnTo>
                  <a:lnTo>
                    <a:pt x="201981" y="629788"/>
                  </a:lnTo>
                  <a:lnTo>
                    <a:pt x="201857" y="631190"/>
                  </a:lnTo>
                  <a:lnTo>
                    <a:pt x="201741" y="632593"/>
                  </a:lnTo>
                  <a:lnTo>
                    <a:pt x="201632" y="633995"/>
                  </a:lnTo>
                  <a:lnTo>
                    <a:pt x="201530" y="635398"/>
                  </a:lnTo>
                  <a:lnTo>
                    <a:pt x="201433" y="636801"/>
                  </a:lnTo>
                  <a:lnTo>
                    <a:pt x="201342" y="638203"/>
                  </a:lnTo>
                  <a:lnTo>
                    <a:pt x="201258" y="639606"/>
                  </a:lnTo>
                  <a:lnTo>
                    <a:pt x="201179" y="641009"/>
                  </a:lnTo>
                  <a:lnTo>
                    <a:pt x="201105" y="642411"/>
                  </a:lnTo>
                  <a:lnTo>
                    <a:pt x="201036" y="643814"/>
                  </a:lnTo>
                  <a:lnTo>
                    <a:pt x="200972" y="645217"/>
                  </a:lnTo>
                  <a:lnTo>
                    <a:pt x="200912" y="646619"/>
                  </a:lnTo>
                  <a:lnTo>
                    <a:pt x="200858" y="648022"/>
                  </a:lnTo>
                  <a:lnTo>
                    <a:pt x="200807" y="649425"/>
                  </a:lnTo>
                  <a:lnTo>
                    <a:pt x="200759" y="650827"/>
                  </a:lnTo>
                  <a:lnTo>
                    <a:pt x="200716" y="652230"/>
                  </a:lnTo>
                  <a:lnTo>
                    <a:pt x="200677" y="653633"/>
                  </a:lnTo>
                  <a:lnTo>
                    <a:pt x="200642" y="655035"/>
                  </a:lnTo>
                  <a:lnTo>
                    <a:pt x="200610" y="656438"/>
                  </a:lnTo>
                  <a:lnTo>
                    <a:pt x="200581" y="657840"/>
                  </a:lnTo>
                  <a:lnTo>
                    <a:pt x="200556" y="659243"/>
                  </a:lnTo>
                  <a:lnTo>
                    <a:pt x="200534" y="660646"/>
                  </a:lnTo>
                  <a:lnTo>
                    <a:pt x="200516" y="662048"/>
                  </a:lnTo>
                  <a:lnTo>
                    <a:pt x="200501" y="663451"/>
                  </a:lnTo>
                  <a:lnTo>
                    <a:pt x="200489" y="664854"/>
                  </a:lnTo>
                  <a:lnTo>
                    <a:pt x="200480" y="666256"/>
                  </a:lnTo>
                  <a:lnTo>
                    <a:pt x="200474" y="667659"/>
                  </a:lnTo>
                  <a:lnTo>
                    <a:pt x="200471" y="669062"/>
                  </a:lnTo>
                  <a:lnTo>
                    <a:pt x="200471" y="670464"/>
                  </a:lnTo>
                  <a:lnTo>
                    <a:pt x="200473" y="671867"/>
                  </a:lnTo>
                  <a:lnTo>
                    <a:pt x="200478" y="673270"/>
                  </a:lnTo>
                  <a:lnTo>
                    <a:pt x="200486" y="674672"/>
                  </a:lnTo>
                  <a:lnTo>
                    <a:pt x="200496" y="676075"/>
                  </a:lnTo>
                  <a:lnTo>
                    <a:pt x="200507" y="677477"/>
                  </a:lnTo>
                  <a:lnTo>
                    <a:pt x="200520" y="678880"/>
                  </a:lnTo>
                  <a:lnTo>
                    <a:pt x="200535" y="680283"/>
                  </a:lnTo>
                  <a:lnTo>
                    <a:pt x="200551" y="681685"/>
                  </a:lnTo>
                  <a:lnTo>
                    <a:pt x="200568" y="683088"/>
                  </a:lnTo>
                  <a:lnTo>
                    <a:pt x="200586" y="684491"/>
                  </a:lnTo>
                  <a:lnTo>
                    <a:pt x="200603" y="685893"/>
                  </a:lnTo>
                  <a:lnTo>
                    <a:pt x="200621" y="687296"/>
                  </a:lnTo>
                  <a:lnTo>
                    <a:pt x="200637" y="688699"/>
                  </a:lnTo>
                  <a:lnTo>
                    <a:pt x="200652" y="690101"/>
                  </a:lnTo>
                  <a:lnTo>
                    <a:pt x="200666" y="691504"/>
                  </a:lnTo>
                  <a:lnTo>
                    <a:pt x="200677" y="692907"/>
                  </a:lnTo>
                  <a:lnTo>
                    <a:pt x="200686" y="694309"/>
                  </a:lnTo>
                  <a:lnTo>
                    <a:pt x="200691" y="695712"/>
                  </a:lnTo>
                  <a:lnTo>
                    <a:pt x="200693" y="697115"/>
                  </a:lnTo>
                  <a:lnTo>
                    <a:pt x="200691" y="698517"/>
                  </a:lnTo>
                  <a:lnTo>
                    <a:pt x="200685" y="699920"/>
                  </a:lnTo>
                  <a:lnTo>
                    <a:pt x="200673" y="701322"/>
                  </a:lnTo>
                  <a:lnTo>
                    <a:pt x="200656" y="702725"/>
                  </a:lnTo>
                  <a:lnTo>
                    <a:pt x="200634" y="704128"/>
                  </a:lnTo>
                  <a:lnTo>
                    <a:pt x="200606" y="705530"/>
                  </a:lnTo>
                  <a:lnTo>
                    <a:pt x="200572" y="706933"/>
                  </a:lnTo>
                  <a:lnTo>
                    <a:pt x="200531" y="708336"/>
                  </a:lnTo>
                  <a:lnTo>
                    <a:pt x="200484" y="709738"/>
                  </a:lnTo>
                  <a:lnTo>
                    <a:pt x="200431" y="711141"/>
                  </a:lnTo>
                  <a:lnTo>
                    <a:pt x="200373" y="712544"/>
                  </a:lnTo>
                  <a:lnTo>
                    <a:pt x="200308" y="713946"/>
                  </a:lnTo>
                  <a:lnTo>
                    <a:pt x="200237" y="715349"/>
                  </a:lnTo>
                  <a:lnTo>
                    <a:pt x="200160" y="716752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1" name="pg31"/>
            <p:cNvSpPr/>
            <p:nvPr/>
          </p:nvSpPr>
          <p:spPr>
            <a:xfrm>
              <a:off x="2305021" y="2016104"/>
              <a:ext cx="340903" cy="726096"/>
            </a:xfrm>
            <a:custGeom>
              <a:avLst/>
              <a:gdLst/>
              <a:ahLst/>
              <a:cxnLst/>
              <a:rect l="0" t="0" r="0" b="0"/>
              <a:pathLst>
                <a:path w="340903" h="726096">
                  <a:moveTo>
                    <a:pt x="164687" y="726096"/>
                  </a:moveTo>
                  <a:lnTo>
                    <a:pt x="164391" y="724675"/>
                  </a:lnTo>
                  <a:lnTo>
                    <a:pt x="164095" y="723254"/>
                  </a:lnTo>
                  <a:lnTo>
                    <a:pt x="163798" y="721833"/>
                  </a:lnTo>
                  <a:lnTo>
                    <a:pt x="163503" y="720412"/>
                  </a:lnTo>
                  <a:lnTo>
                    <a:pt x="163210" y="718991"/>
                  </a:lnTo>
                  <a:lnTo>
                    <a:pt x="162919" y="717570"/>
                  </a:lnTo>
                  <a:lnTo>
                    <a:pt x="162633" y="716150"/>
                  </a:lnTo>
                  <a:lnTo>
                    <a:pt x="162352" y="714729"/>
                  </a:lnTo>
                  <a:lnTo>
                    <a:pt x="162077" y="713308"/>
                  </a:lnTo>
                  <a:lnTo>
                    <a:pt x="161807" y="711887"/>
                  </a:lnTo>
                  <a:lnTo>
                    <a:pt x="161544" y="710466"/>
                  </a:lnTo>
                  <a:lnTo>
                    <a:pt x="161290" y="709045"/>
                  </a:lnTo>
                  <a:lnTo>
                    <a:pt x="161044" y="707624"/>
                  </a:lnTo>
                  <a:lnTo>
                    <a:pt x="160806" y="706203"/>
                  </a:lnTo>
                  <a:lnTo>
                    <a:pt x="160576" y="704782"/>
                  </a:lnTo>
                  <a:lnTo>
                    <a:pt x="160355" y="703361"/>
                  </a:lnTo>
                  <a:lnTo>
                    <a:pt x="160144" y="701940"/>
                  </a:lnTo>
                  <a:lnTo>
                    <a:pt x="159943" y="700519"/>
                  </a:lnTo>
                  <a:lnTo>
                    <a:pt x="159751" y="699098"/>
                  </a:lnTo>
                  <a:lnTo>
                    <a:pt x="159567" y="697677"/>
                  </a:lnTo>
                  <a:lnTo>
                    <a:pt x="159391" y="696256"/>
                  </a:lnTo>
                  <a:lnTo>
                    <a:pt x="159226" y="694836"/>
                  </a:lnTo>
                  <a:lnTo>
                    <a:pt x="159070" y="693415"/>
                  </a:lnTo>
                  <a:lnTo>
                    <a:pt x="158920" y="691994"/>
                  </a:lnTo>
                  <a:lnTo>
                    <a:pt x="158779" y="690573"/>
                  </a:lnTo>
                  <a:lnTo>
                    <a:pt x="158645" y="689152"/>
                  </a:lnTo>
                  <a:lnTo>
                    <a:pt x="158519" y="687731"/>
                  </a:lnTo>
                  <a:lnTo>
                    <a:pt x="158400" y="686310"/>
                  </a:lnTo>
                  <a:lnTo>
                    <a:pt x="158286" y="684889"/>
                  </a:lnTo>
                  <a:lnTo>
                    <a:pt x="158178" y="683468"/>
                  </a:lnTo>
                  <a:lnTo>
                    <a:pt x="158077" y="682047"/>
                  </a:lnTo>
                  <a:lnTo>
                    <a:pt x="157981" y="680626"/>
                  </a:lnTo>
                  <a:lnTo>
                    <a:pt x="157889" y="679205"/>
                  </a:lnTo>
                  <a:lnTo>
                    <a:pt x="157802" y="677784"/>
                  </a:lnTo>
                  <a:lnTo>
                    <a:pt x="157718" y="676363"/>
                  </a:lnTo>
                  <a:lnTo>
                    <a:pt x="157639" y="674942"/>
                  </a:lnTo>
                  <a:lnTo>
                    <a:pt x="157563" y="673522"/>
                  </a:lnTo>
                  <a:lnTo>
                    <a:pt x="157490" y="672101"/>
                  </a:lnTo>
                  <a:lnTo>
                    <a:pt x="157420" y="670680"/>
                  </a:lnTo>
                  <a:lnTo>
                    <a:pt x="157352" y="669259"/>
                  </a:lnTo>
                  <a:lnTo>
                    <a:pt x="157286" y="667838"/>
                  </a:lnTo>
                  <a:lnTo>
                    <a:pt x="157221" y="666417"/>
                  </a:lnTo>
                  <a:lnTo>
                    <a:pt x="157158" y="664996"/>
                  </a:lnTo>
                  <a:lnTo>
                    <a:pt x="157095" y="663575"/>
                  </a:lnTo>
                  <a:lnTo>
                    <a:pt x="157033" y="662154"/>
                  </a:lnTo>
                  <a:lnTo>
                    <a:pt x="156970" y="660733"/>
                  </a:lnTo>
                  <a:lnTo>
                    <a:pt x="156906" y="659312"/>
                  </a:lnTo>
                  <a:lnTo>
                    <a:pt x="156842" y="657891"/>
                  </a:lnTo>
                  <a:lnTo>
                    <a:pt x="156776" y="656470"/>
                  </a:lnTo>
                  <a:lnTo>
                    <a:pt x="156708" y="655049"/>
                  </a:lnTo>
                  <a:lnTo>
                    <a:pt x="156637" y="653628"/>
                  </a:lnTo>
                  <a:lnTo>
                    <a:pt x="156563" y="652208"/>
                  </a:lnTo>
                  <a:lnTo>
                    <a:pt x="156486" y="650787"/>
                  </a:lnTo>
                  <a:lnTo>
                    <a:pt x="156405" y="649366"/>
                  </a:lnTo>
                  <a:lnTo>
                    <a:pt x="156319" y="647945"/>
                  </a:lnTo>
                  <a:lnTo>
                    <a:pt x="156229" y="646524"/>
                  </a:lnTo>
                  <a:lnTo>
                    <a:pt x="156134" y="645103"/>
                  </a:lnTo>
                  <a:lnTo>
                    <a:pt x="156034" y="643682"/>
                  </a:lnTo>
                  <a:lnTo>
                    <a:pt x="155929" y="642261"/>
                  </a:lnTo>
                  <a:lnTo>
                    <a:pt x="155818" y="640840"/>
                  </a:lnTo>
                  <a:lnTo>
                    <a:pt x="155701" y="639419"/>
                  </a:lnTo>
                  <a:lnTo>
                    <a:pt x="155580" y="637998"/>
                  </a:lnTo>
                  <a:lnTo>
                    <a:pt x="155453" y="636577"/>
                  </a:lnTo>
                  <a:lnTo>
                    <a:pt x="155322" y="635156"/>
                  </a:lnTo>
                  <a:lnTo>
                    <a:pt x="155184" y="633735"/>
                  </a:lnTo>
                  <a:lnTo>
                    <a:pt x="155043" y="632314"/>
                  </a:lnTo>
                  <a:lnTo>
                    <a:pt x="154897" y="630894"/>
                  </a:lnTo>
                  <a:lnTo>
                    <a:pt x="154748" y="629473"/>
                  </a:lnTo>
                  <a:lnTo>
                    <a:pt x="154595" y="628052"/>
                  </a:lnTo>
                  <a:lnTo>
                    <a:pt x="154438" y="626631"/>
                  </a:lnTo>
                  <a:lnTo>
                    <a:pt x="154279" y="625210"/>
                  </a:lnTo>
                  <a:lnTo>
                    <a:pt x="154118" y="623789"/>
                  </a:lnTo>
                  <a:lnTo>
                    <a:pt x="153955" y="622368"/>
                  </a:lnTo>
                  <a:lnTo>
                    <a:pt x="153790" y="620947"/>
                  </a:lnTo>
                  <a:lnTo>
                    <a:pt x="153623" y="619526"/>
                  </a:lnTo>
                  <a:lnTo>
                    <a:pt x="153455" y="618105"/>
                  </a:lnTo>
                  <a:lnTo>
                    <a:pt x="153287" y="616684"/>
                  </a:lnTo>
                  <a:lnTo>
                    <a:pt x="153117" y="615263"/>
                  </a:lnTo>
                  <a:lnTo>
                    <a:pt x="152946" y="613842"/>
                  </a:lnTo>
                  <a:lnTo>
                    <a:pt x="152774" y="612421"/>
                  </a:lnTo>
                  <a:lnTo>
                    <a:pt x="152601" y="611001"/>
                  </a:lnTo>
                  <a:lnTo>
                    <a:pt x="152426" y="609580"/>
                  </a:lnTo>
                  <a:lnTo>
                    <a:pt x="152249" y="608159"/>
                  </a:lnTo>
                  <a:lnTo>
                    <a:pt x="152069" y="606738"/>
                  </a:lnTo>
                  <a:lnTo>
                    <a:pt x="151887" y="605317"/>
                  </a:lnTo>
                  <a:lnTo>
                    <a:pt x="151702" y="603896"/>
                  </a:lnTo>
                  <a:lnTo>
                    <a:pt x="151513" y="602475"/>
                  </a:lnTo>
                  <a:lnTo>
                    <a:pt x="151320" y="601054"/>
                  </a:lnTo>
                  <a:lnTo>
                    <a:pt x="151121" y="599633"/>
                  </a:lnTo>
                  <a:lnTo>
                    <a:pt x="150917" y="598212"/>
                  </a:lnTo>
                  <a:lnTo>
                    <a:pt x="150708" y="596791"/>
                  </a:lnTo>
                  <a:lnTo>
                    <a:pt x="150493" y="595370"/>
                  </a:lnTo>
                  <a:lnTo>
                    <a:pt x="150272" y="593949"/>
                  </a:lnTo>
                  <a:lnTo>
                    <a:pt x="150043" y="592528"/>
                  </a:lnTo>
                  <a:lnTo>
                    <a:pt x="149808" y="591107"/>
                  </a:lnTo>
                  <a:lnTo>
                    <a:pt x="149566" y="589687"/>
                  </a:lnTo>
                  <a:lnTo>
                    <a:pt x="149317" y="588266"/>
                  </a:lnTo>
                  <a:lnTo>
                    <a:pt x="149061" y="586845"/>
                  </a:lnTo>
                  <a:lnTo>
                    <a:pt x="148797" y="585424"/>
                  </a:lnTo>
                  <a:lnTo>
                    <a:pt x="148526" y="584003"/>
                  </a:lnTo>
                  <a:lnTo>
                    <a:pt x="148249" y="582582"/>
                  </a:lnTo>
                  <a:lnTo>
                    <a:pt x="147967" y="581161"/>
                  </a:lnTo>
                  <a:lnTo>
                    <a:pt x="147677" y="579740"/>
                  </a:lnTo>
                  <a:lnTo>
                    <a:pt x="147381" y="578319"/>
                  </a:lnTo>
                  <a:lnTo>
                    <a:pt x="147080" y="576898"/>
                  </a:lnTo>
                  <a:lnTo>
                    <a:pt x="146774" y="575477"/>
                  </a:lnTo>
                  <a:lnTo>
                    <a:pt x="146463" y="574056"/>
                  </a:lnTo>
                  <a:lnTo>
                    <a:pt x="146147" y="572635"/>
                  </a:lnTo>
                  <a:lnTo>
                    <a:pt x="145826" y="571214"/>
                  </a:lnTo>
                  <a:lnTo>
                    <a:pt x="145500" y="569793"/>
                  </a:lnTo>
                  <a:lnTo>
                    <a:pt x="145170" y="568373"/>
                  </a:lnTo>
                  <a:lnTo>
                    <a:pt x="144836" y="566952"/>
                  </a:lnTo>
                  <a:lnTo>
                    <a:pt x="144496" y="565531"/>
                  </a:lnTo>
                  <a:lnTo>
                    <a:pt x="144152" y="564110"/>
                  </a:lnTo>
                  <a:lnTo>
                    <a:pt x="143802" y="562689"/>
                  </a:lnTo>
                  <a:lnTo>
                    <a:pt x="143448" y="561268"/>
                  </a:lnTo>
                  <a:lnTo>
                    <a:pt x="143088" y="559847"/>
                  </a:lnTo>
                  <a:lnTo>
                    <a:pt x="142720" y="558426"/>
                  </a:lnTo>
                  <a:lnTo>
                    <a:pt x="142347" y="557005"/>
                  </a:lnTo>
                  <a:lnTo>
                    <a:pt x="141966" y="555584"/>
                  </a:lnTo>
                  <a:lnTo>
                    <a:pt x="141579" y="554163"/>
                  </a:lnTo>
                  <a:lnTo>
                    <a:pt x="141184" y="552742"/>
                  </a:lnTo>
                  <a:lnTo>
                    <a:pt x="140779" y="551321"/>
                  </a:lnTo>
                  <a:lnTo>
                    <a:pt x="140367" y="549900"/>
                  </a:lnTo>
                  <a:lnTo>
                    <a:pt x="139947" y="548479"/>
                  </a:lnTo>
                  <a:lnTo>
                    <a:pt x="139518" y="547059"/>
                  </a:lnTo>
                  <a:lnTo>
                    <a:pt x="139078" y="545638"/>
                  </a:lnTo>
                  <a:lnTo>
                    <a:pt x="138630" y="544217"/>
                  </a:lnTo>
                  <a:lnTo>
                    <a:pt x="138173" y="542796"/>
                  </a:lnTo>
                  <a:lnTo>
                    <a:pt x="137708" y="541375"/>
                  </a:lnTo>
                  <a:lnTo>
                    <a:pt x="137234" y="539954"/>
                  </a:lnTo>
                  <a:lnTo>
                    <a:pt x="136751" y="538533"/>
                  </a:lnTo>
                  <a:lnTo>
                    <a:pt x="136260" y="537112"/>
                  </a:lnTo>
                  <a:lnTo>
                    <a:pt x="135763" y="535691"/>
                  </a:lnTo>
                  <a:lnTo>
                    <a:pt x="135259" y="534270"/>
                  </a:lnTo>
                  <a:lnTo>
                    <a:pt x="134748" y="532849"/>
                  </a:lnTo>
                  <a:lnTo>
                    <a:pt x="134231" y="531428"/>
                  </a:lnTo>
                  <a:lnTo>
                    <a:pt x="133710" y="530007"/>
                  </a:lnTo>
                  <a:lnTo>
                    <a:pt x="133185" y="528586"/>
                  </a:lnTo>
                  <a:lnTo>
                    <a:pt x="132656" y="527165"/>
                  </a:lnTo>
                  <a:lnTo>
                    <a:pt x="132123" y="525745"/>
                  </a:lnTo>
                  <a:lnTo>
                    <a:pt x="131588" y="524324"/>
                  </a:lnTo>
                  <a:lnTo>
                    <a:pt x="131051" y="522903"/>
                  </a:lnTo>
                  <a:lnTo>
                    <a:pt x="130513" y="521482"/>
                  </a:lnTo>
                  <a:lnTo>
                    <a:pt x="129974" y="520061"/>
                  </a:lnTo>
                  <a:lnTo>
                    <a:pt x="129433" y="518640"/>
                  </a:lnTo>
                  <a:lnTo>
                    <a:pt x="128892" y="517219"/>
                  </a:lnTo>
                  <a:lnTo>
                    <a:pt x="128351" y="515798"/>
                  </a:lnTo>
                  <a:lnTo>
                    <a:pt x="127809" y="514377"/>
                  </a:lnTo>
                  <a:lnTo>
                    <a:pt x="127268" y="512956"/>
                  </a:lnTo>
                  <a:lnTo>
                    <a:pt x="126725" y="511535"/>
                  </a:lnTo>
                  <a:lnTo>
                    <a:pt x="126182" y="510114"/>
                  </a:lnTo>
                  <a:lnTo>
                    <a:pt x="125639" y="508693"/>
                  </a:lnTo>
                  <a:lnTo>
                    <a:pt x="125094" y="507272"/>
                  </a:lnTo>
                  <a:lnTo>
                    <a:pt x="124548" y="505851"/>
                  </a:lnTo>
                  <a:lnTo>
                    <a:pt x="124000" y="504431"/>
                  </a:lnTo>
                  <a:lnTo>
                    <a:pt x="123449" y="503010"/>
                  </a:lnTo>
                  <a:lnTo>
                    <a:pt x="122895" y="501589"/>
                  </a:lnTo>
                  <a:lnTo>
                    <a:pt x="122338" y="500168"/>
                  </a:lnTo>
                  <a:lnTo>
                    <a:pt x="121777" y="498747"/>
                  </a:lnTo>
                  <a:lnTo>
                    <a:pt x="121209" y="497326"/>
                  </a:lnTo>
                  <a:lnTo>
                    <a:pt x="120635" y="495905"/>
                  </a:lnTo>
                  <a:lnTo>
                    <a:pt x="120055" y="494484"/>
                  </a:lnTo>
                  <a:lnTo>
                    <a:pt x="119467" y="493063"/>
                  </a:lnTo>
                  <a:lnTo>
                    <a:pt x="118869" y="491642"/>
                  </a:lnTo>
                  <a:lnTo>
                    <a:pt x="118258" y="490221"/>
                  </a:lnTo>
                  <a:lnTo>
                    <a:pt x="117636" y="488800"/>
                  </a:lnTo>
                  <a:lnTo>
                    <a:pt x="117001" y="487379"/>
                  </a:lnTo>
                  <a:lnTo>
                    <a:pt x="116351" y="485958"/>
                  </a:lnTo>
                  <a:lnTo>
                    <a:pt x="115682" y="484538"/>
                  </a:lnTo>
                  <a:lnTo>
                    <a:pt x="114992" y="483117"/>
                  </a:lnTo>
                  <a:lnTo>
                    <a:pt x="114282" y="481696"/>
                  </a:lnTo>
                  <a:lnTo>
                    <a:pt x="113550" y="480275"/>
                  </a:lnTo>
                  <a:lnTo>
                    <a:pt x="112793" y="478854"/>
                  </a:lnTo>
                  <a:lnTo>
                    <a:pt x="112002" y="477433"/>
                  </a:lnTo>
                  <a:lnTo>
                    <a:pt x="111180" y="476012"/>
                  </a:lnTo>
                  <a:lnTo>
                    <a:pt x="110325" y="474591"/>
                  </a:lnTo>
                  <a:lnTo>
                    <a:pt x="109437" y="473170"/>
                  </a:lnTo>
                  <a:lnTo>
                    <a:pt x="108511" y="471749"/>
                  </a:lnTo>
                  <a:lnTo>
                    <a:pt x="107533" y="470328"/>
                  </a:lnTo>
                  <a:lnTo>
                    <a:pt x="106513" y="468907"/>
                  </a:lnTo>
                  <a:lnTo>
                    <a:pt x="105447" y="467486"/>
                  </a:lnTo>
                  <a:lnTo>
                    <a:pt x="104336" y="466065"/>
                  </a:lnTo>
                  <a:lnTo>
                    <a:pt x="103171" y="464644"/>
                  </a:lnTo>
                  <a:lnTo>
                    <a:pt x="101942" y="463224"/>
                  </a:lnTo>
                  <a:lnTo>
                    <a:pt x="100660" y="461803"/>
                  </a:lnTo>
                  <a:lnTo>
                    <a:pt x="99325" y="460382"/>
                  </a:lnTo>
                  <a:lnTo>
                    <a:pt x="97935" y="458961"/>
                  </a:lnTo>
                  <a:lnTo>
                    <a:pt x="96478" y="457540"/>
                  </a:lnTo>
                  <a:lnTo>
                    <a:pt x="94957" y="456119"/>
                  </a:lnTo>
                  <a:lnTo>
                    <a:pt x="93379" y="454698"/>
                  </a:lnTo>
                  <a:lnTo>
                    <a:pt x="91747" y="453277"/>
                  </a:lnTo>
                  <a:lnTo>
                    <a:pt x="90060" y="451856"/>
                  </a:lnTo>
                  <a:lnTo>
                    <a:pt x="88307" y="450435"/>
                  </a:lnTo>
                  <a:lnTo>
                    <a:pt x="86499" y="449014"/>
                  </a:lnTo>
                  <a:lnTo>
                    <a:pt x="84645" y="447593"/>
                  </a:lnTo>
                  <a:lnTo>
                    <a:pt x="82745" y="446172"/>
                  </a:lnTo>
                  <a:lnTo>
                    <a:pt x="80804" y="444751"/>
                  </a:lnTo>
                  <a:lnTo>
                    <a:pt x="78813" y="443330"/>
                  </a:lnTo>
                  <a:lnTo>
                    <a:pt x="76790" y="441910"/>
                  </a:lnTo>
                  <a:lnTo>
                    <a:pt x="74740" y="440489"/>
                  </a:lnTo>
                  <a:lnTo>
                    <a:pt x="72667" y="439068"/>
                  </a:lnTo>
                  <a:lnTo>
                    <a:pt x="70575" y="437647"/>
                  </a:lnTo>
                  <a:lnTo>
                    <a:pt x="68468" y="436226"/>
                  </a:lnTo>
                  <a:lnTo>
                    <a:pt x="66356" y="434805"/>
                  </a:lnTo>
                  <a:lnTo>
                    <a:pt x="64245" y="433384"/>
                  </a:lnTo>
                  <a:lnTo>
                    <a:pt x="62138" y="431963"/>
                  </a:lnTo>
                  <a:lnTo>
                    <a:pt x="60043" y="430542"/>
                  </a:lnTo>
                  <a:lnTo>
                    <a:pt x="57970" y="429121"/>
                  </a:lnTo>
                  <a:lnTo>
                    <a:pt x="55920" y="427700"/>
                  </a:lnTo>
                  <a:lnTo>
                    <a:pt x="53898" y="426279"/>
                  </a:lnTo>
                  <a:lnTo>
                    <a:pt x="51907" y="424858"/>
                  </a:lnTo>
                  <a:lnTo>
                    <a:pt x="49961" y="423437"/>
                  </a:lnTo>
                  <a:lnTo>
                    <a:pt x="48062" y="422016"/>
                  </a:lnTo>
                  <a:lnTo>
                    <a:pt x="46208" y="420596"/>
                  </a:lnTo>
                  <a:lnTo>
                    <a:pt x="44289" y="419083"/>
                  </a:lnTo>
                  <a:lnTo>
                    <a:pt x="42645" y="417754"/>
                  </a:lnTo>
                  <a:lnTo>
                    <a:pt x="40955" y="416333"/>
                  </a:lnTo>
                  <a:lnTo>
                    <a:pt x="39325" y="414912"/>
                  </a:lnTo>
                  <a:lnTo>
                    <a:pt x="37749" y="413491"/>
                  </a:lnTo>
                  <a:lnTo>
                    <a:pt x="36229" y="412070"/>
                  </a:lnTo>
                  <a:lnTo>
                    <a:pt x="34765" y="410649"/>
                  </a:lnTo>
                  <a:lnTo>
                    <a:pt x="33377" y="409228"/>
                  </a:lnTo>
                  <a:lnTo>
                    <a:pt x="32042" y="407807"/>
                  </a:lnTo>
                  <a:lnTo>
                    <a:pt x="30762" y="406386"/>
                  </a:lnTo>
                  <a:lnTo>
                    <a:pt x="29533" y="404965"/>
                  </a:lnTo>
                  <a:lnTo>
                    <a:pt x="28358" y="403544"/>
                  </a:lnTo>
                  <a:lnTo>
                    <a:pt x="27244" y="402123"/>
                  </a:lnTo>
                  <a:lnTo>
                    <a:pt x="26174" y="400702"/>
                  </a:lnTo>
                  <a:lnTo>
                    <a:pt x="25147" y="399282"/>
                  </a:lnTo>
                  <a:lnTo>
                    <a:pt x="24160" y="397861"/>
                  </a:lnTo>
                  <a:lnTo>
                    <a:pt x="23215" y="396440"/>
                  </a:lnTo>
                  <a:lnTo>
                    <a:pt x="22309" y="395019"/>
                  </a:lnTo>
                  <a:lnTo>
                    <a:pt x="21433" y="393598"/>
                  </a:lnTo>
                  <a:lnTo>
                    <a:pt x="20584" y="392177"/>
                  </a:lnTo>
                  <a:lnTo>
                    <a:pt x="19760" y="390756"/>
                  </a:lnTo>
                  <a:lnTo>
                    <a:pt x="18961" y="389335"/>
                  </a:lnTo>
                  <a:lnTo>
                    <a:pt x="18182" y="387914"/>
                  </a:lnTo>
                  <a:lnTo>
                    <a:pt x="17418" y="386493"/>
                  </a:lnTo>
                  <a:lnTo>
                    <a:pt x="16667" y="385072"/>
                  </a:lnTo>
                  <a:lnTo>
                    <a:pt x="15927" y="383651"/>
                  </a:lnTo>
                  <a:lnTo>
                    <a:pt x="15198" y="382230"/>
                  </a:lnTo>
                  <a:lnTo>
                    <a:pt x="14475" y="380809"/>
                  </a:lnTo>
                  <a:lnTo>
                    <a:pt x="13757" y="379388"/>
                  </a:lnTo>
                  <a:lnTo>
                    <a:pt x="13043" y="377968"/>
                  </a:lnTo>
                  <a:lnTo>
                    <a:pt x="12332" y="376547"/>
                  </a:lnTo>
                  <a:lnTo>
                    <a:pt x="11624" y="375126"/>
                  </a:lnTo>
                  <a:lnTo>
                    <a:pt x="10918" y="373705"/>
                  </a:lnTo>
                  <a:lnTo>
                    <a:pt x="10214" y="372284"/>
                  </a:lnTo>
                  <a:lnTo>
                    <a:pt x="9513" y="370863"/>
                  </a:lnTo>
                  <a:lnTo>
                    <a:pt x="8816" y="369442"/>
                  </a:lnTo>
                  <a:lnTo>
                    <a:pt x="8125" y="368021"/>
                  </a:lnTo>
                  <a:lnTo>
                    <a:pt x="7441" y="366600"/>
                  </a:lnTo>
                  <a:lnTo>
                    <a:pt x="6766" y="365179"/>
                  </a:lnTo>
                  <a:lnTo>
                    <a:pt x="6101" y="363758"/>
                  </a:lnTo>
                  <a:lnTo>
                    <a:pt x="5451" y="362337"/>
                  </a:lnTo>
                  <a:lnTo>
                    <a:pt x="4820" y="360916"/>
                  </a:lnTo>
                  <a:lnTo>
                    <a:pt x="4210" y="359495"/>
                  </a:lnTo>
                  <a:lnTo>
                    <a:pt x="3622" y="358075"/>
                  </a:lnTo>
                  <a:lnTo>
                    <a:pt x="3060" y="356654"/>
                  </a:lnTo>
                  <a:lnTo>
                    <a:pt x="2536" y="355233"/>
                  </a:lnTo>
                  <a:lnTo>
                    <a:pt x="2051" y="353812"/>
                  </a:lnTo>
                  <a:lnTo>
                    <a:pt x="1604" y="352391"/>
                  </a:lnTo>
                  <a:lnTo>
                    <a:pt x="1200" y="350970"/>
                  </a:lnTo>
                  <a:lnTo>
                    <a:pt x="842" y="349549"/>
                  </a:lnTo>
                  <a:lnTo>
                    <a:pt x="533" y="348014"/>
                  </a:lnTo>
                  <a:lnTo>
                    <a:pt x="320" y="346707"/>
                  </a:lnTo>
                  <a:lnTo>
                    <a:pt x="148" y="345286"/>
                  </a:lnTo>
                  <a:lnTo>
                    <a:pt x="39" y="343865"/>
                  </a:lnTo>
                  <a:lnTo>
                    <a:pt x="0" y="342444"/>
                  </a:lnTo>
                  <a:lnTo>
                    <a:pt x="53" y="341023"/>
                  </a:lnTo>
                  <a:lnTo>
                    <a:pt x="182" y="339602"/>
                  </a:lnTo>
                  <a:lnTo>
                    <a:pt x="388" y="338181"/>
                  </a:lnTo>
                  <a:lnTo>
                    <a:pt x="673" y="336761"/>
                  </a:lnTo>
                  <a:lnTo>
                    <a:pt x="1051" y="335340"/>
                  </a:lnTo>
                  <a:lnTo>
                    <a:pt x="1532" y="333919"/>
                  </a:lnTo>
                  <a:lnTo>
                    <a:pt x="2098" y="332498"/>
                  </a:lnTo>
                  <a:lnTo>
                    <a:pt x="2751" y="331077"/>
                  </a:lnTo>
                  <a:lnTo>
                    <a:pt x="3490" y="329656"/>
                  </a:lnTo>
                  <a:lnTo>
                    <a:pt x="4334" y="328235"/>
                  </a:lnTo>
                  <a:lnTo>
                    <a:pt x="5277" y="326814"/>
                  </a:lnTo>
                  <a:lnTo>
                    <a:pt x="6305" y="325393"/>
                  </a:lnTo>
                  <a:lnTo>
                    <a:pt x="7416" y="323972"/>
                  </a:lnTo>
                  <a:lnTo>
                    <a:pt x="8610" y="322551"/>
                  </a:lnTo>
                  <a:lnTo>
                    <a:pt x="9905" y="321130"/>
                  </a:lnTo>
                  <a:lnTo>
                    <a:pt x="11282" y="319709"/>
                  </a:lnTo>
                  <a:lnTo>
                    <a:pt x="12731" y="318288"/>
                  </a:lnTo>
                  <a:lnTo>
                    <a:pt x="14250" y="316867"/>
                  </a:lnTo>
                  <a:lnTo>
                    <a:pt x="15835" y="315447"/>
                  </a:lnTo>
                  <a:lnTo>
                    <a:pt x="17503" y="314026"/>
                  </a:lnTo>
                  <a:lnTo>
                    <a:pt x="19226" y="312605"/>
                  </a:lnTo>
                  <a:lnTo>
                    <a:pt x="21000" y="311184"/>
                  </a:lnTo>
                  <a:lnTo>
                    <a:pt x="22821" y="309763"/>
                  </a:lnTo>
                  <a:lnTo>
                    <a:pt x="24688" y="308342"/>
                  </a:lnTo>
                  <a:lnTo>
                    <a:pt x="26602" y="306921"/>
                  </a:lnTo>
                  <a:lnTo>
                    <a:pt x="28545" y="305500"/>
                  </a:lnTo>
                  <a:lnTo>
                    <a:pt x="30515" y="304079"/>
                  </a:lnTo>
                  <a:lnTo>
                    <a:pt x="32507" y="302658"/>
                  </a:lnTo>
                  <a:lnTo>
                    <a:pt x="34518" y="301237"/>
                  </a:lnTo>
                  <a:lnTo>
                    <a:pt x="36543" y="299816"/>
                  </a:lnTo>
                  <a:lnTo>
                    <a:pt x="38574" y="298395"/>
                  </a:lnTo>
                  <a:lnTo>
                    <a:pt x="40609" y="296974"/>
                  </a:lnTo>
                  <a:lnTo>
                    <a:pt x="42643" y="295553"/>
                  </a:lnTo>
                  <a:lnTo>
                    <a:pt x="44672" y="294133"/>
                  </a:lnTo>
                  <a:lnTo>
                    <a:pt x="46691" y="292712"/>
                  </a:lnTo>
                  <a:lnTo>
                    <a:pt x="48698" y="291291"/>
                  </a:lnTo>
                  <a:lnTo>
                    <a:pt x="50692" y="289870"/>
                  </a:lnTo>
                  <a:lnTo>
                    <a:pt x="52671" y="288449"/>
                  </a:lnTo>
                  <a:lnTo>
                    <a:pt x="54625" y="287028"/>
                  </a:lnTo>
                  <a:lnTo>
                    <a:pt x="56558" y="285607"/>
                  </a:lnTo>
                  <a:lnTo>
                    <a:pt x="58469" y="284186"/>
                  </a:lnTo>
                  <a:lnTo>
                    <a:pt x="60357" y="282765"/>
                  </a:lnTo>
                  <a:lnTo>
                    <a:pt x="62221" y="281344"/>
                  </a:lnTo>
                  <a:lnTo>
                    <a:pt x="64052" y="279923"/>
                  </a:lnTo>
                  <a:lnTo>
                    <a:pt x="65856" y="278502"/>
                  </a:lnTo>
                  <a:lnTo>
                    <a:pt x="67635" y="277081"/>
                  </a:lnTo>
                  <a:lnTo>
                    <a:pt x="68129" y="276681"/>
                  </a:lnTo>
                  <a:lnTo>
                    <a:pt x="69387" y="275660"/>
                  </a:lnTo>
                  <a:lnTo>
                    <a:pt x="71110" y="274239"/>
                  </a:lnTo>
                  <a:lnTo>
                    <a:pt x="72798" y="272819"/>
                  </a:lnTo>
                  <a:lnTo>
                    <a:pt x="74459" y="271398"/>
                  </a:lnTo>
                  <a:lnTo>
                    <a:pt x="76092" y="269977"/>
                  </a:lnTo>
                  <a:lnTo>
                    <a:pt x="77697" y="268556"/>
                  </a:lnTo>
                  <a:lnTo>
                    <a:pt x="79269" y="267135"/>
                  </a:lnTo>
                  <a:lnTo>
                    <a:pt x="80807" y="265714"/>
                  </a:lnTo>
                  <a:lnTo>
                    <a:pt x="82316" y="264293"/>
                  </a:lnTo>
                  <a:lnTo>
                    <a:pt x="83795" y="262872"/>
                  </a:lnTo>
                  <a:lnTo>
                    <a:pt x="85245" y="261451"/>
                  </a:lnTo>
                  <a:lnTo>
                    <a:pt x="86657" y="260030"/>
                  </a:lnTo>
                  <a:lnTo>
                    <a:pt x="88033" y="258609"/>
                  </a:lnTo>
                  <a:lnTo>
                    <a:pt x="89378" y="257188"/>
                  </a:lnTo>
                  <a:lnTo>
                    <a:pt x="90690" y="255767"/>
                  </a:lnTo>
                  <a:lnTo>
                    <a:pt x="91969" y="254346"/>
                  </a:lnTo>
                  <a:lnTo>
                    <a:pt x="93202" y="252925"/>
                  </a:lnTo>
                  <a:lnTo>
                    <a:pt x="94400" y="251505"/>
                  </a:lnTo>
                  <a:lnTo>
                    <a:pt x="95562" y="250084"/>
                  </a:lnTo>
                  <a:lnTo>
                    <a:pt x="96688" y="248663"/>
                  </a:lnTo>
                  <a:lnTo>
                    <a:pt x="97776" y="247242"/>
                  </a:lnTo>
                  <a:lnTo>
                    <a:pt x="98816" y="245821"/>
                  </a:lnTo>
                  <a:lnTo>
                    <a:pt x="99818" y="244400"/>
                  </a:lnTo>
                  <a:lnTo>
                    <a:pt x="100784" y="242979"/>
                  </a:lnTo>
                  <a:lnTo>
                    <a:pt x="101712" y="241558"/>
                  </a:lnTo>
                  <a:lnTo>
                    <a:pt x="102599" y="240137"/>
                  </a:lnTo>
                  <a:lnTo>
                    <a:pt x="103440" y="238716"/>
                  </a:lnTo>
                  <a:lnTo>
                    <a:pt x="104246" y="237295"/>
                  </a:lnTo>
                  <a:lnTo>
                    <a:pt x="105016" y="235874"/>
                  </a:lnTo>
                  <a:lnTo>
                    <a:pt x="105752" y="234453"/>
                  </a:lnTo>
                  <a:lnTo>
                    <a:pt x="106447" y="233032"/>
                  </a:lnTo>
                  <a:lnTo>
                    <a:pt x="107105" y="231612"/>
                  </a:lnTo>
                  <a:lnTo>
                    <a:pt x="107731" y="230191"/>
                  </a:lnTo>
                  <a:lnTo>
                    <a:pt x="108328" y="228770"/>
                  </a:lnTo>
                  <a:lnTo>
                    <a:pt x="108895" y="227349"/>
                  </a:lnTo>
                  <a:lnTo>
                    <a:pt x="109427" y="225928"/>
                  </a:lnTo>
                  <a:lnTo>
                    <a:pt x="109932" y="224507"/>
                  </a:lnTo>
                  <a:lnTo>
                    <a:pt x="110412" y="223086"/>
                  </a:lnTo>
                  <a:lnTo>
                    <a:pt x="110868" y="221665"/>
                  </a:lnTo>
                  <a:lnTo>
                    <a:pt x="111302" y="220244"/>
                  </a:lnTo>
                  <a:lnTo>
                    <a:pt x="111708" y="218823"/>
                  </a:lnTo>
                  <a:lnTo>
                    <a:pt x="112094" y="217402"/>
                  </a:lnTo>
                  <a:lnTo>
                    <a:pt x="112461" y="215981"/>
                  </a:lnTo>
                  <a:lnTo>
                    <a:pt x="112811" y="214560"/>
                  </a:lnTo>
                  <a:lnTo>
                    <a:pt x="113141" y="213139"/>
                  </a:lnTo>
                  <a:lnTo>
                    <a:pt x="113451" y="211718"/>
                  </a:lnTo>
                  <a:lnTo>
                    <a:pt x="113745" y="210298"/>
                  </a:lnTo>
                  <a:lnTo>
                    <a:pt x="114025" y="208877"/>
                  </a:lnTo>
                  <a:lnTo>
                    <a:pt x="114289" y="207456"/>
                  </a:lnTo>
                  <a:lnTo>
                    <a:pt x="114537" y="206035"/>
                  </a:lnTo>
                  <a:lnTo>
                    <a:pt x="114769" y="204614"/>
                  </a:lnTo>
                  <a:lnTo>
                    <a:pt x="114989" y="203193"/>
                  </a:lnTo>
                  <a:lnTo>
                    <a:pt x="115195" y="201772"/>
                  </a:lnTo>
                  <a:lnTo>
                    <a:pt x="115390" y="200351"/>
                  </a:lnTo>
                  <a:lnTo>
                    <a:pt x="115571" y="198930"/>
                  </a:lnTo>
                  <a:lnTo>
                    <a:pt x="115740" y="197509"/>
                  </a:lnTo>
                  <a:lnTo>
                    <a:pt x="115900" y="196088"/>
                  </a:lnTo>
                  <a:lnTo>
                    <a:pt x="116052" y="194667"/>
                  </a:lnTo>
                  <a:lnTo>
                    <a:pt x="116197" y="193246"/>
                  </a:lnTo>
                  <a:lnTo>
                    <a:pt x="116334" y="191825"/>
                  </a:lnTo>
                  <a:lnTo>
                    <a:pt x="116468" y="190404"/>
                  </a:lnTo>
                  <a:lnTo>
                    <a:pt x="116599" y="188984"/>
                  </a:lnTo>
                  <a:lnTo>
                    <a:pt x="116730" y="187563"/>
                  </a:lnTo>
                  <a:lnTo>
                    <a:pt x="116863" y="186142"/>
                  </a:lnTo>
                  <a:lnTo>
                    <a:pt x="117000" y="184721"/>
                  </a:lnTo>
                  <a:lnTo>
                    <a:pt x="117144" y="183300"/>
                  </a:lnTo>
                  <a:lnTo>
                    <a:pt x="117297" y="181879"/>
                  </a:lnTo>
                  <a:lnTo>
                    <a:pt x="117461" y="180458"/>
                  </a:lnTo>
                  <a:lnTo>
                    <a:pt x="117638" y="179037"/>
                  </a:lnTo>
                  <a:lnTo>
                    <a:pt x="117835" y="177616"/>
                  </a:lnTo>
                  <a:lnTo>
                    <a:pt x="118050" y="176195"/>
                  </a:lnTo>
                  <a:lnTo>
                    <a:pt x="118285" y="174774"/>
                  </a:lnTo>
                  <a:lnTo>
                    <a:pt x="118541" y="173353"/>
                  </a:lnTo>
                  <a:lnTo>
                    <a:pt x="118824" y="171932"/>
                  </a:lnTo>
                  <a:lnTo>
                    <a:pt x="119138" y="170511"/>
                  </a:lnTo>
                  <a:lnTo>
                    <a:pt x="119477" y="169090"/>
                  </a:lnTo>
                  <a:lnTo>
                    <a:pt x="119844" y="167670"/>
                  </a:lnTo>
                  <a:lnTo>
                    <a:pt x="120238" y="166249"/>
                  </a:lnTo>
                  <a:lnTo>
                    <a:pt x="120667" y="164828"/>
                  </a:lnTo>
                  <a:lnTo>
                    <a:pt x="121127" y="163407"/>
                  </a:lnTo>
                  <a:lnTo>
                    <a:pt x="121614" y="161986"/>
                  </a:lnTo>
                  <a:lnTo>
                    <a:pt x="122128" y="160565"/>
                  </a:lnTo>
                  <a:lnTo>
                    <a:pt x="122668" y="159144"/>
                  </a:lnTo>
                  <a:lnTo>
                    <a:pt x="123240" y="157723"/>
                  </a:lnTo>
                  <a:lnTo>
                    <a:pt x="123835" y="156302"/>
                  </a:lnTo>
                  <a:lnTo>
                    <a:pt x="124451" y="154881"/>
                  </a:lnTo>
                  <a:lnTo>
                    <a:pt x="125085" y="153460"/>
                  </a:lnTo>
                  <a:lnTo>
                    <a:pt x="125736" y="152039"/>
                  </a:lnTo>
                  <a:lnTo>
                    <a:pt x="126405" y="150618"/>
                  </a:lnTo>
                  <a:lnTo>
                    <a:pt x="127084" y="149197"/>
                  </a:lnTo>
                  <a:lnTo>
                    <a:pt x="127772" y="147776"/>
                  </a:lnTo>
                  <a:lnTo>
                    <a:pt x="128465" y="146356"/>
                  </a:lnTo>
                  <a:lnTo>
                    <a:pt x="129162" y="144935"/>
                  </a:lnTo>
                  <a:lnTo>
                    <a:pt x="129859" y="143514"/>
                  </a:lnTo>
                  <a:lnTo>
                    <a:pt x="130554" y="142093"/>
                  </a:lnTo>
                  <a:lnTo>
                    <a:pt x="131243" y="140672"/>
                  </a:lnTo>
                  <a:lnTo>
                    <a:pt x="131927" y="139251"/>
                  </a:lnTo>
                  <a:lnTo>
                    <a:pt x="132600" y="137830"/>
                  </a:lnTo>
                  <a:lnTo>
                    <a:pt x="133261" y="136409"/>
                  </a:lnTo>
                  <a:lnTo>
                    <a:pt x="133910" y="134988"/>
                  </a:lnTo>
                  <a:lnTo>
                    <a:pt x="134546" y="133567"/>
                  </a:lnTo>
                  <a:lnTo>
                    <a:pt x="135169" y="132146"/>
                  </a:lnTo>
                  <a:lnTo>
                    <a:pt x="135773" y="130725"/>
                  </a:lnTo>
                  <a:lnTo>
                    <a:pt x="136361" y="129304"/>
                  </a:lnTo>
                  <a:lnTo>
                    <a:pt x="136933" y="127883"/>
                  </a:lnTo>
                  <a:lnTo>
                    <a:pt x="137491" y="126462"/>
                  </a:lnTo>
                  <a:lnTo>
                    <a:pt x="138034" y="125042"/>
                  </a:lnTo>
                  <a:lnTo>
                    <a:pt x="138558" y="123621"/>
                  </a:lnTo>
                  <a:lnTo>
                    <a:pt x="139069" y="122200"/>
                  </a:lnTo>
                  <a:lnTo>
                    <a:pt x="139567" y="120779"/>
                  </a:lnTo>
                  <a:lnTo>
                    <a:pt x="140054" y="119358"/>
                  </a:lnTo>
                  <a:lnTo>
                    <a:pt x="140528" y="117937"/>
                  </a:lnTo>
                  <a:lnTo>
                    <a:pt x="140990" y="116516"/>
                  </a:lnTo>
                  <a:lnTo>
                    <a:pt x="141443" y="115095"/>
                  </a:lnTo>
                  <a:lnTo>
                    <a:pt x="141889" y="113674"/>
                  </a:lnTo>
                  <a:lnTo>
                    <a:pt x="142327" y="112253"/>
                  </a:lnTo>
                  <a:lnTo>
                    <a:pt x="142758" y="110832"/>
                  </a:lnTo>
                  <a:lnTo>
                    <a:pt x="143183" y="109411"/>
                  </a:lnTo>
                  <a:lnTo>
                    <a:pt x="143603" y="107990"/>
                  </a:lnTo>
                  <a:lnTo>
                    <a:pt x="144018" y="106569"/>
                  </a:lnTo>
                  <a:lnTo>
                    <a:pt x="144430" y="105149"/>
                  </a:lnTo>
                  <a:lnTo>
                    <a:pt x="144836" y="103728"/>
                  </a:lnTo>
                  <a:lnTo>
                    <a:pt x="145239" y="102307"/>
                  </a:lnTo>
                  <a:lnTo>
                    <a:pt x="145637" y="100886"/>
                  </a:lnTo>
                  <a:lnTo>
                    <a:pt x="146031" y="99465"/>
                  </a:lnTo>
                  <a:lnTo>
                    <a:pt x="146421" y="98044"/>
                  </a:lnTo>
                  <a:lnTo>
                    <a:pt x="146805" y="96623"/>
                  </a:lnTo>
                  <a:lnTo>
                    <a:pt x="147183" y="95202"/>
                  </a:lnTo>
                  <a:lnTo>
                    <a:pt x="147555" y="93781"/>
                  </a:lnTo>
                  <a:lnTo>
                    <a:pt x="147921" y="92360"/>
                  </a:lnTo>
                  <a:lnTo>
                    <a:pt x="148280" y="90939"/>
                  </a:lnTo>
                  <a:lnTo>
                    <a:pt x="148628" y="89518"/>
                  </a:lnTo>
                  <a:lnTo>
                    <a:pt x="148969" y="88097"/>
                  </a:lnTo>
                  <a:lnTo>
                    <a:pt x="149301" y="86676"/>
                  </a:lnTo>
                  <a:lnTo>
                    <a:pt x="149624" y="85255"/>
                  </a:lnTo>
                  <a:lnTo>
                    <a:pt x="149938" y="83835"/>
                  </a:lnTo>
                  <a:lnTo>
                    <a:pt x="150239" y="82414"/>
                  </a:lnTo>
                  <a:lnTo>
                    <a:pt x="150531" y="80993"/>
                  </a:lnTo>
                  <a:lnTo>
                    <a:pt x="150814" y="79572"/>
                  </a:lnTo>
                  <a:lnTo>
                    <a:pt x="151089" y="78151"/>
                  </a:lnTo>
                  <a:lnTo>
                    <a:pt x="151353" y="76730"/>
                  </a:lnTo>
                  <a:lnTo>
                    <a:pt x="151607" y="75309"/>
                  </a:lnTo>
                  <a:lnTo>
                    <a:pt x="151854" y="73888"/>
                  </a:lnTo>
                  <a:lnTo>
                    <a:pt x="152095" y="72467"/>
                  </a:lnTo>
                  <a:lnTo>
                    <a:pt x="152329" y="71046"/>
                  </a:lnTo>
                  <a:lnTo>
                    <a:pt x="152558" y="69625"/>
                  </a:lnTo>
                  <a:lnTo>
                    <a:pt x="152782" y="68204"/>
                  </a:lnTo>
                  <a:lnTo>
                    <a:pt x="153004" y="66783"/>
                  </a:lnTo>
                  <a:lnTo>
                    <a:pt x="153223" y="65362"/>
                  </a:lnTo>
                  <a:lnTo>
                    <a:pt x="153442" y="63941"/>
                  </a:lnTo>
                  <a:lnTo>
                    <a:pt x="153662" y="62521"/>
                  </a:lnTo>
                  <a:lnTo>
                    <a:pt x="153882" y="61100"/>
                  </a:lnTo>
                  <a:lnTo>
                    <a:pt x="154106" y="59679"/>
                  </a:lnTo>
                  <a:lnTo>
                    <a:pt x="154332" y="58258"/>
                  </a:lnTo>
                  <a:lnTo>
                    <a:pt x="154562" y="56837"/>
                  </a:lnTo>
                  <a:lnTo>
                    <a:pt x="154798" y="55416"/>
                  </a:lnTo>
                  <a:lnTo>
                    <a:pt x="155039" y="53995"/>
                  </a:lnTo>
                  <a:lnTo>
                    <a:pt x="155285" y="52574"/>
                  </a:lnTo>
                  <a:lnTo>
                    <a:pt x="155537" y="51153"/>
                  </a:lnTo>
                  <a:lnTo>
                    <a:pt x="155795" y="49732"/>
                  </a:lnTo>
                  <a:lnTo>
                    <a:pt x="156060" y="48311"/>
                  </a:lnTo>
                  <a:lnTo>
                    <a:pt x="156330" y="46890"/>
                  </a:lnTo>
                  <a:lnTo>
                    <a:pt x="156605" y="45469"/>
                  </a:lnTo>
                  <a:lnTo>
                    <a:pt x="156885" y="44048"/>
                  </a:lnTo>
                  <a:lnTo>
                    <a:pt x="157170" y="42627"/>
                  </a:lnTo>
                  <a:lnTo>
                    <a:pt x="157460" y="41207"/>
                  </a:lnTo>
                  <a:lnTo>
                    <a:pt x="157752" y="39786"/>
                  </a:lnTo>
                  <a:lnTo>
                    <a:pt x="158047" y="38365"/>
                  </a:lnTo>
                  <a:lnTo>
                    <a:pt x="158344" y="36944"/>
                  </a:lnTo>
                  <a:lnTo>
                    <a:pt x="158642" y="35523"/>
                  </a:lnTo>
                  <a:lnTo>
                    <a:pt x="158940" y="34102"/>
                  </a:lnTo>
                  <a:lnTo>
                    <a:pt x="159238" y="32681"/>
                  </a:lnTo>
                  <a:lnTo>
                    <a:pt x="159536" y="31260"/>
                  </a:lnTo>
                  <a:lnTo>
                    <a:pt x="159831" y="29839"/>
                  </a:lnTo>
                  <a:lnTo>
                    <a:pt x="160125" y="28418"/>
                  </a:lnTo>
                  <a:lnTo>
                    <a:pt x="160415" y="26997"/>
                  </a:lnTo>
                  <a:lnTo>
                    <a:pt x="160703" y="25576"/>
                  </a:lnTo>
                  <a:lnTo>
                    <a:pt x="160988" y="24155"/>
                  </a:lnTo>
                  <a:lnTo>
                    <a:pt x="161269" y="22734"/>
                  </a:lnTo>
                  <a:lnTo>
                    <a:pt x="161546" y="21313"/>
                  </a:lnTo>
                  <a:lnTo>
                    <a:pt x="161820" y="19893"/>
                  </a:lnTo>
                  <a:lnTo>
                    <a:pt x="162089" y="18472"/>
                  </a:lnTo>
                  <a:lnTo>
                    <a:pt x="162356" y="17051"/>
                  </a:lnTo>
                  <a:lnTo>
                    <a:pt x="162618" y="15630"/>
                  </a:lnTo>
                  <a:lnTo>
                    <a:pt x="162876" y="14209"/>
                  </a:lnTo>
                  <a:lnTo>
                    <a:pt x="163132" y="12788"/>
                  </a:lnTo>
                  <a:lnTo>
                    <a:pt x="163384" y="11367"/>
                  </a:lnTo>
                  <a:lnTo>
                    <a:pt x="163633" y="9946"/>
                  </a:lnTo>
                  <a:lnTo>
                    <a:pt x="163879" y="8525"/>
                  </a:lnTo>
                  <a:lnTo>
                    <a:pt x="164122" y="7104"/>
                  </a:lnTo>
                  <a:lnTo>
                    <a:pt x="164362" y="5683"/>
                  </a:lnTo>
                  <a:lnTo>
                    <a:pt x="164601" y="4262"/>
                  </a:lnTo>
                  <a:lnTo>
                    <a:pt x="164837" y="2841"/>
                  </a:lnTo>
                  <a:lnTo>
                    <a:pt x="165069" y="1420"/>
                  </a:lnTo>
                  <a:lnTo>
                    <a:pt x="165300" y="0"/>
                  </a:lnTo>
                  <a:lnTo>
                    <a:pt x="175603" y="0"/>
                  </a:lnTo>
                  <a:lnTo>
                    <a:pt x="175834" y="1420"/>
                  </a:lnTo>
                  <a:lnTo>
                    <a:pt x="176066" y="2841"/>
                  </a:lnTo>
                  <a:lnTo>
                    <a:pt x="176302" y="4262"/>
                  </a:lnTo>
                  <a:lnTo>
                    <a:pt x="176540" y="5683"/>
                  </a:lnTo>
                  <a:lnTo>
                    <a:pt x="176781" y="7104"/>
                  </a:lnTo>
                  <a:lnTo>
                    <a:pt x="177024" y="8525"/>
                  </a:lnTo>
                  <a:lnTo>
                    <a:pt x="177270" y="9946"/>
                  </a:lnTo>
                  <a:lnTo>
                    <a:pt x="177519" y="11367"/>
                  </a:lnTo>
                  <a:lnTo>
                    <a:pt x="177771" y="12788"/>
                  </a:lnTo>
                  <a:lnTo>
                    <a:pt x="178027" y="14209"/>
                  </a:lnTo>
                  <a:lnTo>
                    <a:pt x="178285" y="15630"/>
                  </a:lnTo>
                  <a:lnTo>
                    <a:pt x="178547" y="17051"/>
                  </a:lnTo>
                  <a:lnTo>
                    <a:pt x="178814" y="18472"/>
                  </a:lnTo>
                  <a:lnTo>
                    <a:pt x="179083" y="19893"/>
                  </a:lnTo>
                  <a:lnTo>
                    <a:pt x="179357" y="21313"/>
                  </a:lnTo>
                  <a:lnTo>
                    <a:pt x="179634" y="22734"/>
                  </a:lnTo>
                  <a:lnTo>
                    <a:pt x="179915" y="24155"/>
                  </a:lnTo>
                  <a:lnTo>
                    <a:pt x="180200" y="25576"/>
                  </a:lnTo>
                  <a:lnTo>
                    <a:pt x="180488" y="26997"/>
                  </a:lnTo>
                  <a:lnTo>
                    <a:pt x="180778" y="28418"/>
                  </a:lnTo>
                  <a:lnTo>
                    <a:pt x="181072" y="29839"/>
                  </a:lnTo>
                  <a:lnTo>
                    <a:pt x="181367" y="31260"/>
                  </a:lnTo>
                  <a:lnTo>
                    <a:pt x="181665" y="32681"/>
                  </a:lnTo>
                  <a:lnTo>
                    <a:pt x="181963" y="34102"/>
                  </a:lnTo>
                  <a:lnTo>
                    <a:pt x="182261" y="35523"/>
                  </a:lnTo>
                  <a:lnTo>
                    <a:pt x="182559" y="36944"/>
                  </a:lnTo>
                  <a:lnTo>
                    <a:pt x="182856" y="38365"/>
                  </a:lnTo>
                  <a:lnTo>
                    <a:pt x="183151" y="39786"/>
                  </a:lnTo>
                  <a:lnTo>
                    <a:pt x="183443" y="41207"/>
                  </a:lnTo>
                  <a:lnTo>
                    <a:pt x="183733" y="42627"/>
                  </a:lnTo>
                  <a:lnTo>
                    <a:pt x="184018" y="44048"/>
                  </a:lnTo>
                  <a:lnTo>
                    <a:pt x="184298" y="45469"/>
                  </a:lnTo>
                  <a:lnTo>
                    <a:pt x="184573" y="46890"/>
                  </a:lnTo>
                  <a:lnTo>
                    <a:pt x="184843" y="48311"/>
                  </a:lnTo>
                  <a:lnTo>
                    <a:pt x="185108" y="49732"/>
                  </a:lnTo>
                  <a:lnTo>
                    <a:pt x="185366" y="51153"/>
                  </a:lnTo>
                  <a:lnTo>
                    <a:pt x="185618" y="52574"/>
                  </a:lnTo>
                  <a:lnTo>
                    <a:pt x="185864" y="53995"/>
                  </a:lnTo>
                  <a:lnTo>
                    <a:pt x="186105" y="55416"/>
                  </a:lnTo>
                  <a:lnTo>
                    <a:pt x="186341" y="56837"/>
                  </a:lnTo>
                  <a:lnTo>
                    <a:pt x="186571" y="58258"/>
                  </a:lnTo>
                  <a:lnTo>
                    <a:pt x="186797" y="59679"/>
                  </a:lnTo>
                  <a:lnTo>
                    <a:pt x="187021" y="61100"/>
                  </a:lnTo>
                  <a:lnTo>
                    <a:pt x="187241" y="62521"/>
                  </a:lnTo>
                  <a:lnTo>
                    <a:pt x="187461" y="63941"/>
                  </a:lnTo>
                  <a:lnTo>
                    <a:pt x="187680" y="65362"/>
                  </a:lnTo>
                  <a:lnTo>
                    <a:pt x="187899" y="66783"/>
                  </a:lnTo>
                  <a:lnTo>
                    <a:pt x="188121" y="68204"/>
                  </a:lnTo>
                  <a:lnTo>
                    <a:pt x="188345" y="69625"/>
                  </a:lnTo>
                  <a:lnTo>
                    <a:pt x="188574" y="71046"/>
                  </a:lnTo>
                  <a:lnTo>
                    <a:pt x="188808" y="72467"/>
                  </a:lnTo>
                  <a:lnTo>
                    <a:pt x="189049" y="73888"/>
                  </a:lnTo>
                  <a:lnTo>
                    <a:pt x="189296" y="75309"/>
                  </a:lnTo>
                  <a:lnTo>
                    <a:pt x="189550" y="76730"/>
                  </a:lnTo>
                  <a:lnTo>
                    <a:pt x="189814" y="78151"/>
                  </a:lnTo>
                  <a:lnTo>
                    <a:pt x="190089" y="79572"/>
                  </a:lnTo>
                  <a:lnTo>
                    <a:pt x="190372" y="80993"/>
                  </a:lnTo>
                  <a:lnTo>
                    <a:pt x="190664" y="82414"/>
                  </a:lnTo>
                  <a:lnTo>
                    <a:pt x="190965" y="83835"/>
                  </a:lnTo>
                  <a:lnTo>
                    <a:pt x="191279" y="85255"/>
                  </a:lnTo>
                  <a:lnTo>
                    <a:pt x="191602" y="86676"/>
                  </a:lnTo>
                  <a:lnTo>
                    <a:pt x="191934" y="88097"/>
                  </a:lnTo>
                  <a:lnTo>
                    <a:pt x="192274" y="89518"/>
                  </a:lnTo>
                  <a:lnTo>
                    <a:pt x="192623" y="90939"/>
                  </a:lnTo>
                  <a:lnTo>
                    <a:pt x="192982" y="92360"/>
                  </a:lnTo>
                  <a:lnTo>
                    <a:pt x="193348" y="93781"/>
                  </a:lnTo>
                  <a:lnTo>
                    <a:pt x="193720" y="95202"/>
                  </a:lnTo>
                  <a:lnTo>
                    <a:pt x="194098" y="96623"/>
                  </a:lnTo>
                  <a:lnTo>
                    <a:pt x="194482" y="98044"/>
                  </a:lnTo>
                  <a:lnTo>
                    <a:pt x="194872" y="99465"/>
                  </a:lnTo>
                  <a:lnTo>
                    <a:pt x="195266" y="100886"/>
                  </a:lnTo>
                  <a:lnTo>
                    <a:pt x="195664" y="102307"/>
                  </a:lnTo>
                  <a:lnTo>
                    <a:pt x="196067" y="103728"/>
                  </a:lnTo>
                  <a:lnTo>
                    <a:pt x="196473" y="105149"/>
                  </a:lnTo>
                  <a:lnTo>
                    <a:pt x="196885" y="106569"/>
                  </a:lnTo>
                  <a:lnTo>
                    <a:pt x="197300" y="107990"/>
                  </a:lnTo>
                  <a:lnTo>
                    <a:pt x="197720" y="109411"/>
                  </a:lnTo>
                  <a:lnTo>
                    <a:pt x="198145" y="110832"/>
                  </a:lnTo>
                  <a:lnTo>
                    <a:pt x="198576" y="112253"/>
                  </a:lnTo>
                  <a:lnTo>
                    <a:pt x="199014" y="113674"/>
                  </a:lnTo>
                  <a:lnTo>
                    <a:pt x="199460" y="115095"/>
                  </a:lnTo>
                  <a:lnTo>
                    <a:pt x="199913" y="116516"/>
                  </a:lnTo>
                  <a:lnTo>
                    <a:pt x="200375" y="117937"/>
                  </a:lnTo>
                  <a:lnTo>
                    <a:pt x="200849" y="119358"/>
                  </a:lnTo>
                  <a:lnTo>
                    <a:pt x="201336" y="120779"/>
                  </a:lnTo>
                  <a:lnTo>
                    <a:pt x="201834" y="122200"/>
                  </a:lnTo>
                  <a:lnTo>
                    <a:pt x="202345" y="123621"/>
                  </a:lnTo>
                  <a:lnTo>
                    <a:pt x="202869" y="125042"/>
                  </a:lnTo>
                  <a:lnTo>
                    <a:pt x="203412" y="126462"/>
                  </a:lnTo>
                  <a:lnTo>
                    <a:pt x="203970" y="127883"/>
                  </a:lnTo>
                  <a:lnTo>
                    <a:pt x="204542" y="129304"/>
                  </a:lnTo>
                  <a:lnTo>
                    <a:pt x="205130" y="130725"/>
                  </a:lnTo>
                  <a:lnTo>
                    <a:pt x="205734" y="132146"/>
                  </a:lnTo>
                  <a:lnTo>
                    <a:pt x="206357" y="133567"/>
                  </a:lnTo>
                  <a:lnTo>
                    <a:pt x="206993" y="134988"/>
                  </a:lnTo>
                  <a:lnTo>
                    <a:pt x="207642" y="136409"/>
                  </a:lnTo>
                  <a:lnTo>
                    <a:pt x="208303" y="137830"/>
                  </a:lnTo>
                  <a:lnTo>
                    <a:pt x="208976" y="139251"/>
                  </a:lnTo>
                  <a:lnTo>
                    <a:pt x="209660" y="140672"/>
                  </a:lnTo>
                  <a:lnTo>
                    <a:pt x="210349" y="142093"/>
                  </a:lnTo>
                  <a:lnTo>
                    <a:pt x="211044" y="143514"/>
                  </a:lnTo>
                  <a:lnTo>
                    <a:pt x="211741" y="144935"/>
                  </a:lnTo>
                  <a:lnTo>
                    <a:pt x="212438" y="146356"/>
                  </a:lnTo>
                  <a:lnTo>
                    <a:pt x="213131" y="147776"/>
                  </a:lnTo>
                  <a:lnTo>
                    <a:pt x="213819" y="149197"/>
                  </a:lnTo>
                  <a:lnTo>
                    <a:pt x="214498" y="150618"/>
                  </a:lnTo>
                  <a:lnTo>
                    <a:pt x="215167" y="152039"/>
                  </a:lnTo>
                  <a:lnTo>
                    <a:pt x="215818" y="153460"/>
                  </a:lnTo>
                  <a:lnTo>
                    <a:pt x="216452" y="154881"/>
                  </a:lnTo>
                  <a:lnTo>
                    <a:pt x="217068" y="156302"/>
                  </a:lnTo>
                  <a:lnTo>
                    <a:pt x="217663" y="157723"/>
                  </a:lnTo>
                  <a:lnTo>
                    <a:pt x="218235" y="159144"/>
                  </a:lnTo>
                  <a:lnTo>
                    <a:pt x="218775" y="160565"/>
                  </a:lnTo>
                  <a:lnTo>
                    <a:pt x="219289" y="161986"/>
                  </a:lnTo>
                  <a:lnTo>
                    <a:pt x="219776" y="163407"/>
                  </a:lnTo>
                  <a:lnTo>
                    <a:pt x="220236" y="164828"/>
                  </a:lnTo>
                  <a:lnTo>
                    <a:pt x="220665" y="166249"/>
                  </a:lnTo>
                  <a:lnTo>
                    <a:pt x="221059" y="167670"/>
                  </a:lnTo>
                  <a:lnTo>
                    <a:pt x="221426" y="169090"/>
                  </a:lnTo>
                  <a:lnTo>
                    <a:pt x="221765" y="170511"/>
                  </a:lnTo>
                  <a:lnTo>
                    <a:pt x="222078" y="171932"/>
                  </a:lnTo>
                  <a:lnTo>
                    <a:pt x="222362" y="173353"/>
                  </a:lnTo>
                  <a:lnTo>
                    <a:pt x="222618" y="174774"/>
                  </a:lnTo>
                  <a:lnTo>
                    <a:pt x="222853" y="176195"/>
                  </a:lnTo>
                  <a:lnTo>
                    <a:pt x="223068" y="177616"/>
                  </a:lnTo>
                  <a:lnTo>
                    <a:pt x="223265" y="179037"/>
                  </a:lnTo>
                  <a:lnTo>
                    <a:pt x="223442" y="180458"/>
                  </a:lnTo>
                  <a:lnTo>
                    <a:pt x="223606" y="181879"/>
                  </a:lnTo>
                  <a:lnTo>
                    <a:pt x="223759" y="183300"/>
                  </a:lnTo>
                  <a:lnTo>
                    <a:pt x="223903" y="184721"/>
                  </a:lnTo>
                  <a:lnTo>
                    <a:pt x="224040" y="186142"/>
                  </a:lnTo>
                  <a:lnTo>
                    <a:pt x="224172" y="187563"/>
                  </a:lnTo>
                  <a:lnTo>
                    <a:pt x="224304" y="188984"/>
                  </a:lnTo>
                  <a:lnTo>
                    <a:pt x="224435" y="190404"/>
                  </a:lnTo>
                  <a:lnTo>
                    <a:pt x="224569" y="191825"/>
                  </a:lnTo>
                  <a:lnTo>
                    <a:pt x="224706" y="193246"/>
                  </a:lnTo>
                  <a:lnTo>
                    <a:pt x="224851" y="194667"/>
                  </a:lnTo>
                  <a:lnTo>
                    <a:pt x="225003" y="196088"/>
                  </a:lnTo>
                  <a:lnTo>
                    <a:pt x="225163" y="197509"/>
                  </a:lnTo>
                  <a:lnTo>
                    <a:pt x="225332" y="198930"/>
                  </a:lnTo>
                  <a:lnTo>
                    <a:pt x="225513" y="200351"/>
                  </a:lnTo>
                  <a:lnTo>
                    <a:pt x="225708" y="201772"/>
                  </a:lnTo>
                  <a:lnTo>
                    <a:pt x="225914" y="203193"/>
                  </a:lnTo>
                  <a:lnTo>
                    <a:pt x="226133" y="204614"/>
                  </a:lnTo>
                  <a:lnTo>
                    <a:pt x="226365" y="206035"/>
                  </a:lnTo>
                  <a:lnTo>
                    <a:pt x="226614" y="207456"/>
                  </a:lnTo>
                  <a:lnTo>
                    <a:pt x="226878" y="208877"/>
                  </a:lnTo>
                  <a:lnTo>
                    <a:pt x="227158" y="210298"/>
                  </a:lnTo>
                  <a:lnTo>
                    <a:pt x="227452" y="211718"/>
                  </a:lnTo>
                  <a:lnTo>
                    <a:pt x="227762" y="213139"/>
                  </a:lnTo>
                  <a:lnTo>
                    <a:pt x="228092" y="214560"/>
                  </a:lnTo>
                  <a:lnTo>
                    <a:pt x="228442" y="215981"/>
                  </a:lnTo>
                  <a:lnTo>
                    <a:pt x="228809" y="217402"/>
                  </a:lnTo>
                  <a:lnTo>
                    <a:pt x="229195" y="218823"/>
                  </a:lnTo>
                  <a:lnTo>
                    <a:pt x="229601" y="220244"/>
                  </a:lnTo>
                  <a:lnTo>
                    <a:pt x="230035" y="221665"/>
                  </a:lnTo>
                  <a:lnTo>
                    <a:pt x="230491" y="223086"/>
                  </a:lnTo>
                  <a:lnTo>
                    <a:pt x="230971" y="224507"/>
                  </a:lnTo>
                  <a:lnTo>
                    <a:pt x="231476" y="225928"/>
                  </a:lnTo>
                  <a:lnTo>
                    <a:pt x="232008" y="227349"/>
                  </a:lnTo>
                  <a:lnTo>
                    <a:pt x="232575" y="228770"/>
                  </a:lnTo>
                  <a:lnTo>
                    <a:pt x="233172" y="230191"/>
                  </a:lnTo>
                  <a:lnTo>
                    <a:pt x="233798" y="231612"/>
                  </a:lnTo>
                  <a:lnTo>
                    <a:pt x="234456" y="233032"/>
                  </a:lnTo>
                  <a:lnTo>
                    <a:pt x="235151" y="234453"/>
                  </a:lnTo>
                  <a:lnTo>
                    <a:pt x="235887" y="235874"/>
                  </a:lnTo>
                  <a:lnTo>
                    <a:pt x="236657" y="237295"/>
                  </a:lnTo>
                  <a:lnTo>
                    <a:pt x="237463" y="238716"/>
                  </a:lnTo>
                  <a:lnTo>
                    <a:pt x="238304" y="240137"/>
                  </a:lnTo>
                  <a:lnTo>
                    <a:pt x="239191" y="241558"/>
                  </a:lnTo>
                  <a:lnTo>
                    <a:pt x="240119" y="242979"/>
                  </a:lnTo>
                  <a:lnTo>
                    <a:pt x="241084" y="244400"/>
                  </a:lnTo>
                  <a:lnTo>
                    <a:pt x="242087" y="245821"/>
                  </a:lnTo>
                  <a:lnTo>
                    <a:pt x="243127" y="247242"/>
                  </a:lnTo>
                  <a:lnTo>
                    <a:pt x="244215" y="248663"/>
                  </a:lnTo>
                  <a:lnTo>
                    <a:pt x="245341" y="250084"/>
                  </a:lnTo>
                  <a:lnTo>
                    <a:pt x="246503" y="251505"/>
                  </a:lnTo>
                  <a:lnTo>
                    <a:pt x="247701" y="252925"/>
                  </a:lnTo>
                  <a:lnTo>
                    <a:pt x="248934" y="254346"/>
                  </a:lnTo>
                  <a:lnTo>
                    <a:pt x="250213" y="255767"/>
                  </a:lnTo>
                  <a:lnTo>
                    <a:pt x="251525" y="257188"/>
                  </a:lnTo>
                  <a:lnTo>
                    <a:pt x="252870" y="258609"/>
                  </a:lnTo>
                  <a:lnTo>
                    <a:pt x="254246" y="260030"/>
                  </a:lnTo>
                  <a:lnTo>
                    <a:pt x="255658" y="261451"/>
                  </a:lnTo>
                  <a:lnTo>
                    <a:pt x="257107" y="262872"/>
                  </a:lnTo>
                  <a:lnTo>
                    <a:pt x="258587" y="264293"/>
                  </a:lnTo>
                  <a:lnTo>
                    <a:pt x="260096" y="265714"/>
                  </a:lnTo>
                  <a:lnTo>
                    <a:pt x="261634" y="267135"/>
                  </a:lnTo>
                  <a:lnTo>
                    <a:pt x="263206" y="268556"/>
                  </a:lnTo>
                  <a:lnTo>
                    <a:pt x="264811" y="269977"/>
                  </a:lnTo>
                  <a:lnTo>
                    <a:pt x="266444" y="271398"/>
                  </a:lnTo>
                  <a:lnTo>
                    <a:pt x="268105" y="272819"/>
                  </a:lnTo>
                  <a:lnTo>
                    <a:pt x="269793" y="274239"/>
                  </a:lnTo>
                  <a:lnTo>
                    <a:pt x="271516" y="275660"/>
                  </a:lnTo>
                  <a:lnTo>
                    <a:pt x="272774" y="276681"/>
                  </a:lnTo>
                  <a:lnTo>
                    <a:pt x="273268" y="277081"/>
                  </a:lnTo>
                  <a:lnTo>
                    <a:pt x="275047" y="278502"/>
                  </a:lnTo>
                  <a:lnTo>
                    <a:pt x="276851" y="279923"/>
                  </a:lnTo>
                  <a:lnTo>
                    <a:pt x="278682" y="281344"/>
                  </a:lnTo>
                  <a:lnTo>
                    <a:pt x="280546" y="282765"/>
                  </a:lnTo>
                  <a:lnTo>
                    <a:pt x="282434" y="284186"/>
                  </a:lnTo>
                  <a:lnTo>
                    <a:pt x="284345" y="285607"/>
                  </a:lnTo>
                  <a:lnTo>
                    <a:pt x="286278" y="287028"/>
                  </a:lnTo>
                  <a:lnTo>
                    <a:pt x="288232" y="288449"/>
                  </a:lnTo>
                  <a:lnTo>
                    <a:pt x="290210" y="289870"/>
                  </a:lnTo>
                  <a:lnTo>
                    <a:pt x="292205" y="291291"/>
                  </a:lnTo>
                  <a:lnTo>
                    <a:pt x="294212" y="292712"/>
                  </a:lnTo>
                  <a:lnTo>
                    <a:pt x="296231" y="294133"/>
                  </a:lnTo>
                  <a:lnTo>
                    <a:pt x="298260" y="295553"/>
                  </a:lnTo>
                  <a:lnTo>
                    <a:pt x="300294" y="296974"/>
                  </a:lnTo>
                  <a:lnTo>
                    <a:pt x="302329" y="298395"/>
                  </a:lnTo>
                  <a:lnTo>
                    <a:pt x="304360" y="299816"/>
                  </a:lnTo>
                  <a:lnTo>
                    <a:pt x="306385" y="301237"/>
                  </a:lnTo>
                  <a:lnTo>
                    <a:pt x="308396" y="302658"/>
                  </a:lnTo>
                  <a:lnTo>
                    <a:pt x="310388" y="304079"/>
                  </a:lnTo>
                  <a:lnTo>
                    <a:pt x="312357" y="305500"/>
                  </a:lnTo>
                  <a:lnTo>
                    <a:pt x="314301" y="306921"/>
                  </a:lnTo>
                  <a:lnTo>
                    <a:pt x="316215" y="308342"/>
                  </a:lnTo>
                  <a:lnTo>
                    <a:pt x="318082" y="309763"/>
                  </a:lnTo>
                  <a:lnTo>
                    <a:pt x="319903" y="311184"/>
                  </a:lnTo>
                  <a:lnTo>
                    <a:pt x="321677" y="312605"/>
                  </a:lnTo>
                  <a:lnTo>
                    <a:pt x="323400" y="314026"/>
                  </a:lnTo>
                  <a:lnTo>
                    <a:pt x="325068" y="315447"/>
                  </a:lnTo>
                  <a:lnTo>
                    <a:pt x="326653" y="316867"/>
                  </a:lnTo>
                  <a:lnTo>
                    <a:pt x="328172" y="318288"/>
                  </a:lnTo>
                  <a:lnTo>
                    <a:pt x="329621" y="319709"/>
                  </a:lnTo>
                  <a:lnTo>
                    <a:pt x="330998" y="321130"/>
                  </a:lnTo>
                  <a:lnTo>
                    <a:pt x="332293" y="322551"/>
                  </a:lnTo>
                  <a:lnTo>
                    <a:pt x="333487" y="323972"/>
                  </a:lnTo>
                  <a:lnTo>
                    <a:pt x="334598" y="325393"/>
                  </a:lnTo>
                  <a:lnTo>
                    <a:pt x="335626" y="326814"/>
                  </a:lnTo>
                  <a:lnTo>
                    <a:pt x="336569" y="328235"/>
                  </a:lnTo>
                  <a:lnTo>
                    <a:pt x="337413" y="329656"/>
                  </a:lnTo>
                  <a:lnTo>
                    <a:pt x="338152" y="331077"/>
                  </a:lnTo>
                  <a:lnTo>
                    <a:pt x="338805" y="332498"/>
                  </a:lnTo>
                  <a:lnTo>
                    <a:pt x="339371" y="333919"/>
                  </a:lnTo>
                  <a:lnTo>
                    <a:pt x="339852" y="335340"/>
                  </a:lnTo>
                  <a:lnTo>
                    <a:pt x="340230" y="336761"/>
                  </a:lnTo>
                  <a:lnTo>
                    <a:pt x="340515" y="338181"/>
                  </a:lnTo>
                  <a:lnTo>
                    <a:pt x="340721" y="339602"/>
                  </a:lnTo>
                  <a:lnTo>
                    <a:pt x="340850" y="341023"/>
                  </a:lnTo>
                  <a:lnTo>
                    <a:pt x="340903" y="342444"/>
                  </a:lnTo>
                  <a:lnTo>
                    <a:pt x="340864" y="343865"/>
                  </a:lnTo>
                  <a:lnTo>
                    <a:pt x="340755" y="345286"/>
                  </a:lnTo>
                  <a:lnTo>
                    <a:pt x="340583" y="346707"/>
                  </a:lnTo>
                  <a:lnTo>
                    <a:pt x="340351" y="348128"/>
                  </a:lnTo>
                  <a:lnTo>
                    <a:pt x="340061" y="349549"/>
                  </a:lnTo>
                  <a:lnTo>
                    <a:pt x="339703" y="350970"/>
                  </a:lnTo>
                  <a:lnTo>
                    <a:pt x="339299" y="352391"/>
                  </a:lnTo>
                  <a:lnTo>
                    <a:pt x="338852" y="353812"/>
                  </a:lnTo>
                  <a:lnTo>
                    <a:pt x="338367" y="355233"/>
                  </a:lnTo>
                  <a:lnTo>
                    <a:pt x="337843" y="356654"/>
                  </a:lnTo>
                  <a:lnTo>
                    <a:pt x="337281" y="358075"/>
                  </a:lnTo>
                  <a:lnTo>
                    <a:pt x="336693" y="359495"/>
                  </a:lnTo>
                  <a:lnTo>
                    <a:pt x="336083" y="360916"/>
                  </a:lnTo>
                  <a:lnTo>
                    <a:pt x="335452" y="362337"/>
                  </a:lnTo>
                  <a:lnTo>
                    <a:pt x="334802" y="363758"/>
                  </a:lnTo>
                  <a:lnTo>
                    <a:pt x="334137" y="365179"/>
                  </a:lnTo>
                  <a:lnTo>
                    <a:pt x="333462" y="366600"/>
                  </a:lnTo>
                  <a:lnTo>
                    <a:pt x="332778" y="368021"/>
                  </a:lnTo>
                  <a:lnTo>
                    <a:pt x="332087" y="369442"/>
                  </a:lnTo>
                  <a:lnTo>
                    <a:pt x="331390" y="370863"/>
                  </a:lnTo>
                  <a:lnTo>
                    <a:pt x="330689" y="372284"/>
                  </a:lnTo>
                  <a:lnTo>
                    <a:pt x="329985" y="373705"/>
                  </a:lnTo>
                  <a:lnTo>
                    <a:pt x="329279" y="375126"/>
                  </a:lnTo>
                  <a:lnTo>
                    <a:pt x="328571" y="376547"/>
                  </a:lnTo>
                  <a:lnTo>
                    <a:pt x="327860" y="377968"/>
                  </a:lnTo>
                  <a:lnTo>
                    <a:pt x="327146" y="379388"/>
                  </a:lnTo>
                  <a:lnTo>
                    <a:pt x="326428" y="380809"/>
                  </a:lnTo>
                  <a:lnTo>
                    <a:pt x="325705" y="382230"/>
                  </a:lnTo>
                  <a:lnTo>
                    <a:pt x="324976" y="383651"/>
                  </a:lnTo>
                  <a:lnTo>
                    <a:pt x="324236" y="385072"/>
                  </a:lnTo>
                  <a:lnTo>
                    <a:pt x="323485" y="386493"/>
                  </a:lnTo>
                  <a:lnTo>
                    <a:pt x="322721" y="387914"/>
                  </a:lnTo>
                  <a:lnTo>
                    <a:pt x="321942" y="389335"/>
                  </a:lnTo>
                  <a:lnTo>
                    <a:pt x="321143" y="390756"/>
                  </a:lnTo>
                  <a:lnTo>
                    <a:pt x="320319" y="392177"/>
                  </a:lnTo>
                  <a:lnTo>
                    <a:pt x="319470" y="393598"/>
                  </a:lnTo>
                  <a:lnTo>
                    <a:pt x="318594" y="395019"/>
                  </a:lnTo>
                  <a:lnTo>
                    <a:pt x="317688" y="396440"/>
                  </a:lnTo>
                  <a:lnTo>
                    <a:pt x="316743" y="397861"/>
                  </a:lnTo>
                  <a:lnTo>
                    <a:pt x="315756" y="399282"/>
                  </a:lnTo>
                  <a:lnTo>
                    <a:pt x="314728" y="400702"/>
                  </a:lnTo>
                  <a:lnTo>
                    <a:pt x="313659" y="402123"/>
                  </a:lnTo>
                  <a:lnTo>
                    <a:pt x="312545" y="403544"/>
                  </a:lnTo>
                  <a:lnTo>
                    <a:pt x="311370" y="404965"/>
                  </a:lnTo>
                  <a:lnTo>
                    <a:pt x="310141" y="406386"/>
                  </a:lnTo>
                  <a:lnTo>
                    <a:pt x="308861" y="407807"/>
                  </a:lnTo>
                  <a:lnTo>
                    <a:pt x="307526" y="409228"/>
                  </a:lnTo>
                  <a:lnTo>
                    <a:pt x="306138" y="410649"/>
                  </a:lnTo>
                  <a:lnTo>
                    <a:pt x="304674" y="412070"/>
                  </a:lnTo>
                  <a:lnTo>
                    <a:pt x="303154" y="413491"/>
                  </a:lnTo>
                  <a:lnTo>
                    <a:pt x="301578" y="414912"/>
                  </a:lnTo>
                  <a:lnTo>
                    <a:pt x="299948" y="416333"/>
                  </a:lnTo>
                  <a:lnTo>
                    <a:pt x="298258" y="417754"/>
                  </a:lnTo>
                  <a:lnTo>
                    <a:pt x="296502" y="419175"/>
                  </a:lnTo>
                  <a:lnTo>
                    <a:pt x="294695" y="420596"/>
                  </a:lnTo>
                  <a:lnTo>
                    <a:pt x="292841" y="422016"/>
                  </a:lnTo>
                  <a:lnTo>
                    <a:pt x="290942" y="423437"/>
                  </a:lnTo>
                  <a:lnTo>
                    <a:pt x="288996" y="424858"/>
                  </a:lnTo>
                  <a:lnTo>
                    <a:pt x="287005" y="426279"/>
                  </a:lnTo>
                  <a:lnTo>
                    <a:pt x="284983" y="427700"/>
                  </a:lnTo>
                  <a:lnTo>
                    <a:pt x="282933" y="429121"/>
                  </a:lnTo>
                  <a:lnTo>
                    <a:pt x="280860" y="430542"/>
                  </a:lnTo>
                  <a:lnTo>
                    <a:pt x="278765" y="431963"/>
                  </a:lnTo>
                  <a:lnTo>
                    <a:pt x="276658" y="433384"/>
                  </a:lnTo>
                  <a:lnTo>
                    <a:pt x="274547" y="434805"/>
                  </a:lnTo>
                  <a:lnTo>
                    <a:pt x="272435" y="436226"/>
                  </a:lnTo>
                  <a:lnTo>
                    <a:pt x="270328" y="437647"/>
                  </a:lnTo>
                  <a:lnTo>
                    <a:pt x="268236" y="439068"/>
                  </a:lnTo>
                  <a:lnTo>
                    <a:pt x="266163" y="440489"/>
                  </a:lnTo>
                  <a:lnTo>
                    <a:pt x="264113" y="441910"/>
                  </a:lnTo>
                  <a:lnTo>
                    <a:pt x="262090" y="443330"/>
                  </a:lnTo>
                  <a:lnTo>
                    <a:pt x="260099" y="444751"/>
                  </a:lnTo>
                  <a:lnTo>
                    <a:pt x="258158" y="446172"/>
                  </a:lnTo>
                  <a:lnTo>
                    <a:pt x="256258" y="447593"/>
                  </a:lnTo>
                  <a:lnTo>
                    <a:pt x="254404" y="449014"/>
                  </a:lnTo>
                  <a:lnTo>
                    <a:pt x="252596" y="450435"/>
                  </a:lnTo>
                  <a:lnTo>
                    <a:pt x="250843" y="451856"/>
                  </a:lnTo>
                  <a:lnTo>
                    <a:pt x="249156" y="453277"/>
                  </a:lnTo>
                  <a:lnTo>
                    <a:pt x="247524" y="454698"/>
                  </a:lnTo>
                  <a:lnTo>
                    <a:pt x="245946" y="456119"/>
                  </a:lnTo>
                  <a:lnTo>
                    <a:pt x="244425" y="457540"/>
                  </a:lnTo>
                  <a:lnTo>
                    <a:pt x="242968" y="458961"/>
                  </a:lnTo>
                  <a:lnTo>
                    <a:pt x="241578" y="460382"/>
                  </a:lnTo>
                  <a:lnTo>
                    <a:pt x="240243" y="461803"/>
                  </a:lnTo>
                  <a:lnTo>
                    <a:pt x="238961" y="463224"/>
                  </a:lnTo>
                  <a:lnTo>
                    <a:pt x="237732" y="464644"/>
                  </a:lnTo>
                  <a:lnTo>
                    <a:pt x="236567" y="466065"/>
                  </a:lnTo>
                  <a:lnTo>
                    <a:pt x="235456" y="467486"/>
                  </a:lnTo>
                  <a:lnTo>
                    <a:pt x="234390" y="468907"/>
                  </a:lnTo>
                  <a:lnTo>
                    <a:pt x="233370" y="470328"/>
                  </a:lnTo>
                  <a:lnTo>
                    <a:pt x="232392" y="471749"/>
                  </a:lnTo>
                  <a:lnTo>
                    <a:pt x="231466" y="473170"/>
                  </a:lnTo>
                  <a:lnTo>
                    <a:pt x="230578" y="474591"/>
                  </a:lnTo>
                  <a:lnTo>
                    <a:pt x="229723" y="476012"/>
                  </a:lnTo>
                  <a:lnTo>
                    <a:pt x="228901" y="477433"/>
                  </a:lnTo>
                  <a:lnTo>
                    <a:pt x="228110" y="478854"/>
                  </a:lnTo>
                  <a:lnTo>
                    <a:pt x="227353" y="480275"/>
                  </a:lnTo>
                  <a:lnTo>
                    <a:pt x="226621" y="481696"/>
                  </a:lnTo>
                  <a:lnTo>
                    <a:pt x="225911" y="483117"/>
                  </a:lnTo>
                  <a:lnTo>
                    <a:pt x="225221" y="484538"/>
                  </a:lnTo>
                  <a:lnTo>
                    <a:pt x="224552" y="485958"/>
                  </a:lnTo>
                  <a:lnTo>
                    <a:pt x="223902" y="487379"/>
                  </a:lnTo>
                  <a:lnTo>
                    <a:pt x="223267" y="488800"/>
                  </a:lnTo>
                  <a:lnTo>
                    <a:pt x="222645" y="490221"/>
                  </a:lnTo>
                  <a:lnTo>
                    <a:pt x="222034" y="491642"/>
                  </a:lnTo>
                  <a:lnTo>
                    <a:pt x="221436" y="493063"/>
                  </a:lnTo>
                  <a:lnTo>
                    <a:pt x="220848" y="494484"/>
                  </a:lnTo>
                  <a:lnTo>
                    <a:pt x="220267" y="495905"/>
                  </a:lnTo>
                  <a:lnTo>
                    <a:pt x="219694" y="497326"/>
                  </a:lnTo>
                  <a:lnTo>
                    <a:pt x="219126" y="498747"/>
                  </a:lnTo>
                  <a:lnTo>
                    <a:pt x="218565" y="500168"/>
                  </a:lnTo>
                  <a:lnTo>
                    <a:pt x="218008" y="501589"/>
                  </a:lnTo>
                  <a:lnTo>
                    <a:pt x="217454" y="503010"/>
                  </a:lnTo>
                  <a:lnTo>
                    <a:pt x="216903" y="504431"/>
                  </a:lnTo>
                  <a:lnTo>
                    <a:pt x="216355" y="505851"/>
                  </a:lnTo>
                  <a:lnTo>
                    <a:pt x="215809" y="507272"/>
                  </a:lnTo>
                  <a:lnTo>
                    <a:pt x="215264" y="508693"/>
                  </a:lnTo>
                  <a:lnTo>
                    <a:pt x="214721" y="510114"/>
                  </a:lnTo>
                  <a:lnTo>
                    <a:pt x="214178" y="511535"/>
                  </a:lnTo>
                  <a:lnTo>
                    <a:pt x="213635" y="512956"/>
                  </a:lnTo>
                  <a:lnTo>
                    <a:pt x="213094" y="514377"/>
                  </a:lnTo>
                  <a:lnTo>
                    <a:pt x="212552" y="515798"/>
                  </a:lnTo>
                  <a:lnTo>
                    <a:pt x="212011" y="517219"/>
                  </a:lnTo>
                  <a:lnTo>
                    <a:pt x="211470" y="518640"/>
                  </a:lnTo>
                  <a:lnTo>
                    <a:pt x="210929" y="520061"/>
                  </a:lnTo>
                  <a:lnTo>
                    <a:pt x="210390" y="521482"/>
                  </a:lnTo>
                  <a:lnTo>
                    <a:pt x="209852" y="522903"/>
                  </a:lnTo>
                  <a:lnTo>
                    <a:pt x="209315" y="524324"/>
                  </a:lnTo>
                  <a:lnTo>
                    <a:pt x="208780" y="525745"/>
                  </a:lnTo>
                  <a:lnTo>
                    <a:pt x="208247" y="527165"/>
                  </a:lnTo>
                  <a:lnTo>
                    <a:pt x="207718" y="528586"/>
                  </a:lnTo>
                  <a:lnTo>
                    <a:pt x="207193" y="530007"/>
                  </a:lnTo>
                  <a:lnTo>
                    <a:pt x="206671" y="531428"/>
                  </a:lnTo>
                  <a:lnTo>
                    <a:pt x="206155" y="532849"/>
                  </a:lnTo>
                  <a:lnTo>
                    <a:pt x="205644" y="534270"/>
                  </a:lnTo>
                  <a:lnTo>
                    <a:pt x="205140" y="535691"/>
                  </a:lnTo>
                  <a:lnTo>
                    <a:pt x="204643" y="537112"/>
                  </a:lnTo>
                  <a:lnTo>
                    <a:pt x="204152" y="538533"/>
                  </a:lnTo>
                  <a:lnTo>
                    <a:pt x="203669" y="539954"/>
                  </a:lnTo>
                  <a:lnTo>
                    <a:pt x="203195" y="541375"/>
                  </a:lnTo>
                  <a:lnTo>
                    <a:pt x="202730" y="542796"/>
                  </a:lnTo>
                  <a:lnTo>
                    <a:pt x="202273" y="544217"/>
                  </a:lnTo>
                  <a:lnTo>
                    <a:pt x="201825" y="545638"/>
                  </a:lnTo>
                  <a:lnTo>
                    <a:pt x="201385" y="547059"/>
                  </a:lnTo>
                  <a:lnTo>
                    <a:pt x="200956" y="548479"/>
                  </a:lnTo>
                  <a:lnTo>
                    <a:pt x="200536" y="549900"/>
                  </a:lnTo>
                  <a:lnTo>
                    <a:pt x="200124" y="551321"/>
                  </a:lnTo>
                  <a:lnTo>
                    <a:pt x="199719" y="552742"/>
                  </a:lnTo>
                  <a:lnTo>
                    <a:pt x="199324" y="554163"/>
                  </a:lnTo>
                  <a:lnTo>
                    <a:pt x="198937" y="555584"/>
                  </a:lnTo>
                  <a:lnTo>
                    <a:pt x="198556" y="557005"/>
                  </a:lnTo>
                  <a:lnTo>
                    <a:pt x="198183" y="558426"/>
                  </a:lnTo>
                  <a:lnTo>
                    <a:pt x="197815" y="559847"/>
                  </a:lnTo>
                  <a:lnTo>
                    <a:pt x="197455" y="561268"/>
                  </a:lnTo>
                  <a:lnTo>
                    <a:pt x="197101" y="562689"/>
                  </a:lnTo>
                  <a:lnTo>
                    <a:pt x="196751" y="564110"/>
                  </a:lnTo>
                  <a:lnTo>
                    <a:pt x="196407" y="565531"/>
                  </a:lnTo>
                  <a:lnTo>
                    <a:pt x="196067" y="566952"/>
                  </a:lnTo>
                  <a:lnTo>
                    <a:pt x="195733" y="568373"/>
                  </a:lnTo>
                  <a:lnTo>
                    <a:pt x="195403" y="569793"/>
                  </a:lnTo>
                  <a:lnTo>
                    <a:pt x="195077" y="571214"/>
                  </a:lnTo>
                  <a:lnTo>
                    <a:pt x="194756" y="572635"/>
                  </a:lnTo>
                  <a:lnTo>
                    <a:pt x="194439" y="574056"/>
                  </a:lnTo>
                  <a:lnTo>
                    <a:pt x="194129" y="575477"/>
                  </a:lnTo>
                  <a:lnTo>
                    <a:pt x="193823" y="576898"/>
                  </a:lnTo>
                  <a:lnTo>
                    <a:pt x="193522" y="578319"/>
                  </a:lnTo>
                  <a:lnTo>
                    <a:pt x="193226" y="579740"/>
                  </a:lnTo>
                  <a:lnTo>
                    <a:pt x="192936" y="581161"/>
                  </a:lnTo>
                  <a:lnTo>
                    <a:pt x="192654" y="582582"/>
                  </a:lnTo>
                  <a:lnTo>
                    <a:pt x="192377" y="584003"/>
                  </a:lnTo>
                  <a:lnTo>
                    <a:pt x="192106" y="585424"/>
                  </a:lnTo>
                  <a:lnTo>
                    <a:pt x="191842" y="586845"/>
                  </a:lnTo>
                  <a:lnTo>
                    <a:pt x="191586" y="588266"/>
                  </a:lnTo>
                  <a:lnTo>
                    <a:pt x="191337" y="589687"/>
                  </a:lnTo>
                  <a:lnTo>
                    <a:pt x="191095" y="591107"/>
                  </a:lnTo>
                  <a:lnTo>
                    <a:pt x="190860" y="592528"/>
                  </a:lnTo>
                  <a:lnTo>
                    <a:pt x="190631" y="593949"/>
                  </a:lnTo>
                  <a:lnTo>
                    <a:pt x="190409" y="595370"/>
                  </a:lnTo>
                  <a:lnTo>
                    <a:pt x="190195" y="596791"/>
                  </a:lnTo>
                  <a:lnTo>
                    <a:pt x="189986" y="598212"/>
                  </a:lnTo>
                  <a:lnTo>
                    <a:pt x="189782" y="599633"/>
                  </a:lnTo>
                  <a:lnTo>
                    <a:pt x="189583" y="601054"/>
                  </a:lnTo>
                  <a:lnTo>
                    <a:pt x="189390" y="602475"/>
                  </a:lnTo>
                  <a:lnTo>
                    <a:pt x="189201" y="603896"/>
                  </a:lnTo>
                  <a:lnTo>
                    <a:pt x="189016" y="605317"/>
                  </a:lnTo>
                  <a:lnTo>
                    <a:pt x="188834" y="606738"/>
                  </a:lnTo>
                  <a:lnTo>
                    <a:pt x="188654" y="608159"/>
                  </a:lnTo>
                  <a:lnTo>
                    <a:pt x="188477" y="609580"/>
                  </a:lnTo>
                  <a:lnTo>
                    <a:pt x="188302" y="611001"/>
                  </a:lnTo>
                  <a:lnTo>
                    <a:pt x="188129" y="612421"/>
                  </a:lnTo>
                  <a:lnTo>
                    <a:pt x="187957" y="613842"/>
                  </a:lnTo>
                  <a:lnTo>
                    <a:pt x="187786" y="615263"/>
                  </a:lnTo>
                  <a:lnTo>
                    <a:pt x="187616" y="616684"/>
                  </a:lnTo>
                  <a:lnTo>
                    <a:pt x="187448" y="618105"/>
                  </a:lnTo>
                  <a:lnTo>
                    <a:pt x="187280" y="619526"/>
                  </a:lnTo>
                  <a:lnTo>
                    <a:pt x="187113" y="620947"/>
                  </a:lnTo>
                  <a:lnTo>
                    <a:pt x="186948" y="622368"/>
                  </a:lnTo>
                  <a:lnTo>
                    <a:pt x="186785" y="623789"/>
                  </a:lnTo>
                  <a:lnTo>
                    <a:pt x="186624" y="625210"/>
                  </a:lnTo>
                  <a:lnTo>
                    <a:pt x="186465" y="626631"/>
                  </a:lnTo>
                  <a:lnTo>
                    <a:pt x="186308" y="628052"/>
                  </a:lnTo>
                  <a:lnTo>
                    <a:pt x="186155" y="629473"/>
                  </a:lnTo>
                  <a:lnTo>
                    <a:pt x="186006" y="630894"/>
                  </a:lnTo>
                  <a:lnTo>
                    <a:pt x="185860" y="632314"/>
                  </a:lnTo>
                  <a:lnTo>
                    <a:pt x="185719" y="633735"/>
                  </a:lnTo>
                  <a:lnTo>
                    <a:pt x="185581" y="635156"/>
                  </a:lnTo>
                  <a:lnTo>
                    <a:pt x="185450" y="636577"/>
                  </a:lnTo>
                  <a:lnTo>
                    <a:pt x="185323" y="637998"/>
                  </a:lnTo>
                  <a:lnTo>
                    <a:pt x="185202" y="639419"/>
                  </a:lnTo>
                  <a:lnTo>
                    <a:pt x="185085" y="640840"/>
                  </a:lnTo>
                  <a:lnTo>
                    <a:pt x="184974" y="642261"/>
                  </a:lnTo>
                  <a:lnTo>
                    <a:pt x="184869" y="643682"/>
                  </a:lnTo>
                  <a:lnTo>
                    <a:pt x="184769" y="645103"/>
                  </a:lnTo>
                  <a:lnTo>
                    <a:pt x="184674" y="646524"/>
                  </a:lnTo>
                  <a:lnTo>
                    <a:pt x="184584" y="647945"/>
                  </a:lnTo>
                  <a:lnTo>
                    <a:pt x="184498" y="649366"/>
                  </a:lnTo>
                  <a:lnTo>
                    <a:pt x="184417" y="650787"/>
                  </a:lnTo>
                  <a:lnTo>
                    <a:pt x="184340" y="652208"/>
                  </a:lnTo>
                  <a:lnTo>
                    <a:pt x="184266" y="653628"/>
                  </a:lnTo>
                  <a:lnTo>
                    <a:pt x="184195" y="655049"/>
                  </a:lnTo>
                  <a:lnTo>
                    <a:pt x="184127" y="656470"/>
                  </a:lnTo>
                  <a:lnTo>
                    <a:pt x="184061" y="657891"/>
                  </a:lnTo>
                  <a:lnTo>
                    <a:pt x="183997" y="659312"/>
                  </a:lnTo>
                  <a:lnTo>
                    <a:pt x="183933" y="660733"/>
                  </a:lnTo>
                  <a:lnTo>
                    <a:pt x="183870" y="662154"/>
                  </a:lnTo>
                  <a:lnTo>
                    <a:pt x="183808" y="663575"/>
                  </a:lnTo>
                  <a:lnTo>
                    <a:pt x="183745" y="664996"/>
                  </a:lnTo>
                  <a:lnTo>
                    <a:pt x="183682" y="666417"/>
                  </a:lnTo>
                  <a:lnTo>
                    <a:pt x="183617" y="667838"/>
                  </a:lnTo>
                  <a:lnTo>
                    <a:pt x="183551" y="669259"/>
                  </a:lnTo>
                  <a:lnTo>
                    <a:pt x="183483" y="670680"/>
                  </a:lnTo>
                  <a:lnTo>
                    <a:pt x="183412" y="672101"/>
                  </a:lnTo>
                  <a:lnTo>
                    <a:pt x="183340" y="673522"/>
                  </a:lnTo>
                  <a:lnTo>
                    <a:pt x="183264" y="674942"/>
                  </a:lnTo>
                  <a:lnTo>
                    <a:pt x="183185" y="676363"/>
                  </a:lnTo>
                  <a:lnTo>
                    <a:pt x="183101" y="677784"/>
                  </a:lnTo>
                  <a:lnTo>
                    <a:pt x="183014" y="679205"/>
                  </a:lnTo>
                  <a:lnTo>
                    <a:pt x="182922" y="680626"/>
                  </a:lnTo>
                  <a:lnTo>
                    <a:pt x="182826" y="682047"/>
                  </a:lnTo>
                  <a:lnTo>
                    <a:pt x="182725" y="683468"/>
                  </a:lnTo>
                  <a:lnTo>
                    <a:pt x="182617" y="684889"/>
                  </a:lnTo>
                  <a:lnTo>
                    <a:pt x="182503" y="686310"/>
                  </a:lnTo>
                  <a:lnTo>
                    <a:pt x="182384" y="687731"/>
                  </a:lnTo>
                  <a:lnTo>
                    <a:pt x="182258" y="689152"/>
                  </a:lnTo>
                  <a:lnTo>
                    <a:pt x="182124" y="690573"/>
                  </a:lnTo>
                  <a:lnTo>
                    <a:pt x="181982" y="691994"/>
                  </a:lnTo>
                  <a:lnTo>
                    <a:pt x="181833" y="693415"/>
                  </a:lnTo>
                  <a:lnTo>
                    <a:pt x="181677" y="694836"/>
                  </a:lnTo>
                  <a:lnTo>
                    <a:pt x="181512" y="696256"/>
                  </a:lnTo>
                  <a:lnTo>
                    <a:pt x="181336" y="697677"/>
                  </a:lnTo>
                  <a:lnTo>
                    <a:pt x="181152" y="699098"/>
                  </a:lnTo>
                  <a:lnTo>
                    <a:pt x="180960" y="700519"/>
                  </a:lnTo>
                  <a:lnTo>
                    <a:pt x="180759" y="701940"/>
                  </a:lnTo>
                  <a:lnTo>
                    <a:pt x="180548" y="703361"/>
                  </a:lnTo>
                  <a:lnTo>
                    <a:pt x="180327" y="704782"/>
                  </a:lnTo>
                  <a:lnTo>
                    <a:pt x="180097" y="706203"/>
                  </a:lnTo>
                  <a:lnTo>
                    <a:pt x="179859" y="707624"/>
                  </a:lnTo>
                  <a:lnTo>
                    <a:pt x="179613" y="709045"/>
                  </a:lnTo>
                  <a:lnTo>
                    <a:pt x="179359" y="710466"/>
                  </a:lnTo>
                  <a:lnTo>
                    <a:pt x="179096" y="711887"/>
                  </a:lnTo>
                  <a:lnTo>
                    <a:pt x="178826" y="713308"/>
                  </a:lnTo>
                  <a:lnTo>
                    <a:pt x="178551" y="714729"/>
                  </a:lnTo>
                  <a:lnTo>
                    <a:pt x="178270" y="716150"/>
                  </a:lnTo>
                  <a:lnTo>
                    <a:pt x="177984" y="717570"/>
                  </a:lnTo>
                  <a:lnTo>
                    <a:pt x="177693" y="718991"/>
                  </a:lnTo>
                  <a:lnTo>
                    <a:pt x="177400" y="720412"/>
                  </a:lnTo>
                  <a:lnTo>
                    <a:pt x="177105" y="721833"/>
                  </a:lnTo>
                  <a:lnTo>
                    <a:pt x="176808" y="723254"/>
                  </a:lnTo>
                  <a:lnTo>
                    <a:pt x="176512" y="724675"/>
                  </a:lnTo>
                  <a:lnTo>
                    <a:pt x="176216" y="726096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2" name="pg32"/>
            <p:cNvSpPr/>
            <p:nvPr/>
          </p:nvSpPr>
          <p:spPr>
            <a:xfrm>
              <a:off x="2765166" y="1986079"/>
              <a:ext cx="297707" cy="793928"/>
            </a:xfrm>
            <a:custGeom>
              <a:avLst/>
              <a:gdLst/>
              <a:ahLst/>
              <a:cxnLst/>
              <a:rect l="0" t="0" r="0" b="0"/>
              <a:pathLst>
                <a:path w="297707" h="793928">
                  <a:moveTo>
                    <a:pt x="146352" y="793928"/>
                  </a:moveTo>
                  <a:lnTo>
                    <a:pt x="146245" y="792374"/>
                  </a:lnTo>
                  <a:lnTo>
                    <a:pt x="146136" y="790820"/>
                  </a:lnTo>
                  <a:lnTo>
                    <a:pt x="146026" y="789267"/>
                  </a:lnTo>
                  <a:lnTo>
                    <a:pt x="145915" y="787713"/>
                  </a:lnTo>
                  <a:lnTo>
                    <a:pt x="145802" y="786159"/>
                  </a:lnTo>
                  <a:lnTo>
                    <a:pt x="145686" y="784606"/>
                  </a:lnTo>
                  <a:lnTo>
                    <a:pt x="145569" y="783052"/>
                  </a:lnTo>
                  <a:lnTo>
                    <a:pt x="145450" y="781498"/>
                  </a:lnTo>
                  <a:lnTo>
                    <a:pt x="145328" y="779945"/>
                  </a:lnTo>
                  <a:lnTo>
                    <a:pt x="145203" y="778391"/>
                  </a:lnTo>
                  <a:lnTo>
                    <a:pt x="145075" y="776837"/>
                  </a:lnTo>
                  <a:lnTo>
                    <a:pt x="144944" y="775284"/>
                  </a:lnTo>
                  <a:lnTo>
                    <a:pt x="144809" y="773730"/>
                  </a:lnTo>
                  <a:lnTo>
                    <a:pt x="144671" y="772176"/>
                  </a:lnTo>
                  <a:lnTo>
                    <a:pt x="144527" y="770623"/>
                  </a:lnTo>
                  <a:lnTo>
                    <a:pt x="144380" y="769069"/>
                  </a:lnTo>
                  <a:lnTo>
                    <a:pt x="144229" y="767515"/>
                  </a:lnTo>
                  <a:lnTo>
                    <a:pt x="144073" y="765962"/>
                  </a:lnTo>
                  <a:lnTo>
                    <a:pt x="143913" y="764408"/>
                  </a:lnTo>
                  <a:lnTo>
                    <a:pt x="143747" y="762854"/>
                  </a:lnTo>
                  <a:lnTo>
                    <a:pt x="143577" y="761301"/>
                  </a:lnTo>
                  <a:lnTo>
                    <a:pt x="143404" y="759747"/>
                  </a:lnTo>
                  <a:lnTo>
                    <a:pt x="143226" y="758193"/>
                  </a:lnTo>
                  <a:lnTo>
                    <a:pt x="143044" y="756640"/>
                  </a:lnTo>
                  <a:lnTo>
                    <a:pt x="142858" y="755086"/>
                  </a:lnTo>
                  <a:lnTo>
                    <a:pt x="142670" y="753532"/>
                  </a:lnTo>
                  <a:lnTo>
                    <a:pt x="142479" y="751979"/>
                  </a:lnTo>
                  <a:lnTo>
                    <a:pt x="142287" y="750425"/>
                  </a:lnTo>
                  <a:lnTo>
                    <a:pt x="142092" y="748871"/>
                  </a:lnTo>
                  <a:lnTo>
                    <a:pt x="141897" y="747318"/>
                  </a:lnTo>
                  <a:lnTo>
                    <a:pt x="141702" y="745764"/>
                  </a:lnTo>
                  <a:lnTo>
                    <a:pt x="141508" y="744210"/>
                  </a:lnTo>
                  <a:lnTo>
                    <a:pt x="141314" y="742657"/>
                  </a:lnTo>
                  <a:lnTo>
                    <a:pt x="141124" y="741103"/>
                  </a:lnTo>
                  <a:lnTo>
                    <a:pt x="140936" y="739549"/>
                  </a:lnTo>
                  <a:lnTo>
                    <a:pt x="140752" y="737996"/>
                  </a:lnTo>
                  <a:lnTo>
                    <a:pt x="140572" y="736442"/>
                  </a:lnTo>
                  <a:lnTo>
                    <a:pt x="140397" y="734888"/>
                  </a:lnTo>
                  <a:lnTo>
                    <a:pt x="140230" y="733334"/>
                  </a:lnTo>
                  <a:lnTo>
                    <a:pt x="140068" y="731781"/>
                  </a:lnTo>
                  <a:lnTo>
                    <a:pt x="139912" y="730227"/>
                  </a:lnTo>
                  <a:lnTo>
                    <a:pt x="139764" y="728673"/>
                  </a:lnTo>
                  <a:lnTo>
                    <a:pt x="139625" y="727120"/>
                  </a:lnTo>
                  <a:lnTo>
                    <a:pt x="139494" y="725566"/>
                  </a:lnTo>
                  <a:lnTo>
                    <a:pt x="139371" y="724012"/>
                  </a:lnTo>
                  <a:lnTo>
                    <a:pt x="139255" y="722459"/>
                  </a:lnTo>
                  <a:lnTo>
                    <a:pt x="139148" y="720905"/>
                  </a:lnTo>
                  <a:lnTo>
                    <a:pt x="139051" y="719351"/>
                  </a:lnTo>
                  <a:lnTo>
                    <a:pt x="138962" y="717798"/>
                  </a:lnTo>
                  <a:lnTo>
                    <a:pt x="138880" y="716244"/>
                  </a:lnTo>
                  <a:lnTo>
                    <a:pt x="138805" y="714690"/>
                  </a:lnTo>
                  <a:lnTo>
                    <a:pt x="138736" y="713137"/>
                  </a:lnTo>
                  <a:lnTo>
                    <a:pt x="138675" y="711583"/>
                  </a:lnTo>
                  <a:lnTo>
                    <a:pt x="138618" y="710029"/>
                  </a:lnTo>
                  <a:lnTo>
                    <a:pt x="138565" y="708476"/>
                  </a:lnTo>
                  <a:lnTo>
                    <a:pt x="138516" y="706922"/>
                  </a:lnTo>
                  <a:lnTo>
                    <a:pt x="138469" y="705368"/>
                  </a:lnTo>
                  <a:lnTo>
                    <a:pt x="138423" y="703815"/>
                  </a:lnTo>
                  <a:lnTo>
                    <a:pt x="138378" y="702261"/>
                  </a:lnTo>
                  <a:lnTo>
                    <a:pt x="138331" y="700707"/>
                  </a:lnTo>
                  <a:lnTo>
                    <a:pt x="138282" y="699154"/>
                  </a:lnTo>
                  <a:lnTo>
                    <a:pt x="138228" y="697600"/>
                  </a:lnTo>
                  <a:lnTo>
                    <a:pt x="138169" y="696046"/>
                  </a:lnTo>
                  <a:lnTo>
                    <a:pt x="138105" y="694493"/>
                  </a:lnTo>
                  <a:lnTo>
                    <a:pt x="138033" y="692939"/>
                  </a:lnTo>
                  <a:lnTo>
                    <a:pt x="137953" y="691385"/>
                  </a:lnTo>
                  <a:lnTo>
                    <a:pt x="137861" y="689832"/>
                  </a:lnTo>
                  <a:lnTo>
                    <a:pt x="137757" y="688278"/>
                  </a:lnTo>
                  <a:lnTo>
                    <a:pt x="137643" y="686724"/>
                  </a:lnTo>
                  <a:lnTo>
                    <a:pt x="137516" y="685171"/>
                  </a:lnTo>
                  <a:lnTo>
                    <a:pt x="137375" y="683617"/>
                  </a:lnTo>
                  <a:lnTo>
                    <a:pt x="137215" y="682063"/>
                  </a:lnTo>
                  <a:lnTo>
                    <a:pt x="137041" y="680510"/>
                  </a:lnTo>
                  <a:lnTo>
                    <a:pt x="136852" y="678956"/>
                  </a:lnTo>
                  <a:lnTo>
                    <a:pt x="136646" y="677402"/>
                  </a:lnTo>
                  <a:lnTo>
                    <a:pt x="136421" y="675848"/>
                  </a:lnTo>
                  <a:lnTo>
                    <a:pt x="136177" y="674295"/>
                  </a:lnTo>
                  <a:lnTo>
                    <a:pt x="135916" y="672741"/>
                  </a:lnTo>
                  <a:lnTo>
                    <a:pt x="135638" y="671187"/>
                  </a:lnTo>
                  <a:lnTo>
                    <a:pt x="135342" y="669634"/>
                  </a:lnTo>
                  <a:lnTo>
                    <a:pt x="135025" y="668080"/>
                  </a:lnTo>
                  <a:lnTo>
                    <a:pt x="134690" y="666526"/>
                  </a:lnTo>
                  <a:lnTo>
                    <a:pt x="134338" y="664973"/>
                  </a:lnTo>
                  <a:lnTo>
                    <a:pt x="133971" y="663419"/>
                  </a:lnTo>
                  <a:lnTo>
                    <a:pt x="133587" y="661865"/>
                  </a:lnTo>
                  <a:lnTo>
                    <a:pt x="133182" y="660312"/>
                  </a:lnTo>
                  <a:lnTo>
                    <a:pt x="132764" y="658758"/>
                  </a:lnTo>
                  <a:lnTo>
                    <a:pt x="132331" y="657204"/>
                  </a:lnTo>
                  <a:lnTo>
                    <a:pt x="131885" y="655651"/>
                  </a:lnTo>
                  <a:lnTo>
                    <a:pt x="131426" y="654097"/>
                  </a:lnTo>
                  <a:lnTo>
                    <a:pt x="130952" y="652543"/>
                  </a:lnTo>
                  <a:lnTo>
                    <a:pt x="130469" y="650990"/>
                  </a:lnTo>
                  <a:lnTo>
                    <a:pt x="129976" y="649436"/>
                  </a:lnTo>
                  <a:lnTo>
                    <a:pt x="129475" y="647882"/>
                  </a:lnTo>
                  <a:lnTo>
                    <a:pt x="128965" y="646329"/>
                  </a:lnTo>
                  <a:lnTo>
                    <a:pt x="128448" y="644775"/>
                  </a:lnTo>
                  <a:lnTo>
                    <a:pt x="127927" y="643221"/>
                  </a:lnTo>
                  <a:lnTo>
                    <a:pt x="127403" y="641668"/>
                  </a:lnTo>
                  <a:lnTo>
                    <a:pt x="126876" y="640114"/>
                  </a:lnTo>
                  <a:lnTo>
                    <a:pt x="126348" y="638560"/>
                  </a:lnTo>
                  <a:lnTo>
                    <a:pt x="125821" y="637007"/>
                  </a:lnTo>
                  <a:lnTo>
                    <a:pt x="125295" y="635453"/>
                  </a:lnTo>
                  <a:lnTo>
                    <a:pt x="124771" y="633899"/>
                  </a:lnTo>
                  <a:lnTo>
                    <a:pt x="124252" y="632346"/>
                  </a:lnTo>
                  <a:lnTo>
                    <a:pt x="123739" y="630792"/>
                  </a:lnTo>
                  <a:lnTo>
                    <a:pt x="123232" y="629238"/>
                  </a:lnTo>
                  <a:lnTo>
                    <a:pt x="122732" y="627685"/>
                  </a:lnTo>
                  <a:lnTo>
                    <a:pt x="122239" y="626131"/>
                  </a:lnTo>
                  <a:lnTo>
                    <a:pt x="121756" y="624577"/>
                  </a:lnTo>
                  <a:lnTo>
                    <a:pt x="121283" y="623023"/>
                  </a:lnTo>
                  <a:lnTo>
                    <a:pt x="120820" y="621470"/>
                  </a:lnTo>
                  <a:lnTo>
                    <a:pt x="120366" y="619916"/>
                  </a:lnTo>
                  <a:lnTo>
                    <a:pt x="119922" y="618362"/>
                  </a:lnTo>
                  <a:lnTo>
                    <a:pt x="119489" y="616809"/>
                  </a:lnTo>
                  <a:lnTo>
                    <a:pt x="119066" y="615255"/>
                  </a:lnTo>
                  <a:lnTo>
                    <a:pt x="118653" y="613701"/>
                  </a:lnTo>
                  <a:lnTo>
                    <a:pt x="118247" y="612148"/>
                  </a:lnTo>
                  <a:lnTo>
                    <a:pt x="117849" y="610594"/>
                  </a:lnTo>
                  <a:lnTo>
                    <a:pt x="117459" y="609040"/>
                  </a:lnTo>
                  <a:lnTo>
                    <a:pt x="117075" y="607487"/>
                  </a:lnTo>
                  <a:lnTo>
                    <a:pt x="116695" y="605933"/>
                  </a:lnTo>
                  <a:lnTo>
                    <a:pt x="116317" y="604379"/>
                  </a:lnTo>
                  <a:lnTo>
                    <a:pt x="115942" y="602826"/>
                  </a:lnTo>
                  <a:lnTo>
                    <a:pt x="115567" y="601272"/>
                  </a:lnTo>
                  <a:lnTo>
                    <a:pt x="115189" y="599718"/>
                  </a:lnTo>
                  <a:lnTo>
                    <a:pt x="114808" y="598165"/>
                  </a:lnTo>
                  <a:lnTo>
                    <a:pt x="114423" y="596611"/>
                  </a:lnTo>
                  <a:lnTo>
                    <a:pt x="114030" y="595057"/>
                  </a:lnTo>
                  <a:lnTo>
                    <a:pt x="113628" y="593504"/>
                  </a:lnTo>
                  <a:lnTo>
                    <a:pt x="113215" y="591950"/>
                  </a:lnTo>
                  <a:lnTo>
                    <a:pt x="112792" y="590396"/>
                  </a:lnTo>
                  <a:lnTo>
                    <a:pt x="112357" y="588843"/>
                  </a:lnTo>
                  <a:lnTo>
                    <a:pt x="111905" y="587289"/>
                  </a:lnTo>
                  <a:lnTo>
                    <a:pt x="111436" y="585735"/>
                  </a:lnTo>
                  <a:lnTo>
                    <a:pt x="110952" y="584182"/>
                  </a:lnTo>
                  <a:lnTo>
                    <a:pt x="110451" y="582628"/>
                  </a:lnTo>
                  <a:lnTo>
                    <a:pt x="109934" y="581074"/>
                  </a:lnTo>
                  <a:lnTo>
                    <a:pt x="109394" y="579521"/>
                  </a:lnTo>
                  <a:lnTo>
                    <a:pt x="108837" y="577967"/>
                  </a:lnTo>
                  <a:lnTo>
                    <a:pt x="108262" y="576413"/>
                  </a:lnTo>
                  <a:lnTo>
                    <a:pt x="107670" y="574860"/>
                  </a:lnTo>
                  <a:lnTo>
                    <a:pt x="107060" y="573306"/>
                  </a:lnTo>
                  <a:lnTo>
                    <a:pt x="106430" y="571752"/>
                  </a:lnTo>
                  <a:lnTo>
                    <a:pt x="105785" y="570199"/>
                  </a:lnTo>
                  <a:lnTo>
                    <a:pt x="105126" y="568645"/>
                  </a:lnTo>
                  <a:lnTo>
                    <a:pt x="104454" y="567091"/>
                  </a:lnTo>
                  <a:lnTo>
                    <a:pt x="103769" y="565537"/>
                  </a:lnTo>
                  <a:lnTo>
                    <a:pt x="103071" y="563984"/>
                  </a:lnTo>
                  <a:lnTo>
                    <a:pt x="102366" y="562430"/>
                  </a:lnTo>
                  <a:lnTo>
                    <a:pt x="101653" y="560876"/>
                  </a:lnTo>
                  <a:lnTo>
                    <a:pt x="100934" y="559323"/>
                  </a:lnTo>
                  <a:lnTo>
                    <a:pt x="100211" y="557769"/>
                  </a:lnTo>
                  <a:lnTo>
                    <a:pt x="99485" y="556215"/>
                  </a:lnTo>
                  <a:lnTo>
                    <a:pt x="98759" y="554662"/>
                  </a:lnTo>
                  <a:lnTo>
                    <a:pt x="98033" y="553108"/>
                  </a:lnTo>
                  <a:lnTo>
                    <a:pt x="97310" y="551554"/>
                  </a:lnTo>
                  <a:lnTo>
                    <a:pt x="96591" y="550001"/>
                  </a:lnTo>
                  <a:lnTo>
                    <a:pt x="95877" y="548447"/>
                  </a:lnTo>
                  <a:lnTo>
                    <a:pt x="95168" y="546893"/>
                  </a:lnTo>
                  <a:lnTo>
                    <a:pt x="94466" y="545340"/>
                  </a:lnTo>
                  <a:lnTo>
                    <a:pt x="93770" y="543786"/>
                  </a:lnTo>
                  <a:lnTo>
                    <a:pt x="93084" y="542232"/>
                  </a:lnTo>
                  <a:lnTo>
                    <a:pt x="92404" y="540679"/>
                  </a:lnTo>
                  <a:lnTo>
                    <a:pt x="91731" y="539125"/>
                  </a:lnTo>
                  <a:lnTo>
                    <a:pt x="91064" y="537571"/>
                  </a:lnTo>
                  <a:lnTo>
                    <a:pt x="90404" y="536018"/>
                  </a:lnTo>
                  <a:lnTo>
                    <a:pt x="89748" y="534464"/>
                  </a:lnTo>
                  <a:lnTo>
                    <a:pt x="89096" y="532910"/>
                  </a:lnTo>
                  <a:lnTo>
                    <a:pt x="88445" y="531357"/>
                  </a:lnTo>
                  <a:lnTo>
                    <a:pt x="87794" y="529803"/>
                  </a:lnTo>
                  <a:lnTo>
                    <a:pt x="87140" y="528249"/>
                  </a:lnTo>
                  <a:lnTo>
                    <a:pt x="86481" y="526696"/>
                  </a:lnTo>
                  <a:lnTo>
                    <a:pt x="85815" y="525142"/>
                  </a:lnTo>
                  <a:lnTo>
                    <a:pt x="85140" y="523588"/>
                  </a:lnTo>
                  <a:lnTo>
                    <a:pt x="84453" y="522035"/>
                  </a:lnTo>
                  <a:lnTo>
                    <a:pt x="83748" y="520481"/>
                  </a:lnTo>
                  <a:lnTo>
                    <a:pt x="83024" y="518927"/>
                  </a:lnTo>
                  <a:lnTo>
                    <a:pt x="82280" y="517374"/>
                  </a:lnTo>
                  <a:lnTo>
                    <a:pt x="81514" y="515820"/>
                  </a:lnTo>
                  <a:lnTo>
                    <a:pt x="80720" y="514266"/>
                  </a:lnTo>
                  <a:lnTo>
                    <a:pt x="79891" y="512713"/>
                  </a:lnTo>
                  <a:lnTo>
                    <a:pt x="79031" y="511159"/>
                  </a:lnTo>
                  <a:lnTo>
                    <a:pt x="78138" y="509605"/>
                  </a:lnTo>
                  <a:lnTo>
                    <a:pt x="77211" y="508051"/>
                  </a:lnTo>
                  <a:lnTo>
                    <a:pt x="76238" y="506498"/>
                  </a:lnTo>
                  <a:lnTo>
                    <a:pt x="75221" y="504944"/>
                  </a:lnTo>
                  <a:lnTo>
                    <a:pt x="74162" y="503390"/>
                  </a:lnTo>
                  <a:lnTo>
                    <a:pt x="73061" y="501837"/>
                  </a:lnTo>
                  <a:lnTo>
                    <a:pt x="71917" y="500283"/>
                  </a:lnTo>
                  <a:lnTo>
                    <a:pt x="70716" y="498729"/>
                  </a:lnTo>
                  <a:lnTo>
                    <a:pt x="69467" y="497176"/>
                  </a:lnTo>
                  <a:lnTo>
                    <a:pt x="68172" y="495622"/>
                  </a:lnTo>
                  <a:lnTo>
                    <a:pt x="66832" y="494068"/>
                  </a:lnTo>
                  <a:lnTo>
                    <a:pt x="65446" y="492515"/>
                  </a:lnTo>
                  <a:lnTo>
                    <a:pt x="63999" y="490961"/>
                  </a:lnTo>
                  <a:lnTo>
                    <a:pt x="62508" y="489407"/>
                  </a:lnTo>
                  <a:lnTo>
                    <a:pt x="60975" y="487854"/>
                  </a:lnTo>
                  <a:lnTo>
                    <a:pt x="59399" y="486300"/>
                  </a:lnTo>
                  <a:lnTo>
                    <a:pt x="57777" y="484746"/>
                  </a:lnTo>
                  <a:lnTo>
                    <a:pt x="56107" y="483193"/>
                  </a:lnTo>
                  <a:lnTo>
                    <a:pt x="54401" y="481639"/>
                  </a:lnTo>
                  <a:lnTo>
                    <a:pt x="52661" y="480085"/>
                  </a:lnTo>
                  <a:lnTo>
                    <a:pt x="50887" y="478532"/>
                  </a:lnTo>
                  <a:lnTo>
                    <a:pt x="49078" y="476978"/>
                  </a:lnTo>
                  <a:lnTo>
                    <a:pt x="47238" y="475424"/>
                  </a:lnTo>
                  <a:lnTo>
                    <a:pt x="45375" y="473871"/>
                  </a:lnTo>
                  <a:lnTo>
                    <a:pt x="43492" y="472317"/>
                  </a:lnTo>
                  <a:lnTo>
                    <a:pt x="41591" y="470763"/>
                  </a:lnTo>
                  <a:lnTo>
                    <a:pt x="39673" y="469210"/>
                  </a:lnTo>
                  <a:lnTo>
                    <a:pt x="37746" y="467656"/>
                  </a:lnTo>
                  <a:lnTo>
                    <a:pt x="35814" y="466102"/>
                  </a:lnTo>
                  <a:lnTo>
                    <a:pt x="33881" y="464549"/>
                  </a:lnTo>
                  <a:lnTo>
                    <a:pt x="32510" y="463445"/>
                  </a:lnTo>
                  <a:lnTo>
                    <a:pt x="31951" y="462995"/>
                  </a:lnTo>
                  <a:lnTo>
                    <a:pt x="30031" y="461441"/>
                  </a:lnTo>
                  <a:lnTo>
                    <a:pt x="28124" y="459888"/>
                  </a:lnTo>
                  <a:lnTo>
                    <a:pt x="26235" y="458334"/>
                  </a:lnTo>
                  <a:lnTo>
                    <a:pt x="24367" y="456780"/>
                  </a:lnTo>
                  <a:lnTo>
                    <a:pt x="22530" y="455227"/>
                  </a:lnTo>
                  <a:lnTo>
                    <a:pt x="20732" y="453673"/>
                  </a:lnTo>
                  <a:lnTo>
                    <a:pt x="18973" y="452119"/>
                  </a:lnTo>
                  <a:lnTo>
                    <a:pt x="17257" y="450565"/>
                  </a:lnTo>
                  <a:lnTo>
                    <a:pt x="15587" y="449012"/>
                  </a:lnTo>
                  <a:lnTo>
                    <a:pt x="13982" y="447458"/>
                  </a:lnTo>
                  <a:lnTo>
                    <a:pt x="12443" y="445904"/>
                  </a:lnTo>
                  <a:lnTo>
                    <a:pt x="10969" y="444351"/>
                  </a:lnTo>
                  <a:lnTo>
                    <a:pt x="9562" y="442797"/>
                  </a:lnTo>
                  <a:lnTo>
                    <a:pt x="8227" y="441243"/>
                  </a:lnTo>
                  <a:lnTo>
                    <a:pt x="6996" y="439690"/>
                  </a:lnTo>
                  <a:lnTo>
                    <a:pt x="5851" y="438136"/>
                  </a:lnTo>
                  <a:lnTo>
                    <a:pt x="4792" y="436582"/>
                  </a:lnTo>
                  <a:lnTo>
                    <a:pt x="3824" y="435029"/>
                  </a:lnTo>
                  <a:lnTo>
                    <a:pt x="2954" y="433475"/>
                  </a:lnTo>
                  <a:lnTo>
                    <a:pt x="2211" y="431921"/>
                  </a:lnTo>
                  <a:lnTo>
                    <a:pt x="1568" y="430368"/>
                  </a:lnTo>
                  <a:lnTo>
                    <a:pt x="1027" y="428814"/>
                  </a:lnTo>
                  <a:lnTo>
                    <a:pt x="590" y="427260"/>
                  </a:lnTo>
                  <a:lnTo>
                    <a:pt x="274" y="425707"/>
                  </a:lnTo>
                  <a:lnTo>
                    <a:pt x="84" y="424153"/>
                  </a:lnTo>
                  <a:lnTo>
                    <a:pt x="0" y="422599"/>
                  </a:lnTo>
                  <a:lnTo>
                    <a:pt x="19" y="421046"/>
                  </a:lnTo>
                  <a:lnTo>
                    <a:pt x="141" y="419492"/>
                  </a:lnTo>
                  <a:lnTo>
                    <a:pt x="389" y="417938"/>
                  </a:lnTo>
                  <a:lnTo>
                    <a:pt x="744" y="416385"/>
                  </a:lnTo>
                  <a:lnTo>
                    <a:pt x="1192" y="414831"/>
                  </a:lnTo>
                  <a:lnTo>
                    <a:pt x="1729" y="413277"/>
                  </a:lnTo>
                  <a:lnTo>
                    <a:pt x="2350" y="411724"/>
                  </a:lnTo>
                  <a:lnTo>
                    <a:pt x="3077" y="410170"/>
                  </a:lnTo>
                  <a:lnTo>
                    <a:pt x="3874" y="408616"/>
                  </a:lnTo>
                  <a:lnTo>
                    <a:pt x="4734" y="407063"/>
                  </a:lnTo>
                  <a:lnTo>
                    <a:pt x="5650" y="405509"/>
                  </a:lnTo>
                  <a:lnTo>
                    <a:pt x="6621" y="403955"/>
                  </a:lnTo>
                  <a:lnTo>
                    <a:pt x="7640" y="402402"/>
                  </a:lnTo>
                  <a:lnTo>
                    <a:pt x="8688" y="400848"/>
                  </a:lnTo>
                  <a:lnTo>
                    <a:pt x="9757" y="399294"/>
                  </a:lnTo>
                  <a:lnTo>
                    <a:pt x="10839" y="397741"/>
                  </a:lnTo>
                  <a:lnTo>
                    <a:pt x="11926" y="396187"/>
                  </a:lnTo>
                  <a:lnTo>
                    <a:pt x="13003" y="394633"/>
                  </a:lnTo>
                  <a:lnTo>
                    <a:pt x="14063" y="393079"/>
                  </a:lnTo>
                  <a:lnTo>
                    <a:pt x="14194" y="392884"/>
                  </a:lnTo>
                  <a:lnTo>
                    <a:pt x="15099" y="391526"/>
                  </a:lnTo>
                  <a:lnTo>
                    <a:pt x="16104" y="389972"/>
                  </a:lnTo>
                  <a:lnTo>
                    <a:pt x="17058" y="388418"/>
                  </a:lnTo>
                  <a:lnTo>
                    <a:pt x="17958" y="386865"/>
                  </a:lnTo>
                  <a:lnTo>
                    <a:pt x="18804" y="385311"/>
                  </a:lnTo>
                  <a:lnTo>
                    <a:pt x="19591" y="383757"/>
                  </a:lnTo>
                  <a:lnTo>
                    <a:pt x="20313" y="382204"/>
                  </a:lnTo>
                  <a:lnTo>
                    <a:pt x="20942" y="380650"/>
                  </a:lnTo>
                  <a:lnTo>
                    <a:pt x="21499" y="379096"/>
                  </a:lnTo>
                  <a:lnTo>
                    <a:pt x="21982" y="377543"/>
                  </a:lnTo>
                  <a:lnTo>
                    <a:pt x="22391" y="375989"/>
                  </a:lnTo>
                  <a:lnTo>
                    <a:pt x="22717" y="374435"/>
                  </a:lnTo>
                  <a:lnTo>
                    <a:pt x="22951" y="372882"/>
                  </a:lnTo>
                  <a:lnTo>
                    <a:pt x="23113" y="371328"/>
                  </a:lnTo>
                  <a:lnTo>
                    <a:pt x="23207" y="369774"/>
                  </a:lnTo>
                  <a:lnTo>
                    <a:pt x="23235" y="368221"/>
                  </a:lnTo>
                  <a:lnTo>
                    <a:pt x="23190" y="366667"/>
                  </a:lnTo>
                  <a:lnTo>
                    <a:pt x="23082" y="365113"/>
                  </a:lnTo>
                  <a:lnTo>
                    <a:pt x="22925" y="363560"/>
                  </a:lnTo>
                  <a:lnTo>
                    <a:pt x="22726" y="362006"/>
                  </a:lnTo>
                  <a:lnTo>
                    <a:pt x="22491" y="360452"/>
                  </a:lnTo>
                  <a:lnTo>
                    <a:pt x="22218" y="358899"/>
                  </a:lnTo>
                  <a:lnTo>
                    <a:pt x="21926" y="357345"/>
                  </a:lnTo>
                  <a:lnTo>
                    <a:pt x="21622" y="355791"/>
                  </a:lnTo>
                  <a:lnTo>
                    <a:pt x="21312" y="354238"/>
                  </a:lnTo>
                  <a:lnTo>
                    <a:pt x="21005" y="352684"/>
                  </a:lnTo>
                  <a:lnTo>
                    <a:pt x="20713" y="351130"/>
                  </a:lnTo>
                  <a:lnTo>
                    <a:pt x="20441" y="349577"/>
                  </a:lnTo>
                  <a:lnTo>
                    <a:pt x="20196" y="348023"/>
                  </a:lnTo>
                  <a:lnTo>
                    <a:pt x="19983" y="346469"/>
                  </a:lnTo>
                  <a:lnTo>
                    <a:pt x="19814" y="344916"/>
                  </a:lnTo>
                  <a:lnTo>
                    <a:pt x="19701" y="343362"/>
                  </a:lnTo>
                  <a:lnTo>
                    <a:pt x="19641" y="341808"/>
                  </a:lnTo>
                  <a:lnTo>
                    <a:pt x="19636" y="340255"/>
                  </a:lnTo>
                  <a:lnTo>
                    <a:pt x="19692" y="338701"/>
                  </a:lnTo>
                  <a:lnTo>
                    <a:pt x="19825" y="337147"/>
                  </a:lnTo>
                  <a:lnTo>
                    <a:pt x="20036" y="335593"/>
                  </a:lnTo>
                  <a:lnTo>
                    <a:pt x="20317" y="334040"/>
                  </a:lnTo>
                  <a:lnTo>
                    <a:pt x="20670" y="332486"/>
                  </a:lnTo>
                  <a:lnTo>
                    <a:pt x="21096" y="330932"/>
                  </a:lnTo>
                  <a:lnTo>
                    <a:pt x="21621" y="329379"/>
                  </a:lnTo>
                  <a:lnTo>
                    <a:pt x="22224" y="327825"/>
                  </a:lnTo>
                  <a:lnTo>
                    <a:pt x="22902" y="326271"/>
                  </a:lnTo>
                  <a:lnTo>
                    <a:pt x="23655" y="324718"/>
                  </a:lnTo>
                  <a:lnTo>
                    <a:pt x="24486" y="323164"/>
                  </a:lnTo>
                  <a:lnTo>
                    <a:pt x="25412" y="321610"/>
                  </a:lnTo>
                  <a:lnTo>
                    <a:pt x="26409" y="320057"/>
                  </a:lnTo>
                  <a:lnTo>
                    <a:pt x="27476" y="318503"/>
                  </a:lnTo>
                  <a:lnTo>
                    <a:pt x="28611" y="316949"/>
                  </a:lnTo>
                  <a:lnTo>
                    <a:pt x="29820" y="315396"/>
                  </a:lnTo>
                  <a:lnTo>
                    <a:pt x="31107" y="313842"/>
                  </a:lnTo>
                  <a:lnTo>
                    <a:pt x="32453" y="312288"/>
                  </a:lnTo>
                  <a:lnTo>
                    <a:pt x="33857" y="310735"/>
                  </a:lnTo>
                  <a:lnTo>
                    <a:pt x="35317" y="309181"/>
                  </a:lnTo>
                  <a:lnTo>
                    <a:pt x="36840" y="307627"/>
                  </a:lnTo>
                  <a:lnTo>
                    <a:pt x="38419" y="306074"/>
                  </a:lnTo>
                  <a:lnTo>
                    <a:pt x="38831" y="305679"/>
                  </a:lnTo>
                  <a:lnTo>
                    <a:pt x="40042" y="304520"/>
                  </a:lnTo>
                  <a:lnTo>
                    <a:pt x="41708" y="302966"/>
                  </a:lnTo>
                  <a:lnTo>
                    <a:pt x="43413" y="301413"/>
                  </a:lnTo>
                  <a:lnTo>
                    <a:pt x="45166" y="299859"/>
                  </a:lnTo>
                  <a:lnTo>
                    <a:pt x="46950" y="298305"/>
                  </a:lnTo>
                  <a:lnTo>
                    <a:pt x="48761" y="296752"/>
                  </a:lnTo>
                  <a:lnTo>
                    <a:pt x="50597" y="295198"/>
                  </a:lnTo>
                  <a:lnTo>
                    <a:pt x="52455" y="293644"/>
                  </a:lnTo>
                  <a:lnTo>
                    <a:pt x="54334" y="292091"/>
                  </a:lnTo>
                  <a:lnTo>
                    <a:pt x="56224" y="290537"/>
                  </a:lnTo>
                  <a:lnTo>
                    <a:pt x="58121" y="288983"/>
                  </a:lnTo>
                  <a:lnTo>
                    <a:pt x="60022" y="287430"/>
                  </a:lnTo>
                  <a:lnTo>
                    <a:pt x="61923" y="285876"/>
                  </a:lnTo>
                  <a:lnTo>
                    <a:pt x="63816" y="284322"/>
                  </a:lnTo>
                  <a:lnTo>
                    <a:pt x="65699" y="282768"/>
                  </a:lnTo>
                  <a:lnTo>
                    <a:pt x="67568" y="281215"/>
                  </a:lnTo>
                  <a:lnTo>
                    <a:pt x="69419" y="279661"/>
                  </a:lnTo>
                  <a:lnTo>
                    <a:pt x="71241" y="278107"/>
                  </a:lnTo>
                  <a:lnTo>
                    <a:pt x="73032" y="276554"/>
                  </a:lnTo>
                  <a:lnTo>
                    <a:pt x="74791" y="275000"/>
                  </a:lnTo>
                  <a:lnTo>
                    <a:pt x="76515" y="273446"/>
                  </a:lnTo>
                  <a:lnTo>
                    <a:pt x="78200" y="271893"/>
                  </a:lnTo>
                  <a:lnTo>
                    <a:pt x="79826" y="270339"/>
                  </a:lnTo>
                  <a:lnTo>
                    <a:pt x="81404" y="268785"/>
                  </a:lnTo>
                  <a:lnTo>
                    <a:pt x="82931" y="267232"/>
                  </a:lnTo>
                  <a:lnTo>
                    <a:pt x="84404" y="265678"/>
                  </a:lnTo>
                  <a:lnTo>
                    <a:pt x="85818" y="264124"/>
                  </a:lnTo>
                  <a:lnTo>
                    <a:pt x="87155" y="262571"/>
                  </a:lnTo>
                  <a:lnTo>
                    <a:pt x="88430" y="261017"/>
                  </a:lnTo>
                  <a:lnTo>
                    <a:pt x="89642" y="259463"/>
                  </a:lnTo>
                  <a:lnTo>
                    <a:pt x="90790" y="257910"/>
                  </a:lnTo>
                  <a:lnTo>
                    <a:pt x="91859" y="256356"/>
                  </a:lnTo>
                  <a:lnTo>
                    <a:pt x="92849" y="254802"/>
                  </a:lnTo>
                  <a:lnTo>
                    <a:pt x="93772" y="253249"/>
                  </a:lnTo>
                  <a:lnTo>
                    <a:pt x="94626" y="251695"/>
                  </a:lnTo>
                  <a:lnTo>
                    <a:pt x="95413" y="250141"/>
                  </a:lnTo>
                  <a:lnTo>
                    <a:pt x="96115" y="248588"/>
                  </a:lnTo>
                  <a:lnTo>
                    <a:pt x="96745" y="247034"/>
                  </a:lnTo>
                  <a:lnTo>
                    <a:pt x="97311" y="245480"/>
                  </a:lnTo>
                  <a:lnTo>
                    <a:pt x="97813" y="243927"/>
                  </a:lnTo>
                  <a:lnTo>
                    <a:pt x="98254" y="242373"/>
                  </a:lnTo>
                  <a:lnTo>
                    <a:pt x="98614" y="240819"/>
                  </a:lnTo>
                  <a:lnTo>
                    <a:pt x="98919" y="239266"/>
                  </a:lnTo>
                  <a:lnTo>
                    <a:pt x="99172" y="237712"/>
                  </a:lnTo>
                  <a:lnTo>
                    <a:pt x="99373" y="236158"/>
                  </a:lnTo>
                  <a:lnTo>
                    <a:pt x="99523" y="234605"/>
                  </a:lnTo>
                  <a:lnTo>
                    <a:pt x="99618" y="233051"/>
                  </a:lnTo>
                  <a:lnTo>
                    <a:pt x="99674" y="231497"/>
                  </a:lnTo>
                  <a:lnTo>
                    <a:pt x="99695" y="229944"/>
                  </a:lnTo>
                  <a:lnTo>
                    <a:pt x="99683" y="228390"/>
                  </a:lnTo>
                  <a:lnTo>
                    <a:pt x="99638" y="226836"/>
                  </a:lnTo>
                  <a:lnTo>
                    <a:pt x="99565" y="225282"/>
                  </a:lnTo>
                  <a:lnTo>
                    <a:pt x="99475" y="223729"/>
                  </a:lnTo>
                  <a:lnTo>
                    <a:pt x="99368" y="222175"/>
                  </a:lnTo>
                  <a:lnTo>
                    <a:pt x="99250" y="220621"/>
                  </a:lnTo>
                  <a:lnTo>
                    <a:pt x="99122" y="219068"/>
                  </a:lnTo>
                  <a:lnTo>
                    <a:pt x="98992" y="217514"/>
                  </a:lnTo>
                  <a:lnTo>
                    <a:pt x="98864" y="215960"/>
                  </a:lnTo>
                  <a:lnTo>
                    <a:pt x="98739" y="214407"/>
                  </a:lnTo>
                  <a:lnTo>
                    <a:pt x="98622" y="212853"/>
                  </a:lnTo>
                  <a:lnTo>
                    <a:pt x="98521" y="211299"/>
                  </a:lnTo>
                  <a:lnTo>
                    <a:pt x="98435" y="209746"/>
                  </a:lnTo>
                  <a:lnTo>
                    <a:pt x="98368" y="208192"/>
                  </a:lnTo>
                  <a:lnTo>
                    <a:pt x="98320" y="206638"/>
                  </a:lnTo>
                  <a:lnTo>
                    <a:pt x="98298" y="205085"/>
                  </a:lnTo>
                  <a:lnTo>
                    <a:pt x="98309" y="203531"/>
                  </a:lnTo>
                  <a:lnTo>
                    <a:pt x="98347" y="201977"/>
                  </a:lnTo>
                  <a:lnTo>
                    <a:pt x="98414" y="200424"/>
                  </a:lnTo>
                  <a:lnTo>
                    <a:pt x="98512" y="198870"/>
                  </a:lnTo>
                  <a:lnTo>
                    <a:pt x="98649" y="197316"/>
                  </a:lnTo>
                  <a:lnTo>
                    <a:pt x="98823" y="195763"/>
                  </a:lnTo>
                  <a:lnTo>
                    <a:pt x="99031" y="194209"/>
                  </a:lnTo>
                  <a:lnTo>
                    <a:pt x="99272" y="192655"/>
                  </a:lnTo>
                  <a:lnTo>
                    <a:pt x="99547" y="191102"/>
                  </a:lnTo>
                  <a:lnTo>
                    <a:pt x="99866" y="189548"/>
                  </a:lnTo>
                  <a:lnTo>
                    <a:pt x="100219" y="187994"/>
                  </a:lnTo>
                  <a:lnTo>
                    <a:pt x="100604" y="186441"/>
                  </a:lnTo>
                  <a:lnTo>
                    <a:pt x="101019" y="184887"/>
                  </a:lnTo>
                  <a:lnTo>
                    <a:pt x="101466" y="183333"/>
                  </a:lnTo>
                  <a:lnTo>
                    <a:pt x="101949" y="181780"/>
                  </a:lnTo>
                  <a:lnTo>
                    <a:pt x="102458" y="180226"/>
                  </a:lnTo>
                  <a:lnTo>
                    <a:pt x="102990" y="178672"/>
                  </a:lnTo>
                  <a:lnTo>
                    <a:pt x="103545" y="177119"/>
                  </a:lnTo>
                  <a:lnTo>
                    <a:pt x="104123" y="175565"/>
                  </a:lnTo>
                  <a:lnTo>
                    <a:pt x="104721" y="174011"/>
                  </a:lnTo>
                  <a:lnTo>
                    <a:pt x="105334" y="172458"/>
                  </a:lnTo>
                  <a:lnTo>
                    <a:pt x="105959" y="170904"/>
                  </a:lnTo>
                  <a:lnTo>
                    <a:pt x="106594" y="169350"/>
                  </a:lnTo>
                  <a:lnTo>
                    <a:pt x="107237" y="167796"/>
                  </a:lnTo>
                  <a:lnTo>
                    <a:pt x="107886" y="166243"/>
                  </a:lnTo>
                  <a:lnTo>
                    <a:pt x="108536" y="164689"/>
                  </a:lnTo>
                  <a:lnTo>
                    <a:pt x="109186" y="163135"/>
                  </a:lnTo>
                  <a:lnTo>
                    <a:pt x="109834" y="161582"/>
                  </a:lnTo>
                  <a:lnTo>
                    <a:pt x="110475" y="160028"/>
                  </a:lnTo>
                  <a:lnTo>
                    <a:pt x="111109" y="158474"/>
                  </a:lnTo>
                  <a:lnTo>
                    <a:pt x="111735" y="156921"/>
                  </a:lnTo>
                  <a:lnTo>
                    <a:pt x="112350" y="155367"/>
                  </a:lnTo>
                  <a:lnTo>
                    <a:pt x="112953" y="153813"/>
                  </a:lnTo>
                  <a:lnTo>
                    <a:pt x="113539" y="152260"/>
                  </a:lnTo>
                  <a:lnTo>
                    <a:pt x="114111" y="150706"/>
                  </a:lnTo>
                  <a:lnTo>
                    <a:pt x="114669" y="149152"/>
                  </a:lnTo>
                  <a:lnTo>
                    <a:pt x="115211" y="147599"/>
                  </a:lnTo>
                  <a:lnTo>
                    <a:pt x="115737" y="146045"/>
                  </a:lnTo>
                  <a:lnTo>
                    <a:pt x="116243" y="144491"/>
                  </a:lnTo>
                  <a:lnTo>
                    <a:pt x="116735" y="142938"/>
                  </a:lnTo>
                  <a:lnTo>
                    <a:pt x="117212" y="141384"/>
                  </a:lnTo>
                  <a:lnTo>
                    <a:pt x="117675" y="139830"/>
                  </a:lnTo>
                  <a:lnTo>
                    <a:pt x="118122" y="138277"/>
                  </a:lnTo>
                  <a:lnTo>
                    <a:pt x="118556" y="136723"/>
                  </a:lnTo>
                  <a:lnTo>
                    <a:pt x="118979" y="135169"/>
                  </a:lnTo>
                  <a:lnTo>
                    <a:pt x="119392" y="133616"/>
                  </a:lnTo>
                  <a:lnTo>
                    <a:pt x="119797" y="132062"/>
                  </a:lnTo>
                  <a:lnTo>
                    <a:pt x="120194" y="130508"/>
                  </a:lnTo>
                  <a:lnTo>
                    <a:pt x="120586" y="128955"/>
                  </a:lnTo>
                  <a:lnTo>
                    <a:pt x="120975" y="127401"/>
                  </a:lnTo>
                  <a:lnTo>
                    <a:pt x="121363" y="125847"/>
                  </a:lnTo>
                  <a:lnTo>
                    <a:pt x="121750" y="124294"/>
                  </a:lnTo>
                  <a:lnTo>
                    <a:pt x="122141" y="122740"/>
                  </a:lnTo>
                  <a:lnTo>
                    <a:pt x="122534" y="121186"/>
                  </a:lnTo>
                  <a:lnTo>
                    <a:pt x="122933" y="119633"/>
                  </a:lnTo>
                  <a:lnTo>
                    <a:pt x="123338" y="118079"/>
                  </a:lnTo>
                  <a:lnTo>
                    <a:pt x="123752" y="116525"/>
                  </a:lnTo>
                  <a:lnTo>
                    <a:pt x="124176" y="114972"/>
                  </a:lnTo>
                  <a:lnTo>
                    <a:pt x="124609" y="113418"/>
                  </a:lnTo>
                  <a:lnTo>
                    <a:pt x="125053" y="111864"/>
                  </a:lnTo>
                  <a:lnTo>
                    <a:pt x="125508" y="110310"/>
                  </a:lnTo>
                  <a:lnTo>
                    <a:pt x="125976" y="108757"/>
                  </a:lnTo>
                  <a:lnTo>
                    <a:pt x="126457" y="107203"/>
                  </a:lnTo>
                  <a:lnTo>
                    <a:pt x="126949" y="105649"/>
                  </a:lnTo>
                  <a:lnTo>
                    <a:pt x="127452" y="104096"/>
                  </a:lnTo>
                  <a:lnTo>
                    <a:pt x="127966" y="102542"/>
                  </a:lnTo>
                  <a:lnTo>
                    <a:pt x="128493" y="100988"/>
                  </a:lnTo>
                  <a:lnTo>
                    <a:pt x="129028" y="99435"/>
                  </a:lnTo>
                  <a:lnTo>
                    <a:pt x="129571" y="97881"/>
                  </a:lnTo>
                  <a:lnTo>
                    <a:pt x="130121" y="96327"/>
                  </a:lnTo>
                  <a:lnTo>
                    <a:pt x="130677" y="94774"/>
                  </a:lnTo>
                  <a:lnTo>
                    <a:pt x="131238" y="93220"/>
                  </a:lnTo>
                  <a:lnTo>
                    <a:pt x="131801" y="91666"/>
                  </a:lnTo>
                  <a:lnTo>
                    <a:pt x="132365" y="90113"/>
                  </a:lnTo>
                  <a:lnTo>
                    <a:pt x="132928" y="88559"/>
                  </a:lnTo>
                  <a:lnTo>
                    <a:pt x="133489" y="87005"/>
                  </a:lnTo>
                  <a:lnTo>
                    <a:pt x="134044" y="85452"/>
                  </a:lnTo>
                  <a:lnTo>
                    <a:pt x="134594" y="83898"/>
                  </a:lnTo>
                  <a:lnTo>
                    <a:pt x="135136" y="82344"/>
                  </a:lnTo>
                  <a:lnTo>
                    <a:pt x="135669" y="80791"/>
                  </a:lnTo>
                  <a:lnTo>
                    <a:pt x="136189" y="79237"/>
                  </a:lnTo>
                  <a:lnTo>
                    <a:pt x="136695" y="77683"/>
                  </a:lnTo>
                  <a:lnTo>
                    <a:pt x="137188" y="76130"/>
                  </a:lnTo>
                  <a:lnTo>
                    <a:pt x="137667" y="74576"/>
                  </a:lnTo>
                  <a:lnTo>
                    <a:pt x="138130" y="73022"/>
                  </a:lnTo>
                  <a:lnTo>
                    <a:pt x="138570" y="71469"/>
                  </a:lnTo>
                  <a:lnTo>
                    <a:pt x="138992" y="69915"/>
                  </a:lnTo>
                  <a:lnTo>
                    <a:pt x="139396" y="68361"/>
                  </a:lnTo>
                  <a:lnTo>
                    <a:pt x="139781" y="66808"/>
                  </a:lnTo>
                  <a:lnTo>
                    <a:pt x="140145" y="65254"/>
                  </a:lnTo>
                  <a:lnTo>
                    <a:pt x="140483" y="63700"/>
                  </a:lnTo>
                  <a:lnTo>
                    <a:pt x="140802" y="62147"/>
                  </a:lnTo>
                  <a:lnTo>
                    <a:pt x="141101" y="60593"/>
                  </a:lnTo>
                  <a:lnTo>
                    <a:pt x="141380" y="59039"/>
                  </a:lnTo>
                  <a:lnTo>
                    <a:pt x="141635" y="57486"/>
                  </a:lnTo>
                  <a:lnTo>
                    <a:pt x="141867" y="55932"/>
                  </a:lnTo>
                  <a:lnTo>
                    <a:pt x="142081" y="54378"/>
                  </a:lnTo>
                  <a:lnTo>
                    <a:pt x="142277" y="52824"/>
                  </a:lnTo>
                  <a:lnTo>
                    <a:pt x="142454" y="51271"/>
                  </a:lnTo>
                  <a:lnTo>
                    <a:pt x="142610" y="49717"/>
                  </a:lnTo>
                  <a:lnTo>
                    <a:pt x="142748" y="48163"/>
                  </a:lnTo>
                  <a:lnTo>
                    <a:pt x="142872" y="46610"/>
                  </a:lnTo>
                  <a:lnTo>
                    <a:pt x="142981" y="45056"/>
                  </a:lnTo>
                  <a:lnTo>
                    <a:pt x="143077" y="43502"/>
                  </a:lnTo>
                  <a:lnTo>
                    <a:pt x="143157" y="41949"/>
                  </a:lnTo>
                  <a:lnTo>
                    <a:pt x="143226" y="40395"/>
                  </a:lnTo>
                  <a:lnTo>
                    <a:pt x="143286" y="38841"/>
                  </a:lnTo>
                  <a:lnTo>
                    <a:pt x="143338" y="37288"/>
                  </a:lnTo>
                  <a:lnTo>
                    <a:pt x="143382" y="35734"/>
                  </a:lnTo>
                  <a:lnTo>
                    <a:pt x="143419" y="34180"/>
                  </a:lnTo>
                  <a:lnTo>
                    <a:pt x="143451" y="32627"/>
                  </a:lnTo>
                  <a:lnTo>
                    <a:pt x="143481" y="31073"/>
                  </a:lnTo>
                  <a:lnTo>
                    <a:pt x="143509" y="29519"/>
                  </a:lnTo>
                  <a:lnTo>
                    <a:pt x="143535" y="27966"/>
                  </a:lnTo>
                  <a:lnTo>
                    <a:pt x="143563" y="26412"/>
                  </a:lnTo>
                  <a:lnTo>
                    <a:pt x="143592" y="24858"/>
                  </a:lnTo>
                  <a:lnTo>
                    <a:pt x="143624" y="23305"/>
                  </a:lnTo>
                  <a:lnTo>
                    <a:pt x="143659" y="21751"/>
                  </a:lnTo>
                  <a:lnTo>
                    <a:pt x="143700" y="20197"/>
                  </a:lnTo>
                  <a:lnTo>
                    <a:pt x="143746" y="18644"/>
                  </a:lnTo>
                  <a:lnTo>
                    <a:pt x="143798" y="17090"/>
                  </a:lnTo>
                  <a:lnTo>
                    <a:pt x="143856" y="15536"/>
                  </a:lnTo>
                  <a:lnTo>
                    <a:pt x="143922" y="13983"/>
                  </a:lnTo>
                  <a:lnTo>
                    <a:pt x="143996" y="12429"/>
                  </a:lnTo>
                  <a:lnTo>
                    <a:pt x="144078" y="10875"/>
                  </a:lnTo>
                  <a:lnTo>
                    <a:pt x="144167" y="9322"/>
                  </a:lnTo>
                  <a:lnTo>
                    <a:pt x="144264" y="7768"/>
                  </a:lnTo>
                  <a:lnTo>
                    <a:pt x="144368" y="6214"/>
                  </a:lnTo>
                  <a:lnTo>
                    <a:pt x="144482" y="4661"/>
                  </a:lnTo>
                  <a:lnTo>
                    <a:pt x="144601" y="3107"/>
                  </a:lnTo>
                  <a:lnTo>
                    <a:pt x="144727" y="1553"/>
                  </a:lnTo>
                  <a:lnTo>
                    <a:pt x="144859" y="0"/>
                  </a:lnTo>
                  <a:lnTo>
                    <a:pt x="152848" y="0"/>
                  </a:lnTo>
                  <a:lnTo>
                    <a:pt x="152980" y="1553"/>
                  </a:lnTo>
                  <a:lnTo>
                    <a:pt x="153105" y="3107"/>
                  </a:lnTo>
                  <a:lnTo>
                    <a:pt x="153225" y="4661"/>
                  </a:lnTo>
                  <a:lnTo>
                    <a:pt x="153338" y="6214"/>
                  </a:lnTo>
                  <a:lnTo>
                    <a:pt x="153443" y="7768"/>
                  </a:lnTo>
                  <a:lnTo>
                    <a:pt x="153539" y="9322"/>
                  </a:lnTo>
                  <a:lnTo>
                    <a:pt x="153629" y="10875"/>
                  </a:lnTo>
                  <a:lnTo>
                    <a:pt x="153710" y="12429"/>
                  </a:lnTo>
                  <a:lnTo>
                    <a:pt x="153785" y="13983"/>
                  </a:lnTo>
                  <a:lnTo>
                    <a:pt x="153850" y="15536"/>
                  </a:lnTo>
                  <a:lnTo>
                    <a:pt x="153909" y="17090"/>
                  </a:lnTo>
                  <a:lnTo>
                    <a:pt x="153961" y="18644"/>
                  </a:lnTo>
                  <a:lnTo>
                    <a:pt x="154007" y="20197"/>
                  </a:lnTo>
                  <a:lnTo>
                    <a:pt x="154048" y="21751"/>
                  </a:lnTo>
                  <a:lnTo>
                    <a:pt x="154083" y="23305"/>
                  </a:lnTo>
                  <a:lnTo>
                    <a:pt x="154115" y="24858"/>
                  </a:lnTo>
                  <a:lnTo>
                    <a:pt x="154144" y="26412"/>
                  </a:lnTo>
                  <a:lnTo>
                    <a:pt x="154171" y="27966"/>
                  </a:lnTo>
                  <a:lnTo>
                    <a:pt x="154198" y="29519"/>
                  </a:lnTo>
                  <a:lnTo>
                    <a:pt x="154226" y="31073"/>
                  </a:lnTo>
                  <a:lnTo>
                    <a:pt x="154255" y="32627"/>
                  </a:lnTo>
                  <a:lnTo>
                    <a:pt x="154288" y="34180"/>
                  </a:lnTo>
                  <a:lnTo>
                    <a:pt x="154325" y="35734"/>
                  </a:lnTo>
                  <a:lnTo>
                    <a:pt x="154369" y="37288"/>
                  </a:lnTo>
                  <a:lnTo>
                    <a:pt x="154420" y="38841"/>
                  </a:lnTo>
                  <a:lnTo>
                    <a:pt x="154481" y="40395"/>
                  </a:lnTo>
                  <a:lnTo>
                    <a:pt x="154550" y="41949"/>
                  </a:lnTo>
                  <a:lnTo>
                    <a:pt x="154630" y="43502"/>
                  </a:lnTo>
                  <a:lnTo>
                    <a:pt x="154726" y="45056"/>
                  </a:lnTo>
                  <a:lnTo>
                    <a:pt x="154835" y="46610"/>
                  </a:lnTo>
                  <a:lnTo>
                    <a:pt x="154959" y="48163"/>
                  </a:lnTo>
                  <a:lnTo>
                    <a:pt x="155097" y="49717"/>
                  </a:lnTo>
                  <a:lnTo>
                    <a:pt x="155253" y="51271"/>
                  </a:lnTo>
                  <a:lnTo>
                    <a:pt x="155430" y="52824"/>
                  </a:lnTo>
                  <a:lnTo>
                    <a:pt x="155626" y="54378"/>
                  </a:lnTo>
                  <a:lnTo>
                    <a:pt x="155839" y="55932"/>
                  </a:lnTo>
                  <a:lnTo>
                    <a:pt x="156072" y="57486"/>
                  </a:lnTo>
                  <a:lnTo>
                    <a:pt x="156327" y="59039"/>
                  </a:lnTo>
                  <a:lnTo>
                    <a:pt x="156606" y="60593"/>
                  </a:lnTo>
                  <a:lnTo>
                    <a:pt x="156905" y="62147"/>
                  </a:lnTo>
                  <a:lnTo>
                    <a:pt x="157223" y="63700"/>
                  </a:lnTo>
                  <a:lnTo>
                    <a:pt x="157562" y="65254"/>
                  </a:lnTo>
                  <a:lnTo>
                    <a:pt x="157926" y="66808"/>
                  </a:lnTo>
                  <a:lnTo>
                    <a:pt x="158311" y="68361"/>
                  </a:lnTo>
                  <a:lnTo>
                    <a:pt x="158715" y="69915"/>
                  </a:lnTo>
                  <a:lnTo>
                    <a:pt x="159137" y="71469"/>
                  </a:lnTo>
                  <a:lnTo>
                    <a:pt x="159577" y="73022"/>
                  </a:lnTo>
                  <a:lnTo>
                    <a:pt x="160040" y="74576"/>
                  </a:lnTo>
                  <a:lnTo>
                    <a:pt x="160518" y="76130"/>
                  </a:lnTo>
                  <a:lnTo>
                    <a:pt x="161011" y="77683"/>
                  </a:lnTo>
                  <a:lnTo>
                    <a:pt x="161518" y="79237"/>
                  </a:lnTo>
                  <a:lnTo>
                    <a:pt x="162038" y="80791"/>
                  </a:lnTo>
                  <a:lnTo>
                    <a:pt x="162571" y="82344"/>
                  </a:lnTo>
                  <a:lnTo>
                    <a:pt x="163113" y="83898"/>
                  </a:lnTo>
                  <a:lnTo>
                    <a:pt x="163662" y="85452"/>
                  </a:lnTo>
                  <a:lnTo>
                    <a:pt x="164218" y="87005"/>
                  </a:lnTo>
                  <a:lnTo>
                    <a:pt x="164778" y="88559"/>
                  </a:lnTo>
                  <a:lnTo>
                    <a:pt x="165342" y="90113"/>
                  </a:lnTo>
                  <a:lnTo>
                    <a:pt x="165906" y="91666"/>
                  </a:lnTo>
                  <a:lnTo>
                    <a:pt x="166469" y="93220"/>
                  </a:lnTo>
                  <a:lnTo>
                    <a:pt x="167030" y="94774"/>
                  </a:lnTo>
                  <a:lnTo>
                    <a:pt x="167586" y="96327"/>
                  </a:lnTo>
                  <a:lnTo>
                    <a:pt x="168136" y="97881"/>
                  </a:lnTo>
                  <a:lnTo>
                    <a:pt x="168679" y="99435"/>
                  </a:lnTo>
                  <a:lnTo>
                    <a:pt x="169214" y="100988"/>
                  </a:lnTo>
                  <a:lnTo>
                    <a:pt x="169741" y="102542"/>
                  </a:lnTo>
                  <a:lnTo>
                    <a:pt x="170254" y="104096"/>
                  </a:lnTo>
                  <a:lnTo>
                    <a:pt x="170757" y="105649"/>
                  </a:lnTo>
                  <a:lnTo>
                    <a:pt x="171249" y="107203"/>
                  </a:lnTo>
                  <a:lnTo>
                    <a:pt x="171730" y="108757"/>
                  </a:lnTo>
                  <a:lnTo>
                    <a:pt x="172199" y="110310"/>
                  </a:lnTo>
                  <a:lnTo>
                    <a:pt x="172653" y="111864"/>
                  </a:lnTo>
                  <a:lnTo>
                    <a:pt x="173097" y="113418"/>
                  </a:lnTo>
                  <a:lnTo>
                    <a:pt x="173531" y="114972"/>
                  </a:lnTo>
                  <a:lnTo>
                    <a:pt x="173955" y="116525"/>
                  </a:lnTo>
                  <a:lnTo>
                    <a:pt x="174368" y="118079"/>
                  </a:lnTo>
                  <a:lnTo>
                    <a:pt x="174773" y="119633"/>
                  </a:lnTo>
                  <a:lnTo>
                    <a:pt x="175172" y="121186"/>
                  </a:lnTo>
                  <a:lnTo>
                    <a:pt x="175566" y="122740"/>
                  </a:lnTo>
                  <a:lnTo>
                    <a:pt x="175956" y="124294"/>
                  </a:lnTo>
                  <a:lnTo>
                    <a:pt x="176344" y="125847"/>
                  </a:lnTo>
                  <a:lnTo>
                    <a:pt x="176731" y="127401"/>
                  </a:lnTo>
                  <a:lnTo>
                    <a:pt x="177121" y="128955"/>
                  </a:lnTo>
                  <a:lnTo>
                    <a:pt x="177513" y="130508"/>
                  </a:lnTo>
                  <a:lnTo>
                    <a:pt x="177909" y="132062"/>
                  </a:lnTo>
                  <a:lnTo>
                    <a:pt x="178315" y="133616"/>
                  </a:lnTo>
                  <a:lnTo>
                    <a:pt x="178728" y="135169"/>
                  </a:lnTo>
                  <a:lnTo>
                    <a:pt x="179151" y="136723"/>
                  </a:lnTo>
                  <a:lnTo>
                    <a:pt x="179585" y="138277"/>
                  </a:lnTo>
                  <a:lnTo>
                    <a:pt x="180031" y="139830"/>
                  </a:lnTo>
                  <a:lnTo>
                    <a:pt x="180495" y="141384"/>
                  </a:lnTo>
                  <a:lnTo>
                    <a:pt x="180972" y="142938"/>
                  </a:lnTo>
                  <a:lnTo>
                    <a:pt x="181463" y="144491"/>
                  </a:lnTo>
                  <a:lnTo>
                    <a:pt x="181970" y="146045"/>
                  </a:lnTo>
                  <a:lnTo>
                    <a:pt x="182495" y="147599"/>
                  </a:lnTo>
                  <a:lnTo>
                    <a:pt x="183038" y="149152"/>
                  </a:lnTo>
                  <a:lnTo>
                    <a:pt x="183596" y="150706"/>
                  </a:lnTo>
                  <a:lnTo>
                    <a:pt x="184168" y="152260"/>
                  </a:lnTo>
                  <a:lnTo>
                    <a:pt x="184754" y="153813"/>
                  </a:lnTo>
                  <a:lnTo>
                    <a:pt x="185357" y="155367"/>
                  </a:lnTo>
                  <a:lnTo>
                    <a:pt x="185972" y="156921"/>
                  </a:lnTo>
                  <a:lnTo>
                    <a:pt x="186597" y="158474"/>
                  </a:lnTo>
                  <a:lnTo>
                    <a:pt x="187231" y="160028"/>
                  </a:lnTo>
                  <a:lnTo>
                    <a:pt x="187873" y="161582"/>
                  </a:lnTo>
                  <a:lnTo>
                    <a:pt x="188521" y="163135"/>
                  </a:lnTo>
                  <a:lnTo>
                    <a:pt x="189171" y="164689"/>
                  </a:lnTo>
                  <a:lnTo>
                    <a:pt x="189821" y="166243"/>
                  </a:lnTo>
                  <a:lnTo>
                    <a:pt x="190469" y="167796"/>
                  </a:lnTo>
                  <a:lnTo>
                    <a:pt x="191113" y="169350"/>
                  </a:lnTo>
                  <a:lnTo>
                    <a:pt x="191748" y="170904"/>
                  </a:lnTo>
                  <a:lnTo>
                    <a:pt x="192373" y="172458"/>
                  </a:lnTo>
                  <a:lnTo>
                    <a:pt x="192985" y="174011"/>
                  </a:lnTo>
                  <a:lnTo>
                    <a:pt x="193584" y="175565"/>
                  </a:lnTo>
                  <a:lnTo>
                    <a:pt x="194161" y="177119"/>
                  </a:lnTo>
                  <a:lnTo>
                    <a:pt x="194716" y="178672"/>
                  </a:lnTo>
                  <a:lnTo>
                    <a:pt x="195249" y="180226"/>
                  </a:lnTo>
                  <a:lnTo>
                    <a:pt x="195758" y="181780"/>
                  </a:lnTo>
                  <a:lnTo>
                    <a:pt x="196241" y="183333"/>
                  </a:lnTo>
                  <a:lnTo>
                    <a:pt x="196688" y="184887"/>
                  </a:lnTo>
                  <a:lnTo>
                    <a:pt x="197103" y="186441"/>
                  </a:lnTo>
                  <a:lnTo>
                    <a:pt x="197488" y="187994"/>
                  </a:lnTo>
                  <a:lnTo>
                    <a:pt x="197841" y="189548"/>
                  </a:lnTo>
                  <a:lnTo>
                    <a:pt x="198160" y="191102"/>
                  </a:lnTo>
                  <a:lnTo>
                    <a:pt x="198435" y="192655"/>
                  </a:lnTo>
                  <a:lnTo>
                    <a:pt x="198676" y="194209"/>
                  </a:lnTo>
                  <a:lnTo>
                    <a:pt x="198884" y="195763"/>
                  </a:lnTo>
                  <a:lnTo>
                    <a:pt x="199058" y="197316"/>
                  </a:lnTo>
                  <a:lnTo>
                    <a:pt x="199195" y="198870"/>
                  </a:lnTo>
                  <a:lnTo>
                    <a:pt x="199292" y="200424"/>
                  </a:lnTo>
                  <a:lnTo>
                    <a:pt x="199360" y="201977"/>
                  </a:lnTo>
                  <a:lnTo>
                    <a:pt x="199398" y="203531"/>
                  </a:lnTo>
                  <a:lnTo>
                    <a:pt x="199408" y="205085"/>
                  </a:lnTo>
                  <a:lnTo>
                    <a:pt x="199386" y="206638"/>
                  </a:lnTo>
                  <a:lnTo>
                    <a:pt x="199339" y="208192"/>
                  </a:lnTo>
                  <a:lnTo>
                    <a:pt x="199272" y="209746"/>
                  </a:lnTo>
                  <a:lnTo>
                    <a:pt x="199186" y="211299"/>
                  </a:lnTo>
                  <a:lnTo>
                    <a:pt x="199085" y="212853"/>
                  </a:lnTo>
                  <a:lnTo>
                    <a:pt x="198968" y="214407"/>
                  </a:lnTo>
                  <a:lnTo>
                    <a:pt x="198843" y="215960"/>
                  </a:lnTo>
                  <a:lnTo>
                    <a:pt x="198714" y="217514"/>
                  </a:lnTo>
                  <a:lnTo>
                    <a:pt x="198584" y="219068"/>
                  </a:lnTo>
                  <a:lnTo>
                    <a:pt x="198457" y="220621"/>
                  </a:lnTo>
                  <a:lnTo>
                    <a:pt x="198338" y="222175"/>
                  </a:lnTo>
                  <a:lnTo>
                    <a:pt x="198232" y="223729"/>
                  </a:lnTo>
                  <a:lnTo>
                    <a:pt x="198141" y="225282"/>
                  </a:lnTo>
                  <a:lnTo>
                    <a:pt x="198069" y="226836"/>
                  </a:lnTo>
                  <a:lnTo>
                    <a:pt x="198024" y="228390"/>
                  </a:lnTo>
                  <a:lnTo>
                    <a:pt x="198012" y="229944"/>
                  </a:lnTo>
                  <a:lnTo>
                    <a:pt x="198033" y="231497"/>
                  </a:lnTo>
                  <a:lnTo>
                    <a:pt x="198089" y="233051"/>
                  </a:lnTo>
                  <a:lnTo>
                    <a:pt x="198184" y="234605"/>
                  </a:lnTo>
                  <a:lnTo>
                    <a:pt x="198333" y="236158"/>
                  </a:lnTo>
                  <a:lnTo>
                    <a:pt x="198535" y="237712"/>
                  </a:lnTo>
                  <a:lnTo>
                    <a:pt x="198787" y="239266"/>
                  </a:lnTo>
                  <a:lnTo>
                    <a:pt x="199093" y="240819"/>
                  </a:lnTo>
                  <a:lnTo>
                    <a:pt x="199453" y="242373"/>
                  </a:lnTo>
                  <a:lnTo>
                    <a:pt x="199894" y="243927"/>
                  </a:lnTo>
                  <a:lnTo>
                    <a:pt x="200396" y="245480"/>
                  </a:lnTo>
                  <a:lnTo>
                    <a:pt x="200962" y="247034"/>
                  </a:lnTo>
                  <a:lnTo>
                    <a:pt x="201592" y="248588"/>
                  </a:lnTo>
                  <a:lnTo>
                    <a:pt x="202293" y="250141"/>
                  </a:lnTo>
                  <a:lnTo>
                    <a:pt x="203080" y="251695"/>
                  </a:lnTo>
                  <a:lnTo>
                    <a:pt x="203935" y="253249"/>
                  </a:lnTo>
                  <a:lnTo>
                    <a:pt x="204857" y="254802"/>
                  </a:lnTo>
                  <a:lnTo>
                    <a:pt x="205847" y="256356"/>
                  </a:lnTo>
                  <a:lnTo>
                    <a:pt x="206917" y="257910"/>
                  </a:lnTo>
                  <a:lnTo>
                    <a:pt x="208064" y="259463"/>
                  </a:lnTo>
                  <a:lnTo>
                    <a:pt x="209277" y="261017"/>
                  </a:lnTo>
                  <a:lnTo>
                    <a:pt x="210552" y="262571"/>
                  </a:lnTo>
                  <a:lnTo>
                    <a:pt x="211889" y="264124"/>
                  </a:lnTo>
                  <a:lnTo>
                    <a:pt x="213302" y="265678"/>
                  </a:lnTo>
                  <a:lnTo>
                    <a:pt x="214776" y="267232"/>
                  </a:lnTo>
                  <a:lnTo>
                    <a:pt x="216303" y="268785"/>
                  </a:lnTo>
                  <a:lnTo>
                    <a:pt x="217881" y="270339"/>
                  </a:lnTo>
                  <a:lnTo>
                    <a:pt x="219507" y="271893"/>
                  </a:lnTo>
                  <a:lnTo>
                    <a:pt x="221192" y="273446"/>
                  </a:lnTo>
                  <a:lnTo>
                    <a:pt x="222915" y="275000"/>
                  </a:lnTo>
                  <a:lnTo>
                    <a:pt x="224674" y="276554"/>
                  </a:lnTo>
                  <a:lnTo>
                    <a:pt x="226466" y="278107"/>
                  </a:lnTo>
                  <a:lnTo>
                    <a:pt x="228288" y="279661"/>
                  </a:lnTo>
                  <a:lnTo>
                    <a:pt x="230139" y="281215"/>
                  </a:lnTo>
                  <a:lnTo>
                    <a:pt x="232008" y="282768"/>
                  </a:lnTo>
                  <a:lnTo>
                    <a:pt x="233891" y="284322"/>
                  </a:lnTo>
                  <a:lnTo>
                    <a:pt x="235784" y="285876"/>
                  </a:lnTo>
                  <a:lnTo>
                    <a:pt x="237685" y="287430"/>
                  </a:lnTo>
                  <a:lnTo>
                    <a:pt x="239586" y="288983"/>
                  </a:lnTo>
                  <a:lnTo>
                    <a:pt x="241483" y="290537"/>
                  </a:lnTo>
                  <a:lnTo>
                    <a:pt x="243372" y="292091"/>
                  </a:lnTo>
                  <a:lnTo>
                    <a:pt x="245251" y="293644"/>
                  </a:lnTo>
                  <a:lnTo>
                    <a:pt x="247109" y="295198"/>
                  </a:lnTo>
                  <a:lnTo>
                    <a:pt x="248945" y="296752"/>
                  </a:lnTo>
                  <a:lnTo>
                    <a:pt x="250757" y="298305"/>
                  </a:lnTo>
                  <a:lnTo>
                    <a:pt x="252541" y="299859"/>
                  </a:lnTo>
                  <a:lnTo>
                    <a:pt x="254293" y="301413"/>
                  </a:lnTo>
                  <a:lnTo>
                    <a:pt x="255999" y="302966"/>
                  </a:lnTo>
                  <a:lnTo>
                    <a:pt x="257665" y="304520"/>
                  </a:lnTo>
                  <a:lnTo>
                    <a:pt x="258876" y="305679"/>
                  </a:lnTo>
                  <a:lnTo>
                    <a:pt x="259288" y="306074"/>
                  </a:lnTo>
                  <a:lnTo>
                    <a:pt x="260866" y="307627"/>
                  </a:lnTo>
                  <a:lnTo>
                    <a:pt x="262390" y="309181"/>
                  </a:lnTo>
                  <a:lnTo>
                    <a:pt x="263850" y="310735"/>
                  </a:lnTo>
                  <a:lnTo>
                    <a:pt x="265254" y="312288"/>
                  </a:lnTo>
                  <a:lnTo>
                    <a:pt x="266600" y="313842"/>
                  </a:lnTo>
                  <a:lnTo>
                    <a:pt x="267886" y="315396"/>
                  </a:lnTo>
                  <a:lnTo>
                    <a:pt x="269096" y="316949"/>
                  </a:lnTo>
                  <a:lnTo>
                    <a:pt x="270231" y="318503"/>
                  </a:lnTo>
                  <a:lnTo>
                    <a:pt x="271297" y="320057"/>
                  </a:lnTo>
                  <a:lnTo>
                    <a:pt x="272295" y="321610"/>
                  </a:lnTo>
                  <a:lnTo>
                    <a:pt x="273221" y="323164"/>
                  </a:lnTo>
                  <a:lnTo>
                    <a:pt x="274051" y="324718"/>
                  </a:lnTo>
                  <a:lnTo>
                    <a:pt x="274804" y="326271"/>
                  </a:lnTo>
                  <a:lnTo>
                    <a:pt x="275483" y="327825"/>
                  </a:lnTo>
                  <a:lnTo>
                    <a:pt x="276086" y="329379"/>
                  </a:lnTo>
                  <a:lnTo>
                    <a:pt x="276610" y="330932"/>
                  </a:lnTo>
                  <a:lnTo>
                    <a:pt x="277037" y="332486"/>
                  </a:lnTo>
                  <a:lnTo>
                    <a:pt x="277390" y="334040"/>
                  </a:lnTo>
                  <a:lnTo>
                    <a:pt x="277671" y="335593"/>
                  </a:lnTo>
                  <a:lnTo>
                    <a:pt x="277882" y="337147"/>
                  </a:lnTo>
                  <a:lnTo>
                    <a:pt x="278015" y="338701"/>
                  </a:lnTo>
                  <a:lnTo>
                    <a:pt x="278070" y="340255"/>
                  </a:lnTo>
                  <a:lnTo>
                    <a:pt x="278066" y="341808"/>
                  </a:lnTo>
                  <a:lnTo>
                    <a:pt x="278006" y="343362"/>
                  </a:lnTo>
                  <a:lnTo>
                    <a:pt x="277893" y="344916"/>
                  </a:lnTo>
                  <a:lnTo>
                    <a:pt x="277723" y="346469"/>
                  </a:lnTo>
                  <a:lnTo>
                    <a:pt x="277510" y="348023"/>
                  </a:lnTo>
                  <a:lnTo>
                    <a:pt x="277265" y="349577"/>
                  </a:lnTo>
                  <a:lnTo>
                    <a:pt x="276994" y="351130"/>
                  </a:lnTo>
                  <a:lnTo>
                    <a:pt x="276702" y="352684"/>
                  </a:lnTo>
                  <a:lnTo>
                    <a:pt x="276394" y="354238"/>
                  </a:lnTo>
                  <a:lnTo>
                    <a:pt x="276085" y="355791"/>
                  </a:lnTo>
                  <a:lnTo>
                    <a:pt x="275781" y="357345"/>
                  </a:lnTo>
                  <a:lnTo>
                    <a:pt x="275489" y="358899"/>
                  </a:lnTo>
                  <a:lnTo>
                    <a:pt x="275216" y="360452"/>
                  </a:lnTo>
                  <a:lnTo>
                    <a:pt x="274980" y="362006"/>
                  </a:lnTo>
                  <a:lnTo>
                    <a:pt x="274781" y="363560"/>
                  </a:lnTo>
                  <a:lnTo>
                    <a:pt x="274625" y="365113"/>
                  </a:lnTo>
                  <a:lnTo>
                    <a:pt x="274517" y="366667"/>
                  </a:lnTo>
                  <a:lnTo>
                    <a:pt x="274472" y="368221"/>
                  </a:lnTo>
                  <a:lnTo>
                    <a:pt x="274500" y="369774"/>
                  </a:lnTo>
                  <a:lnTo>
                    <a:pt x="274594" y="371328"/>
                  </a:lnTo>
                  <a:lnTo>
                    <a:pt x="274756" y="372882"/>
                  </a:lnTo>
                  <a:lnTo>
                    <a:pt x="274990" y="374435"/>
                  </a:lnTo>
                  <a:lnTo>
                    <a:pt x="275316" y="375989"/>
                  </a:lnTo>
                  <a:lnTo>
                    <a:pt x="275725" y="377543"/>
                  </a:lnTo>
                  <a:lnTo>
                    <a:pt x="276208" y="379096"/>
                  </a:lnTo>
                  <a:lnTo>
                    <a:pt x="276765" y="380650"/>
                  </a:lnTo>
                  <a:lnTo>
                    <a:pt x="277394" y="382204"/>
                  </a:lnTo>
                  <a:lnTo>
                    <a:pt x="278116" y="383757"/>
                  </a:lnTo>
                  <a:lnTo>
                    <a:pt x="278902" y="385311"/>
                  </a:lnTo>
                  <a:lnTo>
                    <a:pt x="279748" y="386865"/>
                  </a:lnTo>
                  <a:lnTo>
                    <a:pt x="280649" y="388418"/>
                  </a:lnTo>
                  <a:lnTo>
                    <a:pt x="281603" y="389972"/>
                  </a:lnTo>
                  <a:lnTo>
                    <a:pt x="282608" y="391526"/>
                  </a:lnTo>
                  <a:lnTo>
                    <a:pt x="283513" y="392884"/>
                  </a:lnTo>
                  <a:lnTo>
                    <a:pt x="283644" y="393079"/>
                  </a:lnTo>
                  <a:lnTo>
                    <a:pt x="284704" y="394633"/>
                  </a:lnTo>
                  <a:lnTo>
                    <a:pt x="285781" y="396187"/>
                  </a:lnTo>
                  <a:lnTo>
                    <a:pt x="286867" y="397741"/>
                  </a:lnTo>
                  <a:lnTo>
                    <a:pt x="287950" y="399294"/>
                  </a:lnTo>
                  <a:lnTo>
                    <a:pt x="289018" y="400848"/>
                  </a:lnTo>
                  <a:lnTo>
                    <a:pt x="290066" y="402402"/>
                  </a:lnTo>
                  <a:lnTo>
                    <a:pt x="291086" y="403955"/>
                  </a:lnTo>
                  <a:lnTo>
                    <a:pt x="292057" y="405509"/>
                  </a:lnTo>
                  <a:lnTo>
                    <a:pt x="292973" y="407063"/>
                  </a:lnTo>
                  <a:lnTo>
                    <a:pt x="293833" y="408616"/>
                  </a:lnTo>
                  <a:lnTo>
                    <a:pt x="294629" y="410170"/>
                  </a:lnTo>
                  <a:lnTo>
                    <a:pt x="295356" y="411724"/>
                  </a:lnTo>
                  <a:lnTo>
                    <a:pt x="295978" y="413277"/>
                  </a:lnTo>
                  <a:lnTo>
                    <a:pt x="296515" y="414831"/>
                  </a:lnTo>
                  <a:lnTo>
                    <a:pt x="296962" y="416385"/>
                  </a:lnTo>
                  <a:lnTo>
                    <a:pt x="297317" y="417938"/>
                  </a:lnTo>
                  <a:lnTo>
                    <a:pt x="297566" y="419492"/>
                  </a:lnTo>
                  <a:lnTo>
                    <a:pt x="297688" y="421046"/>
                  </a:lnTo>
                  <a:lnTo>
                    <a:pt x="297707" y="422599"/>
                  </a:lnTo>
                  <a:lnTo>
                    <a:pt x="297622" y="424153"/>
                  </a:lnTo>
                  <a:lnTo>
                    <a:pt x="297433" y="425707"/>
                  </a:lnTo>
                  <a:lnTo>
                    <a:pt x="297117" y="427260"/>
                  </a:lnTo>
                  <a:lnTo>
                    <a:pt x="296679" y="428814"/>
                  </a:lnTo>
                  <a:lnTo>
                    <a:pt x="296138" y="430368"/>
                  </a:lnTo>
                  <a:lnTo>
                    <a:pt x="295495" y="431921"/>
                  </a:lnTo>
                  <a:lnTo>
                    <a:pt x="294752" y="433475"/>
                  </a:lnTo>
                  <a:lnTo>
                    <a:pt x="293883" y="435029"/>
                  </a:lnTo>
                  <a:lnTo>
                    <a:pt x="292914" y="436582"/>
                  </a:lnTo>
                  <a:lnTo>
                    <a:pt x="291856" y="438136"/>
                  </a:lnTo>
                  <a:lnTo>
                    <a:pt x="290710" y="439690"/>
                  </a:lnTo>
                  <a:lnTo>
                    <a:pt x="289479" y="441243"/>
                  </a:lnTo>
                  <a:lnTo>
                    <a:pt x="288145" y="442797"/>
                  </a:lnTo>
                  <a:lnTo>
                    <a:pt x="286738" y="444351"/>
                  </a:lnTo>
                  <a:lnTo>
                    <a:pt x="285263" y="445904"/>
                  </a:lnTo>
                  <a:lnTo>
                    <a:pt x="283725" y="447458"/>
                  </a:lnTo>
                  <a:lnTo>
                    <a:pt x="282120" y="449012"/>
                  </a:lnTo>
                  <a:lnTo>
                    <a:pt x="280450" y="450565"/>
                  </a:lnTo>
                  <a:lnTo>
                    <a:pt x="278733" y="452119"/>
                  </a:lnTo>
                  <a:lnTo>
                    <a:pt x="276974" y="453673"/>
                  </a:lnTo>
                  <a:lnTo>
                    <a:pt x="275177" y="455227"/>
                  </a:lnTo>
                  <a:lnTo>
                    <a:pt x="273339" y="456780"/>
                  </a:lnTo>
                  <a:lnTo>
                    <a:pt x="271472" y="458334"/>
                  </a:lnTo>
                  <a:lnTo>
                    <a:pt x="269583" y="459888"/>
                  </a:lnTo>
                  <a:lnTo>
                    <a:pt x="267676" y="461441"/>
                  </a:lnTo>
                  <a:lnTo>
                    <a:pt x="265756" y="462995"/>
                  </a:lnTo>
                  <a:lnTo>
                    <a:pt x="265197" y="463445"/>
                  </a:lnTo>
                  <a:lnTo>
                    <a:pt x="263825" y="464549"/>
                  </a:lnTo>
                  <a:lnTo>
                    <a:pt x="261892" y="466102"/>
                  </a:lnTo>
                  <a:lnTo>
                    <a:pt x="259960" y="467656"/>
                  </a:lnTo>
                  <a:lnTo>
                    <a:pt x="258034" y="469210"/>
                  </a:lnTo>
                  <a:lnTo>
                    <a:pt x="256115" y="470763"/>
                  </a:lnTo>
                  <a:lnTo>
                    <a:pt x="254215" y="472317"/>
                  </a:lnTo>
                  <a:lnTo>
                    <a:pt x="252331" y="473871"/>
                  </a:lnTo>
                  <a:lnTo>
                    <a:pt x="250469" y="475424"/>
                  </a:lnTo>
                  <a:lnTo>
                    <a:pt x="248629" y="476978"/>
                  </a:lnTo>
                  <a:lnTo>
                    <a:pt x="246819" y="478532"/>
                  </a:lnTo>
                  <a:lnTo>
                    <a:pt x="245046" y="480085"/>
                  </a:lnTo>
                  <a:lnTo>
                    <a:pt x="243305" y="481639"/>
                  </a:lnTo>
                  <a:lnTo>
                    <a:pt x="241599" y="483193"/>
                  </a:lnTo>
                  <a:lnTo>
                    <a:pt x="239930" y="484746"/>
                  </a:lnTo>
                  <a:lnTo>
                    <a:pt x="238308" y="486300"/>
                  </a:lnTo>
                  <a:lnTo>
                    <a:pt x="236732" y="487854"/>
                  </a:lnTo>
                  <a:lnTo>
                    <a:pt x="235198" y="489407"/>
                  </a:lnTo>
                  <a:lnTo>
                    <a:pt x="233708" y="490961"/>
                  </a:lnTo>
                  <a:lnTo>
                    <a:pt x="232261" y="492515"/>
                  </a:lnTo>
                  <a:lnTo>
                    <a:pt x="230874" y="494068"/>
                  </a:lnTo>
                  <a:lnTo>
                    <a:pt x="229534" y="495622"/>
                  </a:lnTo>
                  <a:lnTo>
                    <a:pt x="228240" y="497176"/>
                  </a:lnTo>
                  <a:lnTo>
                    <a:pt x="226991" y="498729"/>
                  </a:lnTo>
                  <a:lnTo>
                    <a:pt x="225789" y="500283"/>
                  </a:lnTo>
                  <a:lnTo>
                    <a:pt x="224646" y="501837"/>
                  </a:lnTo>
                  <a:lnTo>
                    <a:pt x="223545" y="503390"/>
                  </a:lnTo>
                  <a:lnTo>
                    <a:pt x="222486" y="504944"/>
                  </a:lnTo>
                  <a:lnTo>
                    <a:pt x="221468" y="506498"/>
                  </a:lnTo>
                  <a:lnTo>
                    <a:pt x="220496" y="508051"/>
                  </a:lnTo>
                  <a:lnTo>
                    <a:pt x="219569" y="509605"/>
                  </a:lnTo>
                  <a:lnTo>
                    <a:pt x="218676" y="511159"/>
                  </a:lnTo>
                  <a:lnTo>
                    <a:pt x="217816" y="512713"/>
                  </a:lnTo>
                  <a:lnTo>
                    <a:pt x="216987" y="514266"/>
                  </a:lnTo>
                  <a:lnTo>
                    <a:pt x="216193" y="515820"/>
                  </a:lnTo>
                  <a:lnTo>
                    <a:pt x="215427" y="517374"/>
                  </a:lnTo>
                  <a:lnTo>
                    <a:pt x="214683" y="518927"/>
                  </a:lnTo>
                  <a:lnTo>
                    <a:pt x="213959" y="520481"/>
                  </a:lnTo>
                  <a:lnTo>
                    <a:pt x="213253" y="522035"/>
                  </a:lnTo>
                  <a:lnTo>
                    <a:pt x="212567" y="523588"/>
                  </a:lnTo>
                  <a:lnTo>
                    <a:pt x="211892" y="525142"/>
                  </a:lnTo>
                  <a:lnTo>
                    <a:pt x="211226" y="526696"/>
                  </a:lnTo>
                  <a:lnTo>
                    <a:pt x="210567" y="528249"/>
                  </a:lnTo>
                  <a:lnTo>
                    <a:pt x="209913" y="529803"/>
                  </a:lnTo>
                  <a:lnTo>
                    <a:pt x="209262" y="531357"/>
                  </a:lnTo>
                  <a:lnTo>
                    <a:pt x="208611" y="532910"/>
                  </a:lnTo>
                  <a:lnTo>
                    <a:pt x="207958" y="534464"/>
                  </a:lnTo>
                  <a:lnTo>
                    <a:pt x="207303" y="536018"/>
                  </a:lnTo>
                  <a:lnTo>
                    <a:pt x="206643" y="537571"/>
                  </a:lnTo>
                  <a:lnTo>
                    <a:pt x="205976" y="539125"/>
                  </a:lnTo>
                  <a:lnTo>
                    <a:pt x="205303" y="540679"/>
                  </a:lnTo>
                  <a:lnTo>
                    <a:pt x="204623" y="542232"/>
                  </a:lnTo>
                  <a:lnTo>
                    <a:pt x="203936" y="543786"/>
                  </a:lnTo>
                  <a:lnTo>
                    <a:pt x="203241" y="545340"/>
                  </a:lnTo>
                  <a:lnTo>
                    <a:pt x="202539" y="546893"/>
                  </a:lnTo>
                  <a:lnTo>
                    <a:pt x="201830" y="548447"/>
                  </a:lnTo>
                  <a:lnTo>
                    <a:pt x="201116" y="550001"/>
                  </a:lnTo>
                  <a:lnTo>
                    <a:pt x="200397" y="551554"/>
                  </a:lnTo>
                  <a:lnTo>
                    <a:pt x="199673" y="553108"/>
                  </a:lnTo>
                  <a:lnTo>
                    <a:pt x="198948" y="554662"/>
                  </a:lnTo>
                  <a:lnTo>
                    <a:pt x="198222" y="556215"/>
                  </a:lnTo>
                  <a:lnTo>
                    <a:pt x="197496" y="557769"/>
                  </a:lnTo>
                  <a:lnTo>
                    <a:pt x="196773" y="559323"/>
                  </a:lnTo>
                  <a:lnTo>
                    <a:pt x="196054" y="560876"/>
                  </a:lnTo>
                  <a:lnTo>
                    <a:pt x="195341" y="562430"/>
                  </a:lnTo>
                  <a:lnTo>
                    <a:pt x="194635" y="563984"/>
                  </a:lnTo>
                  <a:lnTo>
                    <a:pt x="193938" y="565537"/>
                  </a:lnTo>
                  <a:lnTo>
                    <a:pt x="193252" y="567091"/>
                  </a:lnTo>
                  <a:lnTo>
                    <a:pt x="192580" y="568645"/>
                  </a:lnTo>
                  <a:lnTo>
                    <a:pt x="191921" y="570199"/>
                  </a:lnTo>
                  <a:lnTo>
                    <a:pt x="191277" y="571752"/>
                  </a:lnTo>
                  <a:lnTo>
                    <a:pt x="190646" y="573306"/>
                  </a:lnTo>
                  <a:lnTo>
                    <a:pt x="190037" y="574860"/>
                  </a:lnTo>
                  <a:lnTo>
                    <a:pt x="189445" y="576413"/>
                  </a:lnTo>
                  <a:lnTo>
                    <a:pt x="188870" y="577967"/>
                  </a:lnTo>
                  <a:lnTo>
                    <a:pt x="188312" y="579521"/>
                  </a:lnTo>
                  <a:lnTo>
                    <a:pt x="187772" y="581074"/>
                  </a:lnTo>
                  <a:lnTo>
                    <a:pt x="187255" y="582628"/>
                  </a:lnTo>
                  <a:lnTo>
                    <a:pt x="186755" y="584182"/>
                  </a:lnTo>
                  <a:lnTo>
                    <a:pt x="186271" y="585735"/>
                  </a:lnTo>
                  <a:lnTo>
                    <a:pt x="185802" y="587289"/>
                  </a:lnTo>
                  <a:lnTo>
                    <a:pt x="185350" y="588843"/>
                  </a:lnTo>
                  <a:lnTo>
                    <a:pt x="184915" y="590396"/>
                  </a:lnTo>
                  <a:lnTo>
                    <a:pt x="184491" y="591950"/>
                  </a:lnTo>
                  <a:lnTo>
                    <a:pt x="184079" y="593504"/>
                  </a:lnTo>
                  <a:lnTo>
                    <a:pt x="183676" y="595057"/>
                  </a:lnTo>
                  <a:lnTo>
                    <a:pt x="183284" y="596611"/>
                  </a:lnTo>
                  <a:lnTo>
                    <a:pt x="182899" y="598165"/>
                  </a:lnTo>
                  <a:lnTo>
                    <a:pt x="182518" y="599718"/>
                  </a:lnTo>
                  <a:lnTo>
                    <a:pt x="182140" y="601272"/>
                  </a:lnTo>
                  <a:lnTo>
                    <a:pt x="181765" y="602826"/>
                  </a:lnTo>
                  <a:lnTo>
                    <a:pt x="181389" y="604379"/>
                  </a:lnTo>
                  <a:lnTo>
                    <a:pt x="181012" y="605933"/>
                  </a:lnTo>
                  <a:lnTo>
                    <a:pt x="180632" y="607487"/>
                  </a:lnTo>
                  <a:lnTo>
                    <a:pt x="180248" y="609040"/>
                  </a:lnTo>
                  <a:lnTo>
                    <a:pt x="179858" y="610594"/>
                  </a:lnTo>
                  <a:lnTo>
                    <a:pt x="179460" y="612148"/>
                  </a:lnTo>
                  <a:lnTo>
                    <a:pt x="179054" y="613701"/>
                  </a:lnTo>
                  <a:lnTo>
                    <a:pt x="178640" y="615255"/>
                  </a:lnTo>
                  <a:lnTo>
                    <a:pt x="178218" y="616809"/>
                  </a:lnTo>
                  <a:lnTo>
                    <a:pt x="177785" y="618362"/>
                  </a:lnTo>
                  <a:lnTo>
                    <a:pt x="177341" y="619916"/>
                  </a:lnTo>
                  <a:lnTo>
                    <a:pt x="176887" y="621470"/>
                  </a:lnTo>
                  <a:lnTo>
                    <a:pt x="176423" y="623023"/>
                  </a:lnTo>
                  <a:lnTo>
                    <a:pt x="175951" y="624577"/>
                  </a:lnTo>
                  <a:lnTo>
                    <a:pt x="175467" y="626131"/>
                  </a:lnTo>
                  <a:lnTo>
                    <a:pt x="174975" y="627685"/>
                  </a:lnTo>
                  <a:lnTo>
                    <a:pt x="174475" y="629238"/>
                  </a:lnTo>
                  <a:lnTo>
                    <a:pt x="173968" y="630792"/>
                  </a:lnTo>
                  <a:lnTo>
                    <a:pt x="173455" y="632346"/>
                  </a:lnTo>
                  <a:lnTo>
                    <a:pt x="172935" y="633899"/>
                  </a:lnTo>
                  <a:lnTo>
                    <a:pt x="172412" y="635453"/>
                  </a:lnTo>
                  <a:lnTo>
                    <a:pt x="171886" y="637007"/>
                  </a:lnTo>
                  <a:lnTo>
                    <a:pt x="171359" y="638560"/>
                  </a:lnTo>
                  <a:lnTo>
                    <a:pt x="170830" y="640114"/>
                  </a:lnTo>
                  <a:lnTo>
                    <a:pt x="170304" y="641668"/>
                  </a:lnTo>
                  <a:lnTo>
                    <a:pt x="169779" y="643221"/>
                  </a:lnTo>
                  <a:lnTo>
                    <a:pt x="169258" y="644775"/>
                  </a:lnTo>
                  <a:lnTo>
                    <a:pt x="168742" y="646329"/>
                  </a:lnTo>
                  <a:lnTo>
                    <a:pt x="168232" y="647882"/>
                  </a:lnTo>
                  <a:lnTo>
                    <a:pt x="167731" y="649436"/>
                  </a:lnTo>
                  <a:lnTo>
                    <a:pt x="167238" y="650990"/>
                  </a:lnTo>
                  <a:lnTo>
                    <a:pt x="166754" y="652543"/>
                  </a:lnTo>
                  <a:lnTo>
                    <a:pt x="166281" y="654097"/>
                  </a:lnTo>
                  <a:lnTo>
                    <a:pt x="165821" y="655651"/>
                  </a:lnTo>
                  <a:lnTo>
                    <a:pt x="165376" y="657204"/>
                  </a:lnTo>
                  <a:lnTo>
                    <a:pt x="164943" y="658758"/>
                  </a:lnTo>
                  <a:lnTo>
                    <a:pt x="164524" y="660312"/>
                  </a:lnTo>
                  <a:lnTo>
                    <a:pt x="164120" y="661865"/>
                  </a:lnTo>
                  <a:lnTo>
                    <a:pt x="163736" y="663419"/>
                  </a:lnTo>
                  <a:lnTo>
                    <a:pt x="163368" y="664973"/>
                  </a:lnTo>
                  <a:lnTo>
                    <a:pt x="163017" y="666526"/>
                  </a:lnTo>
                  <a:lnTo>
                    <a:pt x="162681" y="668080"/>
                  </a:lnTo>
                  <a:lnTo>
                    <a:pt x="162364" y="669634"/>
                  </a:lnTo>
                  <a:lnTo>
                    <a:pt x="162069" y="671187"/>
                  </a:lnTo>
                  <a:lnTo>
                    <a:pt x="161791" y="672741"/>
                  </a:lnTo>
                  <a:lnTo>
                    <a:pt x="161530" y="674295"/>
                  </a:lnTo>
                  <a:lnTo>
                    <a:pt x="161285" y="675848"/>
                  </a:lnTo>
                  <a:lnTo>
                    <a:pt x="161060" y="677402"/>
                  </a:lnTo>
                  <a:lnTo>
                    <a:pt x="160855" y="678956"/>
                  </a:lnTo>
                  <a:lnTo>
                    <a:pt x="160666" y="680510"/>
                  </a:lnTo>
                  <a:lnTo>
                    <a:pt x="160491" y="682063"/>
                  </a:lnTo>
                  <a:lnTo>
                    <a:pt x="160332" y="683617"/>
                  </a:lnTo>
                  <a:lnTo>
                    <a:pt x="160191" y="685171"/>
                  </a:lnTo>
                  <a:lnTo>
                    <a:pt x="160064" y="686724"/>
                  </a:lnTo>
                  <a:lnTo>
                    <a:pt x="159949" y="688278"/>
                  </a:lnTo>
                  <a:lnTo>
                    <a:pt x="159846" y="689832"/>
                  </a:lnTo>
                  <a:lnTo>
                    <a:pt x="159754" y="691385"/>
                  </a:lnTo>
                  <a:lnTo>
                    <a:pt x="159674" y="692939"/>
                  </a:lnTo>
                  <a:lnTo>
                    <a:pt x="159602" y="694493"/>
                  </a:lnTo>
                  <a:lnTo>
                    <a:pt x="159537" y="696046"/>
                  </a:lnTo>
                  <a:lnTo>
                    <a:pt x="159478" y="697600"/>
                  </a:lnTo>
                  <a:lnTo>
                    <a:pt x="159425" y="699154"/>
                  </a:lnTo>
                  <a:lnTo>
                    <a:pt x="159376" y="700707"/>
                  </a:lnTo>
                  <a:lnTo>
                    <a:pt x="159329" y="702261"/>
                  </a:lnTo>
                  <a:lnTo>
                    <a:pt x="159283" y="703815"/>
                  </a:lnTo>
                  <a:lnTo>
                    <a:pt x="159238" y="705368"/>
                  </a:lnTo>
                  <a:lnTo>
                    <a:pt x="159191" y="706922"/>
                  </a:lnTo>
                  <a:lnTo>
                    <a:pt x="159141" y="708476"/>
                  </a:lnTo>
                  <a:lnTo>
                    <a:pt x="159089" y="710029"/>
                  </a:lnTo>
                  <a:lnTo>
                    <a:pt x="159032" y="711583"/>
                  </a:lnTo>
                  <a:lnTo>
                    <a:pt x="158971" y="713137"/>
                  </a:lnTo>
                  <a:lnTo>
                    <a:pt x="158902" y="714690"/>
                  </a:lnTo>
                  <a:lnTo>
                    <a:pt x="158827" y="716244"/>
                  </a:lnTo>
                  <a:lnTo>
                    <a:pt x="158745" y="717798"/>
                  </a:lnTo>
                  <a:lnTo>
                    <a:pt x="158655" y="719351"/>
                  </a:lnTo>
                  <a:lnTo>
                    <a:pt x="158559" y="720905"/>
                  </a:lnTo>
                  <a:lnTo>
                    <a:pt x="158451" y="722459"/>
                  </a:lnTo>
                  <a:lnTo>
                    <a:pt x="158336" y="724012"/>
                  </a:lnTo>
                  <a:lnTo>
                    <a:pt x="158213" y="725566"/>
                  </a:lnTo>
                  <a:lnTo>
                    <a:pt x="158082" y="727120"/>
                  </a:lnTo>
                  <a:lnTo>
                    <a:pt x="157943" y="728673"/>
                  </a:lnTo>
                  <a:lnTo>
                    <a:pt x="157794" y="730227"/>
                  </a:lnTo>
                  <a:lnTo>
                    <a:pt x="157639" y="731781"/>
                  </a:lnTo>
                  <a:lnTo>
                    <a:pt x="157477" y="733334"/>
                  </a:lnTo>
                  <a:lnTo>
                    <a:pt x="157309" y="734888"/>
                  </a:lnTo>
                  <a:lnTo>
                    <a:pt x="157135" y="736442"/>
                  </a:lnTo>
                  <a:lnTo>
                    <a:pt x="156955" y="737996"/>
                  </a:lnTo>
                  <a:lnTo>
                    <a:pt x="156770" y="739549"/>
                  </a:lnTo>
                  <a:lnTo>
                    <a:pt x="156583" y="741103"/>
                  </a:lnTo>
                  <a:lnTo>
                    <a:pt x="156392" y="742657"/>
                  </a:lnTo>
                  <a:lnTo>
                    <a:pt x="156199" y="744210"/>
                  </a:lnTo>
                  <a:lnTo>
                    <a:pt x="156005" y="745764"/>
                  </a:lnTo>
                  <a:lnTo>
                    <a:pt x="155810" y="747318"/>
                  </a:lnTo>
                  <a:lnTo>
                    <a:pt x="155615" y="748871"/>
                  </a:lnTo>
                  <a:lnTo>
                    <a:pt x="155420" y="750425"/>
                  </a:lnTo>
                  <a:lnTo>
                    <a:pt x="155227" y="751979"/>
                  </a:lnTo>
                  <a:lnTo>
                    <a:pt x="155037" y="753532"/>
                  </a:lnTo>
                  <a:lnTo>
                    <a:pt x="154848" y="755086"/>
                  </a:lnTo>
                  <a:lnTo>
                    <a:pt x="154663" y="756640"/>
                  </a:lnTo>
                  <a:lnTo>
                    <a:pt x="154481" y="758193"/>
                  </a:lnTo>
                  <a:lnTo>
                    <a:pt x="154303" y="759747"/>
                  </a:lnTo>
                  <a:lnTo>
                    <a:pt x="154129" y="761301"/>
                  </a:lnTo>
                  <a:lnTo>
                    <a:pt x="153960" y="762854"/>
                  </a:lnTo>
                  <a:lnTo>
                    <a:pt x="153794" y="764408"/>
                  </a:lnTo>
                  <a:lnTo>
                    <a:pt x="153634" y="765962"/>
                  </a:lnTo>
                  <a:lnTo>
                    <a:pt x="153478" y="767515"/>
                  </a:lnTo>
                  <a:lnTo>
                    <a:pt x="153327" y="769069"/>
                  </a:lnTo>
                  <a:lnTo>
                    <a:pt x="153179" y="770623"/>
                  </a:lnTo>
                  <a:lnTo>
                    <a:pt x="153036" y="772176"/>
                  </a:lnTo>
                  <a:lnTo>
                    <a:pt x="152898" y="773730"/>
                  </a:lnTo>
                  <a:lnTo>
                    <a:pt x="152763" y="775284"/>
                  </a:lnTo>
                  <a:lnTo>
                    <a:pt x="152632" y="776837"/>
                  </a:lnTo>
                  <a:lnTo>
                    <a:pt x="152504" y="778391"/>
                  </a:lnTo>
                  <a:lnTo>
                    <a:pt x="152378" y="779945"/>
                  </a:lnTo>
                  <a:lnTo>
                    <a:pt x="152257" y="781498"/>
                  </a:lnTo>
                  <a:lnTo>
                    <a:pt x="152138" y="783052"/>
                  </a:lnTo>
                  <a:lnTo>
                    <a:pt x="152020" y="784606"/>
                  </a:lnTo>
                  <a:lnTo>
                    <a:pt x="151905" y="786159"/>
                  </a:lnTo>
                  <a:lnTo>
                    <a:pt x="151792" y="787713"/>
                  </a:lnTo>
                  <a:lnTo>
                    <a:pt x="151681" y="789267"/>
                  </a:lnTo>
                  <a:lnTo>
                    <a:pt x="151571" y="790820"/>
                  </a:lnTo>
                  <a:lnTo>
                    <a:pt x="151462" y="792374"/>
                  </a:lnTo>
                  <a:lnTo>
                    <a:pt x="151354" y="793928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3" name="pg33"/>
            <p:cNvSpPr/>
            <p:nvPr/>
          </p:nvSpPr>
          <p:spPr>
            <a:xfrm>
              <a:off x="3242247" y="1964790"/>
              <a:ext cx="220640" cy="888995"/>
            </a:xfrm>
            <a:custGeom>
              <a:avLst/>
              <a:gdLst/>
              <a:ahLst/>
              <a:cxnLst/>
              <a:rect l="0" t="0" r="0" b="0"/>
              <a:pathLst>
                <a:path w="220640" h="888995">
                  <a:moveTo>
                    <a:pt x="109490" y="888995"/>
                  </a:moveTo>
                  <a:lnTo>
                    <a:pt x="109453" y="887255"/>
                  </a:lnTo>
                  <a:lnTo>
                    <a:pt x="109413" y="885515"/>
                  </a:lnTo>
                  <a:lnTo>
                    <a:pt x="109372" y="883775"/>
                  </a:lnTo>
                  <a:lnTo>
                    <a:pt x="109328" y="882036"/>
                  </a:lnTo>
                  <a:lnTo>
                    <a:pt x="109281" y="880296"/>
                  </a:lnTo>
                  <a:lnTo>
                    <a:pt x="109231" y="878556"/>
                  </a:lnTo>
                  <a:lnTo>
                    <a:pt x="109179" y="876817"/>
                  </a:lnTo>
                  <a:lnTo>
                    <a:pt x="109123" y="875077"/>
                  </a:lnTo>
                  <a:lnTo>
                    <a:pt x="109063" y="873337"/>
                  </a:lnTo>
                  <a:lnTo>
                    <a:pt x="108999" y="871597"/>
                  </a:lnTo>
                  <a:lnTo>
                    <a:pt x="108932" y="869858"/>
                  </a:lnTo>
                  <a:lnTo>
                    <a:pt x="108861" y="868118"/>
                  </a:lnTo>
                  <a:lnTo>
                    <a:pt x="108784" y="866378"/>
                  </a:lnTo>
                  <a:lnTo>
                    <a:pt x="108703" y="864639"/>
                  </a:lnTo>
                  <a:lnTo>
                    <a:pt x="108617" y="862899"/>
                  </a:lnTo>
                  <a:lnTo>
                    <a:pt x="108526" y="861159"/>
                  </a:lnTo>
                  <a:lnTo>
                    <a:pt x="108430" y="859419"/>
                  </a:lnTo>
                  <a:lnTo>
                    <a:pt x="108327" y="857680"/>
                  </a:lnTo>
                  <a:lnTo>
                    <a:pt x="108219" y="855940"/>
                  </a:lnTo>
                  <a:lnTo>
                    <a:pt x="108106" y="854200"/>
                  </a:lnTo>
                  <a:lnTo>
                    <a:pt x="107986" y="852461"/>
                  </a:lnTo>
                  <a:lnTo>
                    <a:pt x="107860" y="850721"/>
                  </a:lnTo>
                  <a:lnTo>
                    <a:pt x="107727" y="848981"/>
                  </a:lnTo>
                  <a:lnTo>
                    <a:pt x="107588" y="847241"/>
                  </a:lnTo>
                  <a:lnTo>
                    <a:pt x="107442" y="845502"/>
                  </a:lnTo>
                  <a:lnTo>
                    <a:pt x="107288" y="843762"/>
                  </a:lnTo>
                  <a:lnTo>
                    <a:pt x="107128" y="842022"/>
                  </a:lnTo>
                  <a:lnTo>
                    <a:pt x="106961" y="840282"/>
                  </a:lnTo>
                  <a:lnTo>
                    <a:pt x="106787" y="838543"/>
                  </a:lnTo>
                  <a:lnTo>
                    <a:pt x="106603" y="836803"/>
                  </a:lnTo>
                  <a:lnTo>
                    <a:pt x="106413" y="835063"/>
                  </a:lnTo>
                  <a:lnTo>
                    <a:pt x="106217" y="833324"/>
                  </a:lnTo>
                  <a:lnTo>
                    <a:pt x="106012" y="831584"/>
                  </a:lnTo>
                  <a:lnTo>
                    <a:pt x="105798" y="829844"/>
                  </a:lnTo>
                  <a:lnTo>
                    <a:pt x="105576" y="828104"/>
                  </a:lnTo>
                  <a:lnTo>
                    <a:pt x="105348" y="826365"/>
                  </a:lnTo>
                  <a:lnTo>
                    <a:pt x="105111" y="824625"/>
                  </a:lnTo>
                  <a:lnTo>
                    <a:pt x="104864" y="822885"/>
                  </a:lnTo>
                  <a:lnTo>
                    <a:pt x="104610" y="821146"/>
                  </a:lnTo>
                  <a:lnTo>
                    <a:pt x="104349" y="819406"/>
                  </a:lnTo>
                  <a:lnTo>
                    <a:pt x="104078" y="817666"/>
                  </a:lnTo>
                  <a:lnTo>
                    <a:pt x="103797" y="815926"/>
                  </a:lnTo>
                  <a:lnTo>
                    <a:pt x="103509" y="814187"/>
                  </a:lnTo>
                  <a:lnTo>
                    <a:pt x="103212" y="812447"/>
                  </a:lnTo>
                  <a:lnTo>
                    <a:pt x="102907" y="810707"/>
                  </a:lnTo>
                  <a:lnTo>
                    <a:pt x="102590" y="808968"/>
                  </a:lnTo>
                  <a:lnTo>
                    <a:pt x="102265" y="807228"/>
                  </a:lnTo>
                  <a:lnTo>
                    <a:pt x="101932" y="805488"/>
                  </a:lnTo>
                  <a:lnTo>
                    <a:pt x="101590" y="803748"/>
                  </a:lnTo>
                  <a:lnTo>
                    <a:pt x="101236" y="802009"/>
                  </a:lnTo>
                  <a:lnTo>
                    <a:pt x="100872" y="800269"/>
                  </a:lnTo>
                  <a:lnTo>
                    <a:pt x="100500" y="798529"/>
                  </a:lnTo>
                  <a:lnTo>
                    <a:pt x="100119" y="796790"/>
                  </a:lnTo>
                  <a:lnTo>
                    <a:pt x="99724" y="795050"/>
                  </a:lnTo>
                  <a:lnTo>
                    <a:pt x="99321" y="793310"/>
                  </a:lnTo>
                  <a:lnTo>
                    <a:pt x="98907" y="791570"/>
                  </a:lnTo>
                  <a:lnTo>
                    <a:pt x="98484" y="789831"/>
                  </a:lnTo>
                  <a:lnTo>
                    <a:pt x="98047" y="788091"/>
                  </a:lnTo>
                  <a:lnTo>
                    <a:pt x="97600" y="786351"/>
                  </a:lnTo>
                  <a:lnTo>
                    <a:pt x="97142" y="784612"/>
                  </a:lnTo>
                  <a:lnTo>
                    <a:pt x="96675" y="782872"/>
                  </a:lnTo>
                  <a:lnTo>
                    <a:pt x="96192" y="781132"/>
                  </a:lnTo>
                  <a:lnTo>
                    <a:pt x="95698" y="779392"/>
                  </a:lnTo>
                  <a:lnTo>
                    <a:pt x="95194" y="777653"/>
                  </a:lnTo>
                  <a:lnTo>
                    <a:pt x="94679" y="775913"/>
                  </a:lnTo>
                  <a:lnTo>
                    <a:pt x="94147" y="774173"/>
                  </a:lnTo>
                  <a:lnTo>
                    <a:pt x="93605" y="772434"/>
                  </a:lnTo>
                  <a:lnTo>
                    <a:pt x="93051" y="770694"/>
                  </a:lnTo>
                  <a:lnTo>
                    <a:pt x="92486" y="768954"/>
                  </a:lnTo>
                  <a:lnTo>
                    <a:pt x="91904" y="767214"/>
                  </a:lnTo>
                  <a:lnTo>
                    <a:pt x="91311" y="765475"/>
                  </a:lnTo>
                  <a:lnTo>
                    <a:pt x="90706" y="763735"/>
                  </a:lnTo>
                  <a:lnTo>
                    <a:pt x="90090" y="761995"/>
                  </a:lnTo>
                  <a:lnTo>
                    <a:pt x="89457" y="760256"/>
                  </a:lnTo>
                  <a:lnTo>
                    <a:pt x="88813" y="758516"/>
                  </a:lnTo>
                  <a:lnTo>
                    <a:pt x="88158" y="756776"/>
                  </a:lnTo>
                  <a:lnTo>
                    <a:pt x="87491" y="755036"/>
                  </a:lnTo>
                  <a:lnTo>
                    <a:pt x="86810" y="753297"/>
                  </a:lnTo>
                  <a:lnTo>
                    <a:pt x="86117" y="751557"/>
                  </a:lnTo>
                  <a:lnTo>
                    <a:pt x="85414" y="749817"/>
                  </a:lnTo>
                  <a:lnTo>
                    <a:pt x="84701" y="748078"/>
                  </a:lnTo>
                  <a:lnTo>
                    <a:pt x="83975" y="746338"/>
                  </a:lnTo>
                  <a:lnTo>
                    <a:pt x="83240" y="744598"/>
                  </a:lnTo>
                  <a:lnTo>
                    <a:pt x="82496" y="742858"/>
                  </a:lnTo>
                  <a:lnTo>
                    <a:pt x="81744" y="741119"/>
                  </a:lnTo>
                  <a:lnTo>
                    <a:pt x="80983" y="739379"/>
                  </a:lnTo>
                  <a:lnTo>
                    <a:pt x="80214" y="737639"/>
                  </a:lnTo>
                  <a:lnTo>
                    <a:pt x="79440" y="735900"/>
                  </a:lnTo>
                  <a:lnTo>
                    <a:pt x="78660" y="734160"/>
                  </a:lnTo>
                  <a:lnTo>
                    <a:pt x="77875" y="732420"/>
                  </a:lnTo>
                  <a:lnTo>
                    <a:pt x="77087" y="730680"/>
                  </a:lnTo>
                  <a:lnTo>
                    <a:pt x="76297" y="728941"/>
                  </a:lnTo>
                  <a:lnTo>
                    <a:pt x="75505" y="727201"/>
                  </a:lnTo>
                  <a:lnTo>
                    <a:pt x="74712" y="725461"/>
                  </a:lnTo>
                  <a:lnTo>
                    <a:pt x="73921" y="723721"/>
                  </a:lnTo>
                  <a:lnTo>
                    <a:pt x="73131" y="721982"/>
                  </a:lnTo>
                  <a:lnTo>
                    <a:pt x="72344" y="720242"/>
                  </a:lnTo>
                  <a:lnTo>
                    <a:pt x="71562" y="718502"/>
                  </a:lnTo>
                  <a:lnTo>
                    <a:pt x="70785" y="716763"/>
                  </a:lnTo>
                  <a:lnTo>
                    <a:pt x="70015" y="715023"/>
                  </a:lnTo>
                  <a:lnTo>
                    <a:pt x="69251" y="713283"/>
                  </a:lnTo>
                  <a:lnTo>
                    <a:pt x="68497" y="711543"/>
                  </a:lnTo>
                  <a:lnTo>
                    <a:pt x="67753" y="709804"/>
                  </a:lnTo>
                  <a:lnTo>
                    <a:pt x="67020" y="708064"/>
                  </a:lnTo>
                  <a:lnTo>
                    <a:pt x="66297" y="706324"/>
                  </a:lnTo>
                  <a:lnTo>
                    <a:pt x="65587" y="704585"/>
                  </a:lnTo>
                  <a:lnTo>
                    <a:pt x="64893" y="702845"/>
                  </a:lnTo>
                  <a:lnTo>
                    <a:pt x="64211" y="701105"/>
                  </a:lnTo>
                  <a:lnTo>
                    <a:pt x="63543" y="699365"/>
                  </a:lnTo>
                  <a:lnTo>
                    <a:pt x="62890" y="697626"/>
                  </a:lnTo>
                  <a:lnTo>
                    <a:pt x="62257" y="695886"/>
                  </a:lnTo>
                  <a:lnTo>
                    <a:pt x="61638" y="694146"/>
                  </a:lnTo>
                  <a:lnTo>
                    <a:pt x="61034" y="692407"/>
                  </a:lnTo>
                  <a:lnTo>
                    <a:pt x="60447" y="690667"/>
                  </a:lnTo>
                  <a:lnTo>
                    <a:pt x="59881" y="688927"/>
                  </a:lnTo>
                  <a:lnTo>
                    <a:pt x="59330" y="687187"/>
                  </a:lnTo>
                  <a:lnTo>
                    <a:pt x="58794" y="685448"/>
                  </a:lnTo>
                  <a:lnTo>
                    <a:pt x="58275" y="683708"/>
                  </a:lnTo>
                  <a:lnTo>
                    <a:pt x="57777" y="681968"/>
                  </a:lnTo>
                  <a:lnTo>
                    <a:pt x="57293" y="680229"/>
                  </a:lnTo>
                  <a:lnTo>
                    <a:pt x="56823" y="678489"/>
                  </a:lnTo>
                  <a:lnTo>
                    <a:pt x="56369" y="676749"/>
                  </a:lnTo>
                  <a:lnTo>
                    <a:pt x="55934" y="675009"/>
                  </a:lnTo>
                  <a:lnTo>
                    <a:pt x="55512" y="673270"/>
                  </a:lnTo>
                  <a:lnTo>
                    <a:pt x="55102" y="671530"/>
                  </a:lnTo>
                  <a:lnTo>
                    <a:pt x="54705" y="669790"/>
                  </a:lnTo>
                  <a:lnTo>
                    <a:pt x="54324" y="668051"/>
                  </a:lnTo>
                  <a:lnTo>
                    <a:pt x="53954" y="666311"/>
                  </a:lnTo>
                  <a:lnTo>
                    <a:pt x="53594" y="664571"/>
                  </a:lnTo>
                  <a:lnTo>
                    <a:pt x="53244" y="662831"/>
                  </a:lnTo>
                  <a:lnTo>
                    <a:pt x="52907" y="661092"/>
                  </a:lnTo>
                  <a:lnTo>
                    <a:pt x="52577" y="659352"/>
                  </a:lnTo>
                  <a:lnTo>
                    <a:pt x="52255" y="657612"/>
                  </a:lnTo>
                  <a:lnTo>
                    <a:pt x="51941" y="655873"/>
                  </a:lnTo>
                  <a:lnTo>
                    <a:pt x="51635" y="654133"/>
                  </a:lnTo>
                  <a:lnTo>
                    <a:pt x="51336" y="652393"/>
                  </a:lnTo>
                  <a:lnTo>
                    <a:pt x="51041" y="650653"/>
                  </a:lnTo>
                  <a:lnTo>
                    <a:pt x="50751" y="648914"/>
                  </a:lnTo>
                  <a:lnTo>
                    <a:pt x="50468" y="647174"/>
                  </a:lnTo>
                  <a:lnTo>
                    <a:pt x="50188" y="645434"/>
                  </a:lnTo>
                  <a:lnTo>
                    <a:pt x="49911" y="643695"/>
                  </a:lnTo>
                  <a:lnTo>
                    <a:pt x="49638" y="641955"/>
                  </a:lnTo>
                  <a:lnTo>
                    <a:pt x="49368" y="640215"/>
                  </a:lnTo>
                  <a:lnTo>
                    <a:pt x="49101" y="638475"/>
                  </a:lnTo>
                  <a:lnTo>
                    <a:pt x="48836" y="636736"/>
                  </a:lnTo>
                  <a:lnTo>
                    <a:pt x="48572" y="634996"/>
                  </a:lnTo>
                  <a:lnTo>
                    <a:pt x="48311" y="633256"/>
                  </a:lnTo>
                  <a:lnTo>
                    <a:pt x="48052" y="631517"/>
                  </a:lnTo>
                  <a:lnTo>
                    <a:pt x="47793" y="629777"/>
                  </a:lnTo>
                  <a:lnTo>
                    <a:pt x="47536" y="628037"/>
                  </a:lnTo>
                  <a:lnTo>
                    <a:pt x="47280" y="626297"/>
                  </a:lnTo>
                  <a:lnTo>
                    <a:pt x="47025" y="624558"/>
                  </a:lnTo>
                  <a:lnTo>
                    <a:pt x="46770" y="622818"/>
                  </a:lnTo>
                  <a:lnTo>
                    <a:pt x="46516" y="621078"/>
                  </a:lnTo>
                  <a:lnTo>
                    <a:pt x="46262" y="619339"/>
                  </a:lnTo>
                  <a:lnTo>
                    <a:pt x="46007" y="617599"/>
                  </a:lnTo>
                  <a:lnTo>
                    <a:pt x="45753" y="615859"/>
                  </a:lnTo>
                  <a:lnTo>
                    <a:pt x="45498" y="614119"/>
                  </a:lnTo>
                  <a:lnTo>
                    <a:pt x="45242" y="612380"/>
                  </a:lnTo>
                  <a:lnTo>
                    <a:pt x="44984" y="610640"/>
                  </a:lnTo>
                  <a:lnTo>
                    <a:pt x="44725" y="608900"/>
                  </a:lnTo>
                  <a:lnTo>
                    <a:pt x="44463" y="607160"/>
                  </a:lnTo>
                  <a:lnTo>
                    <a:pt x="44199" y="605421"/>
                  </a:lnTo>
                  <a:lnTo>
                    <a:pt x="43931" y="603681"/>
                  </a:lnTo>
                  <a:lnTo>
                    <a:pt x="43660" y="601941"/>
                  </a:lnTo>
                  <a:lnTo>
                    <a:pt x="43385" y="600202"/>
                  </a:lnTo>
                  <a:lnTo>
                    <a:pt x="43104" y="598462"/>
                  </a:lnTo>
                  <a:lnTo>
                    <a:pt x="42817" y="596722"/>
                  </a:lnTo>
                  <a:lnTo>
                    <a:pt x="42524" y="594982"/>
                  </a:lnTo>
                  <a:lnTo>
                    <a:pt x="42225" y="593243"/>
                  </a:lnTo>
                  <a:lnTo>
                    <a:pt x="41918" y="591503"/>
                  </a:lnTo>
                  <a:lnTo>
                    <a:pt x="41601" y="589763"/>
                  </a:lnTo>
                  <a:lnTo>
                    <a:pt x="41276" y="588024"/>
                  </a:lnTo>
                  <a:lnTo>
                    <a:pt x="40943" y="586284"/>
                  </a:lnTo>
                  <a:lnTo>
                    <a:pt x="40598" y="584544"/>
                  </a:lnTo>
                  <a:lnTo>
                    <a:pt x="40241" y="582804"/>
                  </a:lnTo>
                  <a:lnTo>
                    <a:pt x="39875" y="581065"/>
                  </a:lnTo>
                  <a:lnTo>
                    <a:pt x="39497" y="579325"/>
                  </a:lnTo>
                  <a:lnTo>
                    <a:pt x="39106" y="577585"/>
                  </a:lnTo>
                  <a:lnTo>
                    <a:pt x="38702" y="575846"/>
                  </a:lnTo>
                  <a:lnTo>
                    <a:pt x="38286" y="574106"/>
                  </a:lnTo>
                  <a:lnTo>
                    <a:pt x="37858" y="572366"/>
                  </a:lnTo>
                  <a:lnTo>
                    <a:pt x="37416" y="570626"/>
                  </a:lnTo>
                  <a:lnTo>
                    <a:pt x="36960" y="568887"/>
                  </a:lnTo>
                  <a:lnTo>
                    <a:pt x="36620" y="567621"/>
                  </a:lnTo>
                  <a:lnTo>
                    <a:pt x="36493" y="567147"/>
                  </a:lnTo>
                  <a:lnTo>
                    <a:pt x="36014" y="565407"/>
                  </a:lnTo>
                  <a:lnTo>
                    <a:pt x="35522" y="563668"/>
                  </a:lnTo>
                  <a:lnTo>
                    <a:pt x="35016" y="561928"/>
                  </a:lnTo>
                  <a:lnTo>
                    <a:pt x="34500" y="560188"/>
                  </a:lnTo>
                  <a:lnTo>
                    <a:pt x="33975" y="558448"/>
                  </a:lnTo>
                  <a:lnTo>
                    <a:pt x="33439" y="556709"/>
                  </a:lnTo>
                  <a:lnTo>
                    <a:pt x="32892" y="554969"/>
                  </a:lnTo>
                  <a:lnTo>
                    <a:pt x="32337" y="553229"/>
                  </a:lnTo>
                  <a:lnTo>
                    <a:pt x="31776" y="551490"/>
                  </a:lnTo>
                  <a:lnTo>
                    <a:pt x="31207" y="549750"/>
                  </a:lnTo>
                  <a:lnTo>
                    <a:pt x="30632" y="548010"/>
                  </a:lnTo>
                  <a:lnTo>
                    <a:pt x="30053" y="546270"/>
                  </a:lnTo>
                  <a:lnTo>
                    <a:pt x="29470" y="544531"/>
                  </a:lnTo>
                  <a:lnTo>
                    <a:pt x="28884" y="542791"/>
                  </a:lnTo>
                  <a:lnTo>
                    <a:pt x="28296" y="541051"/>
                  </a:lnTo>
                  <a:lnTo>
                    <a:pt x="27708" y="539312"/>
                  </a:lnTo>
                  <a:lnTo>
                    <a:pt x="27120" y="537572"/>
                  </a:lnTo>
                  <a:lnTo>
                    <a:pt x="26533" y="535832"/>
                  </a:lnTo>
                  <a:lnTo>
                    <a:pt x="25949" y="534092"/>
                  </a:lnTo>
                  <a:lnTo>
                    <a:pt x="25368" y="532353"/>
                  </a:lnTo>
                  <a:lnTo>
                    <a:pt x="24790" y="530613"/>
                  </a:lnTo>
                  <a:lnTo>
                    <a:pt x="24216" y="528873"/>
                  </a:lnTo>
                  <a:lnTo>
                    <a:pt x="23649" y="527134"/>
                  </a:lnTo>
                  <a:lnTo>
                    <a:pt x="23087" y="525394"/>
                  </a:lnTo>
                  <a:lnTo>
                    <a:pt x="22531" y="523654"/>
                  </a:lnTo>
                  <a:lnTo>
                    <a:pt x="21981" y="521914"/>
                  </a:lnTo>
                  <a:lnTo>
                    <a:pt x="21441" y="520175"/>
                  </a:lnTo>
                  <a:lnTo>
                    <a:pt x="20908" y="518435"/>
                  </a:lnTo>
                  <a:lnTo>
                    <a:pt x="20381" y="516695"/>
                  </a:lnTo>
                  <a:lnTo>
                    <a:pt x="19861" y="514956"/>
                  </a:lnTo>
                  <a:lnTo>
                    <a:pt x="19353" y="513216"/>
                  </a:lnTo>
                  <a:lnTo>
                    <a:pt x="18851" y="511476"/>
                  </a:lnTo>
                  <a:lnTo>
                    <a:pt x="18356" y="509736"/>
                  </a:lnTo>
                  <a:lnTo>
                    <a:pt x="17869" y="507997"/>
                  </a:lnTo>
                  <a:lnTo>
                    <a:pt x="17392" y="506257"/>
                  </a:lnTo>
                  <a:lnTo>
                    <a:pt x="16921" y="504517"/>
                  </a:lnTo>
                  <a:lnTo>
                    <a:pt x="16458" y="502778"/>
                  </a:lnTo>
                  <a:lnTo>
                    <a:pt x="16001" y="501038"/>
                  </a:lnTo>
                  <a:lnTo>
                    <a:pt x="15553" y="499298"/>
                  </a:lnTo>
                  <a:lnTo>
                    <a:pt x="15111" y="497558"/>
                  </a:lnTo>
                  <a:lnTo>
                    <a:pt x="14674" y="495819"/>
                  </a:lnTo>
                  <a:lnTo>
                    <a:pt x="14244" y="494079"/>
                  </a:lnTo>
                  <a:lnTo>
                    <a:pt x="13820" y="492339"/>
                  </a:lnTo>
                  <a:lnTo>
                    <a:pt x="13403" y="490600"/>
                  </a:lnTo>
                  <a:lnTo>
                    <a:pt x="12990" y="488860"/>
                  </a:lnTo>
                  <a:lnTo>
                    <a:pt x="12581" y="487120"/>
                  </a:lnTo>
                  <a:lnTo>
                    <a:pt x="12179" y="485380"/>
                  </a:lnTo>
                  <a:lnTo>
                    <a:pt x="11782" y="483641"/>
                  </a:lnTo>
                  <a:lnTo>
                    <a:pt x="11388" y="481901"/>
                  </a:lnTo>
                  <a:lnTo>
                    <a:pt x="10999" y="480161"/>
                  </a:lnTo>
                  <a:lnTo>
                    <a:pt x="10615" y="478421"/>
                  </a:lnTo>
                  <a:lnTo>
                    <a:pt x="10235" y="476682"/>
                  </a:lnTo>
                  <a:lnTo>
                    <a:pt x="9859" y="474942"/>
                  </a:lnTo>
                  <a:lnTo>
                    <a:pt x="9487" y="473202"/>
                  </a:lnTo>
                  <a:lnTo>
                    <a:pt x="9119" y="471463"/>
                  </a:lnTo>
                  <a:lnTo>
                    <a:pt x="8756" y="469723"/>
                  </a:lnTo>
                  <a:lnTo>
                    <a:pt x="8396" y="467983"/>
                  </a:lnTo>
                  <a:lnTo>
                    <a:pt x="8039" y="466243"/>
                  </a:lnTo>
                  <a:lnTo>
                    <a:pt x="7688" y="464504"/>
                  </a:lnTo>
                  <a:lnTo>
                    <a:pt x="7340" y="462764"/>
                  </a:lnTo>
                  <a:lnTo>
                    <a:pt x="6996" y="461024"/>
                  </a:lnTo>
                  <a:lnTo>
                    <a:pt x="6656" y="459285"/>
                  </a:lnTo>
                  <a:lnTo>
                    <a:pt x="6320" y="457545"/>
                  </a:lnTo>
                  <a:lnTo>
                    <a:pt x="5989" y="455805"/>
                  </a:lnTo>
                  <a:lnTo>
                    <a:pt x="5662" y="454065"/>
                  </a:lnTo>
                  <a:lnTo>
                    <a:pt x="5339" y="452326"/>
                  </a:lnTo>
                  <a:lnTo>
                    <a:pt x="5021" y="450586"/>
                  </a:lnTo>
                  <a:lnTo>
                    <a:pt x="4709" y="448846"/>
                  </a:lnTo>
                  <a:lnTo>
                    <a:pt x="4401" y="447107"/>
                  </a:lnTo>
                  <a:lnTo>
                    <a:pt x="4097" y="445367"/>
                  </a:lnTo>
                  <a:lnTo>
                    <a:pt x="3800" y="443627"/>
                  </a:lnTo>
                  <a:lnTo>
                    <a:pt x="3510" y="441887"/>
                  </a:lnTo>
                  <a:lnTo>
                    <a:pt x="3225" y="440148"/>
                  </a:lnTo>
                  <a:lnTo>
                    <a:pt x="2946" y="438408"/>
                  </a:lnTo>
                  <a:lnTo>
                    <a:pt x="2675" y="436668"/>
                  </a:lnTo>
                  <a:lnTo>
                    <a:pt x="2413" y="434929"/>
                  </a:lnTo>
                  <a:lnTo>
                    <a:pt x="2159" y="433189"/>
                  </a:lnTo>
                  <a:lnTo>
                    <a:pt x="1912" y="431449"/>
                  </a:lnTo>
                  <a:lnTo>
                    <a:pt x="1676" y="429709"/>
                  </a:lnTo>
                  <a:lnTo>
                    <a:pt x="1453" y="427970"/>
                  </a:lnTo>
                  <a:lnTo>
                    <a:pt x="1241" y="426230"/>
                  </a:lnTo>
                  <a:lnTo>
                    <a:pt x="1039" y="424490"/>
                  </a:lnTo>
                  <a:lnTo>
                    <a:pt x="852" y="422751"/>
                  </a:lnTo>
                  <a:lnTo>
                    <a:pt x="683" y="421011"/>
                  </a:lnTo>
                  <a:lnTo>
                    <a:pt x="528" y="419271"/>
                  </a:lnTo>
                  <a:lnTo>
                    <a:pt x="388" y="417531"/>
                  </a:lnTo>
                  <a:lnTo>
                    <a:pt x="267" y="415792"/>
                  </a:lnTo>
                  <a:lnTo>
                    <a:pt x="170" y="414052"/>
                  </a:lnTo>
                  <a:lnTo>
                    <a:pt x="93" y="412312"/>
                  </a:lnTo>
                  <a:lnTo>
                    <a:pt x="35" y="410573"/>
                  </a:lnTo>
                  <a:lnTo>
                    <a:pt x="2" y="408833"/>
                  </a:lnTo>
                  <a:lnTo>
                    <a:pt x="0" y="407093"/>
                  </a:lnTo>
                  <a:lnTo>
                    <a:pt x="22" y="405353"/>
                  </a:lnTo>
                  <a:lnTo>
                    <a:pt x="69" y="403614"/>
                  </a:lnTo>
                  <a:lnTo>
                    <a:pt x="145" y="401874"/>
                  </a:lnTo>
                  <a:lnTo>
                    <a:pt x="260" y="400134"/>
                  </a:lnTo>
                  <a:lnTo>
                    <a:pt x="404" y="398395"/>
                  </a:lnTo>
                  <a:lnTo>
                    <a:pt x="578" y="396655"/>
                  </a:lnTo>
                  <a:lnTo>
                    <a:pt x="784" y="394915"/>
                  </a:lnTo>
                  <a:lnTo>
                    <a:pt x="1037" y="393175"/>
                  </a:lnTo>
                  <a:lnTo>
                    <a:pt x="1322" y="391436"/>
                  </a:lnTo>
                  <a:lnTo>
                    <a:pt x="1641" y="389696"/>
                  </a:lnTo>
                  <a:lnTo>
                    <a:pt x="1996" y="387956"/>
                  </a:lnTo>
                  <a:lnTo>
                    <a:pt x="2401" y="386217"/>
                  </a:lnTo>
                  <a:lnTo>
                    <a:pt x="2843" y="384477"/>
                  </a:lnTo>
                  <a:lnTo>
                    <a:pt x="3320" y="382737"/>
                  </a:lnTo>
                  <a:lnTo>
                    <a:pt x="3833" y="380997"/>
                  </a:lnTo>
                  <a:lnTo>
                    <a:pt x="4401" y="379258"/>
                  </a:lnTo>
                  <a:lnTo>
                    <a:pt x="5005" y="377518"/>
                  </a:lnTo>
                  <a:lnTo>
                    <a:pt x="5645" y="375778"/>
                  </a:lnTo>
                  <a:lnTo>
                    <a:pt x="6321" y="374039"/>
                  </a:lnTo>
                  <a:lnTo>
                    <a:pt x="7051" y="372299"/>
                  </a:lnTo>
                  <a:lnTo>
                    <a:pt x="7817" y="370559"/>
                  </a:lnTo>
                  <a:lnTo>
                    <a:pt x="8617" y="368819"/>
                  </a:lnTo>
                  <a:lnTo>
                    <a:pt x="9453" y="367080"/>
                  </a:lnTo>
                  <a:lnTo>
                    <a:pt x="10337" y="365340"/>
                  </a:lnTo>
                  <a:lnTo>
                    <a:pt x="11255" y="363600"/>
                  </a:lnTo>
                  <a:lnTo>
                    <a:pt x="12206" y="361860"/>
                  </a:lnTo>
                  <a:lnTo>
                    <a:pt x="13188" y="360121"/>
                  </a:lnTo>
                  <a:lnTo>
                    <a:pt x="14212" y="358381"/>
                  </a:lnTo>
                  <a:lnTo>
                    <a:pt x="15268" y="356641"/>
                  </a:lnTo>
                  <a:lnTo>
                    <a:pt x="16351" y="354902"/>
                  </a:lnTo>
                  <a:lnTo>
                    <a:pt x="17461" y="353162"/>
                  </a:lnTo>
                  <a:lnTo>
                    <a:pt x="18673" y="351322"/>
                  </a:lnTo>
                  <a:lnTo>
                    <a:pt x="19777" y="349682"/>
                  </a:lnTo>
                  <a:lnTo>
                    <a:pt x="20970" y="347943"/>
                  </a:lnTo>
                  <a:lnTo>
                    <a:pt x="22185" y="346203"/>
                  </a:lnTo>
                  <a:lnTo>
                    <a:pt x="23426" y="344463"/>
                  </a:lnTo>
                  <a:lnTo>
                    <a:pt x="24687" y="342724"/>
                  </a:lnTo>
                  <a:lnTo>
                    <a:pt x="25965" y="340984"/>
                  </a:lnTo>
                  <a:lnTo>
                    <a:pt x="27258" y="339244"/>
                  </a:lnTo>
                  <a:lnTo>
                    <a:pt x="28568" y="337504"/>
                  </a:lnTo>
                  <a:lnTo>
                    <a:pt x="29892" y="335765"/>
                  </a:lnTo>
                  <a:lnTo>
                    <a:pt x="31225" y="334025"/>
                  </a:lnTo>
                  <a:lnTo>
                    <a:pt x="32567" y="332285"/>
                  </a:lnTo>
                  <a:lnTo>
                    <a:pt x="33917" y="330546"/>
                  </a:lnTo>
                  <a:lnTo>
                    <a:pt x="35273" y="328806"/>
                  </a:lnTo>
                  <a:lnTo>
                    <a:pt x="36632" y="327066"/>
                  </a:lnTo>
                  <a:lnTo>
                    <a:pt x="37992" y="325326"/>
                  </a:lnTo>
                  <a:lnTo>
                    <a:pt x="39352" y="323587"/>
                  </a:lnTo>
                  <a:lnTo>
                    <a:pt x="40709" y="321847"/>
                  </a:lnTo>
                  <a:lnTo>
                    <a:pt x="42062" y="320107"/>
                  </a:lnTo>
                  <a:lnTo>
                    <a:pt x="43410" y="318368"/>
                  </a:lnTo>
                  <a:lnTo>
                    <a:pt x="44748" y="316628"/>
                  </a:lnTo>
                  <a:lnTo>
                    <a:pt x="46075" y="314888"/>
                  </a:lnTo>
                  <a:lnTo>
                    <a:pt x="47390" y="313148"/>
                  </a:lnTo>
                  <a:lnTo>
                    <a:pt x="48693" y="311409"/>
                  </a:lnTo>
                  <a:lnTo>
                    <a:pt x="49979" y="309669"/>
                  </a:lnTo>
                  <a:lnTo>
                    <a:pt x="51244" y="307929"/>
                  </a:lnTo>
                  <a:lnTo>
                    <a:pt x="52491" y="306190"/>
                  </a:lnTo>
                  <a:lnTo>
                    <a:pt x="53719" y="304450"/>
                  </a:lnTo>
                  <a:lnTo>
                    <a:pt x="54922" y="302710"/>
                  </a:lnTo>
                  <a:lnTo>
                    <a:pt x="56096" y="300970"/>
                  </a:lnTo>
                  <a:lnTo>
                    <a:pt x="57246" y="299231"/>
                  </a:lnTo>
                  <a:lnTo>
                    <a:pt x="58371" y="297491"/>
                  </a:lnTo>
                  <a:lnTo>
                    <a:pt x="59464" y="295751"/>
                  </a:lnTo>
                  <a:lnTo>
                    <a:pt x="60521" y="294012"/>
                  </a:lnTo>
                  <a:lnTo>
                    <a:pt x="61549" y="292272"/>
                  </a:lnTo>
                  <a:lnTo>
                    <a:pt x="62546" y="290532"/>
                  </a:lnTo>
                  <a:lnTo>
                    <a:pt x="63508" y="288792"/>
                  </a:lnTo>
                  <a:lnTo>
                    <a:pt x="64427" y="287053"/>
                  </a:lnTo>
                  <a:lnTo>
                    <a:pt x="65312" y="285313"/>
                  </a:lnTo>
                  <a:lnTo>
                    <a:pt x="66165" y="283573"/>
                  </a:lnTo>
                  <a:lnTo>
                    <a:pt x="66978" y="281834"/>
                  </a:lnTo>
                  <a:lnTo>
                    <a:pt x="67745" y="280094"/>
                  </a:lnTo>
                  <a:lnTo>
                    <a:pt x="68477" y="278354"/>
                  </a:lnTo>
                  <a:lnTo>
                    <a:pt x="69174" y="276614"/>
                  </a:lnTo>
                  <a:lnTo>
                    <a:pt x="69831" y="274875"/>
                  </a:lnTo>
                  <a:lnTo>
                    <a:pt x="70441" y="273135"/>
                  </a:lnTo>
                  <a:lnTo>
                    <a:pt x="71015" y="271395"/>
                  </a:lnTo>
                  <a:lnTo>
                    <a:pt x="71555" y="269656"/>
                  </a:lnTo>
                  <a:lnTo>
                    <a:pt x="72057" y="267916"/>
                  </a:lnTo>
                  <a:lnTo>
                    <a:pt x="72512" y="266176"/>
                  </a:lnTo>
                  <a:lnTo>
                    <a:pt x="72934" y="264436"/>
                  </a:lnTo>
                  <a:lnTo>
                    <a:pt x="73324" y="262697"/>
                  </a:lnTo>
                  <a:lnTo>
                    <a:pt x="73680" y="260957"/>
                  </a:lnTo>
                  <a:lnTo>
                    <a:pt x="73993" y="259217"/>
                  </a:lnTo>
                  <a:lnTo>
                    <a:pt x="74277" y="257478"/>
                  </a:lnTo>
                  <a:lnTo>
                    <a:pt x="74532" y="255738"/>
                  </a:lnTo>
                  <a:lnTo>
                    <a:pt x="74759" y="253998"/>
                  </a:lnTo>
                  <a:lnTo>
                    <a:pt x="74949" y="252258"/>
                  </a:lnTo>
                  <a:lnTo>
                    <a:pt x="75115" y="250519"/>
                  </a:lnTo>
                  <a:lnTo>
                    <a:pt x="75258" y="248779"/>
                  </a:lnTo>
                  <a:lnTo>
                    <a:pt x="75380" y="247039"/>
                  </a:lnTo>
                  <a:lnTo>
                    <a:pt x="75472" y="245300"/>
                  </a:lnTo>
                  <a:lnTo>
                    <a:pt x="75547" y="243560"/>
                  </a:lnTo>
                  <a:lnTo>
                    <a:pt x="75605" y="241820"/>
                  </a:lnTo>
                  <a:lnTo>
                    <a:pt x="75649" y="240080"/>
                  </a:lnTo>
                  <a:lnTo>
                    <a:pt x="75673" y="238341"/>
                  </a:lnTo>
                  <a:lnTo>
                    <a:pt x="75686" y="236601"/>
                  </a:lnTo>
                  <a:lnTo>
                    <a:pt x="75689" y="234861"/>
                  </a:lnTo>
                  <a:lnTo>
                    <a:pt x="75684" y="233121"/>
                  </a:lnTo>
                  <a:lnTo>
                    <a:pt x="75670" y="231382"/>
                  </a:lnTo>
                  <a:lnTo>
                    <a:pt x="75651" y="229642"/>
                  </a:lnTo>
                  <a:lnTo>
                    <a:pt x="75630" y="227902"/>
                  </a:lnTo>
                  <a:lnTo>
                    <a:pt x="75606" y="226163"/>
                  </a:lnTo>
                  <a:lnTo>
                    <a:pt x="75583" y="224423"/>
                  </a:lnTo>
                  <a:lnTo>
                    <a:pt x="75561" y="222683"/>
                  </a:lnTo>
                  <a:lnTo>
                    <a:pt x="75543" y="220943"/>
                  </a:lnTo>
                  <a:lnTo>
                    <a:pt x="75528" y="219204"/>
                  </a:lnTo>
                  <a:lnTo>
                    <a:pt x="75521" y="217464"/>
                  </a:lnTo>
                  <a:lnTo>
                    <a:pt x="75522" y="215724"/>
                  </a:lnTo>
                  <a:lnTo>
                    <a:pt x="75530" y="213985"/>
                  </a:lnTo>
                  <a:lnTo>
                    <a:pt x="75547" y="212245"/>
                  </a:lnTo>
                  <a:lnTo>
                    <a:pt x="75578" y="210505"/>
                  </a:lnTo>
                  <a:lnTo>
                    <a:pt x="75620" y="208765"/>
                  </a:lnTo>
                  <a:lnTo>
                    <a:pt x="75673" y="207026"/>
                  </a:lnTo>
                  <a:lnTo>
                    <a:pt x="75738" y="205286"/>
                  </a:lnTo>
                  <a:lnTo>
                    <a:pt x="75819" y="203546"/>
                  </a:lnTo>
                  <a:lnTo>
                    <a:pt x="75915" y="201807"/>
                  </a:lnTo>
                  <a:lnTo>
                    <a:pt x="76024" y="200067"/>
                  </a:lnTo>
                  <a:lnTo>
                    <a:pt x="76146" y="198327"/>
                  </a:lnTo>
                  <a:lnTo>
                    <a:pt x="76285" y="196587"/>
                  </a:lnTo>
                  <a:lnTo>
                    <a:pt x="76439" y="194848"/>
                  </a:lnTo>
                  <a:lnTo>
                    <a:pt x="76606" y="193108"/>
                  </a:lnTo>
                  <a:lnTo>
                    <a:pt x="76786" y="191368"/>
                  </a:lnTo>
                  <a:lnTo>
                    <a:pt x="76982" y="189629"/>
                  </a:lnTo>
                  <a:lnTo>
                    <a:pt x="77191" y="187889"/>
                  </a:lnTo>
                  <a:lnTo>
                    <a:pt x="77412" y="186149"/>
                  </a:lnTo>
                  <a:lnTo>
                    <a:pt x="77643" y="184409"/>
                  </a:lnTo>
                  <a:lnTo>
                    <a:pt x="77887" y="182670"/>
                  </a:lnTo>
                  <a:lnTo>
                    <a:pt x="78142" y="180930"/>
                  </a:lnTo>
                  <a:lnTo>
                    <a:pt x="78405" y="179190"/>
                  </a:lnTo>
                  <a:lnTo>
                    <a:pt x="78675" y="177451"/>
                  </a:lnTo>
                  <a:lnTo>
                    <a:pt x="78954" y="175711"/>
                  </a:lnTo>
                  <a:lnTo>
                    <a:pt x="79240" y="173971"/>
                  </a:lnTo>
                  <a:lnTo>
                    <a:pt x="79529" y="172231"/>
                  </a:lnTo>
                  <a:lnTo>
                    <a:pt x="79823" y="170492"/>
                  </a:lnTo>
                  <a:lnTo>
                    <a:pt x="80120" y="168752"/>
                  </a:lnTo>
                  <a:lnTo>
                    <a:pt x="80419" y="167012"/>
                  </a:lnTo>
                  <a:lnTo>
                    <a:pt x="80718" y="165273"/>
                  </a:lnTo>
                  <a:lnTo>
                    <a:pt x="81018" y="163533"/>
                  </a:lnTo>
                  <a:lnTo>
                    <a:pt x="81317" y="161793"/>
                  </a:lnTo>
                  <a:lnTo>
                    <a:pt x="81613" y="160053"/>
                  </a:lnTo>
                  <a:lnTo>
                    <a:pt x="81907" y="158314"/>
                  </a:lnTo>
                  <a:lnTo>
                    <a:pt x="82198" y="156574"/>
                  </a:lnTo>
                  <a:lnTo>
                    <a:pt x="82485" y="154834"/>
                  </a:lnTo>
                  <a:lnTo>
                    <a:pt x="82767" y="153095"/>
                  </a:lnTo>
                  <a:lnTo>
                    <a:pt x="83044" y="151355"/>
                  </a:lnTo>
                  <a:lnTo>
                    <a:pt x="83317" y="149615"/>
                  </a:lnTo>
                  <a:lnTo>
                    <a:pt x="83584" y="147875"/>
                  </a:lnTo>
                  <a:lnTo>
                    <a:pt x="83845" y="146136"/>
                  </a:lnTo>
                  <a:lnTo>
                    <a:pt x="84100" y="144396"/>
                  </a:lnTo>
                  <a:lnTo>
                    <a:pt x="84351" y="142656"/>
                  </a:lnTo>
                  <a:lnTo>
                    <a:pt x="84597" y="140917"/>
                  </a:lnTo>
                  <a:lnTo>
                    <a:pt x="84837" y="139177"/>
                  </a:lnTo>
                  <a:lnTo>
                    <a:pt x="85073" y="137437"/>
                  </a:lnTo>
                  <a:lnTo>
                    <a:pt x="85306" y="135697"/>
                  </a:lnTo>
                  <a:lnTo>
                    <a:pt x="85536" y="133958"/>
                  </a:lnTo>
                  <a:lnTo>
                    <a:pt x="85762" y="132218"/>
                  </a:lnTo>
                  <a:lnTo>
                    <a:pt x="85987" y="130478"/>
                  </a:lnTo>
                  <a:lnTo>
                    <a:pt x="86211" y="128739"/>
                  </a:lnTo>
                  <a:lnTo>
                    <a:pt x="86435" y="126999"/>
                  </a:lnTo>
                  <a:lnTo>
                    <a:pt x="86660" y="125259"/>
                  </a:lnTo>
                  <a:lnTo>
                    <a:pt x="86886" y="123519"/>
                  </a:lnTo>
                  <a:lnTo>
                    <a:pt x="87114" y="121780"/>
                  </a:lnTo>
                  <a:lnTo>
                    <a:pt x="87345" y="120040"/>
                  </a:lnTo>
                  <a:lnTo>
                    <a:pt x="87581" y="118300"/>
                  </a:lnTo>
                  <a:lnTo>
                    <a:pt x="87822" y="116560"/>
                  </a:lnTo>
                  <a:lnTo>
                    <a:pt x="88068" y="114821"/>
                  </a:lnTo>
                  <a:lnTo>
                    <a:pt x="88320" y="113081"/>
                  </a:lnTo>
                  <a:lnTo>
                    <a:pt x="88580" y="111341"/>
                  </a:lnTo>
                  <a:lnTo>
                    <a:pt x="88847" y="109602"/>
                  </a:lnTo>
                  <a:lnTo>
                    <a:pt x="89122" y="107862"/>
                  </a:lnTo>
                  <a:lnTo>
                    <a:pt x="89403" y="106122"/>
                  </a:lnTo>
                  <a:lnTo>
                    <a:pt x="89697" y="104382"/>
                  </a:lnTo>
                  <a:lnTo>
                    <a:pt x="89998" y="102643"/>
                  </a:lnTo>
                  <a:lnTo>
                    <a:pt x="90307" y="100903"/>
                  </a:lnTo>
                  <a:lnTo>
                    <a:pt x="90624" y="99163"/>
                  </a:lnTo>
                  <a:lnTo>
                    <a:pt x="90953" y="97424"/>
                  </a:lnTo>
                  <a:lnTo>
                    <a:pt x="91290" y="95684"/>
                  </a:lnTo>
                  <a:lnTo>
                    <a:pt x="91634" y="93944"/>
                  </a:lnTo>
                  <a:lnTo>
                    <a:pt x="91985" y="92204"/>
                  </a:lnTo>
                  <a:lnTo>
                    <a:pt x="92346" y="90465"/>
                  </a:lnTo>
                  <a:lnTo>
                    <a:pt x="92714" y="88725"/>
                  </a:lnTo>
                  <a:lnTo>
                    <a:pt x="93087" y="86985"/>
                  </a:lnTo>
                  <a:lnTo>
                    <a:pt x="93465" y="85246"/>
                  </a:lnTo>
                  <a:lnTo>
                    <a:pt x="93850" y="83506"/>
                  </a:lnTo>
                  <a:lnTo>
                    <a:pt x="94239" y="81766"/>
                  </a:lnTo>
                  <a:lnTo>
                    <a:pt x="94630" y="80026"/>
                  </a:lnTo>
                  <a:lnTo>
                    <a:pt x="95024" y="78287"/>
                  </a:lnTo>
                  <a:lnTo>
                    <a:pt x="95420" y="76547"/>
                  </a:lnTo>
                  <a:lnTo>
                    <a:pt x="95816" y="74807"/>
                  </a:lnTo>
                  <a:lnTo>
                    <a:pt x="96211" y="73068"/>
                  </a:lnTo>
                  <a:lnTo>
                    <a:pt x="96606" y="71328"/>
                  </a:lnTo>
                  <a:lnTo>
                    <a:pt x="96999" y="69588"/>
                  </a:lnTo>
                  <a:lnTo>
                    <a:pt x="97388" y="67848"/>
                  </a:lnTo>
                  <a:lnTo>
                    <a:pt x="97774" y="66109"/>
                  </a:lnTo>
                  <a:lnTo>
                    <a:pt x="98155" y="64369"/>
                  </a:lnTo>
                  <a:lnTo>
                    <a:pt x="98531" y="62629"/>
                  </a:lnTo>
                  <a:lnTo>
                    <a:pt x="98899" y="60890"/>
                  </a:lnTo>
                  <a:lnTo>
                    <a:pt x="99262" y="59150"/>
                  </a:lnTo>
                  <a:lnTo>
                    <a:pt x="99618" y="57410"/>
                  </a:lnTo>
                  <a:lnTo>
                    <a:pt x="99966" y="55670"/>
                  </a:lnTo>
                  <a:lnTo>
                    <a:pt x="100304" y="53931"/>
                  </a:lnTo>
                  <a:lnTo>
                    <a:pt x="100634" y="52191"/>
                  </a:lnTo>
                  <a:lnTo>
                    <a:pt x="100956" y="50451"/>
                  </a:lnTo>
                  <a:lnTo>
                    <a:pt x="101268" y="48712"/>
                  </a:lnTo>
                  <a:lnTo>
                    <a:pt x="101569" y="46972"/>
                  </a:lnTo>
                  <a:lnTo>
                    <a:pt x="101862" y="45232"/>
                  </a:lnTo>
                  <a:lnTo>
                    <a:pt x="102146" y="43492"/>
                  </a:lnTo>
                  <a:lnTo>
                    <a:pt x="102420" y="41753"/>
                  </a:lnTo>
                  <a:lnTo>
                    <a:pt x="102682" y="40013"/>
                  </a:lnTo>
                  <a:lnTo>
                    <a:pt x="102937" y="38273"/>
                  </a:lnTo>
                  <a:lnTo>
                    <a:pt x="103183" y="36534"/>
                  </a:lnTo>
                  <a:lnTo>
                    <a:pt x="103419" y="34794"/>
                  </a:lnTo>
                  <a:lnTo>
                    <a:pt x="103646" y="33054"/>
                  </a:lnTo>
                  <a:lnTo>
                    <a:pt x="103865" y="31314"/>
                  </a:lnTo>
                  <a:lnTo>
                    <a:pt x="104077" y="29575"/>
                  </a:lnTo>
                  <a:lnTo>
                    <a:pt x="104281" y="27835"/>
                  </a:lnTo>
                  <a:lnTo>
                    <a:pt x="104476" y="26095"/>
                  </a:lnTo>
                  <a:lnTo>
                    <a:pt x="104665" y="24356"/>
                  </a:lnTo>
                  <a:lnTo>
                    <a:pt x="104849" y="22616"/>
                  </a:lnTo>
                  <a:lnTo>
                    <a:pt x="105026" y="20876"/>
                  </a:lnTo>
                  <a:lnTo>
                    <a:pt x="105196" y="19136"/>
                  </a:lnTo>
                  <a:lnTo>
                    <a:pt x="105362" y="17397"/>
                  </a:lnTo>
                  <a:lnTo>
                    <a:pt x="105524" y="15657"/>
                  </a:lnTo>
                  <a:lnTo>
                    <a:pt x="105681" y="13917"/>
                  </a:lnTo>
                  <a:lnTo>
                    <a:pt x="105833" y="12178"/>
                  </a:lnTo>
                  <a:lnTo>
                    <a:pt x="105982" y="10438"/>
                  </a:lnTo>
                  <a:lnTo>
                    <a:pt x="106128" y="8698"/>
                  </a:lnTo>
                  <a:lnTo>
                    <a:pt x="106271" y="6958"/>
                  </a:lnTo>
                  <a:lnTo>
                    <a:pt x="106410" y="5219"/>
                  </a:lnTo>
                  <a:lnTo>
                    <a:pt x="106547" y="3479"/>
                  </a:lnTo>
                  <a:lnTo>
                    <a:pt x="106682" y="1739"/>
                  </a:lnTo>
                  <a:lnTo>
                    <a:pt x="106814" y="0"/>
                  </a:lnTo>
                  <a:lnTo>
                    <a:pt x="113825" y="0"/>
                  </a:lnTo>
                  <a:lnTo>
                    <a:pt x="113958" y="1739"/>
                  </a:lnTo>
                  <a:lnTo>
                    <a:pt x="114092" y="3479"/>
                  </a:lnTo>
                  <a:lnTo>
                    <a:pt x="114229" y="5219"/>
                  </a:lnTo>
                  <a:lnTo>
                    <a:pt x="114368" y="6958"/>
                  </a:lnTo>
                  <a:lnTo>
                    <a:pt x="114511" y="8698"/>
                  </a:lnTo>
                  <a:lnTo>
                    <a:pt x="114657" y="10438"/>
                  </a:lnTo>
                  <a:lnTo>
                    <a:pt x="114806" y="12178"/>
                  </a:lnTo>
                  <a:lnTo>
                    <a:pt x="114958" y="13917"/>
                  </a:lnTo>
                  <a:lnTo>
                    <a:pt x="115115" y="15657"/>
                  </a:lnTo>
                  <a:lnTo>
                    <a:pt x="115277" y="17397"/>
                  </a:lnTo>
                  <a:lnTo>
                    <a:pt x="115443" y="19136"/>
                  </a:lnTo>
                  <a:lnTo>
                    <a:pt x="115614" y="20876"/>
                  </a:lnTo>
                  <a:lnTo>
                    <a:pt x="115791" y="22616"/>
                  </a:lnTo>
                  <a:lnTo>
                    <a:pt x="115974" y="24356"/>
                  </a:lnTo>
                  <a:lnTo>
                    <a:pt x="116163" y="26095"/>
                  </a:lnTo>
                  <a:lnTo>
                    <a:pt x="116359" y="27835"/>
                  </a:lnTo>
                  <a:lnTo>
                    <a:pt x="116562" y="29575"/>
                  </a:lnTo>
                  <a:lnTo>
                    <a:pt x="116774" y="31314"/>
                  </a:lnTo>
                  <a:lnTo>
                    <a:pt x="116993" y="33054"/>
                  </a:lnTo>
                  <a:lnTo>
                    <a:pt x="117220" y="34794"/>
                  </a:lnTo>
                  <a:lnTo>
                    <a:pt x="117456" y="36534"/>
                  </a:lnTo>
                  <a:lnTo>
                    <a:pt x="117702" y="38273"/>
                  </a:lnTo>
                  <a:lnTo>
                    <a:pt x="117957" y="40013"/>
                  </a:lnTo>
                  <a:lnTo>
                    <a:pt x="118220" y="41753"/>
                  </a:lnTo>
                  <a:lnTo>
                    <a:pt x="118493" y="43492"/>
                  </a:lnTo>
                  <a:lnTo>
                    <a:pt x="118777" y="45232"/>
                  </a:lnTo>
                  <a:lnTo>
                    <a:pt x="119070" y="46972"/>
                  </a:lnTo>
                  <a:lnTo>
                    <a:pt x="119371" y="48712"/>
                  </a:lnTo>
                  <a:lnTo>
                    <a:pt x="119683" y="50451"/>
                  </a:lnTo>
                  <a:lnTo>
                    <a:pt x="120005" y="52191"/>
                  </a:lnTo>
                  <a:lnTo>
                    <a:pt x="120336" y="53931"/>
                  </a:lnTo>
                  <a:lnTo>
                    <a:pt x="120674" y="55670"/>
                  </a:lnTo>
                  <a:lnTo>
                    <a:pt x="121021" y="57410"/>
                  </a:lnTo>
                  <a:lnTo>
                    <a:pt x="121377" y="59150"/>
                  </a:lnTo>
                  <a:lnTo>
                    <a:pt x="121740" y="60890"/>
                  </a:lnTo>
                  <a:lnTo>
                    <a:pt x="122109" y="62629"/>
                  </a:lnTo>
                  <a:lnTo>
                    <a:pt x="122484" y="64369"/>
                  </a:lnTo>
                  <a:lnTo>
                    <a:pt x="122866" y="66109"/>
                  </a:lnTo>
                  <a:lnTo>
                    <a:pt x="123251" y="67848"/>
                  </a:lnTo>
                  <a:lnTo>
                    <a:pt x="123641" y="69588"/>
                  </a:lnTo>
                  <a:lnTo>
                    <a:pt x="124033" y="71328"/>
                  </a:lnTo>
                  <a:lnTo>
                    <a:pt x="124428" y="73068"/>
                  </a:lnTo>
                  <a:lnTo>
                    <a:pt x="124824" y="74807"/>
                  </a:lnTo>
                  <a:lnTo>
                    <a:pt x="125220" y="76547"/>
                  </a:lnTo>
                  <a:lnTo>
                    <a:pt x="125615" y="78287"/>
                  </a:lnTo>
                  <a:lnTo>
                    <a:pt x="126009" y="80026"/>
                  </a:lnTo>
                  <a:lnTo>
                    <a:pt x="126401" y="81766"/>
                  </a:lnTo>
                  <a:lnTo>
                    <a:pt x="126789" y="83506"/>
                  </a:lnTo>
                  <a:lnTo>
                    <a:pt x="127174" y="85246"/>
                  </a:lnTo>
                  <a:lnTo>
                    <a:pt x="127552" y="86985"/>
                  </a:lnTo>
                  <a:lnTo>
                    <a:pt x="127926" y="88725"/>
                  </a:lnTo>
                  <a:lnTo>
                    <a:pt x="128293" y="90465"/>
                  </a:lnTo>
                  <a:lnTo>
                    <a:pt x="128654" y="92204"/>
                  </a:lnTo>
                  <a:lnTo>
                    <a:pt x="129006" y="93944"/>
                  </a:lnTo>
                  <a:lnTo>
                    <a:pt x="129350" y="95684"/>
                  </a:lnTo>
                  <a:lnTo>
                    <a:pt x="129686" y="97424"/>
                  </a:lnTo>
                  <a:lnTo>
                    <a:pt x="130015" y="99163"/>
                  </a:lnTo>
                  <a:lnTo>
                    <a:pt x="130332" y="100903"/>
                  </a:lnTo>
                  <a:lnTo>
                    <a:pt x="130642" y="102643"/>
                  </a:lnTo>
                  <a:lnTo>
                    <a:pt x="130943" y="104382"/>
                  </a:lnTo>
                  <a:lnTo>
                    <a:pt x="131236" y="106122"/>
                  </a:lnTo>
                  <a:lnTo>
                    <a:pt x="131518" y="107862"/>
                  </a:lnTo>
                  <a:lnTo>
                    <a:pt x="131792" y="109602"/>
                  </a:lnTo>
                  <a:lnTo>
                    <a:pt x="132059" y="111341"/>
                  </a:lnTo>
                  <a:lnTo>
                    <a:pt x="132320" y="113081"/>
                  </a:lnTo>
                  <a:lnTo>
                    <a:pt x="132571" y="114821"/>
                  </a:lnTo>
                  <a:lnTo>
                    <a:pt x="132817" y="116560"/>
                  </a:lnTo>
                  <a:lnTo>
                    <a:pt x="133058" y="118300"/>
                  </a:lnTo>
                  <a:lnTo>
                    <a:pt x="133294" y="120040"/>
                  </a:lnTo>
                  <a:lnTo>
                    <a:pt x="133525" y="121780"/>
                  </a:lnTo>
                  <a:lnTo>
                    <a:pt x="133754" y="123519"/>
                  </a:lnTo>
                  <a:lnTo>
                    <a:pt x="133980" y="125259"/>
                  </a:lnTo>
                  <a:lnTo>
                    <a:pt x="134204" y="126999"/>
                  </a:lnTo>
                  <a:lnTo>
                    <a:pt x="134428" y="128739"/>
                  </a:lnTo>
                  <a:lnTo>
                    <a:pt x="134652" y="130478"/>
                  </a:lnTo>
                  <a:lnTo>
                    <a:pt x="134877" y="132218"/>
                  </a:lnTo>
                  <a:lnTo>
                    <a:pt x="135104" y="133958"/>
                  </a:lnTo>
                  <a:lnTo>
                    <a:pt x="135333" y="135697"/>
                  </a:lnTo>
                  <a:lnTo>
                    <a:pt x="135566" y="137437"/>
                  </a:lnTo>
                  <a:lnTo>
                    <a:pt x="135802" y="139177"/>
                  </a:lnTo>
                  <a:lnTo>
                    <a:pt x="136042" y="140917"/>
                  </a:lnTo>
                  <a:lnTo>
                    <a:pt x="136288" y="142656"/>
                  </a:lnTo>
                  <a:lnTo>
                    <a:pt x="136539" y="144396"/>
                  </a:lnTo>
                  <a:lnTo>
                    <a:pt x="136795" y="146136"/>
                  </a:lnTo>
                  <a:lnTo>
                    <a:pt x="137055" y="147875"/>
                  </a:lnTo>
                  <a:lnTo>
                    <a:pt x="137322" y="149615"/>
                  </a:lnTo>
                  <a:lnTo>
                    <a:pt x="137595" y="151355"/>
                  </a:lnTo>
                  <a:lnTo>
                    <a:pt x="137872" y="153095"/>
                  </a:lnTo>
                  <a:lnTo>
                    <a:pt x="138154" y="154834"/>
                  </a:lnTo>
                  <a:lnTo>
                    <a:pt x="138441" y="156574"/>
                  </a:lnTo>
                  <a:lnTo>
                    <a:pt x="138732" y="158314"/>
                  </a:lnTo>
                  <a:lnTo>
                    <a:pt x="139026" y="160053"/>
                  </a:lnTo>
                  <a:lnTo>
                    <a:pt x="139322" y="161793"/>
                  </a:lnTo>
                  <a:lnTo>
                    <a:pt x="139621" y="163533"/>
                  </a:lnTo>
                  <a:lnTo>
                    <a:pt x="139921" y="165273"/>
                  </a:lnTo>
                  <a:lnTo>
                    <a:pt x="140221" y="167012"/>
                  </a:lnTo>
                  <a:lnTo>
                    <a:pt x="140519" y="168752"/>
                  </a:lnTo>
                  <a:lnTo>
                    <a:pt x="140816" y="170492"/>
                  </a:lnTo>
                  <a:lnTo>
                    <a:pt x="141110" y="172231"/>
                  </a:lnTo>
                  <a:lnTo>
                    <a:pt x="141400" y="173971"/>
                  </a:lnTo>
                  <a:lnTo>
                    <a:pt x="141685" y="175711"/>
                  </a:lnTo>
                  <a:lnTo>
                    <a:pt x="141964" y="177451"/>
                  </a:lnTo>
                  <a:lnTo>
                    <a:pt x="142234" y="179190"/>
                  </a:lnTo>
                  <a:lnTo>
                    <a:pt x="142497" y="180930"/>
                  </a:lnTo>
                  <a:lnTo>
                    <a:pt x="142752" y="182670"/>
                  </a:lnTo>
                  <a:lnTo>
                    <a:pt x="142996" y="184409"/>
                  </a:lnTo>
                  <a:lnTo>
                    <a:pt x="143228" y="186149"/>
                  </a:lnTo>
                  <a:lnTo>
                    <a:pt x="143448" y="187889"/>
                  </a:lnTo>
                  <a:lnTo>
                    <a:pt x="143658" y="189629"/>
                  </a:lnTo>
                  <a:lnTo>
                    <a:pt x="143853" y="191368"/>
                  </a:lnTo>
                  <a:lnTo>
                    <a:pt x="144033" y="193108"/>
                  </a:lnTo>
                  <a:lnTo>
                    <a:pt x="144200" y="194848"/>
                  </a:lnTo>
                  <a:lnTo>
                    <a:pt x="144355" y="196587"/>
                  </a:lnTo>
                  <a:lnTo>
                    <a:pt x="144494" y="198327"/>
                  </a:lnTo>
                  <a:lnTo>
                    <a:pt x="144616" y="200067"/>
                  </a:lnTo>
                  <a:lnTo>
                    <a:pt x="144724" y="201807"/>
                  </a:lnTo>
                  <a:lnTo>
                    <a:pt x="144820" y="203546"/>
                  </a:lnTo>
                  <a:lnTo>
                    <a:pt x="144902" y="205286"/>
                  </a:lnTo>
                  <a:lnTo>
                    <a:pt x="144967" y="207026"/>
                  </a:lnTo>
                  <a:lnTo>
                    <a:pt x="145020" y="208765"/>
                  </a:lnTo>
                  <a:lnTo>
                    <a:pt x="145062" y="210505"/>
                  </a:lnTo>
                  <a:lnTo>
                    <a:pt x="145092" y="212245"/>
                  </a:lnTo>
                  <a:lnTo>
                    <a:pt x="145109" y="213985"/>
                  </a:lnTo>
                  <a:lnTo>
                    <a:pt x="145118" y="215724"/>
                  </a:lnTo>
                  <a:lnTo>
                    <a:pt x="145118" y="217464"/>
                  </a:lnTo>
                  <a:lnTo>
                    <a:pt x="145111" y="219204"/>
                  </a:lnTo>
                  <a:lnTo>
                    <a:pt x="145097" y="220943"/>
                  </a:lnTo>
                  <a:lnTo>
                    <a:pt x="145078" y="222683"/>
                  </a:lnTo>
                  <a:lnTo>
                    <a:pt x="145057" y="224423"/>
                  </a:lnTo>
                  <a:lnTo>
                    <a:pt x="145033" y="226163"/>
                  </a:lnTo>
                  <a:lnTo>
                    <a:pt x="145010" y="227902"/>
                  </a:lnTo>
                  <a:lnTo>
                    <a:pt x="144988" y="229642"/>
                  </a:lnTo>
                  <a:lnTo>
                    <a:pt x="144970" y="231382"/>
                  </a:lnTo>
                  <a:lnTo>
                    <a:pt x="144955" y="233121"/>
                  </a:lnTo>
                  <a:lnTo>
                    <a:pt x="144950" y="234861"/>
                  </a:lnTo>
                  <a:lnTo>
                    <a:pt x="144954" y="236601"/>
                  </a:lnTo>
                  <a:lnTo>
                    <a:pt x="144967" y="238341"/>
                  </a:lnTo>
                  <a:lnTo>
                    <a:pt x="144991" y="240080"/>
                  </a:lnTo>
                  <a:lnTo>
                    <a:pt x="145034" y="241820"/>
                  </a:lnTo>
                  <a:lnTo>
                    <a:pt x="145092" y="243560"/>
                  </a:lnTo>
                  <a:lnTo>
                    <a:pt x="145167" y="245300"/>
                  </a:lnTo>
                  <a:lnTo>
                    <a:pt x="145260" y="247039"/>
                  </a:lnTo>
                  <a:lnTo>
                    <a:pt x="145381" y="248779"/>
                  </a:lnTo>
                  <a:lnTo>
                    <a:pt x="145524" y="250519"/>
                  </a:lnTo>
                  <a:lnTo>
                    <a:pt x="145690" y="252258"/>
                  </a:lnTo>
                  <a:lnTo>
                    <a:pt x="145880" y="253998"/>
                  </a:lnTo>
                  <a:lnTo>
                    <a:pt x="146107" y="255738"/>
                  </a:lnTo>
                  <a:lnTo>
                    <a:pt x="146363" y="257478"/>
                  </a:lnTo>
                  <a:lnTo>
                    <a:pt x="146646" y="259217"/>
                  </a:lnTo>
                  <a:lnTo>
                    <a:pt x="146959" y="260957"/>
                  </a:lnTo>
                  <a:lnTo>
                    <a:pt x="147315" y="262697"/>
                  </a:lnTo>
                  <a:lnTo>
                    <a:pt x="147705" y="264436"/>
                  </a:lnTo>
                  <a:lnTo>
                    <a:pt x="148127" y="266176"/>
                  </a:lnTo>
                  <a:lnTo>
                    <a:pt x="148582" y="267916"/>
                  </a:lnTo>
                  <a:lnTo>
                    <a:pt x="149084" y="269656"/>
                  </a:lnTo>
                  <a:lnTo>
                    <a:pt x="149624" y="271395"/>
                  </a:lnTo>
                  <a:lnTo>
                    <a:pt x="150199" y="273135"/>
                  </a:lnTo>
                  <a:lnTo>
                    <a:pt x="150808" y="274875"/>
                  </a:lnTo>
                  <a:lnTo>
                    <a:pt x="151465" y="276614"/>
                  </a:lnTo>
                  <a:lnTo>
                    <a:pt x="152162" y="278354"/>
                  </a:lnTo>
                  <a:lnTo>
                    <a:pt x="152894" y="280094"/>
                  </a:lnTo>
                  <a:lnTo>
                    <a:pt x="153661" y="281834"/>
                  </a:lnTo>
                  <a:lnTo>
                    <a:pt x="154475" y="283573"/>
                  </a:lnTo>
                  <a:lnTo>
                    <a:pt x="155327" y="285313"/>
                  </a:lnTo>
                  <a:lnTo>
                    <a:pt x="156213" y="287053"/>
                  </a:lnTo>
                  <a:lnTo>
                    <a:pt x="157132" y="288792"/>
                  </a:lnTo>
                  <a:lnTo>
                    <a:pt x="158093" y="290532"/>
                  </a:lnTo>
                  <a:lnTo>
                    <a:pt x="159090" y="292272"/>
                  </a:lnTo>
                  <a:lnTo>
                    <a:pt x="160118" y="294012"/>
                  </a:lnTo>
                  <a:lnTo>
                    <a:pt x="161175" y="295751"/>
                  </a:lnTo>
                  <a:lnTo>
                    <a:pt x="162268" y="297491"/>
                  </a:lnTo>
                  <a:lnTo>
                    <a:pt x="163393" y="299231"/>
                  </a:lnTo>
                  <a:lnTo>
                    <a:pt x="164543" y="300970"/>
                  </a:lnTo>
                  <a:lnTo>
                    <a:pt x="165717" y="302710"/>
                  </a:lnTo>
                  <a:lnTo>
                    <a:pt x="166920" y="304450"/>
                  </a:lnTo>
                  <a:lnTo>
                    <a:pt x="168148" y="306190"/>
                  </a:lnTo>
                  <a:lnTo>
                    <a:pt x="169395" y="307929"/>
                  </a:lnTo>
                  <a:lnTo>
                    <a:pt x="170661" y="309669"/>
                  </a:lnTo>
                  <a:lnTo>
                    <a:pt x="171946" y="311409"/>
                  </a:lnTo>
                  <a:lnTo>
                    <a:pt x="173249" y="313148"/>
                  </a:lnTo>
                  <a:lnTo>
                    <a:pt x="174565" y="314888"/>
                  </a:lnTo>
                  <a:lnTo>
                    <a:pt x="175891" y="316628"/>
                  </a:lnTo>
                  <a:lnTo>
                    <a:pt x="177230" y="318368"/>
                  </a:lnTo>
                  <a:lnTo>
                    <a:pt x="178577" y="320107"/>
                  </a:lnTo>
                  <a:lnTo>
                    <a:pt x="179930" y="321847"/>
                  </a:lnTo>
                  <a:lnTo>
                    <a:pt x="181287" y="323587"/>
                  </a:lnTo>
                  <a:lnTo>
                    <a:pt x="182647" y="325326"/>
                  </a:lnTo>
                  <a:lnTo>
                    <a:pt x="184008" y="327066"/>
                  </a:lnTo>
                  <a:lnTo>
                    <a:pt x="185366" y="328806"/>
                  </a:lnTo>
                  <a:lnTo>
                    <a:pt x="186722" y="330546"/>
                  </a:lnTo>
                  <a:lnTo>
                    <a:pt x="188073" y="332285"/>
                  </a:lnTo>
                  <a:lnTo>
                    <a:pt x="189414" y="334025"/>
                  </a:lnTo>
                  <a:lnTo>
                    <a:pt x="190748" y="335765"/>
                  </a:lnTo>
                  <a:lnTo>
                    <a:pt x="192071" y="337504"/>
                  </a:lnTo>
                  <a:lnTo>
                    <a:pt x="193382" y="339244"/>
                  </a:lnTo>
                  <a:lnTo>
                    <a:pt x="194674" y="340984"/>
                  </a:lnTo>
                  <a:lnTo>
                    <a:pt x="195952" y="342724"/>
                  </a:lnTo>
                  <a:lnTo>
                    <a:pt x="197213" y="344463"/>
                  </a:lnTo>
                  <a:lnTo>
                    <a:pt x="198455" y="346203"/>
                  </a:lnTo>
                  <a:lnTo>
                    <a:pt x="199669" y="347943"/>
                  </a:lnTo>
                  <a:lnTo>
                    <a:pt x="200863" y="349682"/>
                  </a:lnTo>
                  <a:lnTo>
                    <a:pt x="202034" y="351422"/>
                  </a:lnTo>
                  <a:lnTo>
                    <a:pt x="203179" y="353162"/>
                  </a:lnTo>
                  <a:lnTo>
                    <a:pt x="204289" y="354902"/>
                  </a:lnTo>
                  <a:lnTo>
                    <a:pt x="205372" y="356641"/>
                  </a:lnTo>
                  <a:lnTo>
                    <a:pt x="206427" y="358381"/>
                  </a:lnTo>
                  <a:lnTo>
                    <a:pt x="207452" y="360121"/>
                  </a:lnTo>
                  <a:lnTo>
                    <a:pt x="208434" y="361860"/>
                  </a:lnTo>
                  <a:lnTo>
                    <a:pt x="209384" y="363600"/>
                  </a:lnTo>
                  <a:lnTo>
                    <a:pt x="210302" y="365340"/>
                  </a:lnTo>
                  <a:lnTo>
                    <a:pt x="211187" y="367080"/>
                  </a:lnTo>
                  <a:lnTo>
                    <a:pt x="212022" y="368819"/>
                  </a:lnTo>
                  <a:lnTo>
                    <a:pt x="212823" y="370559"/>
                  </a:lnTo>
                  <a:lnTo>
                    <a:pt x="213588" y="372299"/>
                  </a:lnTo>
                  <a:lnTo>
                    <a:pt x="214318" y="374039"/>
                  </a:lnTo>
                  <a:lnTo>
                    <a:pt x="214995" y="375778"/>
                  </a:lnTo>
                  <a:lnTo>
                    <a:pt x="215635" y="377518"/>
                  </a:lnTo>
                  <a:lnTo>
                    <a:pt x="216239" y="379258"/>
                  </a:lnTo>
                  <a:lnTo>
                    <a:pt x="216806" y="380997"/>
                  </a:lnTo>
                  <a:lnTo>
                    <a:pt x="217320" y="382737"/>
                  </a:lnTo>
                  <a:lnTo>
                    <a:pt x="217797" y="384477"/>
                  </a:lnTo>
                  <a:lnTo>
                    <a:pt x="218238" y="386217"/>
                  </a:lnTo>
                  <a:lnTo>
                    <a:pt x="218643" y="387956"/>
                  </a:lnTo>
                  <a:lnTo>
                    <a:pt x="218998" y="389696"/>
                  </a:lnTo>
                  <a:lnTo>
                    <a:pt x="219317" y="391436"/>
                  </a:lnTo>
                  <a:lnTo>
                    <a:pt x="219603" y="393175"/>
                  </a:lnTo>
                  <a:lnTo>
                    <a:pt x="219855" y="394915"/>
                  </a:lnTo>
                  <a:lnTo>
                    <a:pt x="220062" y="396655"/>
                  </a:lnTo>
                  <a:lnTo>
                    <a:pt x="220236" y="398395"/>
                  </a:lnTo>
                  <a:lnTo>
                    <a:pt x="220380" y="400134"/>
                  </a:lnTo>
                  <a:lnTo>
                    <a:pt x="220494" y="401874"/>
                  </a:lnTo>
                  <a:lnTo>
                    <a:pt x="220570" y="403614"/>
                  </a:lnTo>
                  <a:lnTo>
                    <a:pt x="220618" y="405353"/>
                  </a:lnTo>
                  <a:lnTo>
                    <a:pt x="220640" y="407093"/>
                  </a:lnTo>
                  <a:lnTo>
                    <a:pt x="220638" y="408833"/>
                  </a:lnTo>
                  <a:lnTo>
                    <a:pt x="220604" y="410573"/>
                  </a:lnTo>
                  <a:lnTo>
                    <a:pt x="220547" y="412312"/>
                  </a:lnTo>
                  <a:lnTo>
                    <a:pt x="220469" y="414052"/>
                  </a:lnTo>
                  <a:lnTo>
                    <a:pt x="220372" y="415792"/>
                  </a:lnTo>
                  <a:lnTo>
                    <a:pt x="220251" y="417531"/>
                  </a:lnTo>
                  <a:lnTo>
                    <a:pt x="220112" y="419271"/>
                  </a:lnTo>
                  <a:lnTo>
                    <a:pt x="219957" y="421011"/>
                  </a:lnTo>
                  <a:lnTo>
                    <a:pt x="219787" y="422751"/>
                  </a:lnTo>
                  <a:lnTo>
                    <a:pt x="219600" y="424490"/>
                  </a:lnTo>
                  <a:lnTo>
                    <a:pt x="219399" y="426230"/>
                  </a:lnTo>
                  <a:lnTo>
                    <a:pt x="219186" y="427970"/>
                  </a:lnTo>
                  <a:lnTo>
                    <a:pt x="218963" y="429709"/>
                  </a:lnTo>
                  <a:lnTo>
                    <a:pt x="218727" y="431449"/>
                  </a:lnTo>
                  <a:lnTo>
                    <a:pt x="218481" y="433189"/>
                  </a:lnTo>
                  <a:lnTo>
                    <a:pt x="218226" y="434929"/>
                  </a:lnTo>
                  <a:lnTo>
                    <a:pt x="217964" y="436668"/>
                  </a:lnTo>
                  <a:lnTo>
                    <a:pt x="217693" y="438408"/>
                  </a:lnTo>
                  <a:lnTo>
                    <a:pt x="217414" y="440148"/>
                  </a:lnTo>
                  <a:lnTo>
                    <a:pt x="217130" y="441887"/>
                  </a:lnTo>
                  <a:lnTo>
                    <a:pt x="216839" y="443627"/>
                  </a:lnTo>
                  <a:lnTo>
                    <a:pt x="216542" y="445367"/>
                  </a:lnTo>
                  <a:lnTo>
                    <a:pt x="216239" y="447107"/>
                  </a:lnTo>
                  <a:lnTo>
                    <a:pt x="215929" y="448855"/>
                  </a:lnTo>
                  <a:lnTo>
                    <a:pt x="215618" y="450586"/>
                  </a:lnTo>
                  <a:lnTo>
                    <a:pt x="215300" y="452326"/>
                  </a:lnTo>
                  <a:lnTo>
                    <a:pt x="214977" y="454065"/>
                  </a:lnTo>
                  <a:lnTo>
                    <a:pt x="214650" y="455805"/>
                  </a:lnTo>
                  <a:lnTo>
                    <a:pt x="214319" y="457545"/>
                  </a:lnTo>
                  <a:lnTo>
                    <a:pt x="213984" y="459285"/>
                  </a:lnTo>
                  <a:lnTo>
                    <a:pt x="213643" y="461024"/>
                  </a:lnTo>
                  <a:lnTo>
                    <a:pt x="213299" y="462764"/>
                  </a:lnTo>
                  <a:lnTo>
                    <a:pt x="212952" y="464504"/>
                  </a:lnTo>
                  <a:lnTo>
                    <a:pt x="212600" y="466243"/>
                  </a:lnTo>
                  <a:lnTo>
                    <a:pt x="212244" y="467983"/>
                  </a:lnTo>
                  <a:lnTo>
                    <a:pt x="211884" y="469723"/>
                  </a:lnTo>
                  <a:lnTo>
                    <a:pt x="211520" y="471463"/>
                  </a:lnTo>
                  <a:lnTo>
                    <a:pt x="211153" y="473202"/>
                  </a:lnTo>
                  <a:lnTo>
                    <a:pt x="210780" y="474942"/>
                  </a:lnTo>
                  <a:lnTo>
                    <a:pt x="210404" y="476682"/>
                  </a:lnTo>
                  <a:lnTo>
                    <a:pt x="210024" y="478421"/>
                  </a:lnTo>
                  <a:lnTo>
                    <a:pt x="209640" y="480161"/>
                  </a:lnTo>
                  <a:lnTo>
                    <a:pt x="209251" y="481901"/>
                  </a:lnTo>
                  <a:lnTo>
                    <a:pt x="208858" y="483641"/>
                  </a:lnTo>
                  <a:lnTo>
                    <a:pt x="208460" y="485380"/>
                  </a:lnTo>
                  <a:lnTo>
                    <a:pt x="208058" y="487120"/>
                  </a:lnTo>
                  <a:lnTo>
                    <a:pt x="207650" y="488860"/>
                  </a:lnTo>
                  <a:lnTo>
                    <a:pt x="207237" y="490600"/>
                  </a:lnTo>
                  <a:lnTo>
                    <a:pt x="206819" y="492339"/>
                  </a:lnTo>
                  <a:lnTo>
                    <a:pt x="206396" y="494079"/>
                  </a:lnTo>
                  <a:lnTo>
                    <a:pt x="205965" y="495819"/>
                  </a:lnTo>
                  <a:lnTo>
                    <a:pt x="205529" y="497558"/>
                  </a:lnTo>
                  <a:lnTo>
                    <a:pt x="205087" y="499298"/>
                  </a:lnTo>
                  <a:lnTo>
                    <a:pt x="204639" y="501038"/>
                  </a:lnTo>
                  <a:lnTo>
                    <a:pt x="204182" y="502778"/>
                  </a:lnTo>
                  <a:lnTo>
                    <a:pt x="203718" y="504517"/>
                  </a:lnTo>
                  <a:lnTo>
                    <a:pt x="203248" y="506257"/>
                  </a:lnTo>
                  <a:lnTo>
                    <a:pt x="202770" y="507997"/>
                  </a:lnTo>
                  <a:lnTo>
                    <a:pt x="202283" y="509736"/>
                  </a:lnTo>
                  <a:lnTo>
                    <a:pt x="201789" y="511476"/>
                  </a:lnTo>
                  <a:lnTo>
                    <a:pt x="201287" y="513216"/>
                  </a:lnTo>
                  <a:lnTo>
                    <a:pt x="200778" y="514956"/>
                  </a:lnTo>
                  <a:lnTo>
                    <a:pt x="200258" y="516695"/>
                  </a:lnTo>
                  <a:lnTo>
                    <a:pt x="199732" y="518435"/>
                  </a:lnTo>
                  <a:lnTo>
                    <a:pt x="199198" y="520175"/>
                  </a:lnTo>
                  <a:lnTo>
                    <a:pt x="198658" y="521914"/>
                  </a:lnTo>
                  <a:lnTo>
                    <a:pt x="198108" y="523654"/>
                  </a:lnTo>
                  <a:lnTo>
                    <a:pt x="197552" y="525394"/>
                  </a:lnTo>
                  <a:lnTo>
                    <a:pt x="196991" y="527134"/>
                  </a:lnTo>
                  <a:lnTo>
                    <a:pt x="196424" y="528873"/>
                  </a:lnTo>
                  <a:lnTo>
                    <a:pt x="195850" y="530613"/>
                  </a:lnTo>
                  <a:lnTo>
                    <a:pt x="195272" y="532353"/>
                  </a:lnTo>
                  <a:lnTo>
                    <a:pt x="194690" y="534092"/>
                  </a:lnTo>
                  <a:lnTo>
                    <a:pt x="194106" y="535832"/>
                  </a:lnTo>
                  <a:lnTo>
                    <a:pt x="193519" y="537572"/>
                  </a:lnTo>
                  <a:lnTo>
                    <a:pt x="192931" y="539312"/>
                  </a:lnTo>
                  <a:lnTo>
                    <a:pt x="192343" y="541051"/>
                  </a:lnTo>
                  <a:lnTo>
                    <a:pt x="191755" y="542791"/>
                  </a:lnTo>
                  <a:lnTo>
                    <a:pt x="191169" y="544531"/>
                  </a:lnTo>
                  <a:lnTo>
                    <a:pt x="190587" y="546270"/>
                  </a:lnTo>
                  <a:lnTo>
                    <a:pt x="190007" y="548010"/>
                  </a:lnTo>
                  <a:lnTo>
                    <a:pt x="189432" y="549750"/>
                  </a:lnTo>
                  <a:lnTo>
                    <a:pt x="188864" y="551490"/>
                  </a:lnTo>
                  <a:lnTo>
                    <a:pt x="188302" y="553229"/>
                  </a:lnTo>
                  <a:lnTo>
                    <a:pt x="187748" y="554969"/>
                  </a:lnTo>
                  <a:lnTo>
                    <a:pt x="187201" y="556709"/>
                  </a:lnTo>
                  <a:lnTo>
                    <a:pt x="186665" y="558448"/>
                  </a:lnTo>
                  <a:lnTo>
                    <a:pt x="186139" y="560188"/>
                  </a:lnTo>
                  <a:lnTo>
                    <a:pt x="185624" y="561928"/>
                  </a:lnTo>
                  <a:lnTo>
                    <a:pt x="185118" y="563668"/>
                  </a:lnTo>
                  <a:lnTo>
                    <a:pt x="184626" y="565407"/>
                  </a:lnTo>
                  <a:lnTo>
                    <a:pt x="184147" y="567147"/>
                  </a:lnTo>
                  <a:lnTo>
                    <a:pt x="184020" y="567621"/>
                  </a:lnTo>
                  <a:lnTo>
                    <a:pt x="183679" y="568887"/>
                  </a:lnTo>
                  <a:lnTo>
                    <a:pt x="183223" y="570626"/>
                  </a:lnTo>
                  <a:lnTo>
                    <a:pt x="182781" y="572366"/>
                  </a:lnTo>
                  <a:lnTo>
                    <a:pt x="182354" y="574106"/>
                  </a:lnTo>
                  <a:lnTo>
                    <a:pt x="181938" y="575846"/>
                  </a:lnTo>
                  <a:lnTo>
                    <a:pt x="181533" y="577585"/>
                  </a:lnTo>
                  <a:lnTo>
                    <a:pt x="181142" y="579325"/>
                  </a:lnTo>
                  <a:lnTo>
                    <a:pt x="180765" y="581065"/>
                  </a:lnTo>
                  <a:lnTo>
                    <a:pt x="180398" y="582804"/>
                  </a:lnTo>
                  <a:lnTo>
                    <a:pt x="180041" y="584544"/>
                  </a:lnTo>
                  <a:lnTo>
                    <a:pt x="179696" y="586284"/>
                  </a:lnTo>
                  <a:lnTo>
                    <a:pt x="179363" y="588024"/>
                  </a:lnTo>
                  <a:lnTo>
                    <a:pt x="179038" y="589763"/>
                  </a:lnTo>
                  <a:lnTo>
                    <a:pt x="178722" y="591503"/>
                  </a:lnTo>
                  <a:lnTo>
                    <a:pt x="178414" y="593243"/>
                  </a:lnTo>
                  <a:lnTo>
                    <a:pt x="178115" y="594982"/>
                  </a:lnTo>
                  <a:lnTo>
                    <a:pt x="177822" y="596722"/>
                  </a:lnTo>
                  <a:lnTo>
                    <a:pt x="177535" y="598462"/>
                  </a:lnTo>
                  <a:lnTo>
                    <a:pt x="177254" y="600202"/>
                  </a:lnTo>
                  <a:lnTo>
                    <a:pt x="176979" y="601941"/>
                  </a:lnTo>
                  <a:lnTo>
                    <a:pt x="176708" y="603681"/>
                  </a:lnTo>
                  <a:lnTo>
                    <a:pt x="176440" y="605421"/>
                  </a:lnTo>
                  <a:lnTo>
                    <a:pt x="176176" y="607160"/>
                  </a:lnTo>
                  <a:lnTo>
                    <a:pt x="175915" y="608900"/>
                  </a:lnTo>
                  <a:lnTo>
                    <a:pt x="175655" y="610640"/>
                  </a:lnTo>
                  <a:lnTo>
                    <a:pt x="175398" y="612380"/>
                  </a:lnTo>
                  <a:lnTo>
                    <a:pt x="175142" y="614119"/>
                  </a:lnTo>
                  <a:lnTo>
                    <a:pt x="174886" y="615859"/>
                  </a:lnTo>
                  <a:lnTo>
                    <a:pt x="174632" y="617599"/>
                  </a:lnTo>
                  <a:lnTo>
                    <a:pt x="174378" y="619339"/>
                  </a:lnTo>
                  <a:lnTo>
                    <a:pt x="174124" y="621078"/>
                  </a:lnTo>
                  <a:lnTo>
                    <a:pt x="173869" y="622818"/>
                  </a:lnTo>
                  <a:lnTo>
                    <a:pt x="173615" y="624558"/>
                  </a:lnTo>
                  <a:lnTo>
                    <a:pt x="173359" y="626297"/>
                  </a:lnTo>
                  <a:lnTo>
                    <a:pt x="173103" y="628037"/>
                  </a:lnTo>
                  <a:lnTo>
                    <a:pt x="172846" y="629777"/>
                  </a:lnTo>
                  <a:lnTo>
                    <a:pt x="172588" y="631517"/>
                  </a:lnTo>
                  <a:lnTo>
                    <a:pt x="172328" y="633256"/>
                  </a:lnTo>
                  <a:lnTo>
                    <a:pt x="172067" y="634996"/>
                  </a:lnTo>
                  <a:lnTo>
                    <a:pt x="171804" y="636736"/>
                  </a:lnTo>
                  <a:lnTo>
                    <a:pt x="171539" y="638475"/>
                  </a:lnTo>
                  <a:lnTo>
                    <a:pt x="171271" y="640215"/>
                  </a:lnTo>
                  <a:lnTo>
                    <a:pt x="171002" y="641955"/>
                  </a:lnTo>
                  <a:lnTo>
                    <a:pt x="170728" y="643695"/>
                  </a:lnTo>
                  <a:lnTo>
                    <a:pt x="170452" y="645434"/>
                  </a:lnTo>
                  <a:lnTo>
                    <a:pt x="170172" y="647174"/>
                  </a:lnTo>
                  <a:lnTo>
                    <a:pt x="169888" y="648914"/>
                  </a:lnTo>
                  <a:lnTo>
                    <a:pt x="169598" y="650653"/>
                  </a:lnTo>
                  <a:lnTo>
                    <a:pt x="169304" y="652393"/>
                  </a:lnTo>
                  <a:lnTo>
                    <a:pt x="169004" y="654133"/>
                  </a:lnTo>
                  <a:lnTo>
                    <a:pt x="168699" y="655873"/>
                  </a:lnTo>
                  <a:lnTo>
                    <a:pt x="168384" y="657612"/>
                  </a:lnTo>
                  <a:lnTo>
                    <a:pt x="168062" y="659352"/>
                  </a:lnTo>
                  <a:lnTo>
                    <a:pt x="167733" y="661092"/>
                  </a:lnTo>
                  <a:lnTo>
                    <a:pt x="167395" y="662831"/>
                  </a:lnTo>
                  <a:lnTo>
                    <a:pt x="167045" y="664571"/>
                  </a:lnTo>
                  <a:lnTo>
                    <a:pt x="166685" y="666311"/>
                  </a:lnTo>
                  <a:lnTo>
                    <a:pt x="166315" y="668051"/>
                  </a:lnTo>
                  <a:lnTo>
                    <a:pt x="165934" y="669790"/>
                  </a:lnTo>
                  <a:lnTo>
                    <a:pt x="165538" y="671530"/>
                  </a:lnTo>
                  <a:lnTo>
                    <a:pt x="165128" y="673270"/>
                  </a:lnTo>
                  <a:lnTo>
                    <a:pt x="164705" y="675009"/>
                  </a:lnTo>
                  <a:lnTo>
                    <a:pt x="164270" y="676749"/>
                  </a:lnTo>
                  <a:lnTo>
                    <a:pt x="163816" y="678489"/>
                  </a:lnTo>
                  <a:lnTo>
                    <a:pt x="163347" y="680229"/>
                  </a:lnTo>
                  <a:lnTo>
                    <a:pt x="162863" y="681968"/>
                  </a:lnTo>
                  <a:lnTo>
                    <a:pt x="162364" y="683708"/>
                  </a:lnTo>
                  <a:lnTo>
                    <a:pt x="161846" y="685448"/>
                  </a:lnTo>
                  <a:lnTo>
                    <a:pt x="161310" y="687187"/>
                  </a:lnTo>
                  <a:lnTo>
                    <a:pt x="160759" y="688927"/>
                  </a:lnTo>
                  <a:lnTo>
                    <a:pt x="160192" y="690667"/>
                  </a:lnTo>
                  <a:lnTo>
                    <a:pt x="159606" y="692407"/>
                  </a:lnTo>
                  <a:lnTo>
                    <a:pt x="159001" y="694146"/>
                  </a:lnTo>
                  <a:lnTo>
                    <a:pt x="158383" y="695886"/>
                  </a:lnTo>
                  <a:lnTo>
                    <a:pt x="157749" y="697626"/>
                  </a:lnTo>
                  <a:lnTo>
                    <a:pt x="157097" y="699365"/>
                  </a:lnTo>
                  <a:lnTo>
                    <a:pt x="156428" y="701105"/>
                  </a:lnTo>
                  <a:lnTo>
                    <a:pt x="155747" y="702845"/>
                  </a:lnTo>
                  <a:lnTo>
                    <a:pt x="155052" y="704585"/>
                  </a:lnTo>
                  <a:lnTo>
                    <a:pt x="154343" y="706324"/>
                  </a:lnTo>
                  <a:lnTo>
                    <a:pt x="153620" y="708064"/>
                  </a:lnTo>
                  <a:lnTo>
                    <a:pt x="152886" y="709804"/>
                  </a:lnTo>
                  <a:lnTo>
                    <a:pt x="152143" y="711543"/>
                  </a:lnTo>
                  <a:lnTo>
                    <a:pt x="151388" y="713283"/>
                  </a:lnTo>
                  <a:lnTo>
                    <a:pt x="150625" y="715023"/>
                  </a:lnTo>
                  <a:lnTo>
                    <a:pt x="149854" y="716763"/>
                  </a:lnTo>
                  <a:lnTo>
                    <a:pt x="149078" y="718502"/>
                  </a:lnTo>
                  <a:lnTo>
                    <a:pt x="148295" y="720242"/>
                  </a:lnTo>
                  <a:lnTo>
                    <a:pt x="147508" y="721982"/>
                  </a:lnTo>
                  <a:lnTo>
                    <a:pt x="146719" y="723721"/>
                  </a:lnTo>
                  <a:lnTo>
                    <a:pt x="145927" y="725461"/>
                  </a:lnTo>
                  <a:lnTo>
                    <a:pt x="145135" y="727201"/>
                  </a:lnTo>
                  <a:lnTo>
                    <a:pt x="144343" y="728941"/>
                  </a:lnTo>
                  <a:lnTo>
                    <a:pt x="143552" y="730680"/>
                  </a:lnTo>
                  <a:lnTo>
                    <a:pt x="142764" y="732420"/>
                  </a:lnTo>
                  <a:lnTo>
                    <a:pt x="141979" y="734160"/>
                  </a:lnTo>
                  <a:lnTo>
                    <a:pt x="141200" y="735900"/>
                  </a:lnTo>
                  <a:lnTo>
                    <a:pt x="140425" y="737639"/>
                  </a:lnTo>
                  <a:lnTo>
                    <a:pt x="139657" y="739379"/>
                  </a:lnTo>
                  <a:lnTo>
                    <a:pt x="138895" y="741119"/>
                  </a:lnTo>
                  <a:lnTo>
                    <a:pt x="138143" y="742858"/>
                  </a:lnTo>
                  <a:lnTo>
                    <a:pt x="137400" y="744598"/>
                  </a:lnTo>
                  <a:lnTo>
                    <a:pt x="136664" y="746338"/>
                  </a:lnTo>
                  <a:lnTo>
                    <a:pt x="135938" y="748078"/>
                  </a:lnTo>
                  <a:lnTo>
                    <a:pt x="135225" y="749817"/>
                  </a:lnTo>
                  <a:lnTo>
                    <a:pt x="134522" y="751557"/>
                  </a:lnTo>
                  <a:lnTo>
                    <a:pt x="133830" y="753297"/>
                  </a:lnTo>
                  <a:lnTo>
                    <a:pt x="133148" y="755036"/>
                  </a:lnTo>
                  <a:lnTo>
                    <a:pt x="132482" y="756776"/>
                  </a:lnTo>
                  <a:lnTo>
                    <a:pt x="131826" y="758516"/>
                  </a:lnTo>
                  <a:lnTo>
                    <a:pt x="131182" y="760256"/>
                  </a:lnTo>
                  <a:lnTo>
                    <a:pt x="130550" y="761995"/>
                  </a:lnTo>
                  <a:lnTo>
                    <a:pt x="129933" y="763735"/>
                  </a:lnTo>
                  <a:lnTo>
                    <a:pt x="129329" y="765475"/>
                  </a:lnTo>
                  <a:lnTo>
                    <a:pt x="128735" y="767214"/>
                  </a:lnTo>
                  <a:lnTo>
                    <a:pt x="128154" y="768954"/>
                  </a:lnTo>
                  <a:lnTo>
                    <a:pt x="127589" y="770694"/>
                  </a:lnTo>
                  <a:lnTo>
                    <a:pt x="127035" y="772434"/>
                  </a:lnTo>
                  <a:lnTo>
                    <a:pt x="126492" y="774173"/>
                  </a:lnTo>
                  <a:lnTo>
                    <a:pt x="125961" y="775913"/>
                  </a:lnTo>
                  <a:lnTo>
                    <a:pt x="125446" y="777653"/>
                  </a:lnTo>
                  <a:lnTo>
                    <a:pt x="124941" y="779392"/>
                  </a:lnTo>
                  <a:lnTo>
                    <a:pt x="124448" y="781132"/>
                  </a:lnTo>
                  <a:lnTo>
                    <a:pt x="123965" y="782872"/>
                  </a:lnTo>
                  <a:lnTo>
                    <a:pt x="123497" y="784612"/>
                  </a:lnTo>
                  <a:lnTo>
                    <a:pt x="123040" y="786351"/>
                  </a:lnTo>
                  <a:lnTo>
                    <a:pt x="122592" y="788091"/>
                  </a:lnTo>
                  <a:lnTo>
                    <a:pt x="122155" y="789831"/>
                  </a:lnTo>
                  <a:lnTo>
                    <a:pt x="121732" y="791570"/>
                  </a:lnTo>
                  <a:lnTo>
                    <a:pt x="121319" y="793310"/>
                  </a:lnTo>
                  <a:lnTo>
                    <a:pt x="120915" y="795050"/>
                  </a:lnTo>
                  <a:lnTo>
                    <a:pt x="120520" y="796790"/>
                  </a:lnTo>
                  <a:lnTo>
                    <a:pt x="120139" y="798529"/>
                  </a:lnTo>
                  <a:lnTo>
                    <a:pt x="119767" y="800269"/>
                  </a:lnTo>
                  <a:lnTo>
                    <a:pt x="119404" y="802009"/>
                  </a:lnTo>
                  <a:lnTo>
                    <a:pt x="119049" y="803748"/>
                  </a:lnTo>
                  <a:lnTo>
                    <a:pt x="118707" y="805488"/>
                  </a:lnTo>
                  <a:lnTo>
                    <a:pt x="118374" y="807228"/>
                  </a:lnTo>
                  <a:lnTo>
                    <a:pt x="118049" y="808968"/>
                  </a:lnTo>
                  <a:lnTo>
                    <a:pt x="117733" y="810707"/>
                  </a:lnTo>
                  <a:lnTo>
                    <a:pt x="117427" y="812447"/>
                  </a:lnTo>
                  <a:lnTo>
                    <a:pt x="117131" y="814187"/>
                  </a:lnTo>
                  <a:lnTo>
                    <a:pt x="116842" y="815926"/>
                  </a:lnTo>
                  <a:lnTo>
                    <a:pt x="116561" y="817666"/>
                  </a:lnTo>
                  <a:lnTo>
                    <a:pt x="116291" y="819406"/>
                  </a:lnTo>
                  <a:lnTo>
                    <a:pt x="116029" y="821146"/>
                  </a:lnTo>
                  <a:lnTo>
                    <a:pt x="115775" y="822885"/>
                  </a:lnTo>
                  <a:lnTo>
                    <a:pt x="115528" y="824625"/>
                  </a:lnTo>
                  <a:lnTo>
                    <a:pt x="115291" y="826365"/>
                  </a:lnTo>
                  <a:lnTo>
                    <a:pt x="115063" y="828104"/>
                  </a:lnTo>
                  <a:lnTo>
                    <a:pt x="114842" y="829844"/>
                  </a:lnTo>
                  <a:lnTo>
                    <a:pt x="114628" y="831584"/>
                  </a:lnTo>
                  <a:lnTo>
                    <a:pt x="114423" y="833324"/>
                  </a:lnTo>
                  <a:lnTo>
                    <a:pt x="114226" y="835063"/>
                  </a:lnTo>
                  <a:lnTo>
                    <a:pt x="114036" y="836803"/>
                  </a:lnTo>
                  <a:lnTo>
                    <a:pt x="113853" y="838543"/>
                  </a:lnTo>
                  <a:lnTo>
                    <a:pt x="113678" y="840282"/>
                  </a:lnTo>
                  <a:lnTo>
                    <a:pt x="113512" y="842022"/>
                  </a:lnTo>
                  <a:lnTo>
                    <a:pt x="113351" y="843762"/>
                  </a:lnTo>
                  <a:lnTo>
                    <a:pt x="113197" y="845502"/>
                  </a:lnTo>
                  <a:lnTo>
                    <a:pt x="113051" y="847241"/>
                  </a:lnTo>
                  <a:lnTo>
                    <a:pt x="112913" y="848981"/>
                  </a:lnTo>
                  <a:lnTo>
                    <a:pt x="112780" y="850721"/>
                  </a:lnTo>
                  <a:lnTo>
                    <a:pt x="112653" y="852461"/>
                  </a:lnTo>
                  <a:lnTo>
                    <a:pt x="112533" y="854200"/>
                  </a:lnTo>
                  <a:lnTo>
                    <a:pt x="112420" y="855940"/>
                  </a:lnTo>
                  <a:lnTo>
                    <a:pt x="112312" y="857680"/>
                  </a:lnTo>
                  <a:lnTo>
                    <a:pt x="112210" y="859419"/>
                  </a:lnTo>
                  <a:lnTo>
                    <a:pt x="112113" y="861159"/>
                  </a:lnTo>
                  <a:lnTo>
                    <a:pt x="112023" y="862899"/>
                  </a:lnTo>
                  <a:lnTo>
                    <a:pt x="111937" y="864639"/>
                  </a:lnTo>
                  <a:lnTo>
                    <a:pt x="111855" y="866378"/>
                  </a:lnTo>
                  <a:lnTo>
                    <a:pt x="111779" y="868118"/>
                  </a:lnTo>
                  <a:lnTo>
                    <a:pt x="111708" y="869858"/>
                  </a:lnTo>
                  <a:lnTo>
                    <a:pt x="111640" y="871597"/>
                  </a:lnTo>
                  <a:lnTo>
                    <a:pt x="111576" y="873337"/>
                  </a:lnTo>
                  <a:lnTo>
                    <a:pt x="111516" y="875077"/>
                  </a:lnTo>
                  <a:lnTo>
                    <a:pt x="111461" y="876817"/>
                  </a:lnTo>
                  <a:lnTo>
                    <a:pt x="111408" y="878556"/>
                  </a:lnTo>
                  <a:lnTo>
                    <a:pt x="111358" y="880296"/>
                  </a:lnTo>
                  <a:lnTo>
                    <a:pt x="111311" y="882036"/>
                  </a:lnTo>
                  <a:lnTo>
                    <a:pt x="111267" y="883775"/>
                  </a:lnTo>
                  <a:lnTo>
                    <a:pt x="111226" y="885515"/>
                  </a:lnTo>
                  <a:lnTo>
                    <a:pt x="111187" y="887255"/>
                  </a:lnTo>
                  <a:lnTo>
                    <a:pt x="111149" y="888995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4" name="pg34"/>
            <p:cNvSpPr/>
            <p:nvPr/>
          </p:nvSpPr>
          <p:spPr>
            <a:xfrm>
              <a:off x="3667644" y="1895527"/>
              <a:ext cx="246940" cy="851473"/>
            </a:xfrm>
            <a:custGeom>
              <a:avLst/>
              <a:gdLst/>
              <a:ahLst/>
              <a:cxnLst/>
              <a:rect l="0" t="0" r="0" b="0"/>
              <a:pathLst>
                <a:path w="246940" h="851473">
                  <a:moveTo>
                    <a:pt x="118736" y="851473"/>
                  </a:moveTo>
                  <a:lnTo>
                    <a:pt x="118484" y="849806"/>
                  </a:lnTo>
                  <a:lnTo>
                    <a:pt x="118225" y="848140"/>
                  </a:lnTo>
                  <a:lnTo>
                    <a:pt x="117961" y="846474"/>
                  </a:lnTo>
                  <a:lnTo>
                    <a:pt x="117691" y="844807"/>
                  </a:lnTo>
                  <a:lnTo>
                    <a:pt x="117417" y="843141"/>
                  </a:lnTo>
                  <a:lnTo>
                    <a:pt x="117139" y="841475"/>
                  </a:lnTo>
                  <a:lnTo>
                    <a:pt x="116856" y="839809"/>
                  </a:lnTo>
                  <a:lnTo>
                    <a:pt x="116568" y="838142"/>
                  </a:lnTo>
                  <a:lnTo>
                    <a:pt x="116278" y="836476"/>
                  </a:lnTo>
                  <a:lnTo>
                    <a:pt x="115985" y="834810"/>
                  </a:lnTo>
                  <a:lnTo>
                    <a:pt x="115689" y="833143"/>
                  </a:lnTo>
                  <a:lnTo>
                    <a:pt x="115390" y="831477"/>
                  </a:lnTo>
                  <a:lnTo>
                    <a:pt x="115090" y="829811"/>
                  </a:lnTo>
                  <a:lnTo>
                    <a:pt x="114788" y="828145"/>
                  </a:lnTo>
                  <a:lnTo>
                    <a:pt x="114486" y="826478"/>
                  </a:lnTo>
                  <a:lnTo>
                    <a:pt x="114183" y="824812"/>
                  </a:lnTo>
                  <a:lnTo>
                    <a:pt x="113881" y="823146"/>
                  </a:lnTo>
                  <a:lnTo>
                    <a:pt x="113580" y="821479"/>
                  </a:lnTo>
                  <a:lnTo>
                    <a:pt x="113279" y="819813"/>
                  </a:lnTo>
                  <a:lnTo>
                    <a:pt x="112981" y="818147"/>
                  </a:lnTo>
                  <a:lnTo>
                    <a:pt x="112686" y="816481"/>
                  </a:lnTo>
                  <a:lnTo>
                    <a:pt x="112393" y="814814"/>
                  </a:lnTo>
                  <a:lnTo>
                    <a:pt x="112104" y="813148"/>
                  </a:lnTo>
                  <a:lnTo>
                    <a:pt x="111818" y="811482"/>
                  </a:lnTo>
                  <a:lnTo>
                    <a:pt x="111539" y="809815"/>
                  </a:lnTo>
                  <a:lnTo>
                    <a:pt x="111264" y="808149"/>
                  </a:lnTo>
                  <a:lnTo>
                    <a:pt x="110995" y="806483"/>
                  </a:lnTo>
                  <a:lnTo>
                    <a:pt x="110732" y="804816"/>
                  </a:lnTo>
                  <a:lnTo>
                    <a:pt x="110476" y="803150"/>
                  </a:lnTo>
                  <a:lnTo>
                    <a:pt x="110228" y="801484"/>
                  </a:lnTo>
                  <a:lnTo>
                    <a:pt x="109987" y="799818"/>
                  </a:lnTo>
                  <a:lnTo>
                    <a:pt x="109753" y="798151"/>
                  </a:lnTo>
                  <a:lnTo>
                    <a:pt x="109526" y="796485"/>
                  </a:lnTo>
                  <a:lnTo>
                    <a:pt x="109310" y="794819"/>
                  </a:lnTo>
                  <a:lnTo>
                    <a:pt x="109101" y="793152"/>
                  </a:lnTo>
                  <a:lnTo>
                    <a:pt x="108899" y="791486"/>
                  </a:lnTo>
                  <a:lnTo>
                    <a:pt x="108705" y="789820"/>
                  </a:lnTo>
                  <a:lnTo>
                    <a:pt x="108519" y="788154"/>
                  </a:lnTo>
                  <a:lnTo>
                    <a:pt x="108342" y="786487"/>
                  </a:lnTo>
                  <a:lnTo>
                    <a:pt x="108170" y="784821"/>
                  </a:lnTo>
                  <a:lnTo>
                    <a:pt x="108005" y="783155"/>
                  </a:lnTo>
                  <a:lnTo>
                    <a:pt x="107846" y="781488"/>
                  </a:lnTo>
                  <a:lnTo>
                    <a:pt x="107694" y="779822"/>
                  </a:lnTo>
                  <a:lnTo>
                    <a:pt x="107546" y="778156"/>
                  </a:lnTo>
                  <a:lnTo>
                    <a:pt x="107401" y="776490"/>
                  </a:lnTo>
                  <a:lnTo>
                    <a:pt x="107259" y="774823"/>
                  </a:lnTo>
                  <a:lnTo>
                    <a:pt x="107120" y="773157"/>
                  </a:lnTo>
                  <a:lnTo>
                    <a:pt x="106983" y="771491"/>
                  </a:lnTo>
                  <a:lnTo>
                    <a:pt x="106845" y="769824"/>
                  </a:lnTo>
                  <a:lnTo>
                    <a:pt x="106707" y="768158"/>
                  </a:lnTo>
                  <a:lnTo>
                    <a:pt x="106567" y="766492"/>
                  </a:lnTo>
                  <a:lnTo>
                    <a:pt x="106424" y="764826"/>
                  </a:lnTo>
                  <a:lnTo>
                    <a:pt x="106277" y="763159"/>
                  </a:lnTo>
                  <a:lnTo>
                    <a:pt x="106126" y="761493"/>
                  </a:lnTo>
                  <a:lnTo>
                    <a:pt x="105970" y="759827"/>
                  </a:lnTo>
                  <a:lnTo>
                    <a:pt x="105807" y="758160"/>
                  </a:lnTo>
                  <a:lnTo>
                    <a:pt x="105635" y="756494"/>
                  </a:lnTo>
                  <a:lnTo>
                    <a:pt x="105457" y="754828"/>
                  </a:lnTo>
                  <a:lnTo>
                    <a:pt x="105270" y="753162"/>
                  </a:lnTo>
                  <a:lnTo>
                    <a:pt x="105073" y="751495"/>
                  </a:lnTo>
                  <a:lnTo>
                    <a:pt x="104864" y="749829"/>
                  </a:lnTo>
                  <a:lnTo>
                    <a:pt x="104645" y="748163"/>
                  </a:lnTo>
                  <a:lnTo>
                    <a:pt x="104417" y="746496"/>
                  </a:lnTo>
                  <a:lnTo>
                    <a:pt x="104177" y="744830"/>
                  </a:lnTo>
                  <a:lnTo>
                    <a:pt x="103923" y="743164"/>
                  </a:lnTo>
                  <a:lnTo>
                    <a:pt x="103657" y="741498"/>
                  </a:lnTo>
                  <a:lnTo>
                    <a:pt x="103380" y="739831"/>
                  </a:lnTo>
                  <a:lnTo>
                    <a:pt x="103092" y="738165"/>
                  </a:lnTo>
                  <a:lnTo>
                    <a:pt x="102790" y="736499"/>
                  </a:lnTo>
                  <a:lnTo>
                    <a:pt x="102475" y="734832"/>
                  </a:lnTo>
                  <a:lnTo>
                    <a:pt x="102149" y="733166"/>
                  </a:lnTo>
                  <a:lnTo>
                    <a:pt x="101812" y="731500"/>
                  </a:lnTo>
                  <a:lnTo>
                    <a:pt x="101465" y="729834"/>
                  </a:lnTo>
                  <a:lnTo>
                    <a:pt x="101103" y="728167"/>
                  </a:lnTo>
                  <a:lnTo>
                    <a:pt x="100732" y="726501"/>
                  </a:lnTo>
                  <a:lnTo>
                    <a:pt x="100352" y="724835"/>
                  </a:lnTo>
                  <a:lnTo>
                    <a:pt x="99962" y="723168"/>
                  </a:lnTo>
                  <a:lnTo>
                    <a:pt x="99562" y="721502"/>
                  </a:lnTo>
                  <a:lnTo>
                    <a:pt x="99153" y="719836"/>
                  </a:lnTo>
                  <a:lnTo>
                    <a:pt x="98737" y="718170"/>
                  </a:lnTo>
                  <a:lnTo>
                    <a:pt x="98314" y="716503"/>
                  </a:lnTo>
                  <a:lnTo>
                    <a:pt x="97885" y="714837"/>
                  </a:lnTo>
                  <a:lnTo>
                    <a:pt x="97448" y="713171"/>
                  </a:lnTo>
                  <a:lnTo>
                    <a:pt x="97006" y="711504"/>
                  </a:lnTo>
                  <a:lnTo>
                    <a:pt x="96560" y="709838"/>
                  </a:lnTo>
                  <a:lnTo>
                    <a:pt x="96110" y="708172"/>
                  </a:lnTo>
                  <a:lnTo>
                    <a:pt x="95657" y="706506"/>
                  </a:lnTo>
                  <a:lnTo>
                    <a:pt x="95201" y="704839"/>
                  </a:lnTo>
                  <a:lnTo>
                    <a:pt x="94743" y="703173"/>
                  </a:lnTo>
                  <a:lnTo>
                    <a:pt x="94283" y="701507"/>
                  </a:lnTo>
                  <a:lnTo>
                    <a:pt x="93823" y="699840"/>
                  </a:lnTo>
                  <a:lnTo>
                    <a:pt x="93363" y="698174"/>
                  </a:lnTo>
                  <a:lnTo>
                    <a:pt x="92903" y="696508"/>
                  </a:lnTo>
                  <a:lnTo>
                    <a:pt x="92445" y="694841"/>
                  </a:lnTo>
                  <a:lnTo>
                    <a:pt x="91988" y="693175"/>
                  </a:lnTo>
                  <a:lnTo>
                    <a:pt x="91533" y="691509"/>
                  </a:lnTo>
                  <a:lnTo>
                    <a:pt x="91081" y="689843"/>
                  </a:lnTo>
                  <a:lnTo>
                    <a:pt x="90631" y="688176"/>
                  </a:lnTo>
                  <a:lnTo>
                    <a:pt x="90185" y="686510"/>
                  </a:lnTo>
                  <a:lnTo>
                    <a:pt x="89742" y="684844"/>
                  </a:lnTo>
                  <a:lnTo>
                    <a:pt x="89304" y="683177"/>
                  </a:lnTo>
                  <a:lnTo>
                    <a:pt x="88870" y="681511"/>
                  </a:lnTo>
                  <a:lnTo>
                    <a:pt x="88440" y="679845"/>
                  </a:lnTo>
                  <a:lnTo>
                    <a:pt x="88014" y="678179"/>
                  </a:lnTo>
                  <a:lnTo>
                    <a:pt x="87593" y="676512"/>
                  </a:lnTo>
                  <a:lnTo>
                    <a:pt x="87177" y="674846"/>
                  </a:lnTo>
                  <a:lnTo>
                    <a:pt x="86765" y="673180"/>
                  </a:lnTo>
                  <a:lnTo>
                    <a:pt x="86357" y="671513"/>
                  </a:lnTo>
                  <a:lnTo>
                    <a:pt x="85954" y="669847"/>
                  </a:lnTo>
                  <a:lnTo>
                    <a:pt x="85555" y="668181"/>
                  </a:lnTo>
                  <a:lnTo>
                    <a:pt x="85161" y="666515"/>
                  </a:lnTo>
                  <a:lnTo>
                    <a:pt x="84769" y="664848"/>
                  </a:lnTo>
                  <a:lnTo>
                    <a:pt x="84382" y="663182"/>
                  </a:lnTo>
                  <a:lnTo>
                    <a:pt x="83998" y="661516"/>
                  </a:lnTo>
                  <a:lnTo>
                    <a:pt x="83617" y="659849"/>
                  </a:lnTo>
                  <a:lnTo>
                    <a:pt x="83238" y="658183"/>
                  </a:lnTo>
                  <a:lnTo>
                    <a:pt x="82862" y="656517"/>
                  </a:lnTo>
                  <a:lnTo>
                    <a:pt x="82487" y="654851"/>
                  </a:lnTo>
                  <a:lnTo>
                    <a:pt x="82114" y="653184"/>
                  </a:lnTo>
                  <a:lnTo>
                    <a:pt x="81741" y="651518"/>
                  </a:lnTo>
                  <a:lnTo>
                    <a:pt x="81369" y="649852"/>
                  </a:lnTo>
                  <a:lnTo>
                    <a:pt x="80997" y="648185"/>
                  </a:lnTo>
                  <a:lnTo>
                    <a:pt x="80624" y="646519"/>
                  </a:lnTo>
                  <a:lnTo>
                    <a:pt x="80250" y="644853"/>
                  </a:lnTo>
                  <a:lnTo>
                    <a:pt x="79873" y="643187"/>
                  </a:lnTo>
                  <a:lnTo>
                    <a:pt x="79495" y="641520"/>
                  </a:lnTo>
                  <a:lnTo>
                    <a:pt x="79112" y="639854"/>
                  </a:lnTo>
                  <a:lnTo>
                    <a:pt x="78725" y="638188"/>
                  </a:lnTo>
                  <a:lnTo>
                    <a:pt x="78334" y="636521"/>
                  </a:lnTo>
                  <a:lnTo>
                    <a:pt x="77937" y="634855"/>
                  </a:lnTo>
                  <a:lnTo>
                    <a:pt x="77535" y="633189"/>
                  </a:lnTo>
                  <a:lnTo>
                    <a:pt x="77123" y="631523"/>
                  </a:lnTo>
                  <a:lnTo>
                    <a:pt x="76703" y="629856"/>
                  </a:lnTo>
                  <a:lnTo>
                    <a:pt x="76274" y="628190"/>
                  </a:lnTo>
                  <a:lnTo>
                    <a:pt x="75837" y="626524"/>
                  </a:lnTo>
                  <a:lnTo>
                    <a:pt x="75386" y="624857"/>
                  </a:lnTo>
                  <a:lnTo>
                    <a:pt x="74921" y="623191"/>
                  </a:lnTo>
                  <a:lnTo>
                    <a:pt x="74445" y="621525"/>
                  </a:lnTo>
                  <a:lnTo>
                    <a:pt x="73955" y="619859"/>
                  </a:lnTo>
                  <a:lnTo>
                    <a:pt x="73449" y="618192"/>
                  </a:lnTo>
                  <a:lnTo>
                    <a:pt x="72923" y="616526"/>
                  </a:lnTo>
                  <a:lnTo>
                    <a:pt x="72381" y="614860"/>
                  </a:lnTo>
                  <a:lnTo>
                    <a:pt x="71821" y="613193"/>
                  </a:lnTo>
                  <a:lnTo>
                    <a:pt x="71243" y="611527"/>
                  </a:lnTo>
                  <a:lnTo>
                    <a:pt x="70640" y="609861"/>
                  </a:lnTo>
                  <a:lnTo>
                    <a:pt x="70015" y="608195"/>
                  </a:lnTo>
                  <a:lnTo>
                    <a:pt x="69369" y="606528"/>
                  </a:lnTo>
                  <a:lnTo>
                    <a:pt x="68701" y="604862"/>
                  </a:lnTo>
                  <a:lnTo>
                    <a:pt x="68009" y="603196"/>
                  </a:lnTo>
                  <a:lnTo>
                    <a:pt x="67288" y="601529"/>
                  </a:lnTo>
                  <a:lnTo>
                    <a:pt x="66545" y="599863"/>
                  </a:lnTo>
                  <a:lnTo>
                    <a:pt x="65778" y="598197"/>
                  </a:lnTo>
                  <a:lnTo>
                    <a:pt x="64989" y="596531"/>
                  </a:lnTo>
                  <a:lnTo>
                    <a:pt x="64168" y="594864"/>
                  </a:lnTo>
                  <a:lnTo>
                    <a:pt x="63323" y="593198"/>
                  </a:lnTo>
                  <a:lnTo>
                    <a:pt x="62456" y="591532"/>
                  </a:lnTo>
                  <a:lnTo>
                    <a:pt x="61567" y="589865"/>
                  </a:lnTo>
                  <a:lnTo>
                    <a:pt x="60653" y="588199"/>
                  </a:lnTo>
                  <a:lnTo>
                    <a:pt x="59714" y="586533"/>
                  </a:lnTo>
                  <a:lnTo>
                    <a:pt x="58755" y="584867"/>
                  </a:lnTo>
                  <a:lnTo>
                    <a:pt x="57778" y="583200"/>
                  </a:lnTo>
                  <a:lnTo>
                    <a:pt x="56784" y="581534"/>
                  </a:lnTo>
                  <a:lnTo>
                    <a:pt x="55766" y="579868"/>
                  </a:lnTo>
                  <a:lnTo>
                    <a:pt x="54735" y="578201"/>
                  </a:lnTo>
                  <a:lnTo>
                    <a:pt x="53691" y="576535"/>
                  </a:lnTo>
                  <a:lnTo>
                    <a:pt x="52634" y="574869"/>
                  </a:lnTo>
                  <a:lnTo>
                    <a:pt x="51566" y="573202"/>
                  </a:lnTo>
                  <a:lnTo>
                    <a:pt x="50487" y="571536"/>
                  </a:lnTo>
                  <a:lnTo>
                    <a:pt x="49403" y="569870"/>
                  </a:lnTo>
                  <a:lnTo>
                    <a:pt x="48313" y="568204"/>
                  </a:lnTo>
                  <a:lnTo>
                    <a:pt x="47219" y="566537"/>
                  </a:lnTo>
                  <a:lnTo>
                    <a:pt x="46124" y="564871"/>
                  </a:lnTo>
                  <a:lnTo>
                    <a:pt x="45028" y="563205"/>
                  </a:lnTo>
                  <a:lnTo>
                    <a:pt x="43935" y="561538"/>
                  </a:lnTo>
                  <a:lnTo>
                    <a:pt x="42844" y="559872"/>
                  </a:lnTo>
                  <a:lnTo>
                    <a:pt x="41759" y="558206"/>
                  </a:lnTo>
                  <a:lnTo>
                    <a:pt x="40682" y="556540"/>
                  </a:lnTo>
                  <a:lnTo>
                    <a:pt x="39612" y="554873"/>
                  </a:lnTo>
                  <a:lnTo>
                    <a:pt x="38550" y="553207"/>
                  </a:lnTo>
                  <a:lnTo>
                    <a:pt x="37499" y="551541"/>
                  </a:lnTo>
                  <a:lnTo>
                    <a:pt x="36462" y="549874"/>
                  </a:lnTo>
                  <a:lnTo>
                    <a:pt x="35437" y="548208"/>
                  </a:lnTo>
                  <a:lnTo>
                    <a:pt x="34425" y="546542"/>
                  </a:lnTo>
                  <a:lnTo>
                    <a:pt x="33426" y="544876"/>
                  </a:lnTo>
                  <a:lnTo>
                    <a:pt x="32445" y="543209"/>
                  </a:lnTo>
                  <a:lnTo>
                    <a:pt x="31480" y="541543"/>
                  </a:lnTo>
                  <a:lnTo>
                    <a:pt x="30530" y="539877"/>
                  </a:lnTo>
                  <a:lnTo>
                    <a:pt x="30446" y="539727"/>
                  </a:lnTo>
                  <a:lnTo>
                    <a:pt x="29595" y="538210"/>
                  </a:lnTo>
                  <a:lnTo>
                    <a:pt x="28678" y="536544"/>
                  </a:lnTo>
                  <a:lnTo>
                    <a:pt x="27781" y="534878"/>
                  </a:lnTo>
                  <a:lnTo>
                    <a:pt x="26900" y="533212"/>
                  </a:lnTo>
                  <a:lnTo>
                    <a:pt x="26034" y="531545"/>
                  </a:lnTo>
                  <a:lnTo>
                    <a:pt x="25184" y="529879"/>
                  </a:lnTo>
                  <a:lnTo>
                    <a:pt x="24356" y="528213"/>
                  </a:lnTo>
                  <a:lnTo>
                    <a:pt x="23543" y="526546"/>
                  </a:lnTo>
                  <a:lnTo>
                    <a:pt x="22746" y="524880"/>
                  </a:lnTo>
                  <a:lnTo>
                    <a:pt x="21964" y="523214"/>
                  </a:lnTo>
                  <a:lnTo>
                    <a:pt x="21199" y="521548"/>
                  </a:lnTo>
                  <a:lnTo>
                    <a:pt x="20451" y="519881"/>
                  </a:lnTo>
                  <a:lnTo>
                    <a:pt x="19718" y="518215"/>
                  </a:lnTo>
                  <a:lnTo>
                    <a:pt x="18999" y="516549"/>
                  </a:lnTo>
                  <a:lnTo>
                    <a:pt x="18293" y="514882"/>
                  </a:lnTo>
                  <a:lnTo>
                    <a:pt x="17605" y="513216"/>
                  </a:lnTo>
                  <a:lnTo>
                    <a:pt x="16930" y="511550"/>
                  </a:lnTo>
                  <a:lnTo>
                    <a:pt x="16268" y="509884"/>
                  </a:lnTo>
                  <a:lnTo>
                    <a:pt x="15619" y="508217"/>
                  </a:lnTo>
                  <a:lnTo>
                    <a:pt x="14984" y="506551"/>
                  </a:lnTo>
                  <a:lnTo>
                    <a:pt x="14363" y="504885"/>
                  </a:lnTo>
                  <a:lnTo>
                    <a:pt x="13755" y="503218"/>
                  </a:lnTo>
                  <a:lnTo>
                    <a:pt x="13159" y="501552"/>
                  </a:lnTo>
                  <a:lnTo>
                    <a:pt x="12576" y="499886"/>
                  </a:lnTo>
                  <a:lnTo>
                    <a:pt x="12009" y="498220"/>
                  </a:lnTo>
                  <a:lnTo>
                    <a:pt x="11455" y="496553"/>
                  </a:lnTo>
                  <a:lnTo>
                    <a:pt x="10914" y="494887"/>
                  </a:lnTo>
                  <a:lnTo>
                    <a:pt x="10386" y="493221"/>
                  </a:lnTo>
                  <a:lnTo>
                    <a:pt x="9874" y="491554"/>
                  </a:lnTo>
                  <a:lnTo>
                    <a:pt x="9378" y="489888"/>
                  </a:lnTo>
                  <a:lnTo>
                    <a:pt x="8896" y="488222"/>
                  </a:lnTo>
                  <a:lnTo>
                    <a:pt x="8429" y="486556"/>
                  </a:lnTo>
                  <a:lnTo>
                    <a:pt x="7978" y="484889"/>
                  </a:lnTo>
                  <a:lnTo>
                    <a:pt x="7547" y="483223"/>
                  </a:lnTo>
                  <a:lnTo>
                    <a:pt x="7132" y="481557"/>
                  </a:lnTo>
                  <a:lnTo>
                    <a:pt x="6732" y="479890"/>
                  </a:lnTo>
                  <a:lnTo>
                    <a:pt x="6349" y="478224"/>
                  </a:lnTo>
                  <a:lnTo>
                    <a:pt x="5987" y="476558"/>
                  </a:lnTo>
                  <a:lnTo>
                    <a:pt x="5643" y="474892"/>
                  </a:lnTo>
                  <a:lnTo>
                    <a:pt x="5316" y="473225"/>
                  </a:lnTo>
                  <a:lnTo>
                    <a:pt x="5006" y="471559"/>
                  </a:lnTo>
                  <a:lnTo>
                    <a:pt x="4713" y="469893"/>
                  </a:lnTo>
                  <a:lnTo>
                    <a:pt x="4441" y="468226"/>
                  </a:lnTo>
                  <a:lnTo>
                    <a:pt x="4184" y="466560"/>
                  </a:lnTo>
                  <a:lnTo>
                    <a:pt x="3943" y="464894"/>
                  </a:lnTo>
                  <a:lnTo>
                    <a:pt x="3715" y="463227"/>
                  </a:lnTo>
                  <a:lnTo>
                    <a:pt x="3506" y="461561"/>
                  </a:lnTo>
                  <a:lnTo>
                    <a:pt x="3310" y="459895"/>
                  </a:lnTo>
                  <a:lnTo>
                    <a:pt x="3126" y="458229"/>
                  </a:lnTo>
                  <a:lnTo>
                    <a:pt x="2953" y="456562"/>
                  </a:lnTo>
                  <a:lnTo>
                    <a:pt x="2790" y="454896"/>
                  </a:lnTo>
                  <a:lnTo>
                    <a:pt x="2638" y="453230"/>
                  </a:lnTo>
                  <a:lnTo>
                    <a:pt x="2493" y="451563"/>
                  </a:lnTo>
                  <a:lnTo>
                    <a:pt x="2354" y="449897"/>
                  </a:lnTo>
                  <a:lnTo>
                    <a:pt x="2221" y="448231"/>
                  </a:lnTo>
                  <a:lnTo>
                    <a:pt x="2092" y="446565"/>
                  </a:lnTo>
                  <a:lnTo>
                    <a:pt x="1957" y="444786"/>
                  </a:lnTo>
                  <a:lnTo>
                    <a:pt x="1842" y="443232"/>
                  </a:lnTo>
                  <a:lnTo>
                    <a:pt x="1719" y="441566"/>
                  </a:lnTo>
                  <a:lnTo>
                    <a:pt x="1596" y="439899"/>
                  </a:lnTo>
                  <a:lnTo>
                    <a:pt x="1473" y="438233"/>
                  </a:lnTo>
                  <a:lnTo>
                    <a:pt x="1350" y="436567"/>
                  </a:lnTo>
                  <a:lnTo>
                    <a:pt x="1227" y="434901"/>
                  </a:lnTo>
                  <a:lnTo>
                    <a:pt x="1103" y="433234"/>
                  </a:lnTo>
                  <a:lnTo>
                    <a:pt x="979" y="431568"/>
                  </a:lnTo>
                  <a:lnTo>
                    <a:pt x="856" y="429902"/>
                  </a:lnTo>
                  <a:lnTo>
                    <a:pt x="734" y="428235"/>
                  </a:lnTo>
                  <a:lnTo>
                    <a:pt x="616" y="426569"/>
                  </a:lnTo>
                  <a:lnTo>
                    <a:pt x="501" y="424903"/>
                  </a:lnTo>
                  <a:lnTo>
                    <a:pt x="394" y="423237"/>
                  </a:lnTo>
                  <a:lnTo>
                    <a:pt x="295" y="421570"/>
                  </a:lnTo>
                  <a:lnTo>
                    <a:pt x="205" y="419904"/>
                  </a:lnTo>
                  <a:lnTo>
                    <a:pt x="126" y="418238"/>
                  </a:lnTo>
                  <a:lnTo>
                    <a:pt x="66" y="416571"/>
                  </a:lnTo>
                  <a:lnTo>
                    <a:pt x="24" y="414905"/>
                  </a:lnTo>
                  <a:lnTo>
                    <a:pt x="1" y="413239"/>
                  </a:lnTo>
                  <a:lnTo>
                    <a:pt x="0" y="411573"/>
                  </a:lnTo>
                  <a:lnTo>
                    <a:pt x="28" y="409906"/>
                  </a:lnTo>
                  <a:lnTo>
                    <a:pt x="88" y="408240"/>
                  </a:lnTo>
                  <a:lnTo>
                    <a:pt x="179" y="406574"/>
                  </a:lnTo>
                  <a:lnTo>
                    <a:pt x="301" y="404907"/>
                  </a:lnTo>
                  <a:lnTo>
                    <a:pt x="460" y="403241"/>
                  </a:lnTo>
                  <a:lnTo>
                    <a:pt x="669" y="401575"/>
                  </a:lnTo>
                  <a:lnTo>
                    <a:pt x="917" y="399909"/>
                  </a:lnTo>
                  <a:lnTo>
                    <a:pt x="1206" y="398242"/>
                  </a:lnTo>
                  <a:lnTo>
                    <a:pt x="1538" y="396576"/>
                  </a:lnTo>
                  <a:lnTo>
                    <a:pt x="1925" y="394910"/>
                  </a:lnTo>
                  <a:lnTo>
                    <a:pt x="2363" y="393243"/>
                  </a:lnTo>
                  <a:lnTo>
                    <a:pt x="2846" y="391577"/>
                  </a:lnTo>
                  <a:lnTo>
                    <a:pt x="3375" y="389911"/>
                  </a:lnTo>
                  <a:lnTo>
                    <a:pt x="3953" y="388245"/>
                  </a:lnTo>
                  <a:lnTo>
                    <a:pt x="4590" y="386578"/>
                  </a:lnTo>
                  <a:lnTo>
                    <a:pt x="5271" y="384912"/>
                  </a:lnTo>
                  <a:lnTo>
                    <a:pt x="5995" y="383246"/>
                  </a:lnTo>
                  <a:lnTo>
                    <a:pt x="6760" y="381579"/>
                  </a:lnTo>
                  <a:lnTo>
                    <a:pt x="7576" y="379913"/>
                  </a:lnTo>
                  <a:lnTo>
                    <a:pt x="8433" y="378247"/>
                  </a:lnTo>
                  <a:lnTo>
                    <a:pt x="9322" y="376581"/>
                  </a:lnTo>
                  <a:lnTo>
                    <a:pt x="10244" y="374914"/>
                  </a:lnTo>
                  <a:lnTo>
                    <a:pt x="11198" y="373248"/>
                  </a:lnTo>
                  <a:lnTo>
                    <a:pt x="12183" y="371582"/>
                  </a:lnTo>
                  <a:lnTo>
                    <a:pt x="13189" y="369915"/>
                  </a:lnTo>
                  <a:lnTo>
                    <a:pt x="14212" y="368249"/>
                  </a:lnTo>
                  <a:lnTo>
                    <a:pt x="15251" y="366583"/>
                  </a:lnTo>
                  <a:lnTo>
                    <a:pt x="16305" y="364917"/>
                  </a:lnTo>
                  <a:lnTo>
                    <a:pt x="17365" y="363250"/>
                  </a:lnTo>
                  <a:lnTo>
                    <a:pt x="18429" y="361584"/>
                  </a:lnTo>
                  <a:lnTo>
                    <a:pt x="19493" y="359918"/>
                  </a:lnTo>
                  <a:lnTo>
                    <a:pt x="20555" y="358251"/>
                  </a:lnTo>
                  <a:lnTo>
                    <a:pt x="21631" y="356550"/>
                  </a:lnTo>
                  <a:lnTo>
                    <a:pt x="22655" y="354919"/>
                  </a:lnTo>
                  <a:lnTo>
                    <a:pt x="23690" y="353253"/>
                  </a:lnTo>
                  <a:lnTo>
                    <a:pt x="24713" y="351586"/>
                  </a:lnTo>
                  <a:lnTo>
                    <a:pt x="25716" y="349920"/>
                  </a:lnTo>
                  <a:lnTo>
                    <a:pt x="26702" y="348254"/>
                  </a:lnTo>
                  <a:lnTo>
                    <a:pt x="27673" y="346587"/>
                  </a:lnTo>
                  <a:lnTo>
                    <a:pt x="28625" y="344921"/>
                  </a:lnTo>
                  <a:lnTo>
                    <a:pt x="29557" y="343255"/>
                  </a:lnTo>
                  <a:lnTo>
                    <a:pt x="30468" y="341588"/>
                  </a:lnTo>
                  <a:lnTo>
                    <a:pt x="31362" y="339922"/>
                  </a:lnTo>
                  <a:lnTo>
                    <a:pt x="32240" y="338256"/>
                  </a:lnTo>
                  <a:lnTo>
                    <a:pt x="33103" y="336590"/>
                  </a:lnTo>
                  <a:lnTo>
                    <a:pt x="33946" y="334923"/>
                  </a:lnTo>
                  <a:lnTo>
                    <a:pt x="34777" y="333257"/>
                  </a:lnTo>
                  <a:lnTo>
                    <a:pt x="35598" y="331591"/>
                  </a:lnTo>
                  <a:lnTo>
                    <a:pt x="36410" y="329924"/>
                  </a:lnTo>
                  <a:lnTo>
                    <a:pt x="37213" y="328258"/>
                  </a:lnTo>
                  <a:lnTo>
                    <a:pt x="38012" y="326592"/>
                  </a:lnTo>
                  <a:lnTo>
                    <a:pt x="38809" y="324926"/>
                  </a:lnTo>
                  <a:lnTo>
                    <a:pt x="39606" y="323259"/>
                  </a:lnTo>
                  <a:lnTo>
                    <a:pt x="40404" y="321593"/>
                  </a:lnTo>
                  <a:lnTo>
                    <a:pt x="41208" y="319927"/>
                  </a:lnTo>
                  <a:lnTo>
                    <a:pt x="42018" y="318260"/>
                  </a:lnTo>
                  <a:lnTo>
                    <a:pt x="42837" y="316594"/>
                  </a:lnTo>
                  <a:lnTo>
                    <a:pt x="43664" y="314928"/>
                  </a:lnTo>
                  <a:lnTo>
                    <a:pt x="44506" y="313262"/>
                  </a:lnTo>
                  <a:lnTo>
                    <a:pt x="45363" y="311595"/>
                  </a:lnTo>
                  <a:lnTo>
                    <a:pt x="46233" y="309929"/>
                  </a:lnTo>
                  <a:lnTo>
                    <a:pt x="47118" y="308263"/>
                  </a:lnTo>
                  <a:lnTo>
                    <a:pt x="48019" y="306596"/>
                  </a:lnTo>
                  <a:lnTo>
                    <a:pt x="48942" y="304930"/>
                  </a:lnTo>
                  <a:lnTo>
                    <a:pt x="49880" y="303264"/>
                  </a:lnTo>
                  <a:lnTo>
                    <a:pt x="50835" y="301598"/>
                  </a:lnTo>
                  <a:lnTo>
                    <a:pt x="51807" y="299931"/>
                  </a:lnTo>
                  <a:lnTo>
                    <a:pt x="52800" y="298265"/>
                  </a:lnTo>
                  <a:lnTo>
                    <a:pt x="53809" y="296599"/>
                  </a:lnTo>
                  <a:lnTo>
                    <a:pt x="54833" y="294932"/>
                  </a:lnTo>
                  <a:lnTo>
                    <a:pt x="55871" y="293266"/>
                  </a:lnTo>
                  <a:lnTo>
                    <a:pt x="56925" y="291600"/>
                  </a:lnTo>
                  <a:lnTo>
                    <a:pt x="57994" y="289934"/>
                  </a:lnTo>
                  <a:lnTo>
                    <a:pt x="59074" y="288267"/>
                  </a:lnTo>
                  <a:lnTo>
                    <a:pt x="60164" y="286601"/>
                  </a:lnTo>
                  <a:lnTo>
                    <a:pt x="61263" y="284935"/>
                  </a:lnTo>
                  <a:lnTo>
                    <a:pt x="62373" y="283268"/>
                  </a:lnTo>
                  <a:lnTo>
                    <a:pt x="63488" y="281602"/>
                  </a:lnTo>
                  <a:lnTo>
                    <a:pt x="64607" y="279936"/>
                  </a:lnTo>
                  <a:lnTo>
                    <a:pt x="65730" y="278270"/>
                  </a:lnTo>
                  <a:lnTo>
                    <a:pt x="66856" y="276603"/>
                  </a:lnTo>
                  <a:lnTo>
                    <a:pt x="67982" y="274937"/>
                  </a:lnTo>
                  <a:lnTo>
                    <a:pt x="69107" y="273271"/>
                  </a:lnTo>
                  <a:lnTo>
                    <a:pt x="70230" y="271604"/>
                  </a:lnTo>
                  <a:lnTo>
                    <a:pt x="71350" y="269938"/>
                  </a:lnTo>
                  <a:lnTo>
                    <a:pt x="72464" y="268272"/>
                  </a:lnTo>
                  <a:lnTo>
                    <a:pt x="73571" y="266606"/>
                  </a:lnTo>
                  <a:lnTo>
                    <a:pt x="74672" y="264939"/>
                  </a:lnTo>
                  <a:lnTo>
                    <a:pt x="75764" y="263273"/>
                  </a:lnTo>
                  <a:lnTo>
                    <a:pt x="76846" y="261607"/>
                  </a:lnTo>
                  <a:lnTo>
                    <a:pt x="77915" y="259940"/>
                  </a:lnTo>
                  <a:lnTo>
                    <a:pt x="78973" y="258274"/>
                  </a:lnTo>
                  <a:lnTo>
                    <a:pt x="80019" y="256608"/>
                  </a:lnTo>
                  <a:lnTo>
                    <a:pt x="81052" y="254942"/>
                  </a:lnTo>
                  <a:lnTo>
                    <a:pt x="82066" y="253275"/>
                  </a:lnTo>
                  <a:lnTo>
                    <a:pt x="83065" y="251609"/>
                  </a:lnTo>
                  <a:lnTo>
                    <a:pt x="84048" y="249943"/>
                  </a:lnTo>
                  <a:lnTo>
                    <a:pt x="85016" y="248276"/>
                  </a:lnTo>
                  <a:lnTo>
                    <a:pt x="85962" y="246610"/>
                  </a:lnTo>
                  <a:lnTo>
                    <a:pt x="86888" y="244944"/>
                  </a:lnTo>
                  <a:lnTo>
                    <a:pt x="87795" y="243278"/>
                  </a:lnTo>
                  <a:lnTo>
                    <a:pt x="88683" y="241611"/>
                  </a:lnTo>
                  <a:lnTo>
                    <a:pt x="89551" y="239945"/>
                  </a:lnTo>
                  <a:lnTo>
                    <a:pt x="90391" y="238279"/>
                  </a:lnTo>
                  <a:lnTo>
                    <a:pt x="91210" y="236612"/>
                  </a:lnTo>
                  <a:lnTo>
                    <a:pt x="92007" y="234946"/>
                  </a:lnTo>
                  <a:lnTo>
                    <a:pt x="92782" y="233280"/>
                  </a:lnTo>
                  <a:lnTo>
                    <a:pt x="93527" y="231613"/>
                  </a:lnTo>
                  <a:lnTo>
                    <a:pt x="94247" y="229947"/>
                  </a:lnTo>
                  <a:lnTo>
                    <a:pt x="94942" y="228281"/>
                  </a:lnTo>
                  <a:lnTo>
                    <a:pt x="95613" y="226615"/>
                  </a:lnTo>
                  <a:lnTo>
                    <a:pt x="96256" y="224948"/>
                  </a:lnTo>
                  <a:lnTo>
                    <a:pt x="96865" y="223282"/>
                  </a:lnTo>
                  <a:lnTo>
                    <a:pt x="97449" y="221616"/>
                  </a:lnTo>
                  <a:lnTo>
                    <a:pt x="98006" y="219949"/>
                  </a:lnTo>
                  <a:lnTo>
                    <a:pt x="98536" y="218283"/>
                  </a:lnTo>
                  <a:lnTo>
                    <a:pt x="99029" y="216617"/>
                  </a:lnTo>
                  <a:lnTo>
                    <a:pt x="99493" y="214951"/>
                  </a:lnTo>
                  <a:lnTo>
                    <a:pt x="99929" y="213284"/>
                  </a:lnTo>
                  <a:lnTo>
                    <a:pt x="100337" y="211618"/>
                  </a:lnTo>
                  <a:lnTo>
                    <a:pt x="100713" y="209952"/>
                  </a:lnTo>
                  <a:lnTo>
                    <a:pt x="101054" y="208285"/>
                  </a:lnTo>
                  <a:lnTo>
                    <a:pt x="101366" y="206619"/>
                  </a:lnTo>
                  <a:lnTo>
                    <a:pt x="101651" y="204953"/>
                  </a:lnTo>
                  <a:lnTo>
                    <a:pt x="101908" y="203287"/>
                  </a:lnTo>
                  <a:lnTo>
                    <a:pt x="102128" y="201620"/>
                  </a:lnTo>
                  <a:lnTo>
                    <a:pt x="102321" y="199954"/>
                  </a:lnTo>
                  <a:lnTo>
                    <a:pt x="102488" y="198288"/>
                  </a:lnTo>
                  <a:lnTo>
                    <a:pt x="102629" y="196621"/>
                  </a:lnTo>
                  <a:lnTo>
                    <a:pt x="102742" y="194955"/>
                  </a:lnTo>
                  <a:lnTo>
                    <a:pt x="102827" y="193289"/>
                  </a:lnTo>
                  <a:lnTo>
                    <a:pt x="102890" y="191623"/>
                  </a:lnTo>
                  <a:lnTo>
                    <a:pt x="102933" y="189956"/>
                  </a:lnTo>
                  <a:lnTo>
                    <a:pt x="102956" y="188290"/>
                  </a:lnTo>
                  <a:lnTo>
                    <a:pt x="102955" y="186624"/>
                  </a:lnTo>
                  <a:lnTo>
                    <a:pt x="102938" y="184957"/>
                  </a:lnTo>
                  <a:lnTo>
                    <a:pt x="102908" y="183291"/>
                  </a:lnTo>
                  <a:lnTo>
                    <a:pt x="102865" y="181625"/>
                  </a:lnTo>
                  <a:lnTo>
                    <a:pt x="102809" y="179959"/>
                  </a:lnTo>
                  <a:lnTo>
                    <a:pt x="102745" y="178292"/>
                  </a:lnTo>
                  <a:lnTo>
                    <a:pt x="102676" y="176626"/>
                  </a:lnTo>
                  <a:lnTo>
                    <a:pt x="102602" y="174960"/>
                  </a:lnTo>
                  <a:lnTo>
                    <a:pt x="102527" y="173293"/>
                  </a:lnTo>
                  <a:lnTo>
                    <a:pt x="102454" y="171627"/>
                  </a:lnTo>
                  <a:lnTo>
                    <a:pt x="102384" y="169961"/>
                  </a:lnTo>
                  <a:lnTo>
                    <a:pt x="102320" y="168295"/>
                  </a:lnTo>
                  <a:lnTo>
                    <a:pt x="102263" y="166628"/>
                  </a:lnTo>
                  <a:lnTo>
                    <a:pt x="102218" y="164962"/>
                  </a:lnTo>
                  <a:lnTo>
                    <a:pt x="102187" y="163296"/>
                  </a:lnTo>
                  <a:lnTo>
                    <a:pt x="102171" y="161629"/>
                  </a:lnTo>
                  <a:lnTo>
                    <a:pt x="102169" y="159963"/>
                  </a:lnTo>
                  <a:lnTo>
                    <a:pt x="102186" y="158297"/>
                  </a:lnTo>
                  <a:lnTo>
                    <a:pt x="102229" y="156631"/>
                  </a:lnTo>
                  <a:lnTo>
                    <a:pt x="102291" y="154964"/>
                  </a:lnTo>
                  <a:lnTo>
                    <a:pt x="102375" y="153298"/>
                  </a:lnTo>
                  <a:lnTo>
                    <a:pt x="102481" y="151632"/>
                  </a:lnTo>
                  <a:lnTo>
                    <a:pt x="102618" y="149965"/>
                  </a:lnTo>
                  <a:lnTo>
                    <a:pt x="102780" y="148299"/>
                  </a:lnTo>
                  <a:lnTo>
                    <a:pt x="102967" y="146633"/>
                  </a:lnTo>
                  <a:lnTo>
                    <a:pt x="103178" y="144967"/>
                  </a:lnTo>
                  <a:lnTo>
                    <a:pt x="103416" y="143300"/>
                  </a:lnTo>
                  <a:lnTo>
                    <a:pt x="103684" y="141634"/>
                  </a:lnTo>
                  <a:lnTo>
                    <a:pt x="103976" y="139968"/>
                  </a:lnTo>
                  <a:lnTo>
                    <a:pt x="104290" y="138301"/>
                  </a:lnTo>
                  <a:lnTo>
                    <a:pt x="104626" y="136635"/>
                  </a:lnTo>
                  <a:lnTo>
                    <a:pt x="104991" y="134969"/>
                  </a:lnTo>
                  <a:lnTo>
                    <a:pt x="105376" y="133303"/>
                  </a:lnTo>
                  <a:lnTo>
                    <a:pt x="105778" y="131636"/>
                  </a:lnTo>
                  <a:lnTo>
                    <a:pt x="106198" y="129970"/>
                  </a:lnTo>
                  <a:lnTo>
                    <a:pt x="106636" y="128304"/>
                  </a:lnTo>
                  <a:lnTo>
                    <a:pt x="107090" y="126637"/>
                  </a:lnTo>
                  <a:lnTo>
                    <a:pt x="107556" y="124971"/>
                  </a:lnTo>
                  <a:lnTo>
                    <a:pt x="108031" y="123305"/>
                  </a:lnTo>
                  <a:lnTo>
                    <a:pt x="108515" y="121639"/>
                  </a:lnTo>
                  <a:lnTo>
                    <a:pt x="109008" y="119972"/>
                  </a:lnTo>
                  <a:lnTo>
                    <a:pt x="109504" y="118306"/>
                  </a:lnTo>
                  <a:lnTo>
                    <a:pt x="110003" y="116640"/>
                  </a:lnTo>
                  <a:lnTo>
                    <a:pt x="110502" y="114973"/>
                  </a:lnTo>
                  <a:lnTo>
                    <a:pt x="111001" y="113307"/>
                  </a:lnTo>
                  <a:lnTo>
                    <a:pt x="111495" y="111641"/>
                  </a:lnTo>
                  <a:lnTo>
                    <a:pt x="111985" y="109974"/>
                  </a:lnTo>
                  <a:lnTo>
                    <a:pt x="112469" y="108308"/>
                  </a:lnTo>
                  <a:lnTo>
                    <a:pt x="112945" y="106642"/>
                  </a:lnTo>
                  <a:lnTo>
                    <a:pt x="113409" y="104976"/>
                  </a:lnTo>
                  <a:lnTo>
                    <a:pt x="113862" y="103309"/>
                  </a:lnTo>
                  <a:lnTo>
                    <a:pt x="114303" y="101643"/>
                  </a:lnTo>
                  <a:lnTo>
                    <a:pt x="114733" y="99977"/>
                  </a:lnTo>
                  <a:lnTo>
                    <a:pt x="115146" y="98310"/>
                  </a:lnTo>
                  <a:lnTo>
                    <a:pt x="115542" y="96644"/>
                  </a:lnTo>
                  <a:lnTo>
                    <a:pt x="115923" y="94978"/>
                  </a:lnTo>
                  <a:lnTo>
                    <a:pt x="116289" y="93312"/>
                  </a:lnTo>
                  <a:lnTo>
                    <a:pt x="116638" y="91645"/>
                  </a:lnTo>
                  <a:lnTo>
                    <a:pt x="116965" y="89979"/>
                  </a:lnTo>
                  <a:lnTo>
                    <a:pt x="117276" y="88313"/>
                  </a:lnTo>
                  <a:lnTo>
                    <a:pt x="117569" y="86646"/>
                  </a:lnTo>
                  <a:lnTo>
                    <a:pt x="117846" y="84980"/>
                  </a:lnTo>
                  <a:lnTo>
                    <a:pt x="118102" y="83314"/>
                  </a:lnTo>
                  <a:lnTo>
                    <a:pt x="118339" y="81648"/>
                  </a:lnTo>
                  <a:lnTo>
                    <a:pt x="118560" y="79981"/>
                  </a:lnTo>
                  <a:lnTo>
                    <a:pt x="118764" y="78315"/>
                  </a:lnTo>
                  <a:lnTo>
                    <a:pt x="118951" y="76649"/>
                  </a:lnTo>
                  <a:lnTo>
                    <a:pt x="119118" y="74982"/>
                  </a:lnTo>
                  <a:lnTo>
                    <a:pt x="119271" y="73316"/>
                  </a:lnTo>
                  <a:lnTo>
                    <a:pt x="119409" y="71650"/>
                  </a:lnTo>
                  <a:lnTo>
                    <a:pt x="119533" y="69984"/>
                  </a:lnTo>
                  <a:lnTo>
                    <a:pt x="119640" y="68317"/>
                  </a:lnTo>
                  <a:lnTo>
                    <a:pt x="119733" y="66651"/>
                  </a:lnTo>
                  <a:lnTo>
                    <a:pt x="119815" y="64985"/>
                  </a:lnTo>
                  <a:lnTo>
                    <a:pt x="119885" y="63318"/>
                  </a:lnTo>
                  <a:lnTo>
                    <a:pt x="119944" y="61652"/>
                  </a:lnTo>
                  <a:lnTo>
                    <a:pt x="119990" y="59986"/>
                  </a:lnTo>
                  <a:lnTo>
                    <a:pt x="120028" y="58320"/>
                  </a:lnTo>
                  <a:lnTo>
                    <a:pt x="120058" y="56653"/>
                  </a:lnTo>
                  <a:lnTo>
                    <a:pt x="120080" y="54987"/>
                  </a:lnTo>
                  <a:lnTo>
                    <a:pt x="120093" y="53321"/>
                  </a:lnTo>
                  <a:lnTo>
                    <a:pt x="120101" y="51654"/>
                  </a:lnTo>
                  <a:lnTo>
                    <a:pt x="120103" y="49988"/>
                  </a:lnTo>
                  <a:lnTo>
                    <a:pt x="120101" y="48322"/>
                  </a:lnTo>
                  <a:lnTo>
                    <a:pt x="120095" y="46656"/>
                  </a:lnTo>
                  <a:lnTo>
                    <a:pt x="120086" y="44989"/>
                  </a:lnTo>
                  <a:lnTo>
                    <a:pt x="120075" y="43323"/>
                  </a:lnTo>
                  <a:lnTo>
                    <a:pt x="120062" y="41657"/>
                  </a:lnTo>
                  <a:lnTo>
                    <a:pt x="120049" y="39990"/>
                  </a:lnTo>
                  <a:lnTo>
                    <a:pt x="120035" y="38324"/>
                  </a:lnTo>
                  <a:lnTo>
                    <a:pt x="120022" y="36658"/>
                  </a:lnTo>
                  <a:lnTo>
                    <a:pt x="120011" y="34992"/>
                  </a:lnTo>
                  <a:lnTo>
                    <a:pt x="120001" y="33325"/>
                  </a:lnTo>
                  <a:lnTo>
                    <a:pt x="119993" y="31659"/>
                  </a:lnTo>
                  <a:lnTo>
                    <a:pt x="119988" y="29993"/>
                  </a:lnTo>
                  <a:lnTo>
                    <a:pt x="119987" y="28326"/>
                  </a:lnTo>
                  <a:lnTo>
                    <a:pt x="119989" y="26660"/>
                  </a:lnTo>
                  <a:lnTo>
                    <a:pt x="119995" y="24994"/>
                  </a:lnTo>
                  <a:lnTo>
                    <a:pt x="120006" y="23328"/>
                  </a:lnTo>
                  <a:lnTo>
                    <a:pt x="120022" y="21661"/>
                  </a:lnTo>
                  <a:lnTo>
                    <a:pt x="120042" y="19995"/>
                  </a:lnTo>
                  <a:lnTo>
                    <a:pt x="120067" y="18329"/>
                  </a:lnTo>
                  <a:lnTo>
                    <a:pt x="120098" y="16662"/>
                  </a:lnTo>
                  <a:lnTo>
                    <a:pt x="120134" y="14996"/>
                  </a:lnTo>
                  <a:lnTo>
                    <a:pt x="120175" y="13330"/>
                  </a:lnTo>
                  <a:lnTo>
                    <a:pt x="120221" y="11664"/>
                  </a:lnTo>
                  <a:lnTo>
                    <a:pt x="120272" y="9997"/>
                  </a:lnTo>
                  <a:lnTo>
                    <a:pt x="120329" y="8331"/>
                  </a:lnTo>
                  <a:lnTo>
                    <a:pt x="120390" y="6665"/>
                  </a:lnTo>
                  <a:lnTo>
                    <a:pt x="120456" y="4998"/>
                  </a:lnTo>
                  <a:lnTo>
                    <a:pt x="120526" y="3332"/>
                  </a:lnTo>
                  <a:lnTo>
                    <a:pt x="120601" y="1666"/>
                  </a:lnTo>
                  <a:lnTo>
                    <a:pt x="120680" y="0"/>
                  </a:lnTo>
                  <a:lnTo>
                    <a:pt x="126259" y="0"/>
                  </a:lnTo>
                  <a:lnTo>
                    <a:pt x="126338" y="1666"/>
                  </a:lnTo>
                  <a:lnTo>
                    <a:pt x="126413" y="3332"/>
                  </a:lnTo>
                  <a:lnTo>
                    <a:pt x="126483" y="4998"/>
                  </a:lnTo>
                  <a:lnTo>
                    <a:pt x="126549" y="6665"/>
                  </a:lnTo>
                  <a:lnTo>
                    <a:pt x="126610" y="8331"/>
                  </a:lnTo>
                  <a:lnTo>
                    <a:pt x="126667" y="9997"/>
                  </a:lnTo>
                  <a:lnTo>
                    <a:pt x="126718" y="11664"/>
                  </a:lnTo>
                  <a:lnTo>
                    <a:pt x="126764" y="13330"/>
                  </a:lnTo>
                  <a:lnTo>
                    <a:pt x="126805" y="14996"/>
                  </a:lnTo>
                  <a:lnTo>
                    <a:pt x="126842" y="16662"/>
                  </a:lnTo>
                  <a:lnTo>
                    <a:pt x="126872" y="18329"/>
                  </a:lnTo>
                  <a:lnTo>
                    <a:pt x="126897" y="19995"/>
                  </a:lnTo>
                  <a:lnTo>
                    <a:pt x="126917" y="21661"/>
                  </a:lnTo>
                  <a:lnTo>
                    <a:pt x="126933" y="23328"/>
                  </a:lnTo>
                  <a:lnTo>
                    <a:pt x="126944" y="24994"/>
                  </a:lnTo>
                  <a:lnTo>
                    <a:pt x="126950" y="26660"/>
                  </a:lnTo>
                  <a:lnTo>
                    <a:pt x="126952" y="28326"/>
                  </a:lnTo>
                  <a:lnTo>
                    <a:pt x="126951" y="29993"/>
                  </a:lnTo>
                  <a:lnTo>
                    <a:pt x="126946" y="31659"/>
                  </a:lnTo>
                  <a:lnTo>
                    <a:pt x="126939" y="33325"/>
                  </a:lnTo>
                  <a:lnTo>
                    <a:pt x="126928" y="34992"/>
                  </a:lnTo>
                  <a:lnTo>
                    <a:pt x="126917" y="36658"/>
                  </a:lnTo>
                  <a:lnTo>
                    <a:pt x="126904" y="38324"/>
                  </a:lnTo>
                  <a:lnTo>
                    <a:pt x="126890" y="39990"/>
                  </a:lnTo>
                  <a:lnTo>
                    <a:pt x="126877" y="41657"/>
                  </a:lnTo>
                  <a:lnTo>
                    <a:pt x="126864" y="43323"/>
                  </a:lnTo>
                  <a:lnTo>
                    <a:pt x="126853" y="44989"/>
                  </a:lnTo>
                  <a:lnTo>
                    <a:pt x="126844" y="46656"/>
                  </a:lnTo>
                  <a:lnTo>
                    <a:pt x="126838" y="48322"/>
                  </a:lnTo>
                  <a:lnTo>
                    <a:pt x="126836" y="49988"/>
                  </a:lnTo>
                  <a:lnTo>
                    <a:pt x="126838" y="51654"/>
                  </a:lnTo>
                  <a:lnTo>
                    <a:pt x="126846" y="53321"/>
                  </a:lnTo>
                  <a:lnTo>
                    <a:pt x="126859" y="54987"/>
                  </a:lnTo>
                  <a:lnTo>
                    <a:pt x="126881" y="56653"/>
                  </a:lnTo>
                  <a:lnTo>
                    <a:pt x="126911" y="58320"/>
                  </a:lnTo>
                  <a:lnTo>
                    <a:pt x="126949" y="59986"/>
                  </a:lnTo>
                  <a:lnTo>
                    <a:pt x="126995" y="61652"/>
                  </a:lnTo>
                  <a:lnTo>
                    <a:pt x="127054" y="63318"/>
                  </a:lnTo>
                  <a:lnTo>
                    <a:pt x="127124" y="64985"/>
                  </a:lnTo>
                  <a:lnTo>
                    <a:pt x="127206" y="66651"/>
                  </a:lnTo>
                  <a:lnTo>
                    <a:pt x="127299" y="68317"/>
                  </a:lnTo>
                  <a:lnTo>
                    <a:pt x="127406" y="69984"/>
                  </a:lnTo>
                  <a:lnTo>
                    <a:pt x="127530" y="71650"/>
                  </a:lnTo>
                  <a:lnTo>
                    <a:pt x="127668" y="73316"/>
                  </a:lnTo>
                  <a:lnTo>
                    <a:pt x="127821" y="74982"/>
                  </a:lnTo>
                  <a:lnTo>
                    <a:pt x="127988" y="76649"/>
                  </a:lnTo>
                  <a:lnTo>
                    <a:pt x="128175" y="78315"/>
                  </a:lnTo>
                  <a:lnTo>
                    <a:pt x="128380" y="79981"/>
                  </a:lnTo>
                  <a:lnTo>
                    <a:pt x="128600" y="81648"/>
                  </a:lnTo>
                  <a:lnTo>
                    <a:pt x="128837" y="83314"/>
                  </a:lnTo>
                  <a:lnTo>
                    <a:pt x="129093" y="84980"/>
                  </a:lnTo>
                  <a:lnTo>
                    <a:pt x="129370" y="86646"/>
                  </a:lnTo>
                  <a:lnTo>
                    <a:pt x="129664" y="88313"/>
                  </a:lnTo>
                  <a:lnTo>
                    <a:pt x="129974" y="89979"/>
                  </a:lnTo>
                  <a:lnTo>
                    <a:pt x="130301" y="91645"/>
                  </a:lnTo>
                  <a:lnTo>
                    <a:pt x="130650" y="93312"/>
                  </a:lnTo>
                  <a:lnTo>
                    <a:pt x="131016" y="94978"/>
                  </a:lnTo>
                  <a:lnTo>
                    <a:pt x="131397" y="96644"/>
                  </a:lnTo>
                  <a:lnTo>
                    <a:pt x="131793" y="98310"/>
                  </a:lnTo>
                  <a:lnTo>
                    <a:pt x="132206" y="99977"/>
                  </a:lnTo>
                  <a:lnTo>
                    <a:pt x="132636" y="101643"/>
                  </a:lnTo>
                  <a:lnTo>
                    <a:pt x="133077" y="103309"/>
                  </a:lnTo>
                  <a:lnTo>
                    <a:pt x="133531" y="104976"/>
                  </a:lnTo>
                  <a:lnTo>
                    <a:pt x="133994" y="106642"/>
                  </a:lnTo>
                  <a:lnTo>
                    <a:pt x="134471" y="108308"/>
                  </a:lnTo>
                  <a:lnTo>
                    <a:pt x="134954" y="109974"/>
                  </a:lnTo>
                  <a:lnTo>
                    <a:pt x="135444" y="111641"/>
                  </a:lnTo>
                  <a:lnTo>
                    <a:pt x="135939" y="113307"/>
                  </a:lnTo>
                  <a:lnTo>
                    <a:pt x="136437" y="114973"/>
                  </a:lnTo>
                  <a:lnTo>
                    <a:pt x="136936" y="116640"/>
                  </a:lnTo>
                  <a:lnTo>
                    <a:pt x="137435" y="118306"/>
                  </a:lnTo>
                  <a:lnTo>
                    <a:pt x="137931" y="119972"/>
                  </a:lnTo>
                  <a:lnTo>
                    <a:pt x="138424" y="121639"/>
                  </a:lnTo>
                  <a:lnTo>
                    <a:pt x="138908" y="123305"/>
                  </a:lnTo>
                  <a:lnTo>
                    <a:pt x="139383" y="124971"/>
                  </a:lnTo>
                  <a:lnTo>
                    <a:pt x="139849" y="126637"/>
                  </a:lnTo>
                  <a:lnTo>
                    <a:pt x="140303" y="128304"/>
                  </a:lnTo>
                  <a:lnTo>
                    <a:pt x="140741" y="129970"/>
                  </a:lnTo>
                  <a:lnTo>
                    <a:pt x="141161" y="131636"/>
                  </a:lnTo>
                  <a:lnTo>
                    <a:pt x="141564" y="133303"/>
                  </a:lnTo>
                  <a:lnTo>
                    <a:pt x="141948" y="134969"/>
                  </a:lnTo>
                  <a:lnTo>
                    <a:pt x="142313" y="136635"/>
                  </a:lnTo>
                  <a:lnTo>
                    <a:pt x="142649" y="138301"/>
                  </a:lnTo>
                  <a:lnTo>
                    <a:pt x="142964" y="139968"/>
                  </a:lnTo>
                  <a:lnTo>
                    <a:pt x="143255" y="141634"/>
                  </a:lnTo>
                  <a:lnTo>
                    <a:pt x="143524" y="143300"/>
                  </a:lnTo>
                  <a:lnTo>
                    <a:pt x="143762" y="144967"/>
                  </a:lnTo>
                  <a:lnTo>
                    <a:pt x="143972" y="146633"/>
                  </a:lnTo>
                  <a:lnTo>
                    <a:pt x="144159" y="148299"/>
                  </a:lnTo>
                  <a:lnTo>
                    <a:pt x="144321" y="149965"/>
                  </a:lnTo>
                  <a:lnTo>
                    <a:pt x="144458" y="151632"/>
                  </a:lnTo>
                  <a:lnTo>
                    <a:pt x="144564" y="153298"/>
                  </a:lnTo>
                  <a:lnTo>
                    <a:pt x="144648" y="154964"/>
                  </a:lnTo>
                  <a:lnTo>
                    <a:pt x="144711" y="156631"/>
                  </a:lnTo>
                  <a:lnTo>
                    <a:pt x="144753" y="158297"/>
                  </a:lnTo>
                  <a:lnTo>
                    <a:pt x="144770" y="159963"/>
                  </a:lnTo>
                  <a:lnTo>
                    <a:pt x="144769" y="161629"/>
                  </a:lnTo>
                  <a:lnTo>
                    <a:pt x="144752" y="163296"/>
                  </a:lnTo>
                  <a:lnTo>
                    <a:pt x="144721" y="164962"/>
                  </a:lnTo>
                  <a:lnTo>
                    <a:pt x="144677" y="166628"/>
                  </a:lnTo>
                  <a:lnTo>
                    <a:pt x="144620" y="168295"/>
                  </a:lnTo>
                  <a:lnTo>
                    <a:pt x="144555" y="169961"/>
                  </a:lnTo>
                  <a:lnTo>
                    <a:pt x="144486" y="171627"/>
                  </a:lnTo>
                  <a:lnTo>
                    <a:pt x="144412" y="173293"/>
                  </a:lnTo>
                  <a:lnTo>
                    <a:pt x="144337" y="174960"/>
                  </a:lnTo>
                  <a:lnTo>
                    <a:pt x="144264" y="176626"/>
                  </a:lnTo>
                  <a:lnTo>
                    <a:pt x="144194" y="178292"/>
                  </a:lnTo>
                  <a:lnTo>
                    <a:pt x="144130" y="179959"/>
                  </a:lnTo>
                  <a:lnTo>
                    <a:pt x="144074" y="181625"/>
                  </a:lnTo>
                  <a:lnTo>
                    <a:pt x="144032" y="183291"/>
                  </a:lnTo>
                  <a:lnTo>
                    <a:pt x="144001" y="184957"/>
                  </a:lnTo>
                  <a:lnTo>
                    <a:pt x="143985" y="186624"/>
                  </a:lnTo>
                  <a:lnTo>
                    <a:pt x="143983" y="188290"/>
                  </a:lnTo>
                  <a:lnTo>
                    <a:pt x="144006" y="189956"/>
                  </a:lnTo>
                  <a:lnTo>
                    <a:pt x="144049" y="191623"/>
                  </a:lnTo>
                  <a:lnTo>
                    <a:pt x="144112" y="193289"/>
                  </a:lnTo>
                  <a:lnTo>
                    <a:pt x="144197" y="194955"/>
                  </a:lnTo>
                  <a:lnTo>
                    <a:pt x="144310" y="196621"/>
                  </a:lnTo>
                  <a:lnTo>
                    <a:pt x="144452" y="198288"/>
                  </a:lnTo>
                  <a:lnTo>
                    <a:pt x="144619" y="199954"/>
                  </a:lnTo>
                  <a:lnTo>
                    <a:pt x="144811" y="201620"/>
                  </a:lnTo>
                  <a:lnTo>
                    <a:pt x="145031" y="203287"/>
                  </a:lnTo>
                  <a:lnTo>
                    <a:pt x="145288" y="204953"/>
                  </a:lnTo>
                  <a:lnTo>
                    <a:pt x="145573" y="206619"/>
                  </a:lnTo>
                  <a:lnTo>
                    <a:pt x="145886" y="208285"/>
                  </a:lnTo>
                  <a:lnTo>
                    <a:pt x="146226" y="209952"/>
                  </a:lnTo>
                  <a:lnTo>
                    <a:pt x="146602" y="211618"/>
                  </a:lnTo>
                  <a:lnTo>
                    <a:pt x="147010" y="213284"/>
                  </a:lnTo>
                  <a:lnTo>
                    <a:pt x="147446" y="214951"/>
                  </a:lnTo>
                  <a:lnTo>
                    <a:pt x="147910" y="216617"/>
                  </a:lnTo>
                  <a:lnTo>
                    <a:pt x="148403" y="218283"/>
                  </a:lnTo>
                  <a:lnTo>
                    <a:pt x="148934" y="219949"/>
                  </a:lnTo>
                  <a:lnTo>
                    <a:pt x="149490" y="221616"/>
                  </a:lnTo>
                  <a:lnTo>
                    <a:pt x="150074" y="223282"/>
                  </a:lnTo>
                  <a:lnTo>
                    <a:pt x="150684" y="224948"/>
                  </a:lnTo>
                  <a:lnTo>
                    <a:pt x="151326" y="226615"/>
                  </a:lnTo>
                  <a:lnTo>
                    <a:pt x="151997" y="228281"/>
                  </a:lnTo>
                  <a:lnTo>
                    <a:pt x="152692" y="229947"/>
                  </a:lnTo>
                  <a:lnTo>
                    <a:pt x="153412" y="231613"/>
                  </a:lnTo>
                  <a:lnTo>
                    <a:pt x="154157" y="233280"/>
                  </a:lnTo>
                  <a:lnTo>
                    <a:pt x="154932" y="234946"/>
                  </a:lnTo>
                  <a:lnTo>
                    <a:pt x="155730" y="236612"/>
                  </a:lnTo>
                  <a:lnTo>
                    <a:pt x="156548" y="238279"/>
                  </a:lnTo>
                  <a:lnTo>
                    <a:pt x="157389" y="239945"/>
                  </a:lnTo>
                  <a:lnTo>
                    <a:pt x="158256" y="241611"/>
                  </a:lnTo>
                  <a:lnTo>
                    <a:pt x="159144" y="243278"/>
                  </a:lnTo>
                  <a:lnTo>
                    <a:pt x="160051" y="244944"/>
                  </a:lnTo>
                  <a:lnTo>
                    <a:pt x="160977" y="246610"/>
                  </a:lnTo>
                  <a:lnTo>
                    <a:pt x="161923" y="248276"/>
                  </a:lnTo>
                  <a:lnTo>
                    <a:pt x="162891" y="249943"/>
                  </a:lnTo>
                  <a:lnTo>
                    <a:pt x="163874" y="251609"/>
                  </a:lnTo>
                  <a:lnTo>
                    <a:pt x="164873" y="253275"/>
                  </a:lnTo>
                  <a:lnTo>
                    <a:pt x="165887" y="254942"/>
                  </a:lnTo>
                  <a:lnTo>
                    <a:pt x="166920" y="256608"/>
                  </a:lnTo>
                  <a:lnTo>
                    <a:pt x="167966" y="258274"/>
                  </a:lnTo>
                  <a:lnTo>
                    <a:pt x="169024" y="259940"/>
                  </a:lnTo>
                  <a:lnTo>
                    <a:pt x="170093" y="261607"/>
                  </a:lnTo>
                  <a:lnTo>
                    <a:pt x="171175" y="263273"/>
                  </a:lnTo>
                  <a:lnTo>
                    <a:pt x="172268" y="264939"/>
                  </a:lnTo>
                  <a:lnTo>
                    <a:pt x="173368" y="266606"/>
                  </a:lnTo>
                  <a:lnTo>
                    <a:pt x="174475" y="268272"/>
                  </a:lnTo>
                  <a:lnTo>
                    <a:pt x="175589" y="269938"/>
                  </a:lnTo>
                  <a:lnTo>
                    <a:pt x="176709" y="271604"/>
                  </a:lnTo>
                  <a:lnTo>
                    <a:pt x="177832" y="273271"/>
                  </a:lnTo>
                  <a:lnTo>
                    <a:pt x="178957" y="274937"/>
                  </a:lnTo>
                  <a:lnTo>
                    <a:pt x="180083" y="276603"/>
                  </a:lnTo>
                  <a:lnTo>
                    <a:pt x="181209" y="278270"/>
                  </a:lnTo>
                  <a:lnTo>
                    <a:pt x="182332" y="279936"/>
                  </a:lnTo>
                  <a:lnTo>
                    <a:pt x="183452" y="281602"/>
                  </a:lnTo>
                  <a:lnTo>
                    <a:pt x="184567" y="283268"/>
                  </a:lnTo>
                  <a:lnTo>
                    <a:pt x="185676" y="284935"/>
                  </a:lnTo>
                  <a:lnTo>
                    <a:pt x="186775" y="286601"/>
                  </a:lnTo>
                  <a:lnTo>
                    <a:pt x="187865" y="288267"/>
                  </a:lnTo>
                  <a:lnTo>
                    <a:pt x="188945" y="289934"/>
                  </a:lnTo>
                  <a:lnTo>
                    <a:pt x="190014" y="291600"/>
                  </a:lnTo>
                  <a:lnTo>
                    <a:pt x="191068" y="293266"/>
                  </a:lnTo>
                  <a:lnTo>
                    <a:pt x="192106" y="294932"/>
                  </a:lnTo>
                  <a:lnTo>
                    <a:pt x="193130" y="296599"/>
                  </a:lnTo>
                  <a:lnTo>
                    <a:pt x="194140" y="298265"/>
                  </a:lnTo>
                  <a:lnTo>
                    <a:pt x="195132" y="299931"/>
                  </a:lnTo>
                  <a:lnTo>
                    <a:pt x="196104" y="301598"/>
                  </a:lnTo>
                  <a:lnTo>
                    <a:pt x="197059" y="303264"/>
                  </a:lnTo>
                  <a:lnTo>
                    <a:pt x="197998" y="304930"/>
                  </a:lnTo>
                  <a:lnTo>
                    <a:pt x="198920" y="306596"/>
                  </a:lnTo>
                  <a:lnTo>
                    <a:pt x="199822" y="308263"/>
                  </a:lnTo>
                  <a:lnTo>
                    <a:pt x="200706" y="309929"/>
                  </a:lnTo>
                  <a:lnTo>
                    <a:pt x="201577" y="311595"/>
                  </a:lnTo>
                  <a:lnTo>
                    <a:pt x="202433" y="313262"/>
                  </a:lnTo>
                  <a:lnTo>
                    <a:pt x="203275" y="314928"/>
                  </a:lnTo>
                  <a:lnTo>
                    <a:pt x="204103" y="316594"/>
                  </a:lnTo>
                  <a:lnTo>
                    <a:pt x="204921" y="318260"/>
                  </a:lnTo>
                  <a:lnTo>
                    <a:pt x="205731" y="319927"/>
                  </a:lnTo>
                  <a:lnTo>
                    <a:pt x="206535" y="321593"/>
                  </a:lnTo>
                  <a:lnTo>
                    <a:pt x="207333" y="323259"/>
                  </a:lnTo>
                  <a:lnTo>
                    <a:pt x="208130" y="324926"/>
                  </a:lnTo>
                  <a:lnTo>
                    <a:pt x="208927" y="326592"/>
                  </a:lnTo>
                  <a:lnTo>
                    <a:pt x="209726" y="328258"/>
                  </a:lnTo>
                  <a:lnTo>
                    <a:pt x="210529" y="329924"/>
                  </a:lnTo>
                  <a:lnTo>
                    <a:pt x="211341" y="331591"/>
                  </a:lnTo>
                  <a:lnTo>
                    <a:pt x="212162" y="333257"/>
                  </a:lnTo>
                  <a:lnTo>
                    <a:pt x="212994" y="334923"/>
                  </a:lnTo>
                  <a:lnTo>
                    <a:pt x="213837" y="336590"/>
                  </a:lnTo>
                  <a:lnTo>
                    <a:pt x="214699" y="338256"/>
                  </a:lnTo>
                  <a:lnTo>
                    <a:pt x="215577" y="339922"/>
                  </a:lnTo>
                  <a:lnTo>
                    <a:pt x="216471" y="341588"/>
                  </a:lnTo>
                  <a:lnTo>
                    <a:pt x="217382" y="343255"/>
                  </a:lnTo>
                  <a:lnTo>
                    <a:pt x="218314" y="344921"/>
                  </a:lnTo>
                  <a:lnTo>
                    <a:pt x="219267" y="346587"/>
                  </a:lnTo>
                  <a:lnTo>
                    <a:pt x="220237" y="348254"/>
                  </a:lnTo>
                  <a:lnTo>
                    <a:pt x="221224" y="349920"/>
                  </a:lnTo>
                  <a:lnTo>
                    <a:pt x="222226" y="351586"/>
                  </a:lnTo>
                  <a:lnTo>
                    <a:pt x="223249" y="353253"/>
                  </a:lnTo>
                  <a:lnTo>
                    <a:pt x="224285" y="354919"/>
                  </a:lnTo>
                  <a:lnTo>
                    <a:pt x="225330" y="356585"/>
                  </a:lnTo>
                  <a:lnTo>
                    <a:pt x="226384" y="358251"/>
                  </a:lnTo>
                  <a:lnTo>
                    <a:pt x="227446" y="359918"/>
                  </a:lnTo>
                  <a:lnTo>
                    <a:pt x="228511" y="361584"/>
                  </a:lnTo>
                  <a:lnTo>
                    <a:pt x="229574" y="363250"/>
                  </a:lnTo>
                  <a:lnTo>
                    <a:pt x="230634" y="364917"/>
                  </a:lnTo>
                  <a:lnTo>
                    <a:pt x="231688" y="366583"/>
                  </a:lnTo>
                  <a:lnTo>
                    <a:pt x="232727" y="368249"/>
                  </a:lnTo>
                  <a:lnTo>
                    <a:pt x="233750" y="369915"/>
                  </a:lnTo>
                  <a:lnTo>
                    <a:pt x="234756" y="371582"/>
                  </a:lnTo>
                  <a:lnTo>
                    <a:pt x="235741" y="373248"/>
                  </a:lnTo>
                  <a:lnTo>
                    <a:pt x="236695" y="374914"/>
                  </a:lnTo>
                  <a:lnTo>
                    <a:pt x="237617" y="376581"/>
                  </a:lnTo>
                  <a:lnTo>
                    <a:pt x="238507" y="378247"/>
                  </a:lnTo>
                  <a:lnTo>
                    <a:pt x="239363" y="379913"/>
                  </a:lnTo>
                  <a:lnTo>
                    <a:pt x="240179" y="381579"/>
                  </a:lnTo>
                  <a:lnTo>
                    <a:pt x="240944" y="383246"/>
                  </a:lnTo>
                  <a:lnTo>
                    <a:pt x="241668" y="384912"/>
                  </a:lnTo>
                  <a:lnTo>
                    <a:pt x="242349" y="386578"/>
                  </a:lnTo>
                  <a:lnTo>
                    <a:pt x="242986" y="388245"/>
                  </a:lnTo>
                  <a:lnTo>
                    <a:pt x="243564" y="389911"/>
                  </a:lnTo>
                  <a:lnTo>
                    <a:pt x="244093" y="391577"/>
                  </a:lnTo>
                  <a:lnTo>
                    <a:pt x="244576" y="393243"/>
                  </a:lnTo>
                  <a:lnTo>
                    <a:pt x="245014" y="394910"/>
                  </a:lnTo>
                  <a:lnTo>
                    <a:pt x="245401" y="396576"/>
                  </a:lnTo>
                  <a:lnTo>
                    <a:pt x="245733" y="398242"/>
                  </a:lnTo>
                  <a:lnTo>
                    <a:pt x="246022" y="399909"/>
                  </a:lnTo>
                  <a:lnTo>
                    <a:pt x="246271" y="401575"/>
                  </a:lnTo>
                  <a:lnTo>
                    <a:pt x="246479" y="403241"/>
                  </a:lnTo>
                  <a:lnTo>
                    <a:pt x="246638" y="404907"/>
                  </a:lnTo>
                  <a:lnTo>
                    <a:pt x="246761" y="406574"/>
                  </a:lnTo>
                  <a:lnTo>
                    <a:pt x="246851" y="408240"/>
                  </a:lnTo>
                  <a:lnTo>
                    <a:pt x="246911" y="409906"/>
                  </a:lnTo>
                  <a:lnTo>
                    <a:pt x="246940" y="411573"/>
                  </a:lnTo>
                  <a:lnTo>
                    <a:pt x="246938" y="413239"/>
                  </a:lnTo>
                  <a:lnTo>
                    <a:pt x="246915" y="414905"/>
                  </a:lnTo>
                  <a:lnTo>
                    <a:pt x="246873" y="416571"/>
                  </a:lnTo>
                  <a:lnTo>
                    <a:pt x="246813" y="418238"/>
                  </a:lnTo>
                  <a:lnTo>
                    <a:pt x="246734" y="419904"/>
                  </a:lnTo>
                  <a:lnTo>
                    <a:pt x="246644" y="421570"/>
                  </a:lnTo>
                  <a:lnTo>
                    <a:pt x="246545" y="423237"/>
                  </a:lnTo>
                  <a:lnTo>
                    <a:pt x="246438" y="424903"/>
                  </a:lnTo>
                  <a:lnTo>
                    <a:pt x="246323" y="426569"/>
                  </a:lnTo>
                  <a:lnTo>
                    <a:pt x="246205" y="428235"/>
                  </a:lnTo>
                  <a:lnTo>
                    <a:pt x="246083" y="429902"/>
                  </a:lnTo>
                  <a:lnTo>
                    <a:pt x="245960" y="431568"/>
                  </a:lnTo>
                  <a:lnTo>
                    <a:pt x="245837" y="433234"/>
                  </a:lnTo>
                  <a:lnTo>
                    <a:pt x="245713" y="434901"/>
                  </a:lnTo>
                  <a:lnTo>
                    <a:pt x="245589" y="436567"/>
                  </a:lnTo>
                  <a:lnTo>
                    <a:pt x="245466" y="438233"/>
                  </a:lnTo>
                  <a:lnTo>
                    <a:pt x="245343" y="439899"/>
                  </a:lnTo>
                  <a:lnTo>
                    <a:pt x="245221" y="441566"/>
                  </a:lnTo>
                  <a:lnTo>
                    <a:pt x="245098" y="443232"/>
                  </a:lnTo>
                  <a:lnTo>
                    <a:pt x="244973" y="444898"/>
                  </a:lnTo>
                  <a:lnTo>
                    <a:pt x="244847" y="446565"/>
                  </a:lnTo>
                  <a:lnTo>
                    <a:pt x="244719" y="448231"/>
                  </a:lnTo>
                  <a:lnTo>
                    <a:pt x="244585" y="449897"/>
                  </a:lnTo>
                  <a:lnTo>
                    <a:pt x="244446" y="451563"/>
                  </a:lnTo>
                  <a:lnTo>
                    <a:pt x="244301" y="453230"/>
                  </a:lnTo>
                  <a:lnTo>
                    <a:pt x="244149" y="454896"/>
                  </a:lnTo>
                  <a:lnTo>
                    <a:pt x="243986" y="456562"/>
                  </a:lnTo>
                  <a:lnTo>
                    <a:pt x="243813" y="458229"/>
                  </a:lnTo>
                  <a:lnTo>
                    <a:pt x="243629" y="459895"/>
                  </a:lnTo>
                  <a:lnTo>
                    <a:pt x="243433" y="461561"/>
                  </a:lnTo>
                  <a:lnTo>
                    <a:pt x="243224" y="463227"/>
                  </a:lnTo>
                  <a:lnTo>
                    <a:pt x="242997" y="464894"/>
                  </a:lnTo>
                  <a:lnTo>
                    <a:pt x="242755" y="466560"/>
                  </a:lnTo>
                  <a:lnTo>
                    <a:pt x="242498" y="468226"/>
                  </a:lnTo>
                  <a:lnTo>
                    <a:pt x="242226" y="469893"/>
                  </a:lnTo>
                  <a:lnTo>
                    <a:pt x="241934" y="471559"/>
                  </a:lnTo>
                  <a:lnTo>
                    <a:pt x="241623" y="473225"/>
                  </a:lnTo>
                  <a:lnTo>
                    <a:pt x="241296" y="474892"/>
                  </a:lnTo>
                  <a:lnTo>
                    <a:pt x="240952" y="476558"/>
                  </a:lnTo>
                  <a:lnTo>
                    <a:pt x="240590" y="478224"/>
                  </a:lnTo>
                  <a:lnTo>
                    <a:pt x="240207" y="479890"/>
                  </a:lnTo>
                  <a:lnTo>
                    <a:pt x="239808" y="481557"/>
                  </a:lnTo>
                  <a:lnTo>
                    <a:pt x="239392" y="483223"/>
                  </a:lnTo>
                  <a:lnTo>
                    <a:pt x="238962" y="484889"/>
                  </a:lnTo>
                  <a:lnTo>
                    <a:pt x="238510" y="486556"/>
                  </a:lnTo>
                  <a:lnTo>
                    <a:pt x="238043" y="488222"/>
                  </a:lnTo>
                  <a:lnTo>
                    <a:pt x="237561" y="489888"/>
                  </a:lnTo>
                  <a:lnTo>
                    <a:pt x="237065" y="491554"/>
                  </a:lnTo>
                  <a:lnTo>
                    <a:pt x="236554" y="493221"/>
                  </a:lnTo>
                  <a:lnTo>
                    <a:pt x="236025" y="494887"/>
                  </a:lnTo>
                  <a:lnTo>
                    <a:pt x="235484" y="496553"/>
                  </a:lnTo>
                  <a:lnTo>
                    <a:pt x="234930" y="498220"/>
                  </a:lnTo>
                  <a:lnTo>
                    <a:pt x="234364" y="499886"/>
                  </a:lnTo>
                  <a:lnTo>
                    <a:pt x="233780" y="501552"/>
                  </a:lnTo>
                  <a:lnTo>
                    <a:pt x="233184" y="503218"/>
                  </a:lnTo>
                  <a:lnTo>
                    <a:pt x="232576" y="504885"/>
                  </a:lnTo>
                  <a:lnTo>
                    <a:pt x="231956" y="506551"/>
                  </a:lnTo>
                  <a:lnTo>
                    <a:pt x="231321" y="508217"/>
                  </a:lnTo>
                  <a:lnTo>
                    <a:pt x="230671" y="509884"/>
                  </a:lnTo>
                  <a:lnTo>
                    <a:pt x="230009" y="511550"/>
                  </a:lnTo>
                  <a:lnTo>
                    <a:pt x="229334" y="513216"/>
                  </a:lnTo>
                  <a:lnTo>
                    <a:pt x="228646" y="514882"/>
                  </a:lnTo>
                  <a:lnTo>
                    <a:pt x="227940" y="516549"/>
                  </a:lnTo>
                  <a:lnTo>
                    <a:pt x="227221" y="518215"/>
                  </a:lnTo>
                  <a:lnTo>
                    <a:pt x="226488" y="519881"/>
                  </a:lnTo>
                  <a:lnTo>
                    <a:pt x="225741" y="521548"/>
                  </a:lnTo>
                  <a:lnTo>
                    <a:pt x="224975" y="523214"/>
                  </a:lnTo>
                  <a:lnTo>
                    <a:pt x="224193" y="524880"/>
                  </a:lnTo>
                  <a:lnTo>
                    <a:pt x="223396" y="526546"/>
                  </a:lnTo>
                  <a:lnTo>
                    <a:pt x="222584" y="528213"/>
                  </a:lnTo>
                  <a:lnTo>
                    <a:pt x="221755" y="529879"/>
                  </a:lnTo>
                  <a:lnTo>
                    <a:pt x="220905" y="531545"/>
                  </a:lnTo>
                  <a:lnTo>
                    <a:pt x="220039" y="533212"/>
                  </a:lnTo>
                  <a:lnTo>
                    <a:pt x="219158" y="534878"/>
                  </a:lnTo>
                  <a:lnTo>
                    <a:pt x="218261" y="536544"/>
                  </a:lnTo>
                  <a:lnTo>
                    <a:pt x="217344" y="538210"/>
                  </a:lnTo>
                  <a:lnTo>
                    <a:pt x="216493" y="539727"/>
                  </a:lnTo>
                  <a:lnTo>
                    <a:pt x="216409" y="539877"/>
                  </a:lnTo>
                  <a:lnTo>
                    <a:pt x="215459" y="541543"/>
                  </a:lnTo>
                  <a:lnTo>
                    <a:pt x="214494" y="543209"/>
                  </a:lnTo>
                  <a:lnTo>
                    <a:pt x="213513" y="544876"/>
                  </a:lnTo>
                  <a:lnTo>
                    <a:pt x="212514" y="546542"/>
                  </a:lnTo>
                  <a:lnTo>
                    <a:pt x="211502" y="548208"/>
                  </a:lnTo>
                  <a:lnTo>
                    <a:pt x="210477" y="549874"/>
                  </a:lnTo>
                  <a:lnTo>
                    <a:pt x="209440" y="551541"/>
                  </a:lnTo>
                  <a:lnTo>
                    <a:pt x="208389" y="553207"/>
                  </a:lnTo>
                  <a:lnTo>
                    <a:pt x="207327" y="554873"/>
                  </a:lnTo>
                  <a:lnTo>
                    <a:pt x="206257" y="556540"/>
                  </a:lnTo>
                  <a:lnTo>
                    <a:pt x="205180" y="558206"/>
                  </a:lnTo>
                  <a:lnTo>
                    <a:pt x="204095" y="559872"/>
                  </a:lnTo>
                  <a:lnTo>
                    <a:pt x="203004" y="561538"/>
                  </a:lnTo>
                  <a:lnTo>
                    <a:pt x="201911" y="563205"/>
                  </a:lnTo>
                  <a:lnTo>
                    <a:pt x="200815" y="564871"/>
                  </a:lnTo>
                  <a:lnTo>
                    <a:pt x="199720" y="566537"/>
                  </a:lnTo>
                  <a:lnTo>
                    <a:pt x="198626" y="568204"/>
                  </a:lnTo>
                  <a:lnTo>
                    <a:pt x="197536" y="569870"/>
                  </a:lnTo>
                  <a:lnTo>
                    <a:pt x="196452" y="571536"/>
                  </a:lnTo>
                  <a:lnTo>
                    <a:pt x="195374" y="573202"/>
                  </a:lnTo>
                  <a:lnTo>
                    <a:pt x="194305" y="574869"/>
                  </a:lnTo>
                  <a:lnTo>
                    <a:pt x="193249" y="576535"/>
                  </a:lnTo>
                  <a:lnTo>
                    <a:pt x="192204" y="578201"/>
                  </a:lnTo>
                  <a:lnTo>
                    <a:pt x="191173" y="579868"/>
                  </a:lnTo>
                  <a:lnTo>
                    <a:pt x="190156" y="581534"/>
                  </a:lnTo>
                  <a:lnTo>
                    <a:pt x="189161" y="583200"/>
                  </a:lnTo>
                  <a:lnTo>
                    <a:pt x="188184" y="584867"/>
                  </a:lnTo>
                  <a:lnTo>
                    <a:pt x="187225" y="586533"/>
                  </a:lnTo>
                  <a:lnTo>
                    <a:pt x="186286" y="588199"/>
                  </a:lnTo>
                  <a:lnTo>
                    <a:pt x="185372" y="589865"/>
                  </a:lnTo>
                  <a:lnTo>
                    <a:pt x="184483" y="591532"/>
                  </a:lnTo>
                  <a:lnTo>
                    <a:pt x="183616" y="593198"/>
                  </a:lnTo>
                  <a:lnTo>
                    <a:pt x="182772" y="594864"/>
                  </a:lnTo>
                  <a:lnTo>
                    <a:pt x="181951" y="596531"/>
                  </a:lnTo>
                  <a:lnTo>
                    <a:pt x="181161" y="598197"/>
                  </a:lnTo>
                  <a:lnTo>
                    <a:pt x="180395" y="599863"/>
                  </a:lnTo>
                  <a:lnTo>
                    <a:pt x="179651" y="601529"/>
                  </a:lnTo>
                  <a:lnTo>
                    <a:pt x="178930" y="603196"/>
                  </a:lnTo>
                  <a:lnTo>
                    <a:pt x="178238" y="604862"/>
                  </a:lnTo>
                  <a:lnTo>
                    <a:pt x="177571" y="606528"/>
                  </a:lnTo>
                  <a:lnTo>
                    <a:pt x="176925" y="608195"/>
                  </a:lnTo>
                  <a:lnTo>
                    <a:pt x="176299" y="609861"/>
                  </a:lnTo>
                  <a:lnTo>
                    <a:pt x="175696" y="611527"/>
                  </a:lnTo>
                  <a:lnTo>
                    <a:pt x="175118" y="613193"/>
                  </a:lnTo>
                  <a:lnTo>
                    <a:pt x="174558" y="614860"/>
                  </a:lnTo>
                  <a:lnTo>
                    <a:pt x="174016" y="616526"/>
                  </a:lnTo>
                  <a:lnTo>
                    <a:pt x="173490" y="618192"/>
                  </a:lnTo>
                  <a:lnTo>
                    <a:pt x="172984" y="619859"/>
                  </a:lnTo>
                  <a:lnTo>
                    <a:pt x="172494" y="621525"/>
                  </a:lnTo>
                  <a:lnTo>
                    <a:pt x="172018" y="623191"/>
                  </a:lnTo>
                  <a:lnTo>
                    <a:pt x="171554" y="624857"/>
                  </a:lnTo>
                  <a:lnTo>
                    <a:pt x="171103" y="626524"/>
                  </a:lnTo>
                  <a:lnTo>
                    <a:pt x="170665" y="628190"/>
                  </a:lnTo>
                  <a:lnTo>
                    <a:pt x="170236" y="629856"/>
                  </a:lnTo>
                  <a:lnTo>
                    <a:pt x="169817" y="631523"/>
                  </a:lnTo>
                  <a:lnTo>
                    <a:pt x="169405" y="633189"/>
                  </a:lnTo>
                  <a:lnTo>
                    <a:pt x="169002" y="634855"/>
                  </a:lnTo>
                  <a:lnTo>
                    <a:pt x="168605" y="636521"/>
                  </a:lnTo>
                  <a:lnTo>
                    <a:pt x="168214" y="638188"/>
                  </a:lnTo>
                  <a:lnTo>
                    <a:pt x="167827" y="639854"/>
                  </a:lnTo>
                  <a:lnTo>
                    <a:pt x="167445" y="641520"/>
                  </a:lnTo>
                  <a:lnTo>
                    <a:pt x="167066" y="643187"/>
                  </a:lnTo>
                  <a:lnTo>
                    <a:pt x="166690" y="644853"/>
                  </a:lnTo>
                  <a:lnTo>
                    <a:pt x="166315" y="646519"/>
                  </a:lnTo>
                  <a:lnTo>
                    <a:pt x="165942" y="648185"/>
                  </a:lnTo>
                  <a:lnTo>
                    <a:pt x="165570" y="649852"/>
                  </a:lnTo>
                  <a:lnTo>
                    <a:pt x="165198" y="651518"/>
                  </a:lnTo>
                  <a:lnTo>
                    <a:pt x="164825" y="653184"/>
                  </a:lnTo>
                  <a:lnTo>
                    <a:pt x="164452" y="654851"/>
                  </a:lnTo>
                  <a:lnTo>
                    <a:pt x="164078" y="656517"/>
                  </a:lnTo>
                  <a:lnTo>
                    <a:pt x="163701" y="658183"/>
                  </a:lnTo>
                  <a:lnTo>
                    <a:pt x="163322" y="659849"/>
                  </a:lnTo>
                  <a:lnTo>
                    <a:pt x="162941" y="661516"/>
                  </a:lnTo>
                  <a:lnTo>
                    <a:pt x="162558" y="663182"/>
                  </a:lnTo>
                  <a:lnTo>
                    <a:pt x="162170" y="664848"/>
                  </a:lnTo>
                  <a:lnTo>
                    <a:pt x="161779" y="666515"/>
                  </a:lnTo>
                  <a:lnTo>
                    <a:pt x="161384" y="668181"/>
                  </a:lnTo>
                  <a:lnTo>
                    <a:pt x="160986" y="669847"/>
                  </a:lnTo>
                  <a:lnTo>
                    <a:pt x="160582" y="671513"/>
                  </a:lnTo>
                  <a:lnTo>
                    <a:pt x="160174" y="673180"/>
                  </a:lnTo>
                  <a:lnTo>
                    <a:pt x="159762" y="674846"/>
                  </a:lnTo>
                  <a:lnTo>
                    <a:pt x="159346" y="676512"/>
                  </a:lnTo>
                  <a:lnTo>
                    <a:pt x="158926" y="678179"/>
                  </a:lnTo>
                  <a:lnTo>
                    <a:pt x="158499" y="679845"/>
                  </a:lnTo>
                  <a:lnTo>
                    <a:pt x="158069" y="681511"/>
                  </a:lnTo>
                  <a:lnTo>
                    <a:pt x="157635" y="683177"/>
                  </a:lnTo>
                  <a:lnTo>
                    <a:pt x="157197" y="684844"/>
                  </a:lnTo>
                  <a:lnTo>
                    <a:pt x="156754" y="686510"/>
                  </a:lnTo>
                  <a:lnTo>
                    <a:pt x="156308" y="688176"/>
                  </a:lnTo>
                  <a:lnTo>
                    <a:pt x="155858" y="689843"/>
                  </a:lnTo>
                  <a:lnTo>
                    <a:pt x="155406" y="691509"/>
                  </a:lnTo>
                  <a:lnTo>
                    <a:pt x="154951" y="693175"/>
                  </a:lnTo>
                  <a:lnTo>
                    <a:pt x="154494" y="694841"/>
                  </a:lnTo>
                  <a:lnTo>
                    <a:pt x="154036" y="696508"/>
                  </a:lnTo>
                  <a:lnTo>
                    <a:pt x="153576" y="698174"/>
                  </a:lnTo>
                  <a:lnTo>
                    <a:pt x="153116" y="699840"/>
                  </a:lnTo>
                  <a:lnTo>
                    <a:pt x="152656" y="701507"/>
                  </a:lnTo>
                  <a:lnTo>
                    <a:pt x="152197" y="703173"/>
                  </a:lnTo>
                  <a:lnTo>
                    <a:pt x="151739" y="704839"/>
                  </a:lnTo>
                  <a:lnTo>
                    <a:pt x="151282" y="706506"/>
                  </a:lnTo>
                  <a:lnTo>
                    <a:pt x="150829" y="708172"/>
                  </a:lnTo>
                  <a:lnTo>
                    <a:pt x="150379" y="709838"/>
                  </a:lnTo>
                  <a:lnTo>
                    <a:pt x="149933" y="711504"/>
                  </a:lnTo>
                  <a:lnTo>
                    <a:pt x="149491" y="713171"/>
                  </a:lnTo>
                  <a:lnTo>
                    <a:pt x="149054" y="714837"/>
                  </a:lnTo>
                  <a:lnTo>
                    <a:pt x="148625" y="716503"/>
                  </a:lnTo>
                  <a:lnTo>
                    <a:pt x="148202" y="718170"/>
                  </a:lnTo>
                  <a:lnTo>
                    <a:pt x="147786" y="719836"/>
                  </a:lnTo>
                  <a:lnTo>
                    <a:pt x="147377" y="721502"/>
                  </a:lnTo>
                  <a:lnTo>
                    <a:pt x="146977" y="723168"/>
                  </a:lnTo>
                  <a:lnTo>
                    <a:pt x="146587" y="724835"/>
                  </a:lnTo>
                  <a:lnTo>
                    <a:pt x="146207" y="726501"/>
                  </a:lnTo>
                  <a:lnTo>
                    <a:pt x="145836" y="728167"/>
                  </a:lnTo>
                  <a:lnTo>
                    <a:pt x="145474" y="729834"/>
                  </a:lnTo>
                  <a:lnTo>
                    <a:pt x="145127" y="731500"/>
                  </a:lnTo>
                  <a:lnTo>
                    <a:pt x="144790" y="733166"/>
                  </a:lnTo>
                  <a:lnTo>
                    <a:pt x="144464" y="734832"/>
                  </a:lnTo>
                  <a:lnTo>
                    <a:pt x="144149" y="736499"/>
                  </a:lnTo>
                  <a:lnTo>
                    <a:pt x="143848" y="738165"/>
                  </a:lnTo>
                  <a:lnTo>
                    <a:pt x="143559" y="739831"/>
                  </a:lnTo>
                  <a:lnTo>
                    <a:pt x="143282" y="741498"/>
                  </a:lnTo>
                  <a:lnTo>
                    <a:pt x="143016" y="743164"/>
                  </a:lnTo>
                  <a:lnTo>
                    <a:pt x="142762" y="744830"/>
                  </a:lnTo>
                  <a:lnTo>
                    <a:pt x="142523" y="746496"/>
                  </a:lnTo>
                  <a:lnTo>
                    <a:pt x="142294" y="748163"/>
                  </a:lnTo>
                  <a:lnTo>
                    <a:pt x="142075" y="749829"/>
                  </a:lnTo>
                  <a:lnTo>
                    <a:pt x="141866" y="751495"/>
                  </a:lnTo>
                  <a:lnTo>
                    <a:pt x="141669" y="753162"/>
                  </a:lnTo>
                  <a:lnTo>
                    <a:pt x="141483" y="754828"/>
                  </a:lnTo>
                  <a:lnTo>
                    <a:pt x="141304" y="756494"/>
                  </a:lnTo>
                  <a:lnTo>
                    <a:pt x="141133" y="758160"/>
                  </a:lnTo>
                  <a:lnTo>
                    <a:pt x="140969" y="759827"/>
                  </a:lnTo>
                  <a:lnTo>
                    <a:pt x="140813" y="761493"/>
                  </a:lnTo>
                  <a:lnTo>
                    <a:pt x="140662" y="763159"/>
                  </a:lnTo>
                  <a:lnTo>
                    <a:pt x="140515" y="764826"/>
                  </a:lnTo>
                  <a:lnTo>
                    <a:pt x="140372" y="766492"/>
                  </a:lnTo>
                  <a:lnTo>
                    <a:pt x="140233" y="768158"/>
                  </a:lnTo>
                  <a:lnTo>
                    <a:pt x="140094" y="769824"/>
                  </a:lnTo>
                  <a:lnTo>
                    <a:pt x="139957" y="771491"/>
                  </a:lnTo>
                  <a:lnTo>
                    <a:pt x="139819" y="773157"/>
                  </a:lnTo>
                  <a:lnTo>
                    <a:pt x="139680" y="774823"/>
                  </a:lnTo>
                  <a:lnTo>
                    <a:pt x="139538" y="776490"/>
                  </a:lnTo>
                  <a:lnTo>
                    <a:pt x="139393" y="778156"/>
                  </a:lnTo>
                  <a:lnTo>
                    <a:pt x="139245" y="779822"/>
                  </a:lnTo>
                  <a:lnTo>
                    <a:pt x="139093" y="781488"/>
                  </a:lnTo>
                  <a:lnTo>
                    <a:pt x="138934" y="783155"/>
                  </a:lnTo>
                  <a:lnTo>
                    <a:pt x="138769" y="784821"/>
                  </a:lnTo>
                  <a:lnTo>
                    <a:pt x="138598" y="786487"/>
                  </a:lnTo>
                  <a:lnTo>
                    <a:pt x="138420" y="788154"/>
                  </a:lnTo>
                  <a:lnTo>
                    <a:pt x="138235" y="789820"/>
                  </a:lnTo>
                  <a:lnTo>
                    <a:pt x="138040" y="791486"/>
                  </a:lnTo>
                  <a:lnTo>
                    <a:pt x="137839" y="793152"/>
                  </a:lnTo>
                  <a:lnTo>
                    <a:pt x="137629" y="794819"/>
                  </a:lnTo>
                  <a:lnTo>
                    <a:pt x="137413" y="796485"/>
                  </a:lnTo>
                  <a:lnTo>
                    <a:pt x="137186" y="798151"/>
                  </a:lnTo>
                  <a:lnTo>
                    <a:pt x="136952" y="799818"/>
                  </a:lnTo>
                  <a:lnTo>
                    <a:pt x="136711" y="801484"/>
                  </a:lnTo>
                  <a:lnTo>
                    <a:pt x="136463" y="803150"/>
                  </a:lnTo>
                  <a:lnTo>
                    <a:pt x="136207" y="804816"/>
                  </a:lnTo>
                  <a:lnTo>
                    <a:pt x="135944" y="806483"/>
                  </a:lnTo>
                  <a:lnTo>
                    <a:pt x="135675" y="808149"/>
                  </a:lnTo>
                  <a:lnTo>
                    <a:pt x="135400" y="809815"/>
                  </a:lnTo>
                  <a:lnTo>
                    <a:pt x="135121" y="811482"/>
                  </a:lnTo>
                  <a:lnTo>
                    <a:pt x="134836" y="813148"/>
                  </a:lnTo>
                  <a:lnTo>
                    <a:pt x="134546" y="814814"/>
                  </a:lnTo>
                  <a:lnTo>
                    <a:pt x="134254" y="816481"/>
                  </a:lnTo>
                  <a:lnTo>
                    <a:pt x="133958" y="818147"/>
                  </a:lnTo>
                  <a:lnTo>
                    <a:pt x="133660" y="819813"/>
                  </a:lnTo>
                  <a:lnTo>
                    <a:pt x="133359" y="821479"/>
                  </a:lnTo>
                  <a:lnTo>
                    <a:pt x="133058" y="823146"/>
                  </a:lnTo>
                  <a:lnTo>
                    <a:pt x="132756" y="824812"/>
                  </a:lnTo>
                  <a:lnTo>
                    <a:pt x="132453" y="826478"/>
                  </a:lnTo>
                  <a:lnTo>
                    <a:pt x="132151" y="828145"/>
                  </a:lnTo>
                  <a:lnTo>
                    <a:pt x="131849" y="829811"/>
                  </a:lnTo>
                  <a:lnTo>
                    <a:pt x="131549" y="831477"/>
                  </a:lnTo>
                  <a:lnTo>
                    <a:pt x="131251" y="833143"/>
                  </a:lnTo>
                  <a:lnTo>
                    <a:pt x="130954" y="834810"/>
                  </a:lnTo>
                  <a:lnTo>
                    <a:pt x="130661" y="836476"/>
                  </a:lnTo>
                  <a:lnTo>
                    <a:pt x="130371" y="838142"/>
                  </a:lnTo>
                  <a:lnTo>
                    <a:pt x="130084" y="839809"/>
                  </a:lnTo>
                  <a:lnTo>
                    <a:pt x="129800" y="841475"/>
                  </a:lnTo>
                  <a:lnTo>
                    <a:pt x="129522" y="843141"/>
                  </a:lnTo>
                  <a:lnTo>
                    <a:pt x="129248" y="844807"/>
                  </a:lnTo>
                  <a:lnTo>
                    <a:pt x="128979" y="846474"/>
                  </a:lnTo>
                  <a:lnTo>
                    <a:pt x="128714" y="848140"/>
                  </a:lnTo>
                  <a:lnTo>
                    <a:pt x="128456" y="849806"/>
                  </a:lnTo>
                  <a:lnTo>
                    <a:pt x="128203" y="851473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5" name="pg35"/>
            <p:cNvSpPr/>
            <p:nvPr/>
          </p:nvSpPr>
          <p:spPr>
            <a:xfrm>
              <a:off x="4153608" y="1941839"/>
              <a:ext cx="152105" cy="1240771"/>
            </a:xfrm>
            <a:custGeom>
              <a:avLst/>
              <a:gdLst/>
              <a:ahLst/>
              <a:cxnLst/>
              <a:rect l="0" t="0" r="0" b="0"/>
              <a:pathLst>
                <a:path w="152105" h="1240771">
                  <a:moveTo>
                    <a:pt x="72787" y="1240771"/>
                  </a:moveTo>
                  <a:lnTo>
                    <a:pt x="72661" y="1238343"/>
                  </a:lnTo>
                  <a:lnTo>
                    <a:pt x="72532" y="1235914"/>
                  </a:lnTo>
                  <a:lnTo>
                    <a:pt x="72403" y="1233486"/>
                  </a:lnTo>
                  <a:lnTo>
                    <a:pt x="72273" y="1231058"/>
                  </a:lnTo>
                  <a:lnTo>
                    <a:pt x="72141" y="1228630"/>
                  </a:lnTo>
                  <a:lnTo>
                    <a:pt x="72010" y="1226202"/>
                  </a:lnTo>
                  <a:lnTo>
                    <a:pt x="71877" y="1223774"/>
                  </a:lnTo>
                  <a:lnTo>
                    <a:pt x="71744" y="1221346"/>
                  </a:lnTo>
                  <a:lnTo>
                    <a:pt x="71611" y="1218918"/>
                  </a:lnTo>
                  <a:lnTo>
                    <a:pt x="71477" y="1216489"/>
                  </a:lnTo>
                  <a:lnTo>
                    <a:pt x="71343" y="1214061"/>
                  </a:lnTo>
                  <a:lnTo>
                    <a:pt x="71209" y="1211633"/>
                  </a:lnTo>
                  <a:lnTo>
                    <a:pt x="71075" y="1209205"/>
                  </a:lnTo>
                  <a:lnTo>
                    <a:pt x="70942" y="1206777"/>
                  </a:lnTo>
                  <a:lnTo>
                    <a:pt x="70808" y="1204349"/>
                  </a:lnTo>
                  <a:lnTo>
                    <a:pt x="70675" y="1201921"/>
                  </a:lnTo>
                  <a:lnTo>
                    <a:pt x="70542" y="1199493"/>
                  </a:lnTo>
                  <a:lnTo>
                    <a:pt x="70409" y="1197064"/>
                  </a:lnTo>
                  <a:lnTo>
                    <a:pt x="70277" y="1194636"/>
                  </a:lnTo>
                  <a:lnTo>
                    <a:pt x="70146" y="1192208"/>
                  </a:lnTo>
                  <a:lnTo>
                    <a:pt x="70014" y="1189780"/>
                  </a:lnTo>
                  <a:lnTo>
                    <a:pt x="69883" y="1187352"/>
                  </a:lnTo>
                  <a:lnTo>
                    <a:pt x="69753" y="1184924"/>
                  </a:lnTo>
                  <a:lnTo>
                    <a:pt x="69623" y="1182496"/>
                  </a:lnTo>
                  <a:lnTo>
                    <a:pt x="69494" y="1180068"/>
                  </a:lnTo>
                  <a:lnTo>
                    <a:pt x="69365" y="1177639"/>
                  </a:lnTo>
                  <a:lnTo>
                    <a:pt x="69236" y="1175211"/>
                  </a:lnTo>
                  <a:lnTo>
                    <a:pt x="69108" y="1172783"/>
                  </a:lnTo>
                  <a:lnTo>
                    <a:pt x="68980" y="1170355"/>
                  </a:lnTo>
                  <a:lnTo>
                    <a:pt x="68852" y="1167927"/>
                  </a:lnTo>
                  <a:lnTo>
                    <a:pt x="68725" y="1165499"/>
                  </a:lnTo>
                  <a:lnTo>
                    <a:pt x="68597" y="1163071"/>
                  </a:lnTo>
                  <a:lnTo>
                    <a:pt x="68470" y="1160643"/>
                  </a:lnTo>
                  <a:lnTo>
                    <a:pt x="68342" y="1158214"/>
                  </a:lnTo>
                  <a:lnTo>
                    <a:pt x="68214" y="1155786"/>
                  </a:lnTo>
                  <a:lnTo>
                    <a:pt x="68087" y="1153358"/>
                  </a:lnTo>
                  <a:lnTo>
                    <a:pt x="67958" y="1150930"/>
                  </a:lnTo>
                  <a:lnTo>
                    <a:pt x="67830" y="1148502"/>
                  </a:lnTo>
                  <a:lnTo>
                    <a:pt x="67700" y="1146074"/>
                  </a:lnTo>
                  <a:lnTo>
                    <a:pt x="67571" y="1143646"/>
                  </a:lnTo>
                  <a:lnTo>
                    <a:pt x="67440" y="1141218"/>
                  </a:lnTo>
                  <a:lnTo>
                    <a:pt x="67309" y="1138789"/>
                  </a:lnTo>
                  <a:lnTo>
                    <a:pt x="67177" y="1136361"/>
                  </a:lnTo>
                  <a:lnTo>
                    <a:pt x="67044" y="1133933"/>
                  </a:lnTo>
                  <a:lnTo>
                    <a:pt x="66910" y="1131505"/>
                  </a:lnTo>
                  <a:lnTo>
                    <a:pt x="66775" y="1129077"/>
                  </a:lnTo>
                  <a:lnTo>
                    <a:pt x="66638" y="1126649"/>
                  </a:lnTo>
                  <a:lnTo>
                    <a:pt x="66501" y="1124221"/>
                  </a:lnTo>
                  <a:lnTo>
                    <a:pt x="66362" y="1121793"/>
                  </a:lnTo>
                  <a:lnTo>
                    <a:pt x="66221" y="1119365"/>
                  </a:lnTo>
                  <a:lnTo>
                    <a:pt x="66080" y="1116936"/>
                  </a:lnTo>
                  <a:lnTo>
                    <a:pt x="65937" y="1114508"/>
                  </a:lnTo>
                  <a:lnTo>
                    <a:pt x="65792" y="1112080"/>
                  </a:lnTo>
                  <a:lnTo>
                    <a:pt x="65646" y="1109652"/>
                  </a:lnTo>
                  <a:lnTo>
                    <a:pt x="65498" y="1107224"/>
                  </a:lnTo>
                  <a:lnTo>
                    <a:pt x="65349" y="1104796"/>
                  </a:lnTo>
                  <a:lnTo>
                    <a:pt x="65198" y="1102368"/>
                  </a:lnTo>
                  <a:lnTo>
                    <a:pt x="65045" y="1099940"/>
                  </a:lnTo>
                  <a:lnTo>
                    <a:pt x="64891" y="1097511"/>
                  </a:lnTo>
                  <a:lnTo>
                    <a:pt x="64736" y="1095083"/>
                  </a:lnTo>
                  <a:lnTo>
                    <a:pt x="64578" y="1092655"/>
                  </a:lnTo>
                  <a:lnTo>
                    <a:pt x="64419" y="1090227"/>
                  </a:lnTo>
                  <a:lnTo>
                    <a:pt x="64258" y="1087799"/>
                  </a:lnTo>
                  <a:lnTo>
                    <a:pt x="64095" y="1085371"/>
                  </a:lnTo>
                  <a:lnTo>
                    <a:pt x="63930" y="1082943"/>
                  </a:lnTo>
                  <a:lnTo>
                    <a:pt x="63764" y="1080515"/>
                  </a:lnTo>
                  <a:lnTo>
                    <a:pt x="63596" y="1078086"/>
                  </a:lnTo>
                  <a:lnTo>
                    <a:pt x="63425" y="1075658"/>
                  </a:lnTo>
                  <a:lnTo>
                    <a:pt x="63252" y="1073230"/>
                  </a:lnTo>
                  <a:lnTo>
                    <a:pt x="63077" y="1070802"/>
                  </a:lnTo>
                  <a:lnTo>
                    <a:pt x="62900" y="1068374"/>
                  </a:lnTo>
                  <a:lnTo>
                    <a:pt x="62720" y="1065946"/>
                  </a:lnTo>
                  <a:lnTo>
                    <a:pt x="62537" y="1063518"/>
                  </a:lnTo>
                  <a:lnTo>
                    <a:pt x="62351" y="1061090"/>
                  </a:lnTo>
                  <a:lnTo>
                    <a:pt x="62162" y="1058661"/>
                  </a:lnTo>
                  <a:lnTo>
                    <a:pt x="61970" y="1056233"/>
                  </a:lnTo>
                  <a:lnTo>
                    <a:pt x="61773" y="1053805"/>
                  </a:lnTo>
                  <a:lnTo>
                    <a:pt x="61573" y="1051377"/>
                  </a:lnTo>
                  <a:lnTo>
                    <a:pt x="61369" y="1048949"/>
                  </a:lnTo>
                  <a:lnTo>
                    <a:pt x="61160" y="1046521"/>
                  </a:lnTo>
                  <a:lnTo>
                    <a:pt x="60946" y="1044093"/>
                  </a:lnTo>
                  <a:lnTo>
                    <a:pt x="60727" y="1041665"/>
                  </a:lnTo>
                  <a:lnTo>
                    <a:pt x="60503" y="1039236"/>
                  </a:lnTo>
                  <a:lnTo>
                    <a:pt x="60272" y="1036808"/>
                  </a:lnTo>
                  <a:lnTo>
                    <a:pt x="60035" y="1034380"/>
                  </a:lnTo>
                  <a:lnTo>
                    <a:pt x="59792" y="1031952"/>
                  </a:lnTo>
                  <a:lnTo>
                    <a:pt x="59542" y="1029524"/>
                  </a:lnTo>
                  <a:lnTo>
                    <a:pt x="59285" y="1027096"/>
                  </a:lnTo>
                  <a:lnTo>
                    <a:pt x="59020" y="1024668"/>
                  </a:lnTo>
                  <a:lnTo>
                    <a:pt x="58747" y="1022240"/>
                  </a:lnTo>
                  <a:lnTo>
                    <a:pt x="58467" y="1019811"/>
                  </a:lnTo>
                  <a:lnTo>
                    <a:pt x="58178" y="1017383"/>
                  </a:lnTo>
                  <a:lnTo>
                    <a:pt x="57880" y="1014955"/>
                  </a:lnTo>
                  <a:lnTo>
                    <a:pt x="57573" y="1012527"/>
                  </a:lnTo>
                  <a:lnTo>
                    <a:pt x="57259" y="1010099"/>
                  </a:lnTo>
                  <a:lnTo>
                    <a:pt x="56935" y="1007671"/>
                  </a:lnTo>
                  <a:lnTo>
                    <a:pt x="56600" y="1005243"/>
                  </a:lnTo>
                  <a:lnTo>
                    <a:pt x="56258" y="1002815"/>
                  </a:lnTo>
                  <a:lnTo>
                    <a:pt x="55908" y="1000386"/>
                  </a:lnTo>
                  <a:lnTo>
                    <a:pt x="55547" y="997958"/>
                  </a:lnTo>
                  <a:lnTo>
                    <a:pt x="55176" y="995530"/>
                  </a:lnTo>
                  <a:lnTo>
                    <a:pt x="54798" y="993102"/>
                  </a:lnTo>
                  <a:lnTo>
                    <a:pt x="54413" y="990674"/>
                  </a:lnTo>
                  <a:lnTo>
                    <a:pt x="54017" y="988246"/>
                  </a:lnTo>
                  <a:lnTo>
                    <a:pt x="53613" y="985818"/>
                  </a:lnTo>
                  <a:lnTo>
                    <a:pt x="53203" y="983390"/>
                  </a:lnTo>
                  <a:lnTo>
                    <a:pt x="52786" y="980961"/>
                  </a:lnTo>
                  <a:lnTo>
                    <a:pt x="52361" y="978533"/>
                  </a:lnTo>
                  <a:lnTo>
                    <a:pt x="51930" y="976105"/>
                  </a:lnTo>
                  <a:lnTo>
                    <a:pt x="51494" y="973677"/>
                  </a:lnTo>
                  <a:lnTo>
                    <a:pt x="51054" y="971249"/>
                  </a:lnTo>
                  <a:lnTo>
                    <a:pt x="50607" y="968821"/>
                  </a:lnTo>
                  <a:lnTo>
                    <a:pt x="50158" y="966393"/>
                  </a:lnTo>
                  <a:lnTo>
                    <a:pt x="49706" y="963965"/>
                  </a:lnTo>
                  <a:lnTo>
                    <a:pt x="49252" y="961536"/>
                  </a:lnTo>
                  <a:lnTo>
                    <a:pt x="48796" y="959108"/>
                  </a:lnTo>
                  <a:lnTo>
                    <a:pt x="48340" y="956680"/>
                  </a:lnTo>
                  <a:lnTo>
                    <a:pt x="47883" y="954252"/>
                  </a:lnTo>
                  <a:lnTo>
                    <a:pt x="47427" y="951824"/>
                  </a:lnTo>
                  <a:lnTo>
                    <a:pt x="46974" y="949396"/>
                  </a:lnTo>
                  <a:lnTo>
                    <a:pt x="46523" y="946968"/>
                  </a:lnTo>
                  <a:lnTo>
                    <a:pt x="46074" y="944540"/>
                  </a:lnTo>
                  <a:lnTo>
                    <a:pt x="45630" y="942111"/>
                  </a:lnTo>
                  <a:lnTo>
                    <a:pt x="45191" y="939683"/>
                  </a:lnTo>
                  <a:lnTo>
                    <a:pt x="44758" y="937255"/>
                  </a:lnTo>
                  <a:lnTo>
                    <a:pt x="44330" y="934827"/>
                  </a:lnTo>
                  <a:lnTo>
                    <a:pt x="43909" y="932399"/>
                  </a:lnTo>
                  <a:lnTo>
                    <a:pt x="43497" y="929971"/>
                  </a:lnTo>
                  <a:lnTo>
                    <a:pt x="43092" y="927543"/>
                  </a:lnTo>
                  <a:lnTo>
                    <a:pt x="42695" y="925115"/>
                  </a:lnTo>
                  <a:lnTo>
                    <a:pt x="42307" y="922686"/>
                  </a:lnTo>
                  <a:lnTo>
                    <a:pt x="41931" y="920258"/>
                  </a:lnTo>
                  <a:lnTo>
                    <a:pt x="41564" y="917830"/>
                  </a:lnTo>
                  <a:lnTo>
                    <a:pt x="41205" y="915402"/>
                  </a:lnTo>
                  <a:lnTo>
                    <a:pt x="40859" y="912974"/>
                  </a:lnTo>
                  <a:lnTo>
                    <a:pt x="40524" y="910546"/>
                  </a:lnTo>
                  <a:lnTo>
                    <a:pt x="40199" y="908118"/>
                  </a:lnTo>
                  <a:lnTo>
                    <a:pt x="39884" y="905690"/>
                  </a:lnTo>
                  <a:lnTo>
                    <a:pt x="39581" y="903261"/>
                  </a:lnTo>
                  <a:lnTo>
                    <a:pt x="39290" y="900833"/>
                  </a:lnTo>
                  <a:lnTo>
                    <a:pt x="39009" y="898405"/>
                  </a:lnTo>
                  <a:lnTo>
                    <a:pt x="38736" y="895977"/>
                  </a:lnTo>
                  <a:lnTo>
                    <a:pt x="38477" y="893549"/>
                  </a:lnTo>
                  <a:lnTo>
                    <a:pt x="38227" y="891121"/>
                  </a:lnTo>
                  <a:lnTo>
                    <a:pt x="37985" y="888693"/>
                  </a:lnTo>
                  <a:lnTo>
                    <a:pt x="37751" y="886265"/>
                  </a:lnTo>
                  <a:lnTo>
                    <a:pt x="37528" y="883837"/>
                  </a:lnTo>
                  <a:lnTo>
                    <a:pt x="37313" y="881408"/>
                  </a:lnTo>
                  <a:lnTo>
                    <a:pt x="37103" y="878980"/>
                  </a:lnTo>
                  <a:lnTo>
                    <a:pt x="36899" y="876552"/>
                  </a:lnTo>
                  <a:lnTo>
                    <a:pt x="36702" y="874124"/>
                  </a:lnTo>
                  <a:lnTo>
                    <a:pt x="36509" y="871696"/>
                  </a:lnTo>
                  <a:lnTo>
                    <a:pt x="36320" y="869268"/>
                  </a:lnTo>
                  <a:lnTo>
                    <a:pt x="36133" y="866840"/>
                  </a:lnTo>
                  <a:lnTo>
                    <a:pt x="35949" y="864412"/>
                  </a:lnTo>
                  <a:lnTo>
                    <a:pt x="35765" y="861983"/>
                  </a:lnTo>
                  <a:lnTo>
                    <a:pt x="35580" y="859555"/>
                  </a:lnTo>
                  <a:lnTo>
                    <a:pt x="35395" y="857127"/>
                  </a:lnTo>
                  <a:lnTo>
                    <a:pt x="35207" y="854699"/>
                  </a:lnTo>
                  <a:lnTo>
                    <a:pt x="35015" y="852271"/>
                  </a:lnTo>
                  <a:lnTo>
                    <a:pt x="34819" y="849843"/>
                  </a:lnTo>
                  <a:lnTo>
                    <a:pt x="34618" y="847415"/>
                  </a:lnTo>
                  <a:lnTo>
                    <a:pt x="34409" y="844987"/>
                  </a:lnTo>
                  <a:lnTo>
                    <a:pt x="34192" y="842558"/>
                  </a:lnTo>
                  <a:lnTo>
                    <a:pt x="33968" y="840130"/>
                  </a:lnTo>
                  <a:lnTo>
                    <a:pt x="33734" y="837702"/>
                  </a:lnTo>
                  <a:lnTo>
                    <a:pt x="33487" y="835274"/>
                  </a:lnTo>
                  <a:lnTo>
                    <a:pt x="33229" y="832846"/>
                  </a:lnTo>
                  <a:lnTo>
                    <a:pt x="32961" y="830418"/>
                  </a:lnTo>
                  <a:lnTo>
                    <a:pt x="32678" y="827990"/>
                  </a:lnTo>
                  <a:lnTo>
                    <a:pt x="32379" y="825562"/>
                  </a:lnTo>
                  <a:lnTo>
                    <a:pt x="32067" y="823133"/>
                  </a:lnTo>
                  <a:lnTo>
                    <a:pt x="31742" y="820705"/>
                  </a:lnTo>
                  <a:lnTo>
                    <a:pt x="31399" y="818277"/>
                  </a:lnTo>
                  <a:lnTo>
                    <a:pt x="31037" y="815849"/>
                  </a:lnTo>
                  <a:lnTo>
                    <a:pt x="30661" y="813421"/>
                  </a:lnTo>
                  <a:lnTo>
                    <a:pt x="30270" y="810993"/>
                  </a:lnTo>
                  <a:lnTo>
                    <a:pt x="29859" y="808565"/>
                  </a:lnTo>
                  <a:lnTo>
                    <a:pt x="29430" y="806137"/>
                  </a:lnTo>
                  <a:lnTo>
                    <a:pt x="28985" y="803708"/>
                  </a:lnTo>
                  <a:lnTo>
                    <a:pt x="28525" y="801280"/>
                  </a:lnTo>
                  <a:lnTo>
                    <a:pt x="28045" y="798852"/>
                  </a:lnTo>
                  <a:lnTo>
                    <a:pt x="27547" y="796424"/>
                  </a:lnTo>
                  <a:lnTo>
                    <a:pt x="27035" y="793996"/>
                  </a:lnTo>
                  <a:lnTo>
                    <a:pt x="26509" y="791568"/>
                  </a:lnTo>
                  <a:lnTo>
                    <a:pt x="25964" y="789140"/>
                  </a:lnTo>
                  <a:lnTo>
                    <a:pt x="25405" y="786712"/>
                  </a:lnTo>
                  <a:lnTo>
                    <a:pt x="24833" y="784283"/>
                  </a:lnTo>
                  <a:lnTo>
                    <a:pt x="24249" y="781855"/>
                  </a:lnTo>
                  <a:lnTo>
                    <a:pt x="23649" y="779427"/>
                  </a:lnTo>
                  <a:lnTo>
                    <a:pt x="23039" y="776999"/>
                  </a:lnTo>
                  <a:lnTo>
                    <a:pt x="22420" y="774571"/>
                  </a:lnTo>
                  <a:lnTo>
                    <a:pt x="21793" y="772143"/>
                  </a:lnTo>
                  <a:lnTo>
                    <a:pt x="21154" y="769715"/>
                  </a:lnTo>
                  <a:lnTo>
                    <a:pt x="20510" y="767287"/>
                  </a:lnTo>
                  <a:lnTo>
                    <a:pt x="19952" y="765198"/>
                  </a:lnTo>
                  <a:lnTo>
                    <a:pt x="19861" y="764858"/>
                  </a:lnTo>
                  <a:lnTo>
                    <a:pt x="19207" y="762430"/>
                  </a:lnTo>
                  <a:lnTo>
                    <a:pt x="18549" y="760002"/>
                  </a:lnTo>
                  <a:lnTo>
                    <a:pt x="17889" y="757574"/>
                  </a:lnTo>
                  <a:lnTo>
                    <a:pt x="17229" y="755146"/>
                  </a:lnTo>
                  <a:lnTo>
                    <a:pt x="16569" y="752718"/>
                  </a:lnTo>
                  <a:lnTo>
                    <a:pt x="15912" y="750290"/>
                  </a:lnTo>
                  <a:lnTo>
                    <a:pt x="15258" y="747862"/>
                  </a:lnTo>
                  <a:lnTo>
                    <a:pt x="14608" y="745433"/>
                  </a:lnTo>
                  <a:lnTo>
                    <a:pt x="13964" y="743005"/>
                  </a:lnTo>
                  <a:lnTo>
                    <a:pt x="13328" y="740577"/>
                  </a:lnTo>
                  <a:lnTo>
                    <a:pt x="12700" y="738149"/>
                  </a:lnTo>
                  <a:lnTo>
                    <a:pt x="12080" y="735721"/>
                  </a:lnTo>
                  <a:lnTo>
                    <a:pt x="11470" y="733293"/>
                  </a:lnTo>
                  <a:lnTo>
                    <a:pt x="10874" y="730865"/>
                  </a:lnTo>
                  <a:lnTo>
                    <a:pt x="10289" y="728437"/>
                  </a:lnTo>
                  <a:lnTo>
                    <a:pt x="9715" y="726008"/>
                  </a:lnTo>
                  <a:lnTo>
                    <a:pt x="9157" y="723580"/>
                  </a:lnTo>
                  <a:lnTo>
                    <a:pt x="8615" y="721152"/>
                  </a:lnTo>
                  <a:lnTo>
                    <a:pt x="8087" y="718724"/>
                  </a:lnTo>
                  <a:lnTo>
                    <a:pt x="7574" y="716296"/>
                  </a:lnTo>
                  <a:lnTo>
                    <a:pt x="7078" y="713868"/>
                  </a:lnTo>
                  <a:lnTo>
                    <a:pt x="6602" y="711440"/>
                  </a:lnTo>
                  <a:lnTo>
                    <a:pt x="6140" y="709012"/>
                  </a:lnTo>
                  <a:lnTo>
                    <a:pt x="5694" y="706583"/>
                  </a:lnTo>
                  <a:lnTo>
                    <a:pt x="5269" y="704155"/>
                  </a:lnTo>
                  <a:lnTo>
                    <a:pt x="4862" y="701727"/>
                  </a:lnTo>
                  <a:lnTo>
                    <a:pt x="4472" y="699299"/>
                  </a:lnTo>
                  <a:lnTo>
                    <a:pt x="4097" y="696871"/>
                  </a:lnTo>
                  <a:lnTo>
                    <a:pt x="3744" y="694443"/>
                  </a:lnTo>
                  <a:lnTo>
                    <a:pt x="3408" y="692015"/>
                  </a:lnTo>
                  <a:lnTo>
                    <a:pt x="3088" y="689587"/>
                  </a:lnTo>
                  <a:lnTo>
                    <a:pt x="2784" y="687158"/>
                  </a:lnTo>
                  <a:lnTo>
                    <a:pt x="2501" y="684730"/>
                  </a:lnTo>
                  <a:lnTo>
                    <a:pt x="2235" y="682302"/>
                  </a:lnTo>
                  <a:lnTo>
                    <a:pt x="1983" y="679874"/>
                  </a:lnTo>
                  <a:lnTo>
                    <a:pt x="1745" y="677446"/>
                  </a:lnTo>
                  <a:lnTo>
                    <a:pt x="1529" y="675018"/>
                  </a:lnTo>
                  <a:lnTo>
                    <a:pt x="1326" y="672590"/>
                  </a:lnTo>
                  <a:lnTo>
                    <a:pt x="1138" y="670162"/>
                  </a:lnTo>
                  <a:lnTo>
                    <a:pt x="962" y="667734"/>
                  </a:lnTo>
                  <a:lnTo>
                    <a:pt x="807" y="665305"/>
                  </a:lnTo>
                  <a:lnTo>
                    <a:pt x="665" y="662877"/>
                  </a:lnTo>
                  <a:lnTo>
                    <a:pt x="535" y="660449"/>
                  </a:lnTo>
                  <a:lnTo>
                    <a:pt x="418" y="658021"/>
                  </a:lnTo>
                  <a:lnTo>
                    <a:pt x="319" y="655593"/>
                  </a:lnTo>
                  <a:lnTo>
                    <a:pt x="233" y="653165"/>
                  </a:lnTo>
                  <a:lnTo>
                    <a:pt x="159" y="650737"/>
                  </a:lnTo>
                  <a:lnTo>
                    <a:pt x="98" y="648309"/>
                  </a:lnTo>
                  <a:lnTo>
                    <a:pt x="55" y="645880"/>
                  </a:lnTo>
                  <a:lnTo>
                    <a:pt x="23" y="643452"/>
                  </a:lnTo>
                  <a:lnTo>
                    <a:pt x="4" y="641024"/>
                  </a:lnTo>
                  <a:lnTo>
                    <a:pt x="0" y="638596"/>
                  </a:lnTo>
                  <a:lnTo>
                    <a:pt x="12" y="636168"/>
                  </a:lnTo>
                  <a:lnTo>
                    <a:pt x="37" y="633740"/>
                  </a:lnTo>
                  <a:lnTo>
                    <a:pt x="75" y="631312"/>
                  </a:lnTo>
                  <a:lnTo>
                    <a:pt x="129" y="628884"/>
                  </a:lnTo>
                  <a:lnTo>
                    <a:pt x="200" y="626455"/>
                  </a:lnTo>
                  <a:lnTo>
                    <a:pt x="285" y="624027"/>
                  </a:lnTo>
                  <a:lnTo>
                    <a:pt x="384" y="621599"/>
                  </a:lnTo>
                  <a:lnTo>
                    <a:pt x="501" y="619171"/>
                  </a:lnTo>
                  <a:lnTo>
                    <a:pt x="636" y="616743"/>
                  </a:lnTo>
                  <a:lnTo>
                    <a:pt x="657" y="616395"/>
                  </a:lnTo>
                  <a:lnTo>
                    <a:pt x="785" y="614315"/>
                  </a:lnTo>
                  <a:lnTo>
                    <a:pt x="950" y="611887"/>
                  </a:lnTo>
                  <a:lnTo>
                    <a:pt x="1134" y="609459"/>
                  </a:lnTo>
                  <a:lnTo>
                    <a:pt x="1336" y="607030"/>
                  </a:lnTo>
                  <a:lnTo>
                    <a:pt x="1554" y="604602"/>
                  </a:lnTo>
                  <a:lnTo>
                    <a:pt x="1787" y="602174"/>
                  </a:lnTo>
                  <a:lnTo>
                    <a:pt x="2040" y="599746"/>
                  </a:lnTo>
                  <a:lnTo>
                    <a:pt x="2312" y="597318"/>
                  </a:lnTo>
                  <a:lnTo>
                    <a:pt x="2598" y="594890"/>
                  </a:lnTo>
                  <a:lnTo>
                    <a:pt x="2899" y="592462"/>
                  </a:lnTo>
                  <a:lnTo>
                    <a:pt x="3221" y="590034"/>
                  </a:lnTo>
                  <a:lnTo>
                    <a:pt x="3558" y="587605"/>
                  </a:lnTo>
                  <a:lnTo>
                    <a:pt x="3909" y="585177"/>
                  </a:lnTo>
                  <a:lnTo>
                    <a:pt x="4273" y="582749"/>
                  </a:lnTo>
                  <a:lnTo>
                    <a:pt x="4655" y="580321"/>
                  </a:lnTo>
                  <a:lnTo>
                    <a:pt x="5050" y="577893"/>
                  </a:lnTo>
                  <a:lnTo>
                    <a:pt x="5455" y="575465"/>
                  </a:lnTo>
                  <a:lnTo>
                    <a:pt x="5870" y="573037"/>
                  </a:lnTo>
                  <a:lnTo>
                    <a:pt x="6299" y="570609"/>
                  </a:lnTo>
                  <a:lnTo>
                    <a:pt x="6735" y="568180"/>
                  </a:lnTo>
                  <a:lnTo>
                    <a:pt x="7179" y="565752"/>
                  </a:lnTo>
                  <a:lnTo>
                    <a:pt x="7628" y="563324"/>
                  </a:lnTo>
                  <a:lnTo>
                    <a:pt x="8084" y="560896"/>
                  </a:lnTo>
                  <a:lnTo>
                    <a:pt x="8542" y="558468"/>
                  </a:lnTo>
                  <a:lnTo>
                    <a:pt x="9002" y="556040"/>
                  </a:lnTo>
                  <a:lnTo>
                    <a:pt x="9462" y="553612"/>
                  </a:lnTo>
                  <a:lnTo>
                    <a:pt x="9921" y="551184"/>
                  </a:lnTo>
                  <a:lnTo>
                    <a:pt x="10377" y="548755"/>
                  </a:lnTo>
                  <a:lnTo>
                    <a:pt x="10829" y="546327"/>
                  </a:lnTo>
                  <a:lnTo>
                    <a:pt x="11276" y="543899"/>
                  </a:lnTo>
                  <a:lnTo>
                    <a:pt x="11714" y="541471"/>
                  </a:lnTo>
                  <a:lnTo>
                    <a:pt x="12143" y="539043"/>
                  </a:lnTo>
                  <a:lnTo>
                    <a:pt x="12563" y="536615"/>
                  </a:lnTo>
                  <a:lnTo>
                    <a:pt x="12972" y="534187"/>
                  </a:lnTo>
                  <a:lnTo>
                    <a:pt x="13365" y="531759"/>
                  </a:lnTo>
                  <a:lnTo>
                    <a:pt x="13746" y="529330"/>
                  </a:lnTo>
                  <a:lnTo>
                    <a:pt x="14114" y="526902"/>
                  </a:lnTo>
                  <a:lnTo>
                    <a:pt x="14465" y="524474"/>
                  </a:lnTo>
                  <a:lnTo>
                    <a:pt x="14797" y="522046"/>
                  </a:lnTo>
                  <a:lnTo>
                    <a:pt x="15113" y="519618"/>
                  </a:lnTo>
                  <a:lnTo>
                    <a:pt x="15414" y="517190"/>
                  </a:lnTo>
                  <a:lnTo>
                    <a:pt x="15695" y="514762"/>
                  </a:lnTo>
                  <a:lnTo>
                    <a:pt x="15956" y="512334"/>
                  </a:lnTo>
                  <a:lnTo>
                    <a:pt x="16202" y="509905"/>
                  </a:lnTo>
                  <a:lnTo>
                    <a:pt x="16431" y="507477"/>
                  </a:lnTo>
                  <a:lnTo>
                    <a:pt x="16639" y="505049"/>
                  </a:lnTo>
                  <a:lnTo>
                    <a:pt x="16830" y="502621"/>
                  </a:lnTo>
                  <a:lnTo>
                    <a:pt x="17006" y="500193"/>
                  </a:lnTo>
                  <a:lnTo>
                    <a:pt x="17168" y="497765"/>
                  </a:lnTo>
                  <a:lnTo>
                    <a:pt x="17312" y="495337"/>
                  </a:lnTo>
                  <a:lnTo>
                    <a:pt x="17443" y="492909"/>
                  </a:lnTo>
                  <a:lnTo>
                    <a:pt x="17562" y="490480"/>
                  </a:lnTo>
                  <a:lnTo>
                    <a:pt x="17671" y="488052"/>
                  </a:lnTo>
                  <a:lnTo>
                    <a:pt x="17767" y="485624"/>
                  </a:lnTo>
                  <a:lnTo>
                    <a:pt x="17855" y="483196"/>
                  </a:lnTo>
                  <a:lnTo>
                    <a:pt x="17937" y="480768"/>
                  </a:lnTo>
                  <a:lnTo>
                    <a:pt x="18014" y="478340"/>
                  </a:lnTo>
                  <a:lnTo>
                    <a:pt x="18086" y="475912"/>
                  </a:lnTo>
                  <a:lnTo>
                    <a:pt x="18157" y="473484"/>
                  </a:lnTo>
                  <a:lnTo>
                    <a:pt x="18227" y="471055"/>
                  </a:lnTo>
                  <a:lnTo>
                    <a:pt x="18298" y="468627"/>
                  </a:lnTo>
                  <a:lnTo>
                    <a:pt x="18373" y="466199"/>
                  </a:lnTo>
                  <a:lnTo>
                    <a:pt x="18452" y="463771"/>
                  </a:lnTo>
                  <a:lnTo>
                    <a:pt x="18536" y="461343"/>
                  </a:lnTo>
                  <a:lnTo>
                    <a:pt x="18627" y="458915"/>
                  </a:lnTo>
                  <a:lnTo>
                    <a:pt x="18731" y="456487"/>
                  </a:lnTo>
                  <a:lnTo>
                    <a:pt x="18843" y="454059"/>
                  </a:lnTo>
                  <a:lnTo>
                    <a:pt x="18966" y="451630"/>
                  </a:lnTo>
                  <a:lnTo>
                    <a:pt x="19102" y="449202"/>
                  </a:lnTo>
                  <a:lnTo>
                    <a:pt x="19174" y="448058"/>
                  </a:lnTo>
                  <a:lnTo>
                    <a:pt x="19255" y="446774"/>
                  </a:lnTo>
                  <a:lnTo>
                    <a:pt x="19422" y="444346"/>
                  </a:lnTo>
                  <a:lnTo>
                    <a:pt x="19603" y="441918"/>
                  </a:lnTo>
                  <a:lnTo>
                    <a:pt x="19800" y="439490"/>
                  </a:lnTo>
                  <a:lnTo>
                    <a:pt x="20019" y="437062"/>
                  </a:lnTo>
                  <a:lnTo>
                    <a:pt x="20253" y="434634"/>
                  </a:lnTo>
                  <a:lnTo>
                    <a:pt x="20503" y="432206"/>
                  </a:lnTo>
                  <a:lnTo>
                    <a:pt x="20772" y="429777"/>
                  </a:lnTo>
                  <a:lnTo>
                    <a:pt x="21063" y="427349"/>
                  </a:lnTo>
                  <a:lnTo>
                    <a:pt x="21370" y="424921"/>
                  </a:lnTo>
                  <a:lnTo>
                    <a:pt x="21694" y="422493"/>
                  </a:lnTo>
                  <a:lnTo>
                    <a:pt x="22037" y="420065"/>
                  </a:lnTo>
                  <a:lnTo>
                    <a:pt x="22400" y="417637"/>
                  </a:lnTo>
                  <a:lnTo>
                    <a:pt x="22778" y="415209"/>
                  </a:lnTo>
                  <a:lnTo>
                    <a:pt x="23170" y="412781"/>
                  </a:lnTo>
                  <a:lnTo>
                    <a:pt x="23581" y="410352"/>
                  </a:lnTo>
                  <a:lnTo>
                    <a:pt x="24009" y="407924"/>
                  </a:lnTo>
                  <a:lnTo>
                    <a:pt x="24449" y="405496"/>
                  </a:lnTo>
                  <a:lnTo>
                    <a:pt x="24901" y="403068"/>
                  </a:lnTo>
                  <a:lnTo>
                    <a:pt x="25369" y="400640"/>
                  </a:lnTo>
                  <a:lnTo>
                    <a:pt x="25849" y="398212"/>
                  </a:lnTo>
                  <a:lnTo>
                    <a:pt x="26338" y="395784"/>
                  </a:lnTo>
                  <a:lnTo>
                    <a:pt x="26837" y="393356"/>
                  </a:lnTo>
                  <a:lnTo>
                    <a:pt x="27346" y="390927"/>
                  </a:lnTo>
                  <a:lnTo>
                    <a:pt x="27864" y="388499"/>
                  </a:lnTo>
                  <a:lnTo>
                    <a:pt x="28388" y="386071"/>
                  </a:lnTo>
                  <a:lnTo>
                    <a:pt x="28918" y="383643"/>
                  </a:lnTo>
                  <a:lnTo>
                    <a:pt x="29455" y="381215"/>
                  </a:lnTo>
                  <a:lnTo>
                    <a:pt x="29996" y="378787"/>
                  </a:lnTo>
                  <a:lnTo>
                    <a:pt x="30540" y="376359"/>
                  </a:lnTo>
                  <a:lnTo>
                    <a:pt x="31087" y="373931"/>
                  </a:lnTo>
                  <a:lnTo>
                    <a:pt x="31637" y="371502"/>
                  </a:lnTo>
                  <a:lnTo>
                    <a:pt x="32189" y="369074"/>
                  </a:lnTo>
                  <a:lnTo>
                    <a:pt x="32741" y="366646"/>
                  </a:lnTo>
                  <a:lnTo>
                    <a:pt x="33293" y="364218"/>
                  </a:lnTo>
                  <a:lnTo>
                    <a:pt x="33846" y="361790"/>
                  </a:lnTo>
                  <a:lnTo>
                    <a:pt x="34397" y="359362"/>
                  </a:lnTo>
                  <a:lnTo>
                    <a:pt x="34948" y="356934"/>
                  </a:lnTo>
                  <a:lnTo>
                    <a:pt x="35497" y="354506"/>
                  </a:lnTo>
                  <a:lnTo>
                    <a:pt x="36045" y="352077"/>
                  </a:lnTo>
                  <a:lnTo>
                    <a:pt x="36590" y="349649"/>
                  </a:lnTo>
                  <a:lnTo>
                    <a:pt x="37133" y="347221"/>
                  </a:lnTo>
                  <a:lnTo>
                    <a:pt x="37675" y="344793"/>
                  </a:lnTo>
                  <a:lnTo>
                    <a:pt x="38213" y="342365"/>
                  </a:lnTo>
                  <a:lnTo>
                    <a:pt x="38749" y="339937"/>
                  </a:lnTo>
                  <a:lnTo>
                    <a:pt x="39282" y="337509"/>
                  </a:lnTo>
                  <a:lnTo>
                    <a:pt x="39813" y="335081"/>
                  </a:lnTo>
                  <a:lnTo>
                    <a:pt x="40341" y="332652"/>
                  </a:lnTo>
                  <a:lnTo>
                    <a:pt x="40866" y="330224"/>
                  </a:lnTo>
                  <a:lnTo>
                    <a:pt x="41389" y="327796"/>
                  </a:lnTo>
                  <a:lnTo>
                    <a:pt x="41910" y="325368"/>
                  </a:lnTo>
                  <a:lnTo>
                    <a:pt x="42428" y="322940"/>
                  </a:lnTo>
                  <a:lnTo>
                    <a:pt x="42943" y="320512"/>
                  </a:lnTo>
                  <a:lnTo>
                    <a:pt x="43457" y="318084"/>
                  </a:lnTo>
                  <a:lnTo>
                    <a:pt x="43967" y="315656"/>
                  </a:lnTo>
                  <a:lnTo>
                    <a:pt x="44476" y="313227"/>
                  </a:lnTo>
                  <a:lnTo>
                    <a:pt x="44982" y="310799"/>
                  </a:lnTo>
                  <a:lnTo>
                    <a:pt x="45487" y="308371"/>
                  </a:lnTo>
                  <a:lnTo>
                    <a:pt x="45988" y="305943"/>
                  </a:lnTo>
                  <a:lnTo>
                    <a:pt x="46487" y="303515"/>
                  </a:lnTo>
                  <a:lnTo>
                    <a:pt x="46984" y="301087"/>
                  </a:lnTo>
                  <a:lnTo>
                    <a:pt x="47478" y="298659"/>
                  </a:lnTo>
                  <a:lnTo>
                    <a:pt x="47969" y="296231"/>
                  </a:lnTo>
                  <a:lnTo>
                    <a:pt x="48457" y="293802"/>
                  </a:lnTo>
                  <a:lnTo>
                    <a:pt x="48942" y="291374"/>
                  </a:lnTo>
                  <a:lnTo>
                    <a:pt x="49423" y="288946"/>
                  </a:lnTo>
                  <a:lnTo>
                    <a:pt x="49900" y="286518"/>
                  </a:lnTo>
                  <a:lnTo>
                    <a:pt x="50373" y="284090"/>
                  </a:lnTo>
                  <a:lnTo>
                    <a:pt x="50842" y="281662"/>
                  </a:lnTo>
                  <a:lnTo>
                    <a:pt x="51306" y="279234"/>
                  </a:lnTo>
                  <a:lnTo>
                    <a:pt x="51763" y="276806"/>
                  </a:lnTo>
                  <a:lnTo>
                    <a:pt x="52214" y="274377"/>
                  </a:lnTo>
                  <a:lnTo>
                    <a:pt x="52660" y="271949"/>
                  </a:lnTo>
                  <a:lnTo>
                    <a:pt x="53100" y="269521"/>
                  </a:lnTo>
                  <a:lnTo>
                    <a:pt x="53530" y="267093"/>
                  </a:lnTo>
                  <a:lnTo>
                    <a:pt x="53952" y="264665"/>
                  </a:lnTo>
                  <a:lnTo>
                    <a:pt x="54367" y="262237"/>
                  </a:lnTo>
                  <a:lnTo>
                    <a:pt x="54774" y="259809"/>
                  </a:lnTo>
                  <a:lnTo>
                    <a:pt x="55168" y="257381"/>
                  </a:lnTo>
                  <a:lnTo>
                    <a:pt x="55554" y="254952"/>
                  </a:lnTo>
                  <a:lnTo>
                    <a:pt x="55930" y="252524"/>
                  </a:lnTo>
                  <a:lnTo>
                    <a:pt x="56295" y="250096"/>
                  </a:lnTo>
                  <a:lnTo>
                    <a:pt x="56646" y="247668"/>
                  </a:lnTo>
                  <a:lnTo>
                    <a:pt x="56987" y="245240"/>
                  </a:lnTo>
                  <a:lnTo>
                    <a:pt x="57316" y="242812"/>
                  </a:lnTo>
                  <a:lnTo>
                    <a:pt x="57633" y="240384"/>
                  </a:lnTo>
                  <a:lnTo>
                    <a:pt x="57934" y="237956"/>
                  </a:lnTo>
                  <a:lnTo>
                    <a:pt x="58224" y="235527"/>
                  </a:lnTo>
                  <a:lnTo>
                    <a:pt x="58502" y="233099"/>
                  </a:lnTo>
                  <a:lnTo>
                    <a:pt x="58766" y="230671"/>
                  </a:lnTo>
                  <a:lnTo>
                    <a:pt x="59013" y="228243"/>
                  </a:lnTo>
                  <a:lnTo>
                    <a:pt x="59249" y="225815"/>
                  </a:lnTo>
                  <a:lnTo>
                    <a:pt x="59473" y="223387"/>
                  </a:lnTo>
                  <a:lnTo>
                    <a:pt x="59682" y="220959"/>
                  </a:lnTo>
                  <a:lnTo>
                    <a:pt x="59876" y="218531"/>
                  </a:lnTo>
                  <a:lnTo>
                    <a:pt x="60058" y="216103"/>
                  </a:lnTo>
                  <a:lnTo>
                    <a:pt x="60229" y="213674"/>
                  </a:lnTo>
                  <a:lnTo>
                    <a:pt x="60386" y="211246"/>
                  </a:lnTo>
                  <a:lnTo>
                    <a:pt x="60530" y="208818"/>
                  </a:lnTo>
                  <a:lnTo>
                    <a:pt x="60663" y="206390"/>
                  </a:lnTo>
                  <a:lnTo>
                    <a:pt x="60786" y="203962"/>
                  </a:lnTo>
                  <a:lnTo>
                    <a:pt x="60896" y="201534"/>
                  </a:lnTo>
                  <a:lnTo>
                    <a:pt x="60996" y="199106"/>
                  </a:lnTo>
                  <a:lnTo>
                    <a:pt x="61087" y="196678"/>
                  </a:lnTo>
                  <a:lnTo>
                    <a:pt x="61170" y="194249"/>
                  </a:lnTo>
                  <a:lnTo>
                    <a:pt x="61243" y="191821"/>
                  </a:lnTo>
                  <a:lnTo>
                    <a:pt x="61309" y="189393"/>
                  </a:lnTo>
                  <a:lnTo>
                    <a:pt x="61368" y="186965"/>
                  </a:lnTo>
                  <a:lnTo>
                    <a:pt x="61422" y="184537"/>
                  </a:lnTo>
                  <a:lnTo>
                    <a:pt x="61469" y="182109"/>
                  </a:lnTo>
                  <a:lnTo>
                    <a:pt x="61511" y="179681"/>
                  </a:lnTo>
                  <a:lnTo>
                    <a:pt x="61550" y="177253"/>
                  </a:lnTo>
                  <a:lnTo>
                    <a:pt x="61586" y="174824"/>
                  </a:lnTo>
                  <a:lnTo>
                    <a:pt x="61619" y="172396"/>
                  </a:lnTo>
                  <a:lnTo>
                    <a:pt x="61651" y="169968"/>
                  </a:lnTo>
                  <a:lnTo>
                    <a:pt x="61681" y="167540"/>
                  </a:lnTo>
                  <a:lnTo>
                    <a:pt x="61711" y="165112"/>
                  </a:lnTo>
                  <a:lnTo>
                    <a:pt x="61742" y="162684"/>
                  </a:lnTo>
                  <a:lnTo>
                    <a:pt x="61774" y="160256"/>
                  </a:lnTo>
                  <a:lnTo>
                    <a:pt x="61807" y="157828"/>
                  </a:lnTo>
                  <a:lnTo>
                    <a:pt x="61842" y="155399"/>
                  </a:lnTo>
                  <a:lnTo>
                    <a:pt x="61881" y="152971"/>
                  </a:lnTo>
                  <a:lnTo>
                    <a:pt x="61923" y="150543"/>
                  </a:lnTo>
                  <a:lnTo>
                    <a:pt x="61969" y="148115"/>
                  </a:lnTo>
                  <a:lnTo>
                    <a:pt x="62019" y="145687"/>
                  </a:lnTo>
                  <a:lnTo>
                    <a:pt x="62075" y="143259"/>
                  </a:lnTo>
                  <a:lnTo>
                    <a:pt x="62135" y="140831"/>
                  </a:lnTo>
                  <a:lnTo>
                    <a:pt x="62200" y="138403"/>
                  </a:lnTo>
                  <a:lnTo>
                    <a:pt x="62272" y="135974"/>
                  </a:lnTo>
                  <a:lnTo>
                    <a:pt x="62350" y="133546"/>
                  </a:lnTo>
                  <a:lnTo>
                    <a:pt x="62434" y="131118"/>
                  </a:lnTo>
                  <a:lnTo>
                    <a:pt x="62524" y="128690"/>
                  </a:lnTo>
                  <a:lnTo>
                    <a:pt x="62621" y="126262"/>
                  </a:lnTo>
                  <a:lnTo>
                    <a:pt x="62726" y="123834"/>
                  </a:lnTo>
                  <a:lnTo>
                    <a:pt x="62837" y="121406"/>
                  </a:lnTo>
                  <a:lnTo>
                    <a:pt x="62954" y="118978"/>
                  </a:lnTo>
                  <a:lnTo>
                    <a:pt x="63078" y="116549"/>
                  </a:lnTo>
                  <a:lnTo>
                    <a:pt x="63211" y="114121"/>
                  </a:lnTo>
                  <a:lnTo>
                    <a:pt x="63349" y="111693"/>
                  </a:lnTo>
                  <a:lnTo>
                    <a:pt x="63493" y="109265"/>
                  </a:lnTo>
                  <a:lnTo>
                    <a:pt x="63644" y="106837"/>
                  </a:lnTo>
                  <a:lnTo>
                    <a:pt x="63802" y="104409"/>
                  </a:lnTo>
                  <a:lnTo>
                    <a:pt x="63966" y="101981"/>
                  </a:lnTo>
                  <a:lnTo>
                    <a:pt x="64135" y="99553"/>
                  </a:lnTo>
                  <a:lnTo>
                    <a:pt x="64311" y="97124"/>
                  </a:lnTo>
                  <a:lnTo>
                    <a:pt x="64493" y="94696"/>
                  </a:lnTo>
                  <a:lnTo>
                    <a:pt x="64679" y="92268"/>
                  </a:lnTo>
                  <a:lnTo>
                    <a:pt x="64870" y="89840"/>
                  </a:lnTo>
                  <a:lnTo>
                    <a:pt x="65066" y="87412"/>
                  </a:lnTo>
                  <a:lnTo>
                    <a:pt x="65267" y="84984"/>
                  </a:lnTo>
                  <a:lnTo>
                    <a:pt x="65471" y="82556"/>
                  </a:lnTo>
                  <a:lnTo>
                    <a:pt x="65679" y="80128"/>
                  </a:lnTo>
                  <a:lnTo>
                    <a:pt x="65891" y="77699"/>
                  </a:lnTo>
                  <a:lnTo>
                    <a:pt x="66106" y="75271"/>
                  </a:lnTo>
                  <a:lnTo>
                    <a:pt x="66323" y="72843"/>
                  </a:lnTo>
                  <a:lnTo>
                    <a:pt x="66542" y="70415"/>
                  </a:lnTo>
                  <a:lnTo>
                    <a:pt x="66765" y="67987"/>
                  </a:lnTo>
                  <a:lnTo>
                    <a:pt x="66988" y="65559"/>
                  </a:lnTo>
                  <a:lnTo>
                    <a:pt x="67213" y="63131"/>
                  </a:lnTo>
                  <a:lnTo>
                    <a:pt x="67439" y="60703"/>
                  </a:lnTo>
                  <a:lnTo>
                    <a:pt x="67666" y="58274"/>
                  </a:lnTo>
                  <a:lnTo>
                    <a:pt x="67893" y="55846"/>
                  </a:lnTo>
                  <a:lnTo>
                    <a:pt x="68120" y="53418"/>
                  </a:lnTo>
                  <a:lnTo>
                    <a:pt x="68347" y="50990"/>
                  </a:lnTo>
                  <a:lnTo>
                    <a:pt x="68573" y="48562"/>
                  </a:lnTo>
                  <a:lnTo>
                    <a:pt x="68799" y="46134"/>
                  </a:lnTo>
                  <a:lnTo>
                    <a:pt x="69023" y="43706"/>
                  </a:lnTo>
                  <a:lnTo>
                    <a:pt x="69246" y="41278"/>
                  </a:lnTo>
                  <a:lnTo>
                    <a:pt x="69467" y="38849"/>
                  </a:lnTo>
                  <a:lnTo>
                    <a:pt x="69686" y="36421"/>
                  </a:lnTo>
                  <a:lnTo>
                    <a:pt x="69904" y="33993"/>
                  </a:lnTo>
                  <a:lnTo>
                    <a:pt x="70118" y="31565"/>
                  </a:lnTo>
                  <a:lnTo>
                    <a:pt x="70330" y="29137"/>
                  </a:lnTo>
                  <a:lnTo>
                    <a:pt x="70539" y="26709"/>
                  </a:lnTo>
                  <a:lnTo>
                    <a:pt x="70745" y="24281"/>
                  </a:lnTo>
                  <a:lnTo>
                    <a:pt x="70948" y="21853"/>
                  </a:lnTo>
                  <a:lnTo>
                    <a:pt x="71146" y="19424"/>
                  </a:lnTo>
                  <a:lnTo>
                    <a:pt x="71342" y="16996"/>
                  </a:lnTo>
                  <a:lnTo>
                    <a:pt x="71534" y="14568"/>
                  </a:lnTo>
                  <a:lnTo>
                    <a:pt x="71722" y="12140"/>
                  </a:lnTo>
                  <a:lnTo>
                    <a:pt x="71905" y="9712"/>
                  </a:lnTo>
                  <a:lnTo>
                    <a:pt x="72085" y="7284"/>
                  </a:lnTo>
                  <a:lnTo>
                    <a:pt x="72261" y="4856"/>
                  </a:lnTo>
                  <a:lnTo>
                    <a:pt x="72432" y="2428"/>
                  </a:lnTo>
                  <a:lnTo>
                    <a:pt x="72599" y="0"/>
                  </a:lnTo>
                  <a:lnTo>
                    <a:pt x="79506" y="0"/>
                  </a:lnTo>
                  <a:lnTo>
                    <a:pt x="79672" y="2428"/>
                  </a:lnTo>
                  <a:lnTo>
                    <a:pt x="79843" y="4856"/>
                  </a:lnTo>
                  <a:lnTo>
                    <a:pt x="80019" y="7284"/>
                  </a:lnTo>
                  <a:lnTo>
                    <a:pt x="80199" y="9712"/>
                  </a:lnTo>
                  <a:lnTo>
                    <a:pt x="80382" y="12140"/>
                  </a:lnTo>
                  <a:lnTo>
                    <a:pt x="80570" y="14568"/>
                  </a:lnTo>
                  <a:lnTo>
                    <a:pt x="80763" y="16996"/>
                  </a:lnTo>
                  <a:lnTo>
                    <a:pt x="80958" y="19424"/>
                  </a:lnTo>
                  <a:lnTo>
                    <a:pt x="81157" y="21853"/>
                  </a:lnTo>
                  <a:lnTo>
                    <a:pt x="81360" y="24281"/>
                  </a:lnTo>
                  <a:lnTo>
                    <a:pt x="81566" y="26709"/>
                  </a:lnTo>
                  <a:lnTo>
                    <a:pt x="81775" y="29137"/>
                  </a:lnTo>
                  <a:lnTo>
                    <a:pt x="81986" y="31565"/>
                  </a:lnTo>
                  <a:lnTo>
                    <a:pt x="82201" y="33993"/>
                  </a:lnTo>
                  <a:lnTo>
                    <a:pt x="82418" y="36421"/>
                  </a:lnTo>
                  <a:lnTo>
                    <a:pt x="82637" y="38849"/>
                  </a:lnTo>
                  <a:lnTo>
                    <a:pt x="82858" y="41278"/>
                  </a:lnTo>
                  <a:lnTo>
                    <a:pt x="83081" y="43706"/>
                  </a:lnTo>
                  <a:lnTo>
                    <a:pt x="83306" y="46134"/>
                  </a:lnTo>
                  <a:lnTo>
                    <a:pt x="83531" y="48562"/>
                  </a:lnTo>
                  <a:lnTo>
                    <a:pt x="83757" y="50990"/>
                  </a:lnTo>
                  <a:lnTo>
                    <a:pt x="83984" y="53418"/>
                  </a:lnTo>
                  <a:lnTo>
                    <a:pt x="84211" y="55846"/>
                  </a:lnTo>
                  <a:lnTo>
                    <a:pt x="84439" y="58274"/>
                  </a:lnTo>
                  <a:lnTo>
                    <a:pt x="84665" y="60703"/>
                  </a:lnTo>
                  <a:lnTo>
                    <a:pt x="84891" y="63131"/>
                  </a:lnTo>
                  <a:lnTo>
                    <a:pt x="85116" y="65559"/>
                  </a:lnTo>
                  <a:lnTo>
                    <a:pt x="85340" y="67987"/>
                  </a:lnTo>
                  <a:lnTo>
                    <a:pt x="85562" y="70415"/>
                  </a:lnTo>
                  <a:lnTo>
                    <a:pt x="85782" y="72843"/>
                  </a:lnTo>
                  <a:lnTo>
                    <a:pt x="85999" y="75271"/>
                  </a:lnTo>
                  <a:lnTo>
                    <a:pt x="86214" y="77699"/>
                  </a:lnTo>
                  <a:lnTo>
                    <a:pt x="86426" y="80128"/>
                  </a:lnTo>
                  <a:lnTo>
                    <a:pt x="86634" y="82556"/>
                  </a:lnTo>
                  <a:lnTo>
                    <a:pt x="86838" y="84984"/>
                  </a:lnTo>
                  <a:lnTo>
                    <a:pt x="87038" y="87412"/>
                  </a:lnTo>
                  <a:lnTo>
                    <a:pt x="87235" y="89840"/>
                  </a:lnTo>
                  <a:lnTo>
                    <a:pt x="87426" y="92268"/>
                  </a:lnTo>
                  <a:lnTo>
                    <a:pt x="87612" y="94696"/>
                  </a:lnTo>
                  <a:lnTo>
                    <a:pt x="87793" y="97124"/>
                  </a:lnTo>
                  <a:lnTo>
                    <a:pt x="87969" y="99553"/>
                  </a:lnTo>
                  <a:lnTo>
                    <a:pt x="88138" y="101981"/>
                  </a:lnTo>
                  <a:lnTo>
                    <a:pt x="88302" y="104409"/>
                  </a:lnTo>
                  <a:lnTo>
                    <a:pt x="88460" y="106837"/>
                  </a:lnTo>
                  <a:lnTo>
                    <a:pt x="88612" y="109265"/>
                  </a:lnTo>
                  <a:lnTo>
                    <a:pt x="88756" y="111693"/>
                  </a:lnTo>
                  <a:lnTo>
                    <a:pt x="88894" y="114121"/>
                  </a:lnTo>
                  <a:lnTo>
                    <a:pt x="89026" y="116549"/>
                  </a:lnTo>
                  <a:lnTo>
                    <a:pt x="89151" y="118978"/>
                  </a:lnTo>
                  <a:lnTo>
                    <a:pt x="89267" y="121406"/>
                  </a:lnTo>
                  <a:lnTo>
                    <a:pt x="89378" y="123834"/>
                  </a:lnTo>
                  <a:lnTo>
                    <a:pt x="89483" y="126262"/>
                  </a:lnTo>
                  <a:lnTo>
                    <a:pt x="89580" y="128690"/>
                  </a:lnTo>
                  <a:lnTo>
                    <a:pt x="89670" y="131118"/>
                  </a:lnTo>
                  <a:lnTo>
                    <a:pt x="89754" y="133546"/>
                  </a:lnTo>
                  <a:lnTo>
                    <a:pt x="89833" y="135974"/>
                  </a:lnTo>
                  <a:lnTo>
                    <a:pt x="89904" y="138403"/>
                  </a:lnTo>
                  <a:lnTo>
                    <a:pt x="89969" y="140831"/>
                  </a:lnTo>
                  <a:lnTo>
                    <a:pt x="90030" y="143259"/>
                  </a:lnTo>
                  <a:lnTo>
                    <a:pt x="90086" y="145687"/>
                  </a:lnTo>
                  <a:lnTo>
                    <a:pt x="90135" y="148115"/>
                  </a:lnTo>
                  <a:lnTo>
                    <a:pt x="90181" y="150543"/>
                  </a:lnTo>
                  <a:lnTo>
                    <a:pt x="90223" y="152971"/>
                  </a:lnTo>
                  <a:lnTo>
                    <a:pt x="90262" y="155399"/>
                  </a:lnTo>
                  <a:lnTo>
                    <a:pt x="90297" y="157828"/>
                  </a:lnTo>
                  <a:lnTo>
                    <a:pt x="90331" y="160256"/>
                  </a:lnTo>
                  <a:lnTo>
                    <a:pt x="90363" y="162684"/>
                  </a:lnTo>
                  <a:lnTo>
                    <a:pt x="90393" y="165112"/>
                  </a:lnTo>
                  <a:lnTo>
                    <a:pt x="90423" y="167540"/>
                  </a:lnTo>
                  <a:lnTo>
                    <a:pt x="90454" y="169968"/>
                  </a:lnTo>
                  <a:lnTo>
                    <a:pt x="90485" y="172396"/>
                  </a:lnTo>
                  <a:lnTo>
                    <a:pt x="90518" y="174824"/>
                  </a:lnTo>
                  <a:lnTo>
                    <a:pt x="90554" y="177253"/>
                  </a:lnTo>
                  <a:lnTo>
                    <a:pt x="90593" y="179681"/>
                  </a:lnTo>
                  <a:lnTo>
                    <a:pt x="90636" y="182109"/>
                  </a:lnTo>
                  <a:lnTo>
                    <a:pt x="90682" y="184537"/>
                  </a:lnTo>
                  <a:lnTo>
                    <a:pt x="90736" y="186965"/>
                  </a:lnTo>
                  <a:lnTo>
                    <a:pt x="90796" y="189393"/>
                  </a:lnTo>
                  <a:lnTo>
                    <a:pt x="90861" y="191821"/>
                  </a:lnTo>
                  <a:lnTo>
                    <a:pt x="90934" y="194249"/>
                  </a:lnTo>
                  <a:lnTo>
                    <a:pt x="91017" y="196678"/>
                  </a:lnTo>
                  <a:lnTo>
                    <a:pt x="91109" y="199106"/>
                  </a:lnTo>
                  <a:lnTo>
                    <a:pt x="91208" y="201534"/>
                  </a:lnTo>
                  <a:lnTo>
                    <a:pt x="91319" y="203962"/>
                  </a:lnTo>
                  <a:lnTo>
                    <a:pt x="91442" y="206390"/>
                  </a:lnTo>
                  <a:lnTo>
                    <a:pt x="91575" y="208818"/>
                  </a:lnTo>
                  <a:lnTo>
                    <a:pt x="91718" y="211246"/>
                  </a:lnTo>
                  <a:lnTo>
                    <a:pt x="91875" y="213674"/>
                  </a:lnTo>
                  <a:lnTo>
                    <a:pt x="92046" y="216103"/>
                  </a:lnTo>
                  <a:lnTo>
                    <a:pt x="92228" y="218531"/>
                  </a:lnTo>
                  <a:lnTo>
                    <a:pt x="92422" y="220959"/>
                  </a:lnTo>
                  <a:lnTo>
                    <a:pt x="92631" y="223387"/>
                  </a:lnTo>
                  <a:lnTo>
                    <a:pt x="92855" y="225815"/>
                  </a:lnTo>
                  <a:lnTo>
                    <a:pt x="93091" y="228243"/>
                  </a:lnTo>
                  <a:lnTo>
                    <a:pt x="93339" y="230671"/>
                  </a:lnTo>
                  <a:lnTo>
                    <a:pt x="93603" y="233099"/>
                  </a:lnTo>
                  <a:lnTo>
                    <a:pt x="93880" y="235527"/>
                  </a:lnTo>
                  <a:lnTo>
                    <a:pt x="94170" y="237956"/>
                  </a:lnTo>
                  <a:lnTo>
                    <a:pt x="94471" y="240384"/>
                  </a:lnTo>
                  <a:lnTo>
                    <a:pt x="94788" y="242812"/>
                  </a:lnTo>
                  <a:lnTo>
                    <a:pt x="95118" y="245240"/>
                  </a:lnTo>
                  <a:lnTo>
                    <a:pt x="95458" y="247668"/>
                  </a:lnTo>
                  <a:lnTo>
                    <a:pt x="95809" y="250096"/>
                  </a:lnTo>
                  <a:lnTo>
                    <a:pt x="96175" y="252524"/>
                  </a:lnTo>
                  <a:lnTo>
                    <a:pt x="96551" y="254952"/>
                  </a:lnTo>
                  <a:lnTo>
                    <a:pt x="96936" y="257381"/>
                  </a:lnTo>
                  <a:lnTo>
                    <a:pt x="97331" y="259809"/>
                  </a:lnTo>
                  <a:lnTo>
                    <a:pt x="97737" y="262237"/>
                  </a:lnTo>
                  <a:lnTo>
                    <a:pt x="98152" y="264665"/>
                  </a:lnTo>
                  <a:lnTo>
                    <a:pt x="98575" y="267093"/>
                  </a:lnTo>
                  <a:lnTo>
                    <a:pt x="99005" y="269521"/>
                  </a:lnTo>
                  <a:lnTo>
                    <a:pt x="99444" y="271949"/>
                  </a:lnTo>
                  <a:lnTo>
                    <a:pt x="99890" y="274377"/>
                  </a:lnTo>
                  <a:lnTo>
                    <a:pt x="100342" y="276806"/>
                  </a:lnTo>
                  <a:lnTo>
                    <a:pt x="100799" y="279234"/>
                  </a:lnTo>
                  <a:lnTo>
                    <a:pt x="101263" y="281662"/>
                  </a:lnTo>
                  <a:lnTo>
                    <a:pt x="101731" y="284090"/>
                  </a:lnTo>
                  <a:lnTo>
                    <a:pt x="102204" y="286518"/>
                  </a:lnTo>
                  <a:lnTo>
                    <a:pt x="102681" y="288946"/>
                  </a:lnTo>
                  <a:lnTo>
                    <a:pt x="103163" y="291374"/>
                  </a:lnTo>
                  <a:lnTo>
                    <a:pt x="103648" y="293802"/>
                  </a:lnTo>
                  <a:lnTo>
                    <a:pt x="104135" y="296231"/>
                  </a:lnTo>
                  <a:lnTo>
                    <a:pt x="104626" y="298659"/>
                  </a:lnTo>
                  <a:lnTo>
                    <a:pt x="105121" y="301087"/>
                  </a:lnTo>
                  <a:lnTo>
                    <a:pt x="105617" y="303515"/>
                  </a:lnTo>
                  <a:lnTo>
                    <a:pt x="106116" y="305943"/>
                  </a:lnTo>
                  <a:lnTo>
                    <a:pt x="106618" y="308371"/>
                  </a:lnTo>
                  <a:lnTo>
                    <a:pt x="107122" y="310799"/>
                  </a:lnTo>
                  <a:lnTo>
                    <a:pt x="107629" y="313227"/>
                  </a:lnTo>
                  <a:lnTo>
                    <a:pt x="108137" y="315656"/>
                  </a:lnTo>
                  <a:lnTo>
                    <a:pt x="108648" y="318084"/>
                  </a:lnTo>
                  <a:lnTo>
                    <a:pt x="109161" y="320512"/>
                  </a:lnTo>
                  <a:lnTo>
                    <a:pt x="109677" y="322940"/>
                  </a:lnTo>
                  <a:lnTo>
                    <a:pt x="110195" y="325368"/>
                  </a:lnTo>
                  <a:lnTo>
                    <a:pt x="110715" y="327796"/>
                  </a:lnTo>
                  <a:lnTo>
                    <a:pt x="111238" y="330224"/>
                  </a:lnTo>
                  <a:lnTo>
                    <a:pt x="111764" y="332652"/>
                  </a:lnTo>
                  <a:lnTo>
                    <a:pt x="112292" y="335081"/>
                  </a:lnTo>
                  <a:lnTo>
                    <a:pt x="112822" y="337509"/>
                  </a:lnTo>
                  <a:lnTo>
                    <a:pt x="113356" y="339937"/>
                  </a:lnTo>
                  <a:lnTo>
                    <a:pt x="113892" y="342365"/>
                  </a:lnTo>
                  <a:lnTo>
                    <a:pt x="114430" y="344793"/>
                  </a:lnTo>
                  <a:lnTo>
                    <a:pt x="114971" y="347221"/>
                  </a:lnTo>
                  <a:lnTo>
                    <a:pt x="115515" y="349649"/>
                  </a:lnTo>
                  <a:lnTo>
                    <a:pt x="116060" y="352077"/>
                  </a:lnTo>
                  <a:lnTo>
                    <a:pt x="116607" y="354506"/>
                  </a:lnTo>
                  <a:lnTo>
                    <a:pt x="117156" y="356934"/>
                  </a:lnTo>
                  <a:lnTo>
                    <a:pt x="117707" y="359362"/>
                  </a:lnTo>
                  <a:lnTo>
                    <a:pt x="118259" y="361790"/>
                  </a:lnTo>
                  <a:lnTo>
                    <a:pt x="118811" y="364218"/>
                  </a:lnTo>
                  <a:lnTo>
                    <a:pt x="119364" y="366646"/>
                  </a:lnTo>
                  <a:lnTo>
                    <a:pt x="119916" y="369074"/>
                  </a:lnTo>
                  <a:lnTo>
                    <a:pt x="120467" y="371502"/>
                  </a:lnTo>
                  <a:lnTo>
                    <a:pt x="121017" y="373931"/>
                  </a:lnTo>
                  <a:lnTo>
                    <a:pt x="121564" y="376359"/>
                  </a:lnTo>
                  <a:lnTo>
                    <a:pt x="122108" y="378787"/>
                  </a:lnTo>
                  <a:lnTo>
                    <a:pt x="122649" y="381215"/>
                  </a:lnTo>
                  <a:lnTo>
                    <a:pt x="123186" y="383643"/>
                  </a:lnTo>
                  <a:lnTo>
                    <a:pt x="123716" y="386071"/>
                  </a:lnTo>
                  <a:lnTo>
                    <a:pt x="124240" y="388499"/>
                  </a:lnTo>
                  <a:lnTo>
                    <a:pt x="124758" y="390927"/>
                  </a:lnTo>
                  <a:lnTo>
                    <a:pt x="125268" y="393356"/>
                  </a:lnTo>
                  <a:lnTo>
                    <a:pt x="125766" y="395784"/>
                  </a:lnTo>
                  <a:lnTo>
                    <a:pt x="126256" y="398212"/>
                  </a:lnTo>
                  <a:lnTo>
                    <a:pt x="126736" y="400640"/>
                  </a:lnTo>
                  <a:lnTo>
                    <a:pt x="127203" y="403068"/>
                  </a:lnTo>
                  <a:lnTo>
                    <a:pt x="127656" y="405496"/>
                  </a:lnTo>
                  <a:lnTo>
                    <a:pt x="128096" y="407924"/>
                  </a:lnTo>
                  <a:lnTo>
                    <a:pt x="128523" y="410352"/>
                  </a:lnTo>
                  <a:lnTo>
                    <a:pt x="128934" y="412781"/>
                  </a:lnTo>
                  <a:lnTo>
                    <a:pt x="129327" y="415209"/>
                  </a:lnTo>
                  <a:lnTo>
                    <a:pt x="129705" y="417637"/>
                  </a:lnTo>
                  <a:lnTo>
                    <a:pt x="130068" y="420065"/>
                  </a:lnTo>
                  <a:lnTo>
                    <a:pt x="130411" y="422493"/>
                  </a:lnTo>
                  <a:lnTo>
                    <a:pt x="130734" y="424921"/>
                  </a:lnTo>
                  <a:lnTo>
                    <a:pt x="131041" y="427349"/>
                  </a:lnTo>
                  <a:lnTo>
                    <a:pt x="131332" y="429777"/>
                  </a:lnTo>
                  <a:lnTo>
                    <a:pt x="131602" y="432206"/>
                  </a:lnTo>
                  <a:lnTo>
                    <a:pt x="131852" y="434634"/>
                  </a:lnTo>
                  <a:lnTo>
                    <a:pt x="132086" y="437062"/>
                  </a:lnTo>
                  <a:lnTo>
                    <a:pt x="132304" y="439490"/>
                  </a:lnTo>
                  <a:lnTo>
                    <a:pt x="132502" y="441918"/>
                  </a:lnTo>
                  <a:lnTo>
                    <a:pt x="132683" y="444346"/>
                  </a:lnTo>
                  <a:lnTo>
                    <a:pt x="132849" y="446774"/>
                  </a:lnTo>
                  <a:lnTo>
                    <a:pt x="132930" y="448058"/>
                  </a:lnTo>
                  <a:lnTo>
                    <a:pt x="133003" y="449202"/>
                  </a:lnTo>
                  <a:lnTo>
                    <a:pt x="133138" y="451630"/>
                  </a:lnTo>
                  <a:lnTo>
                    <a:pt x="133261" y="454059"/>
                  </a:lnTo>
                  <a:lnTo>
                    <a:pt x="133374" y="456487"/>
                  </a:lnTo>
                  <a:lnTo>
                    <a:pt x="133477" y="458915"/>
                  </a:lnTo>
                  <a:lnTo>
                    <a:pt x="133568" y="461343"/>
                  </a:lnTo>
                  <a:lnTo>
                    <a:pt x="133653" y="463771"/>
                  </a:lnTo>
                  <a:lnTo>
                    <a:pt x="133732" y="466199"/>
                  </a:lnTo>
                  <a:lnTo>
                    <a:pt x="133807" y="468627"/>
                  </a:lnTo>
                  <a:lnTo>
                    <a:pt x="133877" y="471055"/>
                  </a:lnTo>
                  <a:lnTo>
                    <a:pt x="133947" y="473484"/>
                  </a:lnTo>
                  <a:lnTo>
                    <a:pt x="134018" y="475912"/>
                  </a:lnTo>
                  <a:lnTo>
                    <a:pt x="134090" y="478340"/>
                  </a:lnTo>
                  <a:lnTo>
                    <a:pt x="134167" y="480768"/>
                  </a:lnTo>
                  <a:lnTo>
                    <a:pt x="134249" y="483196"/>
                  </a:lnTo>
                  <a:lnTo>
                    <a:pt x="134338" y="485624"/>
                  </a:lnTo>
                  <a:lnTo>
                    <a:pt x="134434" y="488052"/>
                  </a:lnTo>
                  <a:lnTo>
                    <a:pt x="134543" y="490480"/>
                  </a:lnTo>
                  <a:lnTo>
                    <a:pt x="134662" y="492909"/>
                  </a:lnTo>
                  <a:lnTo>
                    <a:pt x="134792" y="495337"/>
                  </a:lnTo>
                  <a:lnTo>
                    <a:pt x="134936" y="497765"/>
                  </a:lnTo>
                  <a:lnTo>
                    <a:pt x="135098" y="500193"/>
                  </a:lnTo>
                  <a:lnTo>
                    <a:pt x="135274" y="502621"/>
                  </a:lnTo>
                  <a:lnTo>
                    <a:pt x="135465" y="505049"/>
                  </a:lnTo>
                  <a:lnTo>
                    <a:pt x="135674" y="507477"/>
                  </a:lnTo>
                  <a:lnTo>
                    <a:pt x="135903" y="509905"/>
                  </a:lnTo>
                  <a:lnTo>
                    <a:pt x="136148" y="512334"/>
                  </a:lnTo>
                  <a:lnTo>
                    <a:pt x="136409" y="514762"/>
                  </a:lnTo>
                  <a:lnTo>
                    <a:pt x="136690" y="517190"/>
                  </a:lnTo>
                  <a:lnTo>
                    <a:pt x="136991" y="519618"/>
                  </a:lnTo>
                  <a:lnTo>
                    <a:pt x="137308" y="522046"/>
                  </a:lnTo>
                  <a:lnTo>
                    <a:pt x="137640" y="524474"/>
                  </a:lnTo>
                  <a:lnTo>
                    <a:pt x="137991" y="526902"/>
                  </a:lnTo>
                  <a:lnTo>
                    <a:pt x="138358" y="529330"/>
                  </a:lnTo>
                  <a:lnTo>
                    <a:pt x="138739" y="531759"/>
                  </a:lnTo>
                  <a:lnTo>
                    <a:pt x="139133" y="534187"/>
                  </a:lnTo>
                  <a:lnTo>
                    <a:pt x="139541" y="536615"/>
                  </a:lnTo>
                  <a:lnTo>
                    <a:pt x="139962" y="539043"/>
                  </a:lnTo>
                  <a:lnTo>
                    <a:pt x="140391" y="541471"/>
                  </a:lnTo>
                  <a:lnTo>
                    <a:pt x="140828" y="543899"/>
                  </a:lnTo>
                  <a:lnTo>
                    <a:pt x="141275" y="546327"/>
                  </a:lnTo>
                  <a:lnTo>
                    <a:pt x="141727" y="548755"/>
                  </a:lnTo>
                  <a:lnTo>
                    <a:pt x="142183" y="551184"/>
                  </a:lnTo>
                  <a:lnTo>
                    <a:pt x="142642" y="553612"/>
                  </a:lnTo>
                  <a:lnTo>
                    <a:pt x="143103" y="556040"/>
                  </a:lnTo>
                  <a:lnTo>
                    <a:pt x="143563" y="558468"/>
                  </a:lnTo>
                  <a:lnTo>
                    <a:pt x="144021" y="560896"/>
                  </a:lnTo>
                  <a:lnTo>
                    <a:pt x="144476" y="563324"/>
                  </a:lnTo>
                  <a:lnTo>
                    <a:pt x="144926" y="565752"/>
                  </a:lnTo>
                  <a:lnTo>
                    <a:pt x="145369" y="568180"/>
                  </a:lnTo>
                  <a:lnTo>
                    <a:pt x="145805" y="570609"/>
                  </a:lnTo>
                  <a:lnTo>
                    <a:pt x="146234" y="573037"/>
                  </a:lnTo>
                  <a:lnTo>
                    <a:pt x="146650" y="575465"/>
                  </a:lnTo>
                  <a:lnTo>
                    <a:pt x="147055" y="577893"/>
                  </a:lnTo>
                  <a:lnTo>
                    <a:pt x="147449" y="580321"/>
                  </a:lnTo>
                  <a:lnTo>
                    <a:pt x="147831" y="582749"/>
                  </a:lnTo>
                  <a:lnTo>
                    <a:pt x="148195" y="585177"/>
                  </a:lnTo>
                  <a:lnTo>
                    <a:pt x="148546" y="587605"/>
                  </a:lnTo>
                  <a:lnTo>
                    <a:pt x="148884" y="590034"/>
                  </a:lnTo>
                  <a:lnTo>
                    <a:pt x="149205" y="592462"/>
                  </a:lnTo>
                  <a:lnTo>
                    <a:pt x="149506" y="594890"/>
                  </a:lnTo>
                  <a:lnTo>
                    <a:pt x="149793" y="597318"/>
                  </a:lnTo>
                  <a:lnTo>
                    <a:pt x="150064" y="599746"/>
                  </a:lnTo>
                  <a:lnTo>
                    <a:pt x="150318" y="602174"/>
                  </a:lnTo>
                  <a:lnTo>
                    <a:pt x="150551" y="604602"/>
                  </a:lnTo>
                  <a:lnTo>
                    <a:pt x="150768" y="607030"/>
                  </a:lnTo>
                  <a:lnTo>
                    <a:pt x="150971" y="609459"/>
                  </a:lnTo>
                  <a:lnTo>
                    <a:pt x="151155" y="611887"/>
                  </a:lnTo>
                  <a:lnTo>
                    <a:pt x="151319" y="614315"/>
                  </a:lnTo>
                  <a:lnTo>
                    <a:pt x="151447" y="616395"/>
                  </a:lnTo>
                  <a:lnTo>
                    <a:pt x="151469" y="616743"/>
                  </a:lnTo>
                  <a:lnTo>
                    <a:pt x="151603" y="619171"/>
                  </a:lnTo>
                  <a:lnTo>
                    <a:pt x="151720" y="621599"/>
                  </a:lnTo>
                  <a:lnTo>
                    <a:pt x="151819" y="624027"/>
                  </a:lnTo>
                  <a:lnTo>
                    <a:pt x="151904" y="626455"/>
                  </a:lnTo>
                  <a:lnTo>
                    <a:pt x="151976" y="628884"/>
                  </a:lnTo>
                  <a:lnTo>
                    <a:pt x="152030" y="631312"/>
                  </a:lnTo>
                  <a:lnTo>
                    <a:pt x="152068" y="633740"/>
                  </a:lnTo>
                  <a:lnTo>
                    <a:pt x="152093" y="636168"/>
                  </a:lnTo>
                  <a:lnTo>
                    <a:pt x="152105" y="638596"/>
                  </a:lnTo>
                  <a:lnTo>
                    <a:pt x="152100" y="641024"/>
                  </a:lnTo>
                  <a:lnTo>
                    <a:pt x="152081" y="643452"/>
                  </a:lnTo>
                  <a:lnTo>
                    <a:pt x="152050" y="645880"/>
                  </a:lnTo>
                  <a:lnTo>
                    <a:pt x="152006" y="648309"/>
                  </a:lnTo>
                  <a:lnTo>
                    <a:pt x="151946" y="650737"/>
                  </a:lnTo>
                  <a:lnTo>
                    <a:pt x="151871" y="653165"/>
                  </a:lnTo>
                  <a:lnTo>
                    <a:pt x="151785" y="655593"/>
                  </a:lnTo>
                  <a:lnTo>
                    <a:pt x="151686" y="658021"/>
                  </a:lnTo>
                  <a:lnTo>
                    <a:pt x="151570" y="660449"/>
                  </a:lnTo>
                  <a:lnTo>
                    <a:pt x="151440" y="662877"/>
                  </a:lnTo>
                  <a:lnTo>
                    <a:pt x="151297" y="665305"/>
                  </a:lnTo>
                  <a:lnTo>
                    <a:pt x="151142" y="667734"/>
                  </a:lnTo>
                  <a:lnTo>
                    <a:pt x="150967" y="670162"/>
                  </a:lnTo>
                  <a:lnTo>
                    <a:pt x="150778" y="672590"/>
                  </a:lnTo>
                  <a:lnTo>
                    <a:pt x="150576" y="675018"/>
                  </a:lnTo>
                  <a:lnTo>
                    <a:pt x="150359" y="677446"/>
                  </a:lnTo>
                  <a:lnTo>
                    <a:pt x="150122" y="679874"/>
                  </a:lnTo>
                  <a:lnTo>
                    <a:pt x="149870" y="682302"/>
                  </a:lnTo>
                  <a:lnTo>
                    <a:pt x="149603" y="684730"/>
                  </a:lnTo>
                  <a:lnTo>
                    <a:pt x="149321" y="687158"/>
                  </a:lnTo>
                  <a:lnTo>
                    <a:pt x="149016" y="689587"/>
                  </a:lnTo>
                  <a:lnTo>
                    <a:pt x="148696" y="692015"/>
                  </a:lnTo>
                  <a:lnTo>
                    <a:pt x="148361" y="694443"/>
                  </a:lnTo>
                  <a:lnTo>
                    <a:pt x="148008" y="696871"/>
                  </a:lnTo>
                  <a:lnTo>
                    <a:pt x="147633" y="699299"/>
                  </a:lnTo>
                  <a:lnTo>
                    <a:pt x="147242" y="701727"/>
                  </a:lnTo>
                  <a:lnTo>
                    <a:pt x="146836" y="704155"/>
                  </a:lnTo>
                  <a:lnTo>
                    <a:pt x="146410" y="706583"/>
                  </a:lnTo>
                  <a:lnTo>
                    <a:pt x="145964" y="709012"/>
                  </a:lnTo>
                  <a:lnTo>
                    <a:pt x="145503" y="711440"/>
                  </a:lnTo>
                  <a:lnTo>
                    <a:pt x="145026" y="713868"/>
                  </a:lnTo>
                  <a:lnTo>
                    <a:pt x="144531" y="716296"/>
                  </a:lnTo>
                  <a:lnTo>
                    <a:pt x="144017" y="718724"/>
                  </a:lnTo>
                  <a:lnTo>
                    <a:pt x="143489" y="721152"/>
                  </a:lnTo>
                  <a:lnTo>
                    <a:pt x="142948" y="723580"/>
                  </a:lnTo>
                  <a:lnTo>
                    <a:pt x="142389" y="726008"/>
                  </a:lnTo>
                  <a:lnTo>
                    <a:pt x="141816" y="728437"/>
                  </a:lnTo>
                  <a:lnTo>
                    <a:pt x="141231" y="730865"/>
                  </a:lnTo>
                  <a:lnTo>
                    <a:pt x="140634" y="733293"/>
                  </a:lnTo>
                  <a:lnTo>
                    <a:pt x="140025" y="735721"/>
                  </a:lnTo>
                  <a:lnTo>
                    <a:pt x="139405" y="738149"/>
                  </a:lnTo>
                  <a:lnTo>
                    <a:pt x="138776" y="740577"/>
                  </a:lnTo>
                  <a:lnTo>
                    <a:pt x="138141" y="743005"/>
                  </a:lnTo>
                  <a:lnTo>
                    <a:pt x="137496" y="745433"/>
                  </a:lnTo>
                  <a:lnTo>
                    <a:pt x="136846" y="747862"/>
                  </a:lnTo>
                  <a:lnTo>
                    <a:pt x="136192" y="750290"/>
                  </a:lnTo>
                  <a:lnTo>
                    <a:pt x="135535" y="752718"/>
                  </a:lnTo>
                  <a:lnTo>
                    <a:pt x="134875" y="755146"/>
                  </a:lnTo>
                  <a:lnTo>
                    <a:pt x="134215" y="757574"/>
                  </a:lnTo>
                  <a:lnTo>
                    <a:pt x="133556" y="760002"/>
                  </a:lnTo>
                  <a:lnTo>
                    <a:pt x="132898" y="762430"/>
                  </a:lnTo>
                  <a:lnTo>
                    <a:pt x="132244" y="764858"/>
                  </a:lnTo>
                  <a:lnTo>
                    <a:pt x="132153" y="765198"/>
                  </a:lnTo>
                  <a:lnTo>
                    <a:pt x="131594" y="767287"/>
                  </a:lnTo>
                  <a:lnTo>
                    <a:pt x="130950" y="769715"/>
                  </a:lnTo>
                  <a:lnTo>
                    <a:pt x="130312" y="772143"/>
                  </a:lnTo>
                  <a:lnTo>
                    <a:pt x="129684" y="774571"/>
                  </a:lnTo>
                  <a:lnTo>
                    <a:pt x="129065" y="776999"/>
                  </a:lnTo>
                  <a:lnTo>
                    <a:pt x="128455" y="779427"/>
                  </a:lnTo>
                  <a:lnTo>
                    <a:pt x="127855" y="781855"/>
                  </a:lnTo>
                  <a:lnTo>
                    <a:pt x="127272" y="784283"/>
                  </a:lnTo>
                  <a:lnTo>
                    <a:pt x="126700" y="786712"/>
                  </a:lnTo>
                  <a:lnTo>
                    <a:pt x="126140" y="789140"/>
                  </a:lnTo>
                  <a:lnTo>
                    <a:pt x="125595" y="791568"/>
                  </a:lnTo>
                  <a:lnTo>
                    <a:pt x="125069" y="793996"/>
                  </a:lnTo>
                  <a:lnTo>
                    <a:pt x="124557" y="796424"/>
                  </a:lnTo>
                  <a:lnTo>
                    <a:pt x="124060" y="798852"/>
                  </a:lnTo>
                  <a:lnTo>
                    <a:pt x="123579" y="801280"/>
                  </a:lnTo>
                  <a:lnTo>
                    <a:pt x="123120" y="803708"/>
                  </a:lnTo>
                  <a:lnTo>
                    <a:pt x="122675" y="806137"/>
                  </a:lnTo>
                  <a:lnTo>
                    <a:pt x="122245" y="808565"/>
                  </a:lnTo>
                  <a:lnTo>
                    <a:pt x="121834" y="810993"/>
                  </a:lnTo>
                  <a:lnTo>
                    <a:pt x="121443" y="813421"/>
                  </a:lnTo>
                  <a:lnTo>
                    <a:pt x="121067" y="815849"/>
                  </a:lnTo>
                  <a:lnTo>
                    <a:pt x="120706" y="818277"/>
                  </a:lnTo>
                  <a:lnTo>
                    <a:pt x="120363" y="820705"/>
                  </a:lnTo>
                  <a:lnTo>
                    <a:pt x="120037" y="823133"/>
                  </a:lnTo>
                  <a:lnTo>
                    <a:pt x="119725" y="825562"/>
                  </a:lnTo>
                  <a:lnTo>
                    <a:pt x="119426" y="827990"/>
                  </a:lnTo>
                  <a:lnTo>
                    <a:pt x="119143" y="830418"/>
                  </a:lnTo>
                  <a:lnTo>
                    <a:pt x="118875" y="832846"/>
                  </a:lnTo>
                  <a:lnTo>
                    <a:pt x="118618" y="835274"/>
                  </a:lnTo>
                  <a:lnTo>
                    <a:pt x="118371" y="837702"/>
                  </a:lnTo>
                  <a:lnTo>
                    <a:pt x="118136" y="840130"/>
                  </a:lnTo>
                  <a:lnTo>
                    <a:pt x="117912" y="842558"/>
                  </a:lnTo>
                  <a:lnTo>
                    <a:pt x="117696" y="844987"/>
                  </a:lnTo>
                  <a:lnTo>
                    <a:pt x="117486" y="847415"/>
                  </a:lnTo>
                  <a:lnTo>
                    <a:pt x="117285" y="849843"/>
                  </a:lnTo>
                  <a:lnTo>
                    <a:pt x="117089" y="852271"/>
                  </a:lnTo>
                  <a:lnTo>
                    <a:pt x="116898" y="854699"/>
                  </a:lnTo>
                  <a:lnTo>
                    <a:pt x="116709" y="857127"/>
                  </a:lnTo>
                  <a:lnTo>
                    <a:pt x="116524" y="859555"/>
                  </a:lnTo>
                  <a:lnTo>
                    <a:pt x="116340" y="861983"/>
                  </a:lnTo>
                  <a:lnTo>
                    <a:pt x="116156" y="864412"/>
                  </a:lnTo>
                  <a:lnTo>
                    <a:pt x="115971" y="866840"/>
                  </a:lnTo>
                  <a:lnTo>
                    <a:pt x="115785" y="869268"/>
                  </a:lnTo>
                  <a:lnTo>
                    <a:pt x="115595" y="871696"/>
                  </a:lnTo>
                  <a:lnTo>
                    <a:pt x="115402" y="874124"/>
                  </a:lnTo>
                  <a:lnTo>
                    <a:pt x="115206" y="876552"/>
                  </a:lnTo>
                  <a:lnTo>
                    <a:pt x="115002" y="878980"/>
                  </a:lnTo>
                  <a:lnTo>
                    <a:pt x="114792" y="881408"/>
                  </a:lnTo>
                  <a:lnTo>
                    <a:pt x="114576" y="883837"/>
                  </a:lnTo>
                  <a:lnTo>
                    <a:pt x="114353" y="886265"/>
                  </a:lnTo>
                  <a:lnTo>
                    <a:pt x="114119" y="888693"/>
                  </a:lnTo>
                  <a:lnTo>
                    <a:pt x="113878" y="891121"/>
                  </a:lnTo>
                  <a:lnTo>
                    <a:pt x="113628" y="893549"/>
                  </a:lnTo>
                  <a:lnTo>
                    <a:pt x="113368" y="895977"/>
                  </a:lnTo>
                  <a:lnTo>
                    <a:pt x="113096" y="898405"/>
                  </a:lnTo>
                  <a:lnTo>
                    <a:pt x="112814" y="900833"/>
                  </a:lnTo>
                  <a:lnTo>
                    <a:pt x="112523" y="903261"/>
                  </a:lnTo>
                  <a:lnTo>
                    <a:pt x="112221" y="905690"/>
                  </a:lnTo>
                  <a:lnTo>
                    <a:pt x="111905" y="908118"/>
                  </a:lnTo>
                  <a:lnTo>
                    <a:pt x="111580" y="910546"/>
                  </a:lnTo>
                  <a:lnTo>
                    <a:pt x="111246" y="912974"/>
                  </a:lnTo>
                  <a:lnTo>
                    <a:pt x="110899" y="915402"/>
                  </a:lnTo>
                  <a:lnTo>
                    <a:pt x="110541" y="917830"/>
                  </a:lnTo>
                  <a:lnTo>
                    <a:pt x="110173" y="920258"/>
                  </a:lnTo>
                  <a:lnTo>
                    <a:pt x="109797" y="922686"/>
                  </a:lnTo>
                  <a:lnTo>
                    <a:pt x="109410" y="925115"/>
                  </a:lnTo>
                  <a:lnTo>
                    <a:pt x="109013" y="927543"/>
                  </a:lnTo>
                  <a:lnTo>
                    <a:pt x="108608" y="929971"/>
                  </a:lnTo>
                  <a:lnTo>
                    <a:pt x="108196" y="932399"/>
                  </a:lnTo>
                  <a:lnTo>
                    <a:pt x="107775" y="934827"/>
                  </a:lnTo>
                  <a:lnTo>
                    <a:pt x="107347" y="937255"/>
                  </a:lnTo>
                  <a:lnTo>
                    <a:pt x="106913" y="939683"/>
                  </a:lnTo>
                  <a:lnTo>
                    <a:pt x="106475" y="942111"/>
                  </a:lnTo>
                  <a:lnTo>
                    <a:pt x="106030" y="944540"/>
                  </a:lnTo>
                  <a:lnTo>
                    <a:pt x="105582" y="946968"/>
                  </a:lnTo>
                  <a:lnTo>
                    <a:pt x="105131" y="949396"/>
                  </a:lnTo>
                  <a:lnTo>
                    <a:pt x="104677" y="951824"/>
                  </a:lnTo>
                  <a:lnTo>
                    <a:pt x="104221" y="954252"/>
                  </a:lnTo>
                  <a:lnTo>
                    <a:pt x="103765" y="956680"/>
                  </a:lnTo>
                  <a:lnTo>
                    <a:pt x="103308" y="959108"/>
                  </a:lnTo>
                  <a:lnTo>
                    <a:pt x="102852" y="961536"/>
                  </a:lnTo>
                  <a:lnTo>
                    <a:pt x="102398" y="963965"/>
                  </a:lnTo>
                  <a:lnTo>
                    <a:pt x="101946" y="966393"/>
                  </a:lnTo>
                  <a:lnTo>
                    <a:pt x="101497" y="968821"/>
                  </a:lnTo>
                  <a:lnTo>
                    <a:pt x="101051" y="971249"/>
                  </a:lnTo>
                  <a:lnTo>
                    <a:pt x="100610" y="973677"/>
                  </a:lnTo>
                  <a:lnTo>
                    <a:pt x="100175" y="976105"/>
                  </a:lnTo>
                  <a:lnTo>
                    <a:pt x="99744" y="978533"/>
                  </a:lnTo>
                  <a:lnTo>
                    <a:pt x="99318" y="980961"/>
                  </a:lnTo>
                  <a:lnTo>
                    <a:pt x="98902" y="983390"/>
                  </a:lnTo>
                  <a:lnTo>
                    <a:pt x="98491" y="985818"/>
                  </a:lnTo>
                  <a:lnTo>
                    <a:pt x="98088" y="988246"/>
                  </a:lnTo>
                  <a:lnTo>
                    <a:pt x="97692" y="990674"/>
                  </a:lnTo>
                  <a:lnTo>
                    <a:pt x="97306" y="993102"/>
                  </a:lnTo>
                  <a:lnTo>
                    <a:pt x="96928" y="995530"/>
                  </a:lnTo>
                  <a:lnTo>
                    <a:pt x="96558" y="997958"/>
                  </a:lnTo>
                  <a:lnTo>
                    <a:pt x="96197" y="1000386"/>
                  </a:lnTo>
                  <a:lnTo>
                    <a:pt x="95846" y="1002815"/>
                  </a:lnTo>
                  <a:lnTo>
                    <a:pt x="95504" y="1005243"/>
                  </a:lnTo>
                  <a:lnTo>
                    <a:pt x="95170" y="1007671"/>
                  </a:lnTo>
                  <a:lnTo>
                    <a:pt x="94845" y="1010099"/>
                  </a:lnTo>
                  <a:lnTo>
                    <a:pt x="94531" y="1012527"/>
                  </a:lnTo>
                  <a:lnTo>
                    <a:pt x="94225" y="1014955"/>
                  </a:lnTo>
                  <a:lnTo>
                    <a:pt x="93926" y="1017383"/>
                  </a:lnTo>
                  <a:lnTo>
                    <a:pt x="93637" y="1019811"/>
                  </a:lnTo>
                  <a:lnTo>
                    <a:pt x="93357" y="1022240"/>
                  </a:lnTo>
                  <a:lnTo>
                    <a:pt x="93085" y="1024668"/>
                  </a:lnTo>
                  <a:lnTo>
                    <a:pt x="92819" y="1027096"/>
                  </a:lnTo>
                  <a:lnTo>
                    <a:pt x="92562" y="1029524"/>
                  </a:lnTo>
                  <a:lnTo>
                    <a:pt x="92313" y="1031952"/>
                  </a:lnTo>
                  <a:lnTo>
                    <a:pt x="92069" y="1034380"/>
                  </a:lnTo>
                  <a:lnTo>
                    <a:pt x="91832" y="1036808"/>
                  </a:lnTo>
                  <a:lnTo>
                    <a:pt x="91602" y="1039236"/>
                  </a:lnTo>
                  <a:lnTo>
                    <a:pt x="91378" y="1041665"/>
                  </a:lnTo>
                  <a:lnTo>
                    <a:pt x="91159" y="1044093"/>
                  </a:lnTo>
                  <a:lnTo>
                    <a:pt x="90944" y="1046521"/>
                  </a:lnTo>
                  <a:lnTo>
                    <a:pt x="90736" y="1048949"/>
                  </a:lnTo>
                  <a:lnTo>
                    <a:pt x="90532" y="1051377"/>
                  </a:lnTo>
                  <a:lnTo>
                    <a:pt x="90331" y="1053805"/>
                  </a:lnTo>
                  <a:lnTo>
                    <a:pt x="90135" y="1056233"/>
                  </a:lnTo>
                  <a:lnTo>
                    <a:pt x="89942" y="1058661"/>
                  </a:lnTo>
                  <a:lnTo>
                    <a:pt x="89754" y="1061090"/>
                  </a:lnTo>
                  <a:lnTo>
                    <a:pt x="89568" y="1063518"/>
                  </a:lnTo>
                  <a:lnTo>
                    <a:pt x="89384" y="1065946"/>
                  </a:lnTo>
                  <a:lnTo>
                    <a:pt x="89205" y="1068374"/>
                  </a:lnTo>
                  <a:lnTo>
                    <a:pt x="89027" y="1070802"/>
                  </a:lnTo>
                  <a:lnTo>
                    <a:pt x="88852" y="1073230"/>
                  </a:lnTo>
                  <a:lnTo>
                    <a:pt x="88679" y="1075658"/>
                  </a:lnTo>
                  <a:lnTo>
                    <a:pt x="88509" y="1078086"/>
                  </a:lnTo>
                  <a:lnTo>
                    <a:pt x="88341" y="1080515"/>
                  </a:lnTo>
                  <a:lnTo>
                    <a:pt x="88174" y="1082943"/>
                  </a:lnTo>
                  <a:lnTo>
                    <a:pt x="88009" y="1085371"/>
                  </a:lnTo>
                  <a:lnTo>
                    <a:pt x="87847" y="1087799"/>
                  </a:lnTo>
                  <a:lnTo>
                    <a:pt x="87686" y="1090227"/>
                  </a:lnTo>
                  <a:lnTo>
                    <a:pt x="87527" y="1092655"/>
                  </a:lnTo>
                  <a:lnTo>
                    <a:pt x="87369" y="1095083"/>
                  </a:lnTo>
                  <a:lnTo>
                    <a:pt x="87213" y="1097511"/>
                  </a:lnTo>
                  <a:lnTo>
                    <a:pt x="87059" y="1099940"/>
                  </a:lnTo>
                  <a:lnTo>
                    <a:pt x="86907" y="1102368"/>
                  </a:lnTo>
                  <a:lnTo>
                    <a:pt x="86756" y="1104796"/>
                  </a:lnTo>
                  <a:lnTo>
                    <a:pt x="86607" y="1107224"/>
                  </a:lnTo>
                  <a:lnTo>
                    <a:pt x="86459" y="1109652"/>
                  </a:lnTo>
                  <a:lnTo>
                    <a:pt x="86312" y="1112080"/>
                  </a:lnTo>
                  <a:lnTo>
                    <a:pt x="86168" y="1114508"/>
                  </a:lnTo>
                  <a:lnTo>
                    <a:pt x="86025" y="1116936"/>
                  </a:lnTo>
                  <a:lnTo>
                    <a:pt x="85883" y="1119365"/>
                  </a:lnTo>
                  <a:lnTo>
                    <a:pt x="85743" y="1121793"/>
                  </a:lnTo>
                  <a:lnTo>
                    <a:pt x="85604" y="1124221"/>
                  </a:lnTo>
                  <a:lnTo>
                    <a:pt x="85466" y="1126649"/>
                  </a:lnTo>
                  <a:lnTo>
                    <a:pt x="85330" y="1129077"/>
                  </a:lnTo>
                  <a:lnTo>
                    <a:pt x="85194" y="1131505"/>
                  </a:lnTo>
                  <a:lnTo>
                    <a:pt x="85060" y="1133933"/>
                  </a:lnTo>
                  <a:lnTo>
                    <a:pt x="84927" y="1136361"/>
                  </a:lnTo>
                  <a:lnTo>
                    <a:pt x="84795" y="1138789"/>
                  </a:lnTo>
                  <a:lnTo>
                    <a:pt x="84664" y="1141218"/>
                  </a:lnTo>
                  <a:lnTo>
                    <a:pt x="84534" y="1143646"/>
                  </a:lnTo>
                  <a:lnTo>
                    <a:pt x="84404" y="1146074"/>
                  </a:lnTo>
                  <a:lnTo>
                    <a:pt x="84275" y="1148502"/>
                  </a:lnTo>
                  <a:lnTo>
                    <a:pt x="84146" y="1150930"/>
                  </a:lnTo>
                  <a:lnTo>
                    <a:pt x="84018" y="1153358"/>
                  </a:lnTo>
                  <a:lnTo>
                    <a:pt x="83890" y="1155786"/>
                  </a:lnTo>
                  <a:lnTo>
                    <a:pt x="83762" y="1158214"/>
                  </a:lnTo>
                  <a:lnTo>
                    <a:pt x="83635" y="1160643"/>
                  </a:lnTo>
                  <a:lnTo>
                    <a:pt x="83507" y="1163071"/>
                  </a:lnTo>
                  <a:lnTo>
                    <a:pt x="83380" y="1165499"/>
                  </a:lnTo>
                  <a:lnTo>
                    <a:pt x="83252" y="1167927"/>
                  </a:lnTo>
                  <a:lnTo>
                    <a:pt x="83125" y="1170355"/>
                  </a:lnTo>
                  <a:lnTo>
                    <a:pt x="82997" y="1172783"/>
                  </a:lnTo>
                  <a:lnTo>
                    <a:pt x="82868" y="1175211"/>
                  </a:lnTo>
                  <a:lnTo>
                    <a:pt x="82740" y="1177639"/>
                  </a:lnTo>
                  <a:lnTo>
                    <a:pt x="82611" y="1180068"/>
                  </a:lnTo>
                  <a:lnTo>
                    <a:pt x="82481" y="1182496"/>
                  </a:lnTo>
                  <a:lnTo>
                    <a:pt x="82351" y="1184924"/>
                  </a:lnTo>
                  <a:lnTo>
                    <a:pt x="82221" y="1187352"/>
                  </a:lnTo>
                  <a:lnTo>
                    <a:pt x="82090" y="1189780"/>
                  </a:lnTo>
                  <a:lnTo>
                    <a:pt x="81959" y="1192208"/>
                  </a:lnTo>
                  <a:lnTo>
                    <a:pt x="81827" y="1194636"/>
                  </a:lnTo>
                  <a:lnTo>
                    <a:pt x="81695" y="1197064"/>
                  </a:lnTo>
                  <a:lnTo>
                    <a:pt x="81562" y="1199493"/>
                  </a:lnTo>
                  <a:lnTo>
                    <a:pt x="81429" y="1201921"/>
                  </a:lnTo>
                  <a:lnTo>
                    <a:pt x="81296" y="1204349"/>
                  </a:lnTo>
                  <a:lnTo>
                    <a:pt x="81163" y="1206777"/>
                  </a:lnTo>
                  <a:lnTo>
                    <a:pt x="81029" y="1209205"/>
                  </a:lnTo>
                  <a:lnTo>
                    <a:pt x="80895" y="1211633"/>
                  </a:lnTo>
                  <a:lnTo>
                    <a:pt x="80761" y="1214061"/>
                  </a:lnTo>
                  <a:lnTo>
                    <a:pt x="80628" y="1216489"/>
                  </a:lnTo>
                  <a:lnTo>
                    <a:pt x="80494" y="1218918"/>
                  </a:lnTo>
                  <a:lnTo>
                    <a:pt x="80361" y="1221346"/>
                  </a:lnTo>
                  <a:lnTo>
                    <a:pt x="80228" y="1223774"/>
                  </a:lnTo>
                  <a:lnTo>
                    <a:pt x="80095" y="1226202"/>
                  </a:lnTo>
                  <a:lnTo>
                    <a:pt x="79963" y="1228630"/>
                  </a:lnTo>
                  <a:lnTo>
                    <a:pt x="79832" y="1231058"/>
                  </a:lnTo>
                  <a:lnTo>
                    <a:pt x="79702" y="1233486"/>
                  </a:lnTo>
                  <a:lnTo>
                    <a:pt x="79572" y="1235914"/>
                  </a:lnTo>
                  <a:lnTo>
                    <a:pt x="79444" y="1238343"/>
                  </a:lnTo>
                  <a:lnTo>
                    <a:pt x="79317" y="1240771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6" name="pg36"/>
            <p:cNvSpPr/>
            <p:nvPr/>
          </p:nvSpPr>
          <p:spPr>
            <a:xfrm>
              <a:off x="4577824" y="2092865"/>
              <a:ext cx="180768" cy="1042951"/>
            </a:xfrm>
            <a:custGeom>
              <a:avLst/>
              <a:gdLst/>
              <a:ahLst/>
              <a:cxnLst/>
              <a:rect l="0" t="0" r="0" b="0"/>
              <a:pathLst>
                <a:path w="180768" h="1042951">
                  <a:moveTo>
                    <a:pt x="86237" y="1042951"/>
                  </a:moveTo>
                  <a:lnTo>
                    <a:pt x="86026" y="1040910"/>
                  </a:lnTo>
                  <a:lnTo>
                    <a:pt x="85810" y="1038869"/>
                  </a:lnTo>
                  <a:lnTo>
                    <a:pt x="85588" y="1036828"/>
                  </a:lnTo>
                  <a:lnTo>
                    <a:pt x="85361" y="1034787"/>
                  </a:lnTo>
                  <a:lnTo>
                    <a:pt x="85127" y="1032746"/>
                  </a:lnTo>
                  <a:lnTo>
                    <a:pt x="84889" y="1030705"/>
                  </a:lnTo>
                  <a:lnTo>
                    <a:pt x="84645" y="1028664"/>
                  </a:lnTo>
                  <a:lnTo>
                    <a:pt x="84397" y="1026623"/>
                  </a:lnTo>
                  <a:lnTo>
                    <a:pt x="84142" y="1024582"/>
                  </a:lnTo>
                  <a:lnTo>
                    <a:pt x="83883" y="1022541"/>
                  </a:lnTo>
                  <a:lnTo>
                    <a:pt x="83619" y="1020500"/>
                  </a:lnTo>
                  <a:lnTo>
                    <a:pt x="83351" y="1018459"/>
                  </a:lnTo>
                  <a:lnTo>
                    <a:pt x="83076" y="1016418"/>
                  </a:lnTo>
                  <a:lnTo>
                    <a:pt x="82799" y="1014377"/>
                  </a:lnTo>
                  <a:lnTo>
                    <a:pt x="82517" y="1012336"/>
                  </a:lnTo>
                  <a:lnTo>
                    <a:pt x="82231" y="1010295"/>
                  </a:lnTo>
                  <a:lnTo>
                    <a:pt x="81940" y="1008254"/>
                  </a:lnTo>
                  <a:lnTo>
                    <a:pt x="81645" y="1006213"/>
                  </a:lnTo>
                  <a:lnTo>
                    <a:pt x="81347" y="1004172"/>
                  </a:lnTo>
                  <a:lnTo>
                    <a:pt x="81045" y="1002131"/>
                  </a:lnTo>
                  <a:lnTo>
                    <a:pt x="80740" y="1000090"/>
                  </a:lnTo>
                  <a:lnTo>
                    <a:pt x="80431" y="998049"/>
                  </a:lnTo>
                  <a:lnTo>
                    <a:pt x="80120" y="996008"/>
                  </a:lnTo>
                  <a:lnTo>
                    <a:pt x="79805" y="993967"/>
                  </a:lnTo>
                  <a:lnTo>
                    <a:pt x="79487" y="991926"/>
                  </a:lnTo>
                  <a:lnTo>
                    <a:pt x="79166" y="989885"/>
                  </a:lnTo>
                  <a:lnTo>
                    <a:pt x="78844" y="987844"/>
                  </a:lnTo>
                  <a:lnTo>
                    <a:pt x="78518" y="985803"/>
                  </a:lnTo>
                  <a:lnTo>
                    <a:pt x="78191" y="983762"/>
                  </a:lnTo>
                  <a:lnTo>
                    <a:pt x="77862" y="981721"/>
                  </a:lnTo>
                  <a:lnTo>
                    <a:pt x="77531" y="979680"/>
                  </a:lnTo>
                  <a:lnTo>
                    <a:pt x="77198" y="977639"/>
                  </a:lnTo>
                  <a:lnTo>
                    <a:pt x="76864" y="975598"/>
                  </a:lnTo>
                  <a:lnTo>
                    <a:pt x="76529" y="973557"/>
                  </a:lnTo>
                  <a:lnTo>
                    <a:pt x="76194" y="971516"/>
                  </a:lnTo>
                  <a:lnTo>
                    <a:pt x="75857" y="969475"/>
                  </a:lnTo>
                  <a:lnTo>
                    <a:pt x="75520" y="967434"/>
                  </a:lnTo>
                  <a:lnTo>
                    <a:pt x="75183" y="965393"/>
                  </a:lnTo>
                  <a:lnTo>
                    <a:pt x="74846" y="963352"/>
                  </a:lnTo>
                  <a:lnTo>
                    <a:pt x="74509" y="961311"/>
                  </a:lnTo>
                  <a:lnTo>
                    <a:pt x="74172" y="959270"/>
                  </a:lnTo>
                  <a:lnTo>
                    <a:pt x="73837" y="957229"/>
                  </a:lnTo>
                  <a:lnTo>
                    <a:pt x="73502" y="955188"/>
                  </a:lnTo>
                  <a:lnTo>
                    <a:pt x="73168" y="953147"/>
                  </a:lnTo>
                  <a:lnTo>
                    <a:pt x="72836" y="951106"/>
                  </a:lnTo>
                  <a:lnTo>
                    <a:pt x="72505" y="949065"/>
                  </a:lnTo>
                  <a:lnTo>
                    <a:pt x="72176" y="947024"/>
                  </a:lnTo>
                  <a:lnTo>
                    <a:pt x="71850" y="944983"/>
                  </a:lnTo>
                  <a:lnTo>
                    <a:pt x="71526" y="942942"/>
                  </a:lnTo>
                  <a:lnTo>
                    <a:pt x="71204" y="940901"/>
                  </a:lnTo>
                  <a:lnTo>
                    <a:pt x="70885" y="938860"/>
                  </a:lnTo>
                  <a:lnTo>
                    <a:pt x="70569" y="936819"/>
                  </a:lnTo>
                  <a:lnTo>
                    <a:pt x="70256" y="934778"/>
                  </a:lnTo>
                  <a:lnTo>
                    <a:pt x="69946" y="932737"/>
                  </a:lnTo>
                  <a:lnTo>
                    <a:pt x="69639" y="930696"/>
                  </a:lnTo>
                  <a:lnTo>
                    <a:pt x="69337" y="928655"/>
                  </a:lnTo>
                  <a:lnTo>
                    <a:pt x="69039" y="926614"/>
                  </a:lnTo>
                  <a:lnTo>
                    <a:pt x="68743" y="924573"/>
                  </a:lnTo>
                  <a:lnTo>
                    <a:pt x="68452" y="922532"/>
                  </a:lnTo>
                  <a:lnTo>
                    <a:pt x="68165" y="920491"/>
                  </a:lnTo>
                  <a:lnTo>
                    <a:pt x="67883" y="918450"/>
                  </a:lnTo>
                  <a:lnTo>
                    <a:pt x="67604" y="916409"/>
                  </a:lnTo>
                  <a:lnTo>
                    <a:pt x="67330" y="914368"/>
                  </a:lnTo>
                  <a:lnTo>
                    <a:pt x="67061" y="912327"/>
                  </a:lnTo>
                  <a:lnTo>
                    <a:pt x="66797" y="910286"/>
                  </a:lnTo>
                  <a:lnTo>
                    <a:pt x="66536" y="908245"/>
                  </a:lnTo>
                  <a:lnTo>
                    <a:pt x="66280" y="906204"/>
                  </a:lnTo>
                  <a:lnTo>
                    <a:pt x="66030" y="904163"/>
                  </a:lnTo>
                  <a:lnTo>
                    <a:pt x="65784" y="902122"/>
                  </a:lnTo>
                  <a:lnTo>
                    <a:pt x="65542" y="900081"/>
                  </a:lnTo>
                  <a:lnTo>
                    <a:pt x="65305" y="898040"/>
                  </a:lnTo>
                  <a:lnTo>
                    <a:pt x="65074" y="895999"/>
                  </a:lnTo>
                  <a:lnTo>
                    <a:pt x="64846" y="893958"/>
                  </a:lnTo>
                  <a:lnTo>
                    <a:pt x="64623" y="891917"/>
                  </a:lnTo>
                  <a:lnTo>
                    <a:pt x="64404" y="889876"/>
                  </a:lnTo>
                  <a:lnTo>
                    <a:pt x="64190" y="887835"/>
                  </a:lnTo>
                  <a:lnTo>
                    <a:pt x="63980" y="885794"/>
                  </a:lnTo>
                  <a:lnTo>
                    <a:pt x="63774" y="883753"/>
                  </a:lnTo>
                  <a:lnTo>
                    <a:pt x="63572" y="881712"/>
                  </a:lnTo>
                  <a:lnTo>
                    <a:pt x="63375" y="879671"/>
                  </a:lnTo>
                  <a:lnTo>
                    <a:pt x="63180" y="877630"/>
                  </a:lnTo>
                  <a:lnTo>
                    <a:pt x="62989" y="875589"/>
                  </a:lnTo>
                  <a:lnTo>
                    <a:pt x="62801" y="873548"/>
                  </a:lnTo>
                  <a:lnTo>
                    <a:pt x="62617" y="871507"/>
                  </a:lnTo>
                  <a:lnTo>
                    <a:pt x="62435" y="869466"/>
                  </a:lnTo>
                  <a:lnTo>
                    <a:pt x="62255" y="867425"/>
                  </a:lnTo>
                  <a:lnTo>
                    <a:pt x="62078" y="865384"/>
                  </a:lnTo>
                  <a:lnTo>
                    <a:pt x="61902" y="863343"/>
                  </a:lnTo>
                  <a:lnTo>
                    <a:pt x="61728" y="861302"/>
                  </a:lnTo>
                  <a:lnTo>
                    <a:pt x="61555" y="859261"/>
                  </a:lnTo>
                  <a:lnTo>
                    <a:pt x="61383" y="857220"/>
                  </a:lnTo>
                  <a:lnTo>
                    <a:pt x="61211" y="855179"/>
                  </a:lnTo>
                  <a:lnTo>
                    <a:pt x="61039" y="853138"/>
                  </a:lnTo>
                  <a:lnTo>
                    <a:pt x="60867" y="851097"/>
                  </a:lnTo>
                  <a:lnTo>
                    <a:pt x="60694" y="849056"/>
                  </a:lnTo>
                  <a:lnTo>
                    <a:pt x="60519" y="847015"/>
                  </a:lnTo>
                  <a:lnTo>
                    <a:pt x="60342" y="844974"/>
                  </a:lnTo>
                  <a:lnTo>
                    <a:pt x="60164" y="842933"/>
                  </a:lnTo>
                  <a:lnTo>
                    <a:pt x="59982" y="840892"/>
                  </a:lnTo>
                  <a:lnTo>
                    <a:pt x="59797" y="838851"/>
                  </a:lnTo>
                  <a:lnTo>
                    <a:pt x="59609" y="836810"/>
                  </a:lnTo>
                  <a:lnTo>
                    <a:pt x="59416" y="834769"/>
                  </a:lnTo>
                  <a:lnTo>
                    <a:pt x="59218" y="832728"/>
                  </a:lnTo>
                  <a:lnTo>
                    <a:pt x="59015" y="830687"/>
                  </a:lnTo>
                  <a:lnTo>
                    <a:pt x="58806" y="828646"/>
                  </a:lnTo>
                  <a:lnTo>
                    <a:pt x="58593" y="826605"/>
                  </a:lnTo>
                  <a:lnTo>
                    <a:pt x="58370" y="824564"/>
                  </a:lnTo>
                  <a:lnTo>
                    <a:pt x="58140" y="822523"/>
                  </a:lnTo>
                  <a:lnTo>
                    <a:pt x="57904" y="820482"/>
                  </a:lnTo>
                  <a:lnTo>
                    <a:pt x="57660" y="818441"/>
                  </a:lnTo>
                  <a:lnTo>
                    <a:pt x="57404" y="816400"/>
                  </a:lnTo>
                  <a:lnTo>
                    <a:pt x="57141" y="814359"/>
                  </a:lnTo>
                  <a:lnTo>
                    <a:pt x="56868" y="812318"/>
                  </a:lnTo>
                  <a:lnTo>
                    <a:pt x="56587" y="810277"/>
                  </a:lnTo>
                  <a:lnTo>
                    <a:pt x="56292" y="808236"/>
                  </a:lnTo>
                  <a:lnTo>
                    <a:pt x="55987" y="806195"/>
                  </a:lnTo>
                  <a:lnTo>
                    <a:pt x="55672" y="804154"/>
                  </a:lnTo>
                  <a:lnTo>
                    <a:pt x="55346" y="802113"/>
                  </a:lnTo>
                  <a:lnTo>
                    <a:pt x="55005" y="800072"/>
                  </a:lnTo>
                  <a:lnTo>
                    <a:pt x="54653" y="798031"/>
                  </a:lnTo>
                  <a:lnTo>
                    <a:pt x="54290" y="795990"/>
                  </a:lnTo>
                  <a:lnTo>
                    <a:pt x="53914" y="793949"/>
                  </a:lnTo>
                  <a:lnTo>
                    <a:pt x="53523" y="791908"/>
                  </a:lnTo>
                  <a:lnTo>
                    <a:pt x="53120" y="789867"/>
                  </a:lnTo>
                  <a:lnTo>
                    <a:pt x="52705" y="787826"/>
                  </a:lnTo>
                  <a:lnTo>
                    <a:pt x="52277" y="785785"/>
                  </a:lnTo>
                  <a:lnTo>
                    <a:pt x="51833" y="783744"/>
                  </a:lnTo>
                  <a:lnTo>
                    <a:pt x="51377" y="781703"/>
                  </a:lnTo>
                  <a:lnTo>
                    <a:pt x="50909" y="779662"/>
                  </a:lnTo>
                  <a:lnTo>
                    <a:pt x="50429" y="777621"/>
                  </a:lnTo>
                  <a:lnTo>
                    <a:pt x="49932" y="775580"/>
                  </a:lnTo>
                  <a:lnTo>
                    <a:pt x="49425" y="773539"/>
                  </a:lnTo>
                  <a:lnTo>
                    <a:pt x="48907" y="771498"/>
                  </a:lnTo>
                  <a:lnTo>
                    <a:pt x="48376" y="769457"/>
                  </a:lnTo>
                  <a:lnTo>
                    <a:pt x="47832" y="767416"/>
                  </a:lnTo>
                  <a:lnTo>
                    <a:pt x="47278" y="765375"/>
                  </a:lnTo>
                  <a:lnTo>
                    <a:pt x="46715" y="763334"/>
                  </a:lnTo>
                  <a:lnTo>
                    <a:pt x="46141" y="761293"/>
                  </a:lnTo>
                  <a:lnTo>
                    <a:pt x="45556" y="759252"/>
                  </a:lnTo>
                  <a:lnTo>
                    <a:pt x="44964" y="757211"/>
                  </a:lnTo>
                  <a:lnTo>
                    <a:pt x="44366" y="755170"/>
                  </a:lnTo>
                  <a:lnTo>
                    <a:pt x="43759" y="753129"/>
                  </a:lnTo>
                  <a:lnTo>
                    <a:pt x="43146" y="751088"/>
                  </a:lnTo>
                  <a:lnTo>
                    <a:pt x="42528" y="749047"/>
                  </a:lnTo>
                  <a:lnTo>
                    <a:pt x="41907" y="747006"/>
                  </a:lnTo>
                  <a:lnTo>
                    <a:pt x="41282" y="744965"/>
                  </a:lnTo>
                  <a:lnTo>
                    <a:pt x="40654" y="742924"/>
                  </a:lnTo>
                  <a:lnTo>
                    <a:pt x="40026" y="740883"/>
                  </a:lnTo>
                  <a:lnTo>
                    <a:pt x="39398" y="738842"/>
                  </a:lnTo>
                  <a:lnTo>
                    <a:pt x="38771" y="736801"/>
                  </a:lnTo>
                  <a:lnTo>
                    <a:pt x="38147" y="734760"/>
                  </a:lnTo>
                  <a:lnTo>
                    <a:pt x="37525" y="732719"/>
                  </a:lnTo>
                  <a:lnTo>
                    <a:pt x="36907" y="730678"/>
                  </a:lnTo>
                  <a:lnTo>
                    <a:pt x="36296" y="728637"/>
                  </a:lnTo>
                  <a:lnTo>
                    <a:pt x="35692" y="726596"/>
                  </a:lnTo>
                  <a:lnTo>
                    <a:pt x="35094" y="724555"/>
                  </a:lnTo>
                  <a:lnTo>
                    <a:pt x="34504" y="722514"/>
                  </a:lnTo>
                  <a:lnTo>
                    <a:pt x="33925" y="720473"/>
                  </a:lnTo>
                  <a:lnTo>
                    <a:pt x="33357" y="718432"/>
                  </a:lnTo>
                  <a:lnTo>
                    <a:pt x="32799" y="716391"/>
                  </a:lnTo>
                  <a:lnTo>
                    <a:pt x="32251" y="714350"/>
                  </a:lnTo>
                  <a:lnTo>
                    <a:pt x="31720" y="712309"/>
                  </a:lnTo>
                  <a:lnTo>
                    <a:pt x="31201" y="710268"/>
                  </a:lnTo>
                  <a:lnTo>
                    <a:pt x="30694" y="708227"/>
                  </a:lnTo>
                  <a:lnTo>
                    <a:pt x="30201" y="706186"/>
                  </a:lnTo>
                  <a:lnTo>
                    <a:pt x="29726" y="704145"/>
                  </a:lnTo>
                  <a:lnTo>
                    <a:pt x="29266" y="702104"/>
                  </a:lnTo>
                  <a:lnTo>
                    <a:pt x="28819" y="700063"/>
                  </a:lnTo>
                  <a:lnTo>
                    <a:pt x="28386" y="698022"/>
                  </a:lnTo>
                  <a:lnTo>
                    <a:pt x="27974" y="695981"/>
                  </a:lnTo>
                  <a:lnTo>
                    <a:pt x="27576" y="693940"/>
                  </a:lnTo>
                  <a:lnTo>
                    <a:pt x="27191" y="691899"/>
                  </a:lnTo>
                  <a:lnTo>
                    <a:pt x="26822" y="689858"/>
                  </a:lnTo>
                  <a:lnTo>
                    <a:pt x="26472" y="687817"/>
                  </a:lnTo>
                  <a:lnTo>
                    <a:pt x="26136" y="685776"/>
                  </a:lnTo>
                  <a:lnTo>
                    <a:pt x="25851" y="683975"/>
                  </a:lnTo>
                  <a:lnTo>
                    <a:pt x="25813" y="683735"/>
                  </a:lnTo>
                  <a:lnTo>
                    <a:pt x="25503" y="681694"/>
                  </a:lnTo>
                  <a:lnTo>
                    <a:pt x="25213" y="679653"/>
                  </a:lnTo>
                  <a:lnTo>
                    <a:pt x="24934" y="677612"/>
                  </a:lnTo>
                  <a:lnTo>
                    <a:pt x="24667" y="675571"/>
                  </a:lnTo>
                  <a:lnTo>
                    <a:pt x="24414" y="673530"/>
                  </a:lnTo>
                  <a:lnTo>
                    <a:pt x="24176" y="671489"/>
                  </a:lnTo>
                  <a:lnTo>
                    <a:pt x="23949" y="669448"/>
                  </a:lnTo>
                  <a:lnTo>
                    <a:pt x="23733" y="667407"/>
                  </a:lnTo>
                  <a:lnTo>
                    <a:pt x="23528" y="665366"/>
                  </a:lnTo>
                  <a:lnTo>
                    <a:pt x="23337" y="663325"/>
                  </a:lnTo>
                  <a:lnTo>
                    <a:pt x="23156" y="661284"/>
                  </a:lnTo>
                  <a:lnTo>
                    <a:pt x="22983" y="659243"/>
                  </a:lnTo>
                  <a:lnTo>
                    <a:pt x="22822" y="657202"/>
                  </a:lnTo>
                  <a:lnTo>
                    <a:pt x="22672" y="655161"/>
                  </a:lnTo>
                  <a:lnTo>
                    <a:pt x="22532" y="653120"/>
                  </a:lnTo>
                  <a:lnTo>
                    <a:pt x="22399" y="651079"/>
                  </a:lnTo>
                  <a:lnTo>
                    <a:pt x="22277" y="649038"/>
                  </a:lnTo>
                  <a:lnTo>
                    <a:pt x="22166" y="646997"/>
                  </a:lnTo>
                  <a:lnTo>
                    <a:pt x="22063" y="644956"/>
                  </a:lnTo>
                  <a:lnTo>
                    <a:pt x="21968" y="642915"/>
                  </a:lnTo>
                  <a:lnTo>
                    <a:pt x="21884" y="640874"/>
                  </a:lnTo>
                  <a:lnTo>
                    <a:pt x="21810" y="638833"/>
                  </a:lnTo>
                  <a:lnTo>
                    <a:pt x="21744" y="636792"/>
                  </a:lnTo>
                  <a:lnTo>
                    <a:pt x="21687" y="634751"/>
                  </a:lnTo>
                  <a:lnTo>
                    <a:pt x="21640" y="632710"/>
                  </a:lnTo>
                  <a:lnTo>
                    <a:pt x="21603" y="630669"/>
                  </a:lnTo>
                  <a:lnTo>
                    <a:pt x="21576" y="628628"/>
                  </a:lnTo>
                  <a:lnTo>
                    <a:pt x="21556" y="626587"/>
                  </a:lnTo>
                  <a:lnTo>
                    <a:pt x="21547" y="624546"/>
                  </a:lnTo>
                  <a:lnTo>
                    <a:pt x="21549" y="622505"/>
                  </a:lnTo>
                  <a:lnTo>
                    <a:pt x="21558" y="620464"/>
                  </a:lnTo>
                  <a:lnTo>
                    <a:pt x="21576" y="618423"/>
                  </a:lnTo>
                  <a:lnTo>
                    <a:pt x="21605" y="616382"/>
                  </a:lnTo>
                  <a:lnTo>
                    <a:pt x="21642" y="614341"/>
                  </a:lnTo>
                  <a:lnTo>
                    <a:pt x="21687" y="612300"/>
                  </a:lnTo>
                  <a:lnTo>
                    <a:pt x="21739" y="610259"/>
                  </a:lnTo>
                  <a:lnTo>
                    <a:pt x="21800" y="608218"/>
                  </a:lnTo>
                  <a:lnTo>
                    <a:pt x="21867" y="606177"/>
                  </a:lnTo>
                  <a:lnTo>
                    <a:pt x="21941" y="604136"/>
                  </a:lnTo>
                  <a:lnTo>
                    <a:pt x="22019" y="602095"/>
                  </a:lnTo>
                  <a:lnTo>
                    <a:pt x="22103" y="600054"/>
                  </a:lnTo>
                  <a:lnTo>
                    <a:pt x="22190" y="598013"/>
                  </a:lnTo>
                  <a:lnTo>
                    <a:pt x="22279" y="595972"/>
                  </a:lnTo>
                  <a:lnTo>
                    <a:pt x="22370" y="593931"/>
                  </a:lnTo>
                  <a:lnTo>
                    <a:pt x="22461" y="591890"/>
                  </a:lnTo>
                  <a:lnTo>
                    <a:pt x="22551" y="589849"/>
                  </a:lnTo>
                  <a:lnTo>
                    <a:pt x="22639" y="587808"/>
                  </a:lnTo>
                  <a:lnTo>
                    <a:pt x="22724" y="585767"/>
                  </a:lnTo>
                  <a:lnTo>
                    <a:pt x="22802" y="583726"/>
                  </a:lnTo>
                  <a:lnTo>
                    <a:pt x="22874" y="581685"/>
                  </a:lnTo>
                  <a:lnTo>
                    <a:pt x="22938" y="579644"/>
                  </a:lnTo>
                  <a:lnTo>
                    <a:pt x="22994" y="577603"/>
                  </a:lnTo>
                  <a:lnTo>
                    <a:pt x="23034" y="575562"/>
                  </a:lnTo>
                  <a:lnTo>
                    <a:pt x="23063" y="573521"/>
                  </a:lnTo>
                  <a:lnTo>
                    <a:pt x="23078" y="571480"/>
                  </a:lnTo>
                  <a:lnTo>
                    <a:pt x="23079" y="569439"/>
                  </a:lnTo>
                  <a:lnTo>
                    <a:pt x="23057" y="567398"/>
                  </a:lnTo>
                  <a:lnTo>
                    <a:pt x="23018" y="565357"/>
                  </a:lnTo>
                  <a:lnTo>
                    <a:pt x="22960" y="563316"/>
                  </a:lnTo>
                  <a:lnTo>
                    <a:pt x="22882" y="561275"/>
                  </a:lnTo>
                  <a:lnTo>
                    <a:pt x="22774" y="559234"/>
                  </a:lnTo>
                  <a:lnTo>
                    <a:pt x="22645" y="557193"/>
                  </a:lnTo>
                  <a:lnTo>
                    <a:pt x="22493" y="555152"/>
                  </a:lnTo>
                  <a:lnTo>
                    <a:pt x="22316" y="553111"/>
                  </a:lnTo>
                  <a:lnTo>
                    <a:pt x="22105" y="551070"/>
                  </a:lnTo>
                  <a:lnTo>
                    <a:pt x="21870" y="549029"/>
                  </a:lnTo>
                  <a:lnTo>
                    <a:pt x="21611" y="546988"/>
                  </a:lnTo>
                  <a:lnTo>
                    <a:pt x="21323" y="544947"/>
                  </a:lnTo>
                  <a:lnTo>
                    <a:pt x="21001" y="542906"/>
                  </a:lnTo>
                  <a:lnTo>
                    <a:pt x="20654" y="540865"/>
                  </a:lnTo>
                  <a:lnTo>
                    <a:pt x="20283" y="538824"/>
                  </a:lnTo>
                  <a:lnTo>
                    <a:pt x="19882" y="536783"/>
                  </a:lnTo>
                  <a:lnTo>
                    <a:pt x="19451" y="534742"/>
                  </a:lnTo>
                  <a:lnTo>
                    <a:pt x="18996" y="532701"/>
                  </a:lnTo>
                  <a:lnTo>
                    <a:pt x="18520" y="530660"/>
                  </a:lnTo>
                  <a:lnTo>
                    <a:pt x="18018" y="528619"/>
                  </a:lnTo>
                  <a:lnTo>
                    <a:pt x="17490" y="526578"/>
                  </a:lnTo>
                  <a:lnTo>
                    <a:pt x="16944" y="524537"/>
                  </a:lnTo>
                  <a:lnTo>
                    <a:pt x="16380" y="522496"/>
                  </a:lnTo>
                  <a:lnTo>
                    <a:pt x="15797" y="520455"/>
                  </a:lnTo>
                  <a:lnTo>
                    <a:pt x="15197" y="518414"/>
                  </a:lnTo>
                  <a:lnTo>
                    <a:pt x="14584" y="516373"/>
                  </a:lnTo>
                  <a:lnTo>
                    <a:pt x="14225" y="515195"/>
                  </a:lnTo>
                  <a:lnTo>
                    <a:pt x="13961" y="514332"/>
                  </a:lnTo>
                  <a:lnTo>
                    <a:pt x="13327" y="512291"/>
                  </a:lnTo>
                  <a:lnTo>
                    <a:pt x="12686" y="510250"/>
                  </a:lnTo>
                  <a:lnTo>
                    <a:pt x="12041" y="508209"/>
                  </a:lnTo>
                  <a:lnTo>
                    <a:pt x="11393" y="506168"/>
                  </a:lnTo>
                  <a:lnTo>
                    <a:pt x="10744" y="504127"/>
                  </a:lnTo>
                  <a:lnTo>
                    <a:pt x="10098" y="502086"/>
                  </a:lnTo>
                  <a:lnTo>
                    <a:pt x="9456" y="500045"/>
                  </a:lnTo>
                  <a:lnTo>
                    <a:pt x="8820" y="498004"/>
                  </a:lnTo>
                  <a:lnTo>
                    <a:pt x="8195" y="495963"/>
                  </a:lnTo>
                  <a:lnTo>
                    <a:pt x="7581" y="493922"/>
                  </a:lnTo>
                  <a:lnTo>
                    <a:pt x="6980" y="491881"/>
                  </a:lnTo>
                  <a:lnTo>
                    <a:pt x="6391" y="489840"/>
                  </a:lnTo>
                  <a:lnTo>
                    <a:pt x="5824" y="487799"/>
                  </a:lnTo>
                  <a:lnTo>
                    <a:pt x="5277" y="485758"/>
                  </a:lnTo>
                  <a:lnTo>
                    <a:pt x="4748" y="483717"/>
                  </a:lnTo>
                  <a:lnTo>
                    <a:pt x="4239" y="481676"/>
                  </a:lnTo>
                  <a:lnTo>
                    <a:pt x="3761" y="479635"/>
                  </a:lnTo>
                  <a:lnTo>
                    <a:pt x="3307" y="477594"/>
                  </a:lnTo>
                  <a:lnTo>
                    <a:pt x="2877" y="475553"/>
                  </a:lnTo>
                  <a:lnTo>
                    <a:pt x="2471" y="473512"/>
                  </a:lnTo>
                  <a:lnTo>
                    <a:pt x="2103" y="471471"/>
                  </a:lnTo>
                  <a:lnTo>
                    <a:pt x="1761" y="469430"/>
                  </a:lnTo>
                  <a:lnTo>
                    <a:pt x="1447" y="467389"/>
                  </a:lnTo>
                  <a:lnTo>
                    <a:pt x="1159" y="465348"/>
                  </a:lnTo>
                  <a:lnTo>
                    <a:pt x="912" y="463307"/>
                  </a:lnTo>
                  <a:lnTo>
                    <a:pt x="692" y="461266"/>
                  </a:lnTo>
                  <a:lnTo>
                    <a:pt x="501" y="459225"/>
                  </a:lnTo>
                  <a:lnTo>
                    <a:pt x="337" y="457184"/>
                  </a:lnTo>
                  <a:lnTo>
                    <a:pt x="213" y="455143"/>
                  </a:lnTo>
                  <a:lnTo>
                    <a:pt x="117" y="453102"/>
                  </a:lnTo>
                  <a:lnTo>
                    <a:pt x="47" y="451061"/>
                  </a:lnTo>
                  <a:lnTo>
                    <a:pt x="5" y="449020"/>
                  </a:lnTo>
                  <a:lnTo>
                    <a:pt x="0" y="446979"/>
                  </a:lnTo>
                  <a:lnTo>
                    <a:pt x="19" y="444938"/>
                  </a:lnTo>
                  <a:lnTo>
                    <a:pt x="63" y="442897"/>
                  </a:lnTo>
                  <a:lnTo>
                    <a:pt x="133" y="440856"/>
                  </a:lnTo>
                  <a:lnTo>
                    <a:pt x="236" y="438815"/>
                  </a:lnTo>
                  <a:lnTo>
                    <a:pt x="361" y="436774"/>
                  </a:lnTo>
                  <a:lnTo>
                    <a:pt x="507" y="434733"/>
                  </a:lnTo>
                  <a:lnTo>
                    <a:pt x="677" y="432692"/>
                  </a:lnTo>
                  <a:lnTo>
                    <a:pt x="874" y="430651"/>
                  </a:lnTo>
                  <a:lnTo>
                    <a:pt x="1091" y="428610"/>
                  </a:lnTo>
                  <a:lnTo>
                    <a:pt x="1326" y="426569"/>
                  </a:lnTo>
                  <a:lnTo>
                    <a:pt x="1582" y="424528"/>
                  </a:lnTo>
                  <a:lnTo>
                    <a:pt x="1861" y="422487"/>
                  </a:lnTo>
                  <a:lnTo>
                    <a:pt x="2157" y="420446"/>
                  </a:lnTo>
                  <a:lnTo>
                    <a:pt x="2469" y="418405"/>
                  </a:lnTo>
                  <a:lnTo>
                    <a:pt x="2800" y="416364"/>
                  </a:lnTo>
                  <a:lnTo>
                    <a:pt x="3150" y="414323"/>
                  </a:lnTo>
                  <a:lnTo>
                    <a:pt x="3515" y="412282"/>
                  </a:lnTo>
                  <a:lnTo>
                    <a:pt x="3894" y="410241"/>
                  </a:lnTo>
                  <a:lnTo>
                    <a:pt x="4290" y="408200"/>
                  </a:lnTo>
                  <a:lnTo>
                    <a:pt x="4705" y="406159"/>
                  </a:lnTo>
                  <a:lnTo>
                    <a:pt x="5132" y="404118"/>
                  </a:lnTo>
                  <a:lnTo>
                    <a:pt x="5573" y="402077"/>
                  </a:lnTo>
                  <a:lnTo>
                    <a:pt x="6031" y="400036"/>
                  </a:lnTo>
                  <a:lnTo>
                    <a:pt x="6505" y="397995"/>
                  </a:lnTo>
                  <a:lnTo>
                    <a:pt x="6626" y="397489"/>
                  </a:lnTo>
                  <a:lnTo>
                    <a:pt x="6993" y="395954"/>
                  </a:lnTo>
                  <a:lnTo>
                    <a:pt x="7494" y="393913"/>
                  </a:lnTo>
                  <a:lnTo>
                    <a:pt x="8012" y="391872"/>
                  </a:lnTo>
                  <a:lnTo>
                    <a:pt x="8547" y="389831"/>
                  </a:lnTo>
                  <a:lnTo>
                    <a:pt x="9095" y="387790"/>
                  </a:lnTo>
                  <a:lnTo>
                    <a:pt x="9657" y="385749"/>
                  </a:lnTo>
                  <a:lnTo>
                    <a:pt x="10237" y="383708"/>
                  </a:lnTo>
                  <a:lnTo>
                    <a:pt x="10834" y="381667"/>
                  </a:lnTo>
                  <a:lnTo>
                    <a:pt x="11445" y="379626"/>
                  </a:lnTo>
                  <a:lnTo>
                    <a:pt x="12070" y="377585"/>
                  </a:lnTo>
                  <a:lnTo>
                    <a:pt x="12715" y="375544"/>
                  </a:lnTo>
                  <a:lnTo>
                    <a:pt x="13376" y="373503"/>
                  </a:lnTo>
                  <a:lnTo>
                    <a:pt x="14052" y="371462"/>
                  </a:lnTo>
                  <a:lnTo>
                    <a:pt x="14743" y="369421"/>
                  </a:lnTo>
                  <a:lnTo>
                    <a:pt x="15455" y="367380"/>
                  </a:lnTo>
                  <a:lnTo>
                    <a:pt x="16183" y="365339"/>
                  </a:lnTo>
                  <a:lnTo>
                    <a:pt x="16925" y="363298"/>
                  </a:lnTo>
                  <a:lnTo>
                    <a:pt x="17682" y="361257"/>
                  </a:lnTo>
                  <a:lnTo>
                    <a:pt x="18461" y="359216"/>
                  </a:lnTo>
                  <a:lnTo>
                    <a:pt x="19254" y="357175"/>
                  </a:lnTo>
                  <a:lnTo>
                    <a:pt x="20062" y="355134"/>
                  </a:lnTo>
                  <a:lnTo>
                    <a:pt x="20884" y="353093"/>
                  </a:lnTo>
                  <a:lnTo>
                    <a:pt x="21726" y="351052"/>
                  </a:lnTo>
                  <a:lnTo>
                    <a:pt x="22582" y="349011"/>
                  </a:lnTo>
                  <a:lnTo>
                    <a:pt x="23450" y="346970"/>
                  </a:lnTo>
                  <a:lnTo>
                    <a:pt x="24331" y="344929"/>
                  </a:lnTo>
                  <a:lnTo>
                    <a:pt x="25230" y="342888"/>
                  </a:lnTo>
                  <a:lnTo>
                    <a:pt x="26139" y="340847"/>
                  </a:lnTo>
                  <a:lnTo>
                    <a:pt x="27060" y="338806"/>
                  </a:lnTo>
                  <a:lnTo>
                    <a:pt x="27991" y="336765"/>
                  </a:lnTo>
                  <a:lnTo>
                    <a:pt x="28935" y="334724"/>
                  </a:lnTo>
                  <a:lnTo>
                    <a:pt x="29888" y="332683"/>
                  </a:lnTo>
                  <a:lnTo>
                    <a:pt x="30848" y="330642"/>
                  </a:lnTo>
                  <a:lnTo>
                    <a:pt x="31816" y="328601"/>
                  </a:lnTo>
                  <a:lnTo>
                    <a:pt x="32792" y="326560"/>
                  </a:lnTo>
                  <a:lnTo>
                    <a:pt x="33773" y="324519"/>
                  </a:lnTo>
                  <a:lnTo>
                    <a:pt x="34757" y="322478"/>
                  </a:lnTo>
                  <a:lnTo>
                    <a:pt x="35744" y="320437"/>
                  </a:lnTo>
                  <a:lnTo>
                    <a:pt x="36734" y="318396"/>
                  </a:lnTo>
                  <a:lnTo>
                    <a:pt x="37724" y="316355"/>
                  </a:lnTo>
                  <a:lnTo>
                    <a:pt x="38714" y="314314"/>
                  </a:lnTo>
                  <a:lnTo>
                    <a:pt x="39701" y="312273"/>
                  </a:lnTo>
                  <a:lnTo>
                    <a:pt x="40685" y="310232"/>
                  </a:lnTo>
                  <a:lnTo>
                    <a:pt x="41664" y="308191"/>
                  </a:lnTo>
                  <a:lnTo>
                    <a:pt x="42637" y="306150"/>
                  </a:lnTo>
                  <a:lnTo>
                    <a:pt x="43604" y="304109"/>
                  </a:lnTo>
                  <a:lnTo>
                    <a:pt x="44559" y="302068"/>
                  </a:lnTo>
                  <a:lnTo>
                    <a:pt x="45506" y="300027"/>
                  </a:lnTo>
                  <a:lnTo>
                    <a:pt x="46442" y="297986"/>
                  </a:lnTo>
                  <a:lnTo>
                    <a:pt x="47365" y="295945"/>
                  </a:lnTo>
                  <a:lnTo>
                    <a:pt x="48272" y="293904"/>
                  </a:lnTo>
                  <a:lnTo>
                    <a:pt x="49166" y="291863"/>
                  </a:lnTo>
                  <a:lnTo>
                    <a:pt x="50045" y="289822"/>
                  </a:lnTo>
                  <a:lnTo>
                    <a:pt x="50904" y="287781"/>
                  </a:lnTo>
                  <a:lnTo>
                    <a:pt x="51744" y="285740"/>
                  </a:lnTo>
                  <a:lnTo>
                    <a:pt x="52565" y="283699"/>
                  </a:lnTo>
                  <a:lnTo>
                    <a:pt x="53369" y="281658"/>
                  </a:lnTo>
                  <a:lnTo>
                    <a:pt x="54149" y="279617"/>
                  </a:lnTo>
                  <a:lnTo>
                    <a:pt x="54905" y="277576"/>
                  </a:lnTo>
                  <a:lnTo>
                    <a:pt x="55642" y="275535"/>
                  </a:lnTo>
                  <a:lnTo>
                    <a:pt x="56358" y="273494"/>
                  </a:lnTo>
                  <a:lnTo>
                    <a:pt x="57047" y="271453"/>
                  </a:lnTo>
                  <a:lnTo>
                    <a:pt x="57711" y="269412"/>
                  </a:lnTo>
                  <a:lnTo>
                    <a:pt x="58354" y="267371"/>
                  </a:lnTo>
                  <a:lnTo>
                    <a:pt x="58975" y="265330"/>
                  </a:lnTo>
                  <a:lnTo>
                    <a:pt x="59569" y="263289"/>
                  </a:lnTo>
                  <a:lnTo>
                    <a:pt x="60138" y="261248"/>
                  </a:lnTo>
                  <a:lnTo>
                    <a:pt x="60686" y="259207"/>
                  </a:lnTo>
                  <a:lnTo>
                    <a:pt x="61214" y="257166"/>
                  </a:lnTo>
                  <a:lnTo>
                    <a:pt x="61715" y="255125"/>
                  </a:lnTo>
                  <a:lnTo>
                    <a:pt x="62193" y="253084"/>
                  </a:lnTo>
                  <a:lnTo>
                    <a:pt x="62653" y="251043"/>
                  </a:lnTo>
                  <a:lnTo>
                    <a:pt x="63095" y="249002"/>
                  </a:lnTo>
                  <a:lnTo>
                    <a:pt x="63512" y="246961"/>
                  </a:lnTo>
                  <a:lnTo>
                    <a:pt x="63911" y="244920"/>
                  </a:lnTo>
                  <a:lnTo>
                    <a:pt x="64295" y="242879"/>
                  </a:lnTo>
                  <a:lnTo>
                    <a:pt x="64664" y="240838"/>
                  </a:lnTo>
                  <a:lnTo>
                    <a:pt x="65013" y="238797"/>
                  </a:lnTo>
                  <a:lnTo>
                    <a:pt x="65349" y="236756"/>
                  </a:lnTo>
                  <a:lnTo>
                    <a:pt x="65674" y="234715"/>
                  </a:lnTo>
                  <a:lnTo>
                    <a:pt x="65988" y="232674"/>
                  </a:lnTo>
                  <a:lnTo>
                    <a:pt x="66289" y="230633"/>
                  </a:lnTo>
                  <a:lnTo>
                    <a:pt x="66581" y="228592"/>
                  </a:lnTo>
                  <a:lnTo>
                    <a:pt x="66867" y="226551"/>
                  </a:lnTo>
                  <a:lnTo>
                    <a:pt x="67146" y="224510"/>
                  </a:lnTo>
                  <a:lnTo>
                    <a:pt x="67418" y="222469"/>
                  </a:lnTo>
                  <a:lnTo>
                    <a:pt x="67687" y="220428"/>
                  </a:lnTo>
                  <a:lnTo>
                    <a:pt x="67953" y="218387"/>
                  </a:lnTo>
                  <a:lnTo>
                    <a:pt x="68216" y="216346"/>
                  </a:lnTo>
                  <a:lnTo>
                    <a:pt x="68479" y="214305"/>
                  </a:lnTo>
                  <a:lnTo>
                    <a:pt x="68742" y="212264"/>
                  </a:lnTo>
                  <a:lnTo>
                    <a:pt x="69006" y="210223"/>
                  </a:lnTo>
                  <a:lnTo>
                    <a:pt x="69272" y="208182"/>
                  </a:lnTo>
                  <a:lnTo>
                    <a:pt x="69541" y="206141"/>
                  </a:lnTo>
                  <a:lnTo>
                    <a:pt x="69813" y="204100"/>
                  </a:lnTo>
                  <a:lnTo>
                    <a:pt x="70088" y="202059"/>
                  </a:lnTo>
                  <a:lnTo>
                    <a:pt x="70367" y="200018"/>
                  </a:lnTo>
                  <a:lnTo>
                    <a:pt x="70653" y="197977"/>
                  </a:lnTo>
                  <a:lnTo>
                    <a:pt x="70943" y="195936"/>
                  </a:lnTo>
                  <a:lnTo>
                    <a:pt x="71237" y="193895"/>
                  </a:lnTo>
                  <a:lnTo>
                    <a:pt x="71538" y="191854"/>
                  </a:lnTo>
                  <a:lnTo>
                    <a:pt x="71844" y="189813"/>
                  </a:lnTo>
                  <a:lnTo>
                    <a:pt x="72156" y="187772"/>
                  </a:lnTo>
                  <a:lnTo>
                    <a:pt x="72472" y="185731"/>
                  </a:lnTo>
                  <a:lnTo>
                    <a:pt x="72794" y="183690"/>
                  </a:lnTo>
                  <a:lnTo>
                    <a:pt x="73121" y="181649"/>
                  </a:lnTo>
                  <a:lnTo>
                    <a:pt x="73453" y="179608"/>
                  </a:lnTo>
                  <a:lnTo>
                    <a:pt x="73788" y="177567"/>
                  </a:lnTo>
                  <a:lnTo>
                    <a:pt x="74127" y="175526"/>
                  </a:lnTo>
                  <a:lnTo>
                    <a:pt x="74469" y="173485"/>
                  </a:lnTo>
                  <a:lnTo>
                    <a:pt x="74814" y="171444"/>
                  </a:lnTo>
                  <a:lnTo>
                    <a:pt x="75161" y="169403"/>
                  </a:lnTo>
                  <a:lnTo>
                    <a:pt x="75509" y="167362"/>
                  </a:lnTo>
                  <a:lnTo>
                    <a:pt x="75858" y="165321"/>
                  </a:lnTo>
                  <a:lnTo>
                    <a:pt x="76207" y="163280"/>
                  </a:lnTo>
                  <a:lnTo>
                    <a:pt x="76556" y="161239"/>
                  </a:lnTo>
                  <a:lnTo>
                    <a:pt x="76903" y="159198"/>
                  </a:lnTo>
                  <a:lnTo>
                    <a:pt x="77249" y="157157"/>
                  </a:lnTo>
                  <a:lnTo>
                    <a:pt x="77592" y="155116"/>
                  </a:lnTo>
                  <a:lnTo>
                    <a:pt x="77933" y="153075"/>
                  </a:lnTo>
                  <a:lnTo>
                    <a:pt x="78269" y="151034"/>
                  </a:lnTo>
                  <a:lnTo>
                    <a:pt x="78601" y="148993"/>
                  </a:lnTo>
                  <a:lnTo>
                    <a:pt x="78928" y="146952"/>
                  </a:lnTo>
                  <a:lnTo>
                    <a:pt x="79251" y="144911"/>
                  </a:lnTo>
                  <a:lnTo>
                    <a:pt x="79567" y="142870"/>
                  </a:lnTo>
                  <a:lnTo>
                    <a:pt x="79877" y="140829"/>
                  </a:lnTo>
                  <a:lnTo>
                    <a:pt x="80181" y="138788"/>
                  </a:lnTo>
                  <a:lnTo>
                    <a:pt x="80479" y="136747"/>
                  </a:lnTo>
                  <a:lnTo>
                    <a:pt x="80769" y="134706"/>
                  </a:lnTo>
                  <a:lnTo>
                    <a:pt x="81051" y="132665"/>
                  </a:lnTo>
                  <a:lnTo>
                    <a:pt x="81326" y="130624"/>
                  </a:lnTo>
                  <a:lnTo>
                    <a:pt x="81595" y="128583"/>
                  </a:lnTo>
                  <a:lnTo>
                    <a:pt x="81855" y="126542"/>
                  </a:lnTo>
                  <a:lnTo>
                    <a:pt x="82106" y="124501"/>
                  </a:lnTo>
                  <a:lnTo>
                    <a:pt x="82351" y="122460"/>
                  </a:lnTo>
                  <a:lnTo>
                    <a:pt x="82589" y="120419"/>
                  </a:lnTo>
                  <a:lnTo>
                    <a:pt x="82818" y="118378"/>
                  </a:lnTo>
                  <a:lnTo>
                    <a:pt x="83039" y="116337"/>
                  </a:lnTo>
                  <a:lnTo>
                    <a:pt x="83254" y="114296"/>
                  </a:lnTo>
                  <a:lnTo>
                    <a:pt x="83462" y="112255"/>
                  </a:lnTo>
                  <a:lnTo>
                    <a:pt x="83662" y="110214"/>
                  </a:lnTo>
                  <a:lnTo>
                    <a:pt x="83855" y="108173"/>
                  </a:lnTo>
                  <a:lnTo>
                    <a:pt x="84042" y="106132"/>
                  </a:lnTo>
                  <a:lnTo>
                    <a:pt x="84224" y="104091"/>
                  </a:lnTo>
                  <a:lnTo>
                    <a:pt x="84398" y="102050"/>
                  </a:lnTo>
                  <a:lnTo>
                    <a:pt x="84566" y="100009"/>
                  </a:lnTo>
                  <a:lnTo>
                    <a:pt x="84730" y="97968"/>
                  </a:lnTo>
                  <a:lnTo>
                    <a:pt x="84889" y="95927"/>
                  </a:lnTo>
                  <a:lnTo>
                    <a:pt x="85041" y="93886"/>
                  </a:lnTo>
                  <a:lnTo>
                    <a:pt x="85190" y="91845"/>
                  </a:lnTo>
                  <a:lnTo>
                    <a:pt x="85334" y="89804"/>
                  </a:lnTo>
                  <a:lnTo>
                    <a:pt x="85474" y="87763"/>
                  </a:lnTo>
                  <a:lnTo>
                    <a:pt x="85609" y="85722"/>
                  </a:lnTo>
                  <a:lnTo>
                    <a:pt x="85741" y="83681"/>
                  </a:lnTo>
                  <a:lnTo>
                    <a:pt x="85870" y="81640"/>
                  </a:lnTo>
                  <a:lnTo>
                    <a:pt x="85995" y="79599"/>
                  </a:lnTo>
                  <a:lnTo>
                    <a:pt x="86116" y="77558"/>
                  </a:lnTo>
                  <a:lnTo>
                    <a:pt x="86234" y="75517"/>
                  </a:lnTo>
                  <a:lnTo>
                    <a:pt x="86350" y="73476"/>
                  </a:lnTo>
                  <a:lnTo>
                    <a:pt x="86463" y="71435"/>
                  </a:lnTo>
                  <a:lnTo>
                    <a:pt x="86573" y="69394"/>
                  </a:lnTo>
                  <a:lnTo>
                    <a:pt x="86681" y="67353"/>
                  </a:lnTo>
                  <a:lnTo>
                    <a:pt x="86786" y="65312"/>
                  </a:lnTo>
                  <a:lnTo>
                    <a:pt x="86889" y="63271"/>
                  </a:lnTo>
                  <a:lnTo>
                    <a:pt x="86989" y="61230"/>
                  </a:lnTo>
                  <a:lnTo>
                    <a:pt x="87088" y="59189"/>
                  </a:lnTo>
                  <a:lnTo>
                    <a:pt x="87184" y="57148"/>
                  </a:lnTo>
                  <a:lnTo>
                    <a:pt x="87278" y="55107"/>
                  </a:lnTo>
                  <a:lnTo>
                    <a:pt x="87370" y="53066"/>
                  </a:lnTo>
                  <a:lnTo>
                    <a:pt x="87460" y="51025"/>
                  </a:lnTo>
                  <a:lnTo>
                    <a:pt x="87548" y="48984"/>
                  </a:lnTo>
                  <a:lnTo>
                    <a:pt x="87633" y="46943"/>
                  </a:lnTo>
                  <a:lnTo>
                    <a:pt x="87717" y="44902"/>
                  </a:lnTo>
                  <a:lnTo>
                    <a:pt x="87799" y="42861"/>
                  </a:lnTo>
                  <a:lnTo>
                    <a:pt x="87879" y="40820"/>
                  </a:lnTo>
                  <a:lnTo>
                    <a:pt x="87958" y="38779"/>
                  </a:lnTo>
                  <a:lnTo>
                    <a:pt x="88034" y="36738"/>
                  </a:lnTo>
                  <a:lnTo>
                    <a:pt x="88108" y="34697"/>
                  </a:lnTo>
                  <a:lnTo>
                    <a:pt x="88182" y="32656"/>
                  </a:lnTo>
                  <a:lnTo>
                    <a:pt x="88253" y="30615"/>
                  </a:lnTo>
                  <a:lnTo>
                    <a:pt x="88322" y="28574"/>
                  </a:lnTo>
                  <a:lnTo>
                    <a:pt x="88390" y="26533"/>
                  </a:lnTo>
                  <a:lnTo>
                    <a:pt x="88456" y="24492"/>
                  </a:lnTo>
                  <a:lnTo>
                    <a:pt x="88520" y="22451"/>
                  </a:lnTo>
                  <a:lnTo>
                    <a:pt x="88583" y="20410"/>
                  </a:lnTo>
                  <a:lnTo>
                    <a:pt x="88645" y="18369"/>
                  </a:lnTo>
                  <a:lnTo>
                    <a:pt x="88705" y="16328"/>
                  </a:lnTo>
                  <a:lnTo>
                    <a:pt x="88764" y="14287"/>
                  </a:lnTo>
                  <a:lnTo>
                    <a:pt x="88821" y="12246"/>
                  </a:lnTo>
                  <a:lnTo>
                    <a:pt x="88877" y="10205"/>
                  </a:lnTo>
                  <a:lnTo>
                    <a:pt x="88932" y="8164"/>
                  </a:lnTo>
                  <a:lnTo>
                    <a:pt x="88985" y="6123"/>
                  </a:lnTo>
                  <a:lnTo>
                    <a:pt x="89037" y="4082"/>
                  </a:lnTo>
                  <a:lnTo>
                    <a:pt x="89088" y="2041"/>
                  </a:lnTo>
                  <a:lnTo>
                    <a:pt x="89138" y="0"/>
                  </a:lnTo>
                  <a:lnTo>
                    <a:pt x="91630" y="0"/>
                  </a:lnTo>
                  <a:lnTo>
                    <a:pt x="91680" y="2041"/>
                  </a:lnTo>
                  <a:lnTo>
                    <a:pt x="91731" y="4082"/>
                  </a:lnTo>
                  <a:lnTo>
                    <a:pt x="91783" y="6123"/>
                  </a:lnTo>
                  <a:lnTo>
                    <a:pt x="91836" y="8164"/>
                  </a:lnTo>
                  <a:lnTo>
                    <a:pt x="91891" y="10205"/>
                  </a:lnTo>
                  <a:lnTo>
                    <a:pt x="91947" y="12246"/>
                  </a:lnTo>
                  <a:lnTo>
                    <a:pt x="92004" y="14287"/>
                  </a:lnTo>
                  <a:lnTo>
                    <a:pt x="92063" y="16328"/>
                  </a:lnTo>
                  <a:lnTo>
                    <a:pt x="92123" y="18369"/>
                  </a:lnTo>
                  <a:lnTo>
                    <a:pt x="92185" y="20410"/>
                  </a:lnTo>
                  <a:lnTo>
                    <a:pt x="92248" y="22451"/>
                  </a:lnTo>
                  <a:lnTo>
                    <a:pt x="92312" y="24492"/>
                  </a:lnTo>
                  <a:lnTo>
                    <a:pt x="92378" y="26533"/>
                  </a:lnTo>
                  <a:lnTo>
                    <a:pt x="92446" y="28574"/>
                  </a:lnTo>
                  <a:lnTo>
                    <a:pt x="92515" y="30615"/>
                  </a:lnTo>
                  <a:lnTo>
                    <a:pt x="92586" y="32656"/>
                  </a:lnTo>
                  <a:lnTo>
                    <a:pt x="92659" y="34697"/>
                  </a:lnTo>
                  <a:lnTo>
                    <a:pt x="92734" y="36738"/>
                  </a:lnTo>
                  <a:lnTo>
                    <a:pt x="92810" y="38779"/>
                  </a:lnTo>
                  <a:lnTo>
                    <a:pt x="92888" y="40820"/>
                  </a:lnTo>
                  <a:lnTo>
                    <a:pt x="92969" y="42861"/>
                  </a:lnTo>
                  <a:lnTo>
                    <a:pt x="93051" y="44902"/>
                  </a:lnTo>
                  <a:lnTo>
                    <a:pt x="93134" y="46943"/>
                  </a:lnTo>
                  <a:lnTo>
                    <a:pt x="93220" y="48984"/>
                  </a:lnTo>
                  <a:lnTo>
                    <a:pt x="93308" y="51025"/>
                  </a:lnTo>
                  <a:lnTo>
                    <a:pt x="93398" y="53066"/>
                  </a:lnTo>
                  <a:lnTo>
                    <a:pt x="93490" y="55107"/>
                  </a:lnTo>
                  <a:lnTo>
                    <a:pt x="93584" y="57148"/>
                  </a:lnTo>
                  <a:lnTo>
                    <a:pt x="93680" y="59189"/>
                  </a:lnTo>
                  <a:lnTo>
                    <a:pt x="93778" y="61230"/>
                  </a:lnTo>
                  <a:lnTo>
                    <a:pt x="93879" y="63271"/>
                  </a:lnTo>
                  <a:lnTo>
                    <a:pt x="93982" y="65312"/>
                  </a:lnTo>
                  <a:lnTo>
                    <a:pt x="94087" y="67353"/>
                  </a:lnTo>
                  <a:lnTo>
                    <a:pt x="94195" y="69394"/>
                  </a:lnTo>
                  <a:lnTo>
                    <a:pt x="94304" y="71435"/>
                  </a:lnTo>
                  <a:lnTo>
                    <a:pt x="94417" y="73476"/>
                  </a:lnTo>
                  <a:lnTo>
                    <a:pt x="94533" y="75517"/>
                  </a:lnTo>
                  <a:lnTo>
                    <a:pt x="94652" y="77558"/>
                  </a:lnTo>
                  <a:lnTo>
                    <a:pt x="94773" y="79599"/>
                  </a:lnTo>
                  <a:lnTo>
                    <a:pt x="94898" y="81640"/>
                  </a:lnTo>
                  <a:lnTo>
                    <a:pt x="95027" y="83681"/>
                  </a:lnTo>
                  <a:lnTo>
                    <a:pt x="95159" y="85722"/>
                  </a:lnTo>
                  <a:lnTo>
                    <a:pt x="95294" y="87763"/>
                  </a:lnTo>
                  <a:lnTo>
                    <a:pt x="95434" y="89804"/>
                  </a:lnTo>
                  <a:lnTo>
                    <a:pt x="95578" y="91845"/>
                  </a:lnTo>
                  <a:lnTo>
                    <a:pt x="95726" y="93886"/>
                  </a:lnTo>
                  <a:lnTo>
                    <a:pt x="95879" y="95927"/>
                  </a:lnTo>
                  <a:lnTo>
                    <a:pt x="96038" y="97968"/>
                  </a:lnTo>
                  <a:lnTo>
                    <a:pt x="96201" y="100009"/>
                  </a:lnTo>
                  <a:lnTo>
                    <a:pt x="96370" y="102050"/>
                  </a:lnTo>
                  <a:lnTo>
                    <a:pt x="96544" y="104091"/>
                  </a:lnTo>
                  <a:lnTo>
                    <a:pt x="96726" y="106132"/>
                  </a:lnTo>
                  <a:lnTo>
                    <a:pt x="96913" y="108173"/>
                  </a:lnTo>
                  <a:lnTo>
                    <a:pt x="97106" y="110214"/>
                  </a:lnTo>
                  <a:lnTo>
                    <a:pt x="97305" y="112255"/>
                  </a:lnTo>
                  <a:lnTo>
                    <a:pt x="97514" y="114296"/>
                  </a:lnTo>
                  <a:lnTo>
                    <a:pt x="97729" y="116337"/>
                  </a:lnTo>
                  <a:lnTo>
                    <a:pt x="97950" y="118378"/>
                  </a:lnTo>
                  <a:lnTo>
                    <a:pt x="98178" y="120419"/>
                  </a:lnTo>
                  <a:lnTo>
                    <a:pt x="98417" y="122460"/>
                  </a:lnTo>
                  <a:lnTo>
                    <a:pt x="98662" y="124501"/>
                  </a:lnTo>
                  <a:lnTo>
                    <a:pt x="98913" y="126542"/>
                  </a:lnTo>
                  <a:lnTo>
                    <a:pt x="99172" y="128583"/>
                  </a:lnTo>
                  <a:lnTo>
                    <a:pt x="99441" y="130624"/>
                  </a:lnTo>
                  <a:lnTo>
                    <a:pt x="99717" y="132665"/>
                  </a:lnTo>
                  <a:lnTo>
                    <a:pt x="99999" y="134706"/>
                  </a:lnTo>
                  <a:lnTo>
                    <a:pt x="100289" y="136747"/>
                  </a:lnTo>
                  <a:lnTo>
                    <a:pt x="100587" y="138788"/>
                  </a:lnTo>
                  <a:lnTo>
                    <a:pt x="100891" y="140829"/>
                  </a:lnTo>
                  <a:lnTo>
                    <a:pt x="101201" y="142870"/>
                  </a:lnTo>
                  <a:lnTo>
                    <a:pt x="101517" y="144911"/>
                  </a:lnTo>
                  <a:lnTo>
                    <a:pt x="101840" y="146952"/>
                  </a:lnTo>
                  <a:lnTo>
                    <a:pt x="102167" y="148993"/>
                  </a:lnTo>
                  <a:lnTo>
                    <a:pt x="102499" y="151034"/>
                  </a:lnTo>
                  <a:lnTo>
                    <a:pt x="102835" y="153075"/>
                  </a:lnTo>
                  <a:lnTo>
                    <a:pt x="103176" y="155116"/>
                  </a:lnTo>
                  <a:lnTo>
                    <a:pt x="103519" y="157157"/>
                  </a:lnTo>
                  <a:lnTo>
                    <a:pt x="103864" y="159198"/>
                  </a:lnTo>
                  <a:lnTo>
                    <a:pt x="104212" y="161239"/>
                  </a:lnTo>
                  <a:lnTo>
                    <a:pt x="104561" y="163280"/>
                  </a:lnTo>
                  <a:lnTo>
                    <a:pt x="104910" y="165321"/>
                  </a:lnTo>
                  <a:lnTo>
                    <a:pt x="105259" y="167362"/>
                  </a:lnTo>
                  <a:lnTo>
                    <a:pt x="105607" y="169403"/>
                  </a:lnTo>
                  <a:lnTo>
                    <a:pt x="105954" y="171444"/>
                  </a:lnTo>
                  <a:lnTo>
                    <a:pt x="106298" y="173485"/>
                  </a:lnTo>
                  <a:lnTo>
                    <a:pt x="106641" y="175526"/>
                  </a:lnTo>
                  <a:lnTo>
                    <a:pt x="106980" y="177567"/>
                  </a:lnTo>
                  <a:lnTo>
                    <a:pt x="107315" y="179608"/>
                  </a:lnTo>
                  <a:lnTo>
                    <a:pt x="107646" y="181649"/>
                  </a:lnTo>
                  <a:lnTo>
                    <a:pt x="107974" y="183690"/>
                  </a:lnTo>
                  <a:lnTo>
                    <a:pt x="108296" y="185731"/>
                  </a:lnTo>
                  <a:lnTo>
                    <a:pt x="108612" y="187772"/>
                  </a:lnTo>
                  <a:lnTo>
                    <a:pt x="108923" y="189813"/>
                  </a:lnTo>
                  <a:lnTo>
                    <a:pt x="109230" y="191854"/>
                  </a:lnTo>
                  <a:lnTo>
                    <a:pt x="109530" y="193895"/>
                  </a:lnTo>
                  <a:lnTo>
                    <a:pt x="109825" y="195936"/>
                  </a:lnTo>
                  <a:lnTo>
                    <a:pt x="110115" y="197977"/>
                  </a:lnTo>
                  <a:lnTo>
                    <a:pt x="110401" y="200018"/>
                  </a:lnTo>
                  <a:lnTo>
                    <a:pt x="110680" y="202059"/>
                  </a:lnTo>
                  <a:lnTo>
                    <a:pt x="110955" y="204100"/>
                  </a:lnTo>
                  <a:lnTo>
                    <a:pt x="111227" y="206141"/>
                  </a:lnTo>
                  <a:lnTo>
                    <a:pt x="111496" y="208182"/>
                  </a:lnTo>
                  <a:lnTo>
                    <a:pt x="111762" y="210223"/>
                  </a:lnTo>
                  <a:lnTo>
                    <a:pt x="112026" y="212264"/>
                  </a:lnTo>
                  <a:lnTo>
                    <a:pt x="112289" y="214305"/>
                  </a:lnTo>
                  <a:lnTo>
                    <a:pt x="112551" y="216346"/>
                  </a:lnTo>
                  <a:lnTo>
                    <a:pt x="112815" y="218387"/>
                  </a:lnTo>
                  <a:lnTo>
                    <a:pt x="113081" y="220428"/>
                  </a:lnTo>
                  <a:lnTo>
                    <a:pt x="113350" y="222469"/>
                  </a:lnTo>
                  <a:lnTo>
                    <a:pt x="113622" y="224510"/>
                  </a:lnTo>
                  <a:lnTo>
                    <a:pt x="113901" y="226551"/>
                  </a:lnTo>
                  <a:lnTo>
                    <a:pt x="114187" y="228592"/>
                  </a:lnTo>
                  <a:lnTo>
                    <a:pt x="114479" y="230633"/>
                  </a:lnTo>
                  <a:lnTo>
                    <a:pt x="114779" y="232674"/>
                  </a:lnTo>
                  <a:lnTo>
                    <a:pt x="115094" y="234715"/>
                  </a:lnTo>
                  <a:lnTo>
                    <a:pt x="115418" y="236756"/>
                  </a:lnTo>
                  <a:lnTo>
                    <a:pt x="115755" y="238797"/>
                  </a:lnTo>
                  <a:lnTo>
                    <a:pt x="116104" y="240838"/>
                  </a:lnTo>
                  <a:lnTo>
                    <a:pt x="116473" y="242879"/>
                  </a:lnTo>
                  <a:lnTo>
                    <a:pt x="116857" y="244920"/>
                  </a:lnTo>
                  <a:lnTo>
                    <a:pt x="117256" y="246961"/>
                  </a:lnTo>
                  <a:lnTo>
                    <a:pt x="117673" y="249002"/>
                  </a:lnTo>
                  <a:lnTo>
                    <a:pt x="118115" y="251043"/>
                  </a:lnTo>
                  <a:lnTo>
                    <a:pt x="118575" y="253084"/>
                  </a:lnTo>
                  <a:lnTo>
                    <a:pt x="119053" y="255125"/>
                  </a:lnTo>
                  <a:lnTo>
                    <a:pt x="119554" y="257166"/>
                  </a:lnTo>
                  <a:lnTo>
                    <a:pt x="120082" y="259207"/>
                  </a:lnTo>
                  <a:lnTo>
                    <a:pt x="120630" y="261248"/>
                  </a:lnTo>
                  <a:lnTo>
                    <a:pt x="121199" y="263289"/>
                  </a:lnTo>
                  <a:lnTo>
                    <a:pt x="121792" y="265330"/>
                  </a:lnTo>
                  <a:lnTo>
                    <a:pt x="122414" y="267371"/>
                  </a:lnTo>
                  <a:lnTo>
                    <a:pt x="123057" y="269412"/>
                  </a:lnTo>
                  <a:lnTo>
                    <a:pt x="123721" y="271453"/>
                  </a:lnTo>
                  <a:lnTo>
                    <a:pt x="124410" y="273494"/>
                  </a:lnTo>
                  <a:lnTo>
                    <a:pt x="125126" y="275535"/>
                  </a:lnTo>
                  <a:lnTo>
                    <a:pt x="125862" y="277576"/>
                  </a:lnTo>
                  <a:lnTo>
                    <a:pt x="126619" y="279617"/>
                  </a:lnTo>
                  <a:lnTo>
                    <a:pt x="127399" y="281658"/>
                  </a:lnTo>
                  <a:lnTo>
                    <a:pt x="128203" y="283699"/>
                  </a:lnTo>
                  <a:lnTo>
                    <a:pt x="129024" y="285740"/>
                  </a:lnTo>
                  <a:lnTo>
                    <a:pt x="129863" y="287781"/>
                  </a:lnTo>
                  <a:lnTo>
                    <a:pt x="130723" y="289822"/>
                  </a:lnTo>
                  <a:lnTo>
                    <a:pt x="131602" y="291863"/>
                  </a:lnTo>
                  <a:lnTo>
                    <a:pt x="132496" y="293904"/>
                  </a:lnTo>
                  <a:lnTo>
                    <a:pt x="133402" y="295945"/>
                  </a:lnTo>
                  <a:lnTo>
                    <a:pt x="134326" y="297986"/>
                  </a:lnTo>
                  <a:lnTo>
                    <a:pt x="135262" y="300027"/>
                  </a:lnTo>
                  <a:lnTo>
                    <a:pt x="136209" y="302068"/>
                  </a:lnTo>
                  <a:lnTo>
                    <a:pt x="137164" y="304109"/>
                  </a:lnTo>
                  <a:lnTo>
                    <a:pt x="138131" y="306150"/>
                  </a:lnTo>
                  <a:lnTo>
                    <a:pt x="139104" y="308191"/>
                  </a:lnTo>
                  <a:lnTo>
                    <a:pt x="140083" y="310232"/>
                  </a:lnTo>
                  <a:lnTo>
                    <a:pt x="141067" y="312273"/>
                  </a:lnTo>
                  <a:lnTo>
                    <a:pt x="142054" y="314314"/>
                  </a:lnTo>
                  <a:lnTo>
                    <a:pt x="143044" y="316355"/>
                  </a:lnTo>
                  <a:lnTo>
                    <a:pt x="144034" y="318396"/>
                  </a:lnTo>
                  <a:lnTo>
                    <a:pt x="145023" y="320437"/>
                  </a:lnTo>
                  <a:lnTo>
                    <a:pt x="146011" y="322478"/>
                  </a:lnTo>
                  <a:lnTo>
                    <a:pt x="146995" y="324519"/>
                  </a:lnTo>
                  <a:lnTo>
                    <a:pt x="147976" y="326560"/>
                  </a:lnTo>
                  <a:lnTo>
                    <a:pt x="148952" y="328601"/>
                  </a:lnTo>
                  <a:lnTo>
                    <a:pt x="149919" y="330642"/>
                  </a:lnTo>
                  <a:lnTo>
                    <a:pt x="150880" y="332683"/>
                  </a:lnTo>
                  <a:lnTo>
                    <a:pt x="151832" y="334724"/>
                  </a:lnTo>
                  <a:lnTo>
                    <a:pt x="152777" y="336765"/>
                  </a:lnTo>
                  <a:lnTo>
                    <a:pt x="153708" y="338806"/>
                  </a:lnTo>
                  <a:lnTo>
                    <a:pt x="154628" y="340847"/>
                  </a:lnTo>
                  <a:lnTo>
                    <a:pt x="155538" y="342888"/>
                  </a:lnTo>
                  <a:lnTo>
                    <a:pt x="156437" y="344929"/>
                  </a:lnTo>
                  <a:lnTo>
                    <a:pt x="157318" y="346970"/>
                  </a:lnTo>
                  <a:lnTo>
                    <a:pt x="158186" y="349011"/>
                  </a:lnTo>
                  <a:lnTo>
                    <a:pt x="159042" y="351052"/>
                  </a:lnTo>
                  <a:lnTo>
                    <a:pt x="159884" y="353093"/>
                  </a:lnTo>
                  <a:lnTo>
                    <a:pt x="160706" y="355134"/>
                  </a:lnTo>
                  <a:lnTo>
                    <a:pt x="161513" y="357175"/>
                  </a:lnTo>
                  <a:lnTo>
                    <a:pt x="162307" y="359216"/>
                  </a:lnTo>
                  <a:lnTo>
                    <a:pt x="163085" y="361257"/>
                  </a:lnTo>
                  <a:lnTo>
                    <a:pt x="163843" y="363298"/>
                  </a:lnTo>
                  <a:lnTo>
                    <a:pt x="164585" y="365339"/>
                  </a:lnTo>
                  <a:lnTo>
                    <a:pt x="165313" y="367380"/>
                  </a:lnTo>
                  <a:lnTo>
                    <a:pt x="166025" y="369421"/>
                  </a:lnTo>
                  <a:lnTo>
                    <a:pt x="166716" y="371462"/>
                  </a:lnTo>
                  <a:lnTo>
                    <a:pt x="167392" y="373503"/>
                  </a:lnTo>
                  <a:lnTo>
                    <a:pt x="168053" y="375544"/>
                  </a:lnTo>
                  <a:lnTo>
                    <a:pt x="168698" y="377585"/>
                  </a:lnTo>
                  <a:lnTo>
                    <a:pt x="169323" y="379626"/>
                  </a:lnTo>
                  <a:lnTo>
                    <a:pt x="169934" y="381667"/>
                  </a:lnTo>
                  <a:lnTo>
                    <a:pt x="170531" y="383708"/>
                  </a:lnTo>
                  <a:lnTo>
                    <a:pt x="171111" y="385749"/>
                  </a:lnTo>
                  <a:lnTo>
                    <a:pt x="171673" y="387790"/>
                  </a:lnTo>
                  <a:lnTo>
                    <a:pt x="172221" y="389831"/>
                  </a:lnTo>
                  <a:lnTo>
                    <a:pt x="172756" y="391872"/>
                  </a:lnTo>
                  <a:lnTo>
                    <a:pt x="173274" y="393913"/>
                  </a:lnTo>
                  <a:lnTo>
                    <a:pt x="173775" y="395954"/>
                  </a:lnTo>
                  <a:lnTo>
                    <a:pt x="174142" y="397489"/>
                  </a:lnTo>
                  <a:lnTo>
                    <a:pt x="174263" y="397995"/>
                  </a:lnTo>
                  <a:lnTo>
                    <a:pt x="174737" y="400036"/>
                  </a:lnTo>
                  <a:lnTo>
                    <a:pt x="175195" y="402077"/>
                  </a:lnTo>
                  <a:lnTo>
                    <a:pt x="175636" y="404118"/>
                  </a:lnTo>
                  <a:lnTo>
                    <a:pt x="176063" y="406159"/>
                  </a:lnTo>
                  <a:lnTo>
                    <a:pt x="176477" y="408200"/>
                  </a:lnTo>
                  <a:lnTo>
                    <a:pt x="176874" y="410241"/>
                  </a:lnTo>
                  <a:lnTo>
                    <a:pt x="177253" y="412282"/>
                  </a:lnTo>
                  <a:lnTo>
                    <a:pt x="177618" y="414323"/>
                  </a:lnTo>
                  <a:lnTo>
                    <a:pt x="177968" y="416364"/>
                  </a:lnTo>
                  <a:lnTo>
                    <a:pt x="178299" y="418405"/>
                  </a:lnTo>
                  <a:lnTo>
                    <a:pt x="178611" y="420446"/>
                  </a:lnTo>
                  <a:lnTo>
                    <a:pt x="178906" y="422487"/>
                  </a:lnTo>
                  <a:lnTo>
                    <a:pt x="179186" y="424528"/>
                  </a:lnTo>
                  <a:lnTo>
                    <a:pt x="179442" y="426569"/>
                  </a:lnTo>
                  <a:lnTo>
                    <a:pt x="179677" y="428610"/>
                  </a:lnTo>
                  <a:lnTo>
                    <a:pt x="179894" y="430651"/>
                  </a:lnTo>
                  <a:lnTo>
                    <a:pt x="180091" y="432692"/>
                  </a:lnTo>
                  <a:lnTo>
                    <a:pt x="180261" y="434733"/>
                  </a:lnTo>
                  <a:lnTo>
                    <a:pt x="180407" y="436774"/>
                  </a:lnTo>
                  <a:lnTo>
                    <a:pt x="180532" y="438815"/>
                  </a:lnTo>
                  <a:lnTo>
                    <a:pt x="180635" y="440856"/>
                  </a:lnTo>
                  <a:lnTo>
                    <a:pt x="180705" y="442897"/>
                  </a:lnTo>
                  <a:lnTo>
                    <a:pt x="180749" y="444938"/>
                  </a:lnTo>
                  <a:lnTo>
                    <a:pt x="180768" y="446979"/>
                  </a:lnTo>
                  <a:lnTo>
                    <a:pt x="180763" y="449020"/>
                  </a:lnTo>
                  <a:lnTo>
                    <a:pt x="180721" y="451061"/>
                  </a:lnTo>
                  <a:lnTo>
                    <a:pt x="180651" y="453102"/>
                  </a:lnTo>
                  <a:lnTo>
                    <a:pt x="180554" y="455143"/>
                  </a:lnTo>
                  <a:lnTo>
                    <a:pt x="180431" y="457184"/>
                  </a:lnTo>
                  <a:lnTo>
                    <a:pt x="180267" y="459225"/>
                  </a:lnTo>
                  <a:lnTo>
                    <a:pt x="180075" y="461266"/>
                  </a:lnTo>
                  <a:lnTo>
                    <a:pt x="179856" y="463307"/>
                  </a:lnTo>
                  <a:lnTo>
                    <a:pt x="179609" y="465348"/>
                  </a:lnTo>
                  <a:lnTo>
                    <a:pt x="179321" y="467389"/>
                  </a:lnTo>
                  <a:lnTo>
                    <a:pt x="179007" y="469430"/>
                  </a:lnTo>
                  <a:lnTo>
                    <a:pt x="178665" y="471471"/>
                  </a:lnTo>
                  <a:lnTo>
                    <a:pt x="178297" y="473512"/>
                  </a:lnTo>
                  <a:lnTo>
                    <a:pt x="177891" y="475553"/>
                  </a:lnTo>
                  <a:lnTo>
                    <a:pt x="177461" y="477594"/>
                  </a:lnTo>
                  <a:lnTo>
                    <a:pt x="177007" y="479635"/>
                  </a:lnTo>
                  <a:lnTo>
                    <a:pt x="176528" y="481676"/>
                  </a:lnTo>
                  <a:lnTo>
                    <a:pt x="176019" y="483717"/>
                  </a:lnTo>
                  <a:lnTo>
                    <a:pt x="175491" y="485758"/>
                  </a:lnTo>
                  <a:lnTo>
                    <a:pt x="174944" y="487799"/>
                  </a:lnTo>
                  <a:lnTo>
                    <a:pt x="174377" y="489840"/>
                  </a:lnTo>
                  <a:lnTo>
                    <a:pt x="173788" y="491881"/>
                  </a:lnTo>
                  <a:lnTo>
                    <a:pt x="173187" y="493922"/>
                  </a:lnTo>
                  <a:lnTo>
                    <a:pt x="172573" y="495963"/>
                  </a:lnTo>
                  <a:lnTo>
                    <a:pt x="171948" y="498004"/>
                  </a:lnTo>
                  <a:lnTo>
                    <a:pt x="171312" y="500045"/>
                  </a:lnTo>
                  <a:lnTo>
                    <a:pt x="170670" y="502086"/>
                  </a:lnTo>
                  <a:lnTo>
                    <a:pt x="170024" y="504127"/>
                  </a:lnTo>
                  <a:lnTo>
                    <a:pt x="169375" y="506168"/>
                  </a:lnTo>
                  <a:lnTo>
                    <a:pt x="168727" y="508209"/>
                  </a:lnTo>
                  <a:lnTo>
                    <a:pt x="168082" y="510250"/>
                  </a:lnTo>
                  <a:lnTo>
                    <a:pt x="167440" y="512291"/>
                  </a:lnTo>
                  <a:lnTo>
                    <a:pt x="166806" y="514332"/>
                  </a:lnTo>
                  <a:lnTo>
                    <a:pt x="166543" y="515195"/>
                  </a:lnTo>
                  <a:lnTo>
                    <a:pt x="166184" y="516373"/>
                  </a:lnTo>
                  <a:lnTo>
                    <a:pt x="165571" y="518414"/>
                  </a:lnTo>
                  <a:lnTo>
                    <a:pt x="164971" y="520455"/>
                  </a:lnTo>
                  <a:lnTo>
                    <a:pt x="164388" y="522496"/>
                  </a:lnTo>
                  <a:lnTo>
                    <a:pt x="163824" y="524537"/>
                  </a:lnTo>
                  <a:lnTo>
                    <a:pt x="163278" y="526578"/>
                  </a:lnTo>
                  <a:lnTo>
                    <a:pt x="162750" y="528619"/>
                  </a:lnTo>
                  <a:lnTo>
                    <a:pt x="162248" y="530660"/>
                  </a:lnTo>
                  <a:lnTo>
                    <a:pt x="161771" y="532701"/>
                  </a:lnTo>
                  <a:lnTo>
                    <a:pt x="161317" y="534742"/>
                  </a:lnTo>
                  <a:lnTo>
                    <a:pt x="160886" y="536783"/>
                  </a:lnTo>
                  <a:lnTo>
                    <a:pt x="160485" y="538824"/>
                  </a:lnTo>
                  <a:lnTo>
                    <a:pt x="160114" y="540865"/>
                  </a:lnTo>
                  <a:lnTo>
                    <a:pt x="159767" y="542906"/>
                  </a:lnTo>
                  <a:lnTo>
                    <a:pt x="159445" y="544947"/>
                  </a:lnTo>
                  <a:lnTo>
                    <a:pt x="159157" y="546988"/>
                  </a:lnTo>
                  <a:lnTo>
                    <a:pt x="158897" y="549029"/>
                  </a:lnTo>
                  <a:lnTo>
                    <a:pt x="158662" y="551070"/>
                  </a:lnTo>
                  <a:lnTo>
                    <a:pt x="158452" y="553111"/>
                  </a:lnTo>
                  <a:lnTo>
                    <a:pt x="158275" y="555152"/>
                  </a:lnTo>
                  <a:lnTo>
                    <a:pt x="158123" y="557193"/>
                  </a:lnTo>
                  <a:lnTo>
                    <a:pt x="157994" y="559234"/>
                  </a:lnTo>
                  <a:lnTo>
                    <a:pt x="157886" y="561275"/>
                  </a:lnTo>
                  <a:lnTo>
                    <a:pt x="157808" y="563316"/>
                  </a:lnTo>
                  <a:lnTo>
                    <a:pt x="157750" y="565357"/>
                  </a:lnTo>
                  <a:lnTo>
                    <a:pt x="157711" y="567398"/>
                  </a:lnTo>
                  <a:lnTo>
                    <a:pt x="157688" y="569439"/>
                  </a:lnTo>
                  <a:lnTo>
                    <a:pt x="157689" y="571480"/>
                  </a:lnTo>
                  <a:lnTo>
                    <a:pt x="157705" y="573521"/>
                  </a:lnTo>
                  <a:lnTo>
                    <a:pt x="157733" y="575562"/>
                  </a:lnTo>
                  <a:lnTo>
                    <a:pt x="157774" y="577603"/>
                  </a:lnTo>
                  <a:lnTo>
                    <a:pt x="157830" y="579644"/>
                  </a:lnTo>
                  <a:lnTo>
                    <a:pt x="157894" y="581685"/>
                  </a:lnTo>
                  <a:lnTo>
                    <a:pt x="157966" y="583726"/>
                  </a:lnTo>
                  <a:lnTo>
                    <a:pt x="158044" y="585767"/>
                  </a:lnTo>
                  <a:lnTo>
                    <a:pt x="158129" y="587808"/>
                  </a:lnTo>
                  <a:lnTo>
                    <a:pt x="158217" y="589849"/>
                  </a:lnTo>
                  <a:lnTo>
                    <a:pt x="158307" y="591890"/>
                  </a:lnTo>
                  <a:lnTo>
                    <a:pt x="158398" y="593931"/>
                  </a:lnTo>
                  <a:lnTo>
                    <a:pt x="158489" y="595972"/>
                  </a:lnTo>
                  <a:lnTo>
                    <a:pt x="158578" y="598013"/>
                  </a:lnTo>
                  <a:lnTo>
                    <a:pt x="158665" y="600054"/>
                  </a:lnTo>
                  <a:lnTo>
                    <a:pt x="158749" y="602095"/>
                  </a:lnTo>
                  <a:lnTo>
                    <a:pt x="158827" y="604136"/>
                  </a:lnTo>
                  <a:lnTo>
                    <a:pt x="158900" y="606177"/>
                  </a:lnTo>
                  <a:lnTo>
                    <a:pt x="158968" y="608218"/>
                  </a:lnTo>
                  <a:lnTo>
                    <a:pt x="159029" y="610259"/>
                  </a:lnTo>
                  <a:lnTo>
                    <a:pt x="159081" y="612300"/>
                  </a:lnTo>
                  <a:lnTo>
                    <a:pt x="159126" y="614341"/>
                  </a:lnTo>
                  <a:lnTo>
                    <a:pt x="159163" y="616382"/>
                  </a:lnTo>
                  <a:lnTo>
                    <a:pt x="159192" y="618423"/>
                  </a:lnTo>
                  <a:lnTo>
                    <a:pt x="159209" y="620464"/>
                  </a:lnTo>
                  <a:lnTo>
                    <a:pt x="159219" y="622505"/>
                  </a:lnTo>
                  <a:lnTo>
                    <a:pt x="159221" y="624546"/>
                  </a:lnTo>
                  <a:lnTo>
                    <a:pt x="159212" y="626587"/>
                  </a:lnTo>
                  <a:lnTo>
                    <a:pt x="159192" y="628628"/>
                  </a:lnTo>
                  <a:lnTo>
                    <a:pt x="159164" y="630669"/>
                  </a:lnTo>
                  <a:lnTo>
                    <a:pt x="159128" y="632710"/>
                  </a:lnTo>
                  <a:lnTo>
                    <a:pt x="159081" y="634751"/>
                  </a:lnTo>
                  <a:lnTo>
                    <a:pt x="159024" y="636792"/>
                  </a:lnTo>
                  <a:lnTo>
                    <a:pt x="158958" y="638833"/>
                  </a:lnTo>
                  <a:lnTo>
                    <a:pt x="158884" y="640874"/>
                  </a:lnTo>
                  <a:lnTo>
                    <a:pt x="158800" y="642915"/>
                  </a:lnTo>
                  <a:lnTo>
                    <a:pt x="158705" y="644956"/>
                  </a:lnTo>
                  <a:lnTo>
                    <a:pt x="158602" y="646997"/>
                  </a:lnTo>
                  <a:lnTo>
                    <a:pt x="158491" y="649038"/>
                  </a:lnTo>
                  <a:lnTo>
                    <a:pt x="158369" y="651079"/>
                  </a:lnTo>
                  <a:lnTo>
                    <a:pt x="158236" y="653120"/>
                  </a:lnTo>
                  <a:lnTo>
                    <a:pt x="158095" y="655161"/>
                  </a:lnTo>
                  <a:lnTo>
                    <a:pt x="157946" y="657202"/>
                  </a:lnTo>
                  <a:lnTo>
                    <a:pt x="157785" y="659243"/>
                  </a:lnTo>
                  <a:lnTo>
                    <a:pt x="157612" y="661284"/>
                  </a:lnTo>
                  <a:lnTo>
                    <a:pt x="157431" y="663325"/>
                  </a:lnTo>
                  <a:lnTo>
                    <a:pt x="157240" y="665366"/>
                  </a:lnTo>
                  <a:lnTo>
                    <a:pt x="157035" y="667407"/>
                  </a:lnTo>
                  <a:lnTo>
                    <a:pt x="156819" y="669448"/>
                  </a:lnTo>
                  <a:lnTo>
                    <a:pt x="156592" y="671489"/>
                  </a:lnTo>
                  <a:lnTo>
                    <a:pt x="156354" y="673530"/>
                  </a:lnTo>
                  <a:lnTo>
                    <a:pt x="156100" y="675571"/>
                  </a:lnTo>
                  <a:lnTo>
                    <a:pt x="155834" y="677612"/>
                  </a:lnTo>
                  <a:lnTo>
                    <a:pt x="155555" y="679653"/>
                  </a:lnTo>
                  <a:lnTo>
                    <a:pt x="155264" y="681694"/>
                  </a:lnTo>
                  <a:lnTo>
                    <a:pt x="154955" y="683735"/>
                  </a:lnTo>
                  <a:lnTo>
                    <a:pt x="154917" y="683975"/>
                  </a:lnTo>
                  <a:lnTo>
                    <a:pt x="154632" y="685776"/>
                  </a:lnTo>
                  <a:lnTo>
                    <a:pt x="154296" y="687817"/>
                  </a:lnTo>
                  <a:lnTo>
                    <a:pt x="153946" y="689858"/>
                  </a:lnTo>
                  <a:lnTo>
                    <a:pt x="153576" y="691899"/>
                  </a:lnTo>
                  <a:lnTo>
                    <a:pt x="153192" y="693940"/>
                  </a:lnTo>
                  <a:lnTo>
                    <a:pt x="152794" y="695981"/>
                  </a:lnTo>
                  <a:lnTo>
                    <a:pt x="152382" y="698022"/>
                  </a:lnTo>
                  <a:lnTo>
                    <a:pt x="151949" y="700063"/>
                  </a:lnTo>
                  <a:lnTo>
                    <a:pt x="151502" y="702104"/>
                  </a:lnTo>
                  <a:lnTo>
                    <a:pt x="151042" y="704145"/>
                  </a:lnTo>
                  <a:lnTo>
                    <a:pt x="150567" y="706186"/>
                  </a:lnTo>
                  <a:lnTo>
                    <a:pt x="150074" y="708227"/>
                  </a:lnTo>
                  <a:lnTo>
                    <a:pt x="149567" y="710268"/>
                  </a:lnTo>
                  <a:lnTo>
                    <a:pt x="149048" y="712309"/>
                  </a:lnTo>
                  <a:lnTo>
                    <a:pt x="148517" y="714350"/>
                  </a:lnTo>
                  <a:lnTo>
                    <a:pt x="147969" y="716391"/>
                  </a:lnTo>
                  <a:lnTo>
                    <a:pt x="147411" y="718432"/>
                  </a:lnTo>
                  <a:lnTo>
                    <a:pt x="146843" y="720473"/>
                  </a:lnTo>
                  <a:lnTo>
                    <a:pt x="146264" y="722514"/>
                  </a:lnTo>
                  <a:lnTo>
                    <a:pt x="145674" y="724555"/>
                  </a:lnTo>
                  <a:lnTo>
                    <a:pt x="145076" y="726596"/>
                  </a:lnTo>
                  <a:lnTo>
                    <a:pt x="144472" y="728637"/>
                  </a:lnTo>
                  <a:lnTo>
                    <a:pt x="143860" y="730678"/>
                  </a:lnTo>
                  <a:lnTo>
                    <a:pt x="143243" y="732719"/>
                  </a:lnTo>
                  <a:lnTo>
                    <a:pt x="142621" y="734760"/>
                  </a:lnTo>
                  <a:lnTo>
                    <a:pt x="141997" y="736801"/>
                  </a:lnTo>
                  <a:lnTo>
                    <a:pt x="141370" y="738842"/>
                  </a:lnTo>
                  <a:lnTo>
                    <a:pt x="140741" y="740883"/>
                  </a:lnTo>
                  <a:lnTo>
                    <a:pt x="140113" y="742924"/>
                  </a:lnTo>
                  <a:lnTo>
                    <a:pt x="139486" y="744965"/>
                  </a:lnTo>
                  <a:lnTo>
                    <a:pt x="138861" y="747006"/>
                  </a:lnTo>
                  <a:lnTo>
                    <a:pt x="138240" y="749047"/>
                  </a:lnTo>
                  <a:lnTo>
                    <a:pt x="137622" y="751088"/>
                  </a:lnTo>
                  <a:lnTo>
                    <a:pt x="137009" y="753129"/>
                  </a:lnTo>
                  <a:lnTo>
                    <a:pt x="136402" y="755170"/>
                  </a:lnTo>
                  <a:lnTo>
                    <a:pt x="135803" y="757211"/>
                  </a:lnTo>
                  <a:lnTo>
                    <a:pt x="135212" y="759252"/>
                  </a:lnTo>
                  <a:lnTo>
                    <a:pt x="134627" y="761293"/>
                  </a:lnTo>
                  <a:lnTo>
                    <a:pt x="134053" y="763334"/>
                  </a:lnTo>
                  <a:lnTo>
                    <a:pt x="133490" y="765375"/>
                  </a:lnTo>
                  <a:lnTo>
                    <a:pt x="132936" y="767416"/>
                  </a:lnTo>
                  <a:lnTo>
                    <a:pt x="132392" y="769457"/>
                  </a:lnTo>
                  <a:lnTo>
                    <a:pt x="131861" y="771498"/>
                  </a:lnTo>
                  <a:lnTo>
                    <a:pt x="131343" y="773539"/>
                  </a:lnTo>
                  <a:lnTo>
                    <a:pt x="130836" y="775580"/>
                  </a:lnTo>
                  <a:lnTo>
                    <a:pt x="130339" y="777621"/>
                  </a:lnTo>
                  <a:lnTo>
                    <a:pt x="129858" y="779662"/>
                  </a:lnTo>
                  <a:lnTo>
                    <a:pt x="129391" y="781703"/>
                  </a:lnTo>
                  <a:lnTo>
                    <a:pt x="128935" y="783744"/>
                  </a:lnTo>
                  <a:lnTo>
                    <a:pt x="128491" y="785785"/>
                  </a:lnTo>
                  <a:lnTo>
                    <a:pt x="128063" y="787826"/>
                  </a:lnTo>
                  <a:lnTo>
                    <a:pt x="127648" y="789867"/>
                  </a:lnTo>
                  <a:lnTo>
                    <a:pt x="127245" y="791908"/>
                  </a:lnTo>
                  <a:lnTo>
                    <a:pt x="126854" y="793949"/>
                  </a:lnTo>
                  <a:lnTo>
                    <a:pt x="126478" y="795990"/>
                  </a:lnTo>
                  <a:lnTo>
                    <a:pt x="126115" y="798031"/>
                  </a:lnTo>
                  <a:lnTo>
                    <a:pt x="125763" y="800072"/>
                  </a:lnTo>
                  <a:lnTo>
                    <a:pt x="125422" y="802113"/>
                  </a:lnTo>
                  <a:lnTo>
                    <a:pt x="125096" y="804154"/>
                  </a:lnTo>
                  <a:lnTo>
                    <a:pt x="124781" y="806195"/>
                  </a:lnTo>
                  <a:lnTo>
                    <a:pt x="124476" y="808236"/>
                  </a:lnTo>
                  <a:lnTo>
                    <a:pt x="124181" y="810277"/>
                  </a:lnTo>
                  <a:lnTo>
                    <a:pt x="123900" y="812318"/>
                  </a:lnTo>
                  <a:lnTo>
                    <a:pt x="123627" y="814359"/>
                  </a:lnTo>
                  <a:lnTo>
                    <a:pt x="123364" y="816400"/>
                  </a:lnTo>
                  <a:lnTo>
                    <a:pt x="123108" y="818441"/>
                  </a:lnTo>
                  <a:lnTo>
                    <a:pt x="122864" y="820482"/>
                  </a:lnTo>
                  <a:lnTo>
                    <a:pt x="122628" y="822523"/>
                  </a:lnTo>
                  <a:lnTo>
                    <a:pt x="122398" y="824564"/>
                  </a:lnTo>
                  <a:lnTo>
                    <a:pt x="122175" y="826605"/>
                  </a:lnTo>
                  <a:lnTo>
                    <a:pt x="121961" y="828646"/>
                  </a:lnTo>
                  <a:lnTo>
                    <a:pt x="121753" y="830687"/>
                  </a:lnTo>
                  <a:lnTo>
                    <a:pt x="121550" y="832728"/>
                  </a:lnTo>
                  <a:lnTo>
                    <a:pt x="121351" y="834769"/>
                  </a:lnTo>
                  <a:lnTo>
                    <a:pt x="121159" y="836810"/>
                  </a:lnTo>
                  <a:lnTo>
                    <a:pt x="120971" y="838851"/>
                  </a:lnTo>
                  <a:lnTo>
                    <a:pt x="120786" y="840892"/>
                  </a:lnTo>
                  <a:lnTo>
                    <a:pt x="120604" y="842933"/>
                  </a:lnTo>
                  <a:lnTo>
                    <a:pt x="120426" y="844974"/>
                  </a:lnTo>
                  <a:lnTo>
                    <a:pt x="120249" y="847015"/>
                  </a:lnTo>
                  <a:lnTo>
                    <a:pt x="120074" y="849056"/>
                  </a:lnTo>
                  <a:lnTo>
                    <a:pt x="119901" y="851097"/>
                  </a:lnTo>
                  <a:lnTo>
                    <a:pt x="119729" y="853138"/>
                  </a:lnTo>
                  <a:lnTo>
                    <a:pt x="119557" y="855179"/>
                  </a:lnTo>
                  <a:lnTo>
                    <a:pt x="119385" y="857220"/>
                  </a:lnTo>
                  <a:lnTo>
                    <a:pt x="119213" y="859261"/>
                  </a:lnTo>
                  <a:lnTo>
                    <a:pt x="119040" y="861302"/>
                  </a:lnTo>
                  <a:lnTo>
                    <a:pt x="118866" y="863343"/>
                  </a:lnTo>
                  <a:lnTo>
                    <a:pt x="118690" y="865384"/>
                  </a:lnTo>
                  <a:lnTo>
                    <a:pt x="118513" y="867425"/>
                  </a:lnTo>
                  <a:lnTo>
                    <a:pt x="118333" y="869466"/>
                  </a:lnTo>
                  <a:lnTo>
                    <a:pt x="118151" y="871507"/>
                  </a:lnTo>
                  <a:lnTo>
                    <a:pt x="117966" y="873548"/>
                  </a:lnTo>
                  <a:lnTo>
                    <a:pt x="117779" y="875589"/>
                  </a:lnTo>
                  <a:lnTo>
                    <a:pt x="117587" y="877630"/>
                  </a:lnTo>
                  <a:lnTo>
                    <a:pt x="117393" y="879671"/>
                  </a:lnTo>
                  <a:lnTo>
                    <a:pt x="117196" y="881712"/>
                  </a:lnTo>
                  <a:lnTo>
                    <a:pt x="116994" y="883753"/>
                  </a:lnTo>
                  <a:lnTo>
                    <a:pt x="116787" y="885794"/>
                  </a:lnTo>
                  <a:lnTo>
                    <a:pt x="116578" y="887835"/>
                  </a:lnTo>
                  <a:lnTo>
                    <a:pt x="116364" y="889876"/>
                  </a:lnTo>
                  <a:lnTo>
                    <a:pt x="116145" y="891917"/>
                  </a:lnTo>
                  <a:lnTo>
                    <a:pt x="115922" y="893958"/>
                  </a:lnTo>
                  <a:lnTo>
                    <a:pt x="115694" y="895999"/>
                  </a:lnTo>
                  <a:lnTo>
                    <a:pt x="115463" y="898040"/>
                  </a:lnTo>
                  <a:lnTo>
                    <a:pt x="115226" y="900081"/>
                  </a:lnTo>
                  <a:lnTo>
                    <a:pt x="114984" y="902122"/>
                  </a:lnTo>
                  <a:lnTo>
                    <a:pt x="114738" y="904163"/>
                  </a:lnTo>
                  <a:lnTo>
                    <a:pt x="114488" y="906204"/>
                  </a:lnTo>
                  <a:lnTo>
                    <a:pt x="114232" y="908245"/>
                  </a:lnTo>
                  <a:lnTo>
                    <a:pt x="113971" y="910286"/>
                  </a:lnTo>
                  <a:lnTo>
                    <a:pt x="113707" y="912327"/>
                  </a:lnTo>
                  <a:lnTo>
                    <a:pt x="113438" y="914368"/>
                  </a:lnTo>
                  <a:lnTo>
                    <a:pt x="113163" y="916409"/>
                  </a:lnTo>
                  <a:lnTo>
                    <a:pt x="112885" y="918450"/>
                  </a:lnTo>
                  <a:lnTo>
                    <a:pt x="112602" y="920491"/>
                  </a:lnTo>
                  <a:lnTo>
                    <a:pt x="112316" y="922532"/>
                  </a:lnTo>
                  <a:lnTo>
                    <a:pt x="112025" y="924573"/>
                  </a:lnTo>
                  <a:lnTo>
                    <a:pt x="111729" y="926614"/>
                  </a:lnTo>
                  <a:lnTo>
                    <a:pt x="111431" y="928655"/>
                  </a:lnTo>
                  <a:lnTo>
                    <a:pt x="111129" y="930696"/>
                  </a:lnTo>
                  <a:lnTo>
                    <a:pt x="110822" y="932737"/>
                  </a:lnTo>
                  <a:lnTo>
                    <a:pt x="110512" y="934778"/>
                  </a:lnTo>
                  <a:lnTo>
                    <a:pt x="110199" y="936819"/>
                  </a:lnTo>
                  <a:lnTo>
                    <a:pt x="109883" y="938860"/>
                  </a:lnTo>
                  <a:lnTo>
                    <a:pt x="109564" y="940901"/>
                  </a:lnTo>
                  <a:lnTo>
                    <a:pt x="109242" y="942942"/>
                  </a:lnTo>
                  <a:lnTo>
                    <a:pt x="108918" y="944983"/>
                  </a:lnTo>
                  <a:lnTo>
                    <a:pt x="108591" y="947024"/>
                  </a:lnTo>
                  <a:lnTo>
                    <a:pt x="108262" y="949065"/>
                  </a:lnTo>
                  <a:lnTo>
                    <a:pt x="107932" y="951106"/>
                  </a:lnTo>
                  <a:lnTo>
                    <a:pt x="107600" y="953147"/>
                  </a:lnTo>
                  <a:lnTo>
                    <a:pt x="107266" y="955188"/>
                  </a:lnTo>
                  <a:lnTo>
                    <a:pt x="106931" y="957229"/>
                  </a:lnTo>
                  <a:lnTo>
                    <a:pt x="106596" y="959270"/>
                  </a:lnTo>
                  <a:lnTo>
                    <a:pt x="106259" y="961311"/>
                  </a:lnTo>
                  <a:lnTo>
                    <a:pt x="105922" y="963352"/>
                  </a:lnTo>
                  <a:lnTo>
                    <a:pt x="105585" y="965393"/>
                  </a:lnTo>
                  <a:lnTo>
                    <a:pt x="105248" y="967434"/>
                  </a:lnTo>
                  <a:lnTo>
                    <a:pt x="104911" y="969475"/>
                  </a:lnTo>
                  <a:lnTo>
                    <a:pt x="104574" y="971516"/>
                  </a:lnTo>
                  <a:lnTo>
                    <a:pt x="104239" y="973557"/>
                  </a:lnTo>
                  <a:lnTo>
                    <a:pt x="103904" y="975598"/>
                  </a:lnTo>
                  <a:lnTo>
                    <a:pt x="103570" y="977639"/>
                  </a:lnTo>
                  <a:lnTo>
                    <a:pt x="103237" y="979680"/>
                  </a:lnTo>
                  <a:lnTo>
                    <a:pt x="102906" y="981721"/>
                  </a:lnTo>
                  <a:lnTo>
                    <a:pt x="102577" y="983762"/>
                  </a:lnTo>
                  <a:lnTo>
                    <a:pt x="102249" y="985803"/>
                  </a:lnTo>
                  <a:lnTo>
                    <a:pt x="101924" y="987844"/>
                  </a:lnTo>
                  <a:lnTo>
                    <a:pt x="101602" y="989885"/>
                  </a:lnTo>
                  <a:lnTo>
                    <a:pt x="101281" y="991926"/>
                  </a:lnTo>
                  <a:lnTo>
                    <a:pt x="100963" y="993967"/>
                  </a:lnTo>
                  <a:lnTo>
                    <a:pt x="100648" y="996008"/>
                  </a:lnTo>
                  <a:lnTo>
                    <a:pt x="100337" y="998049"/>
                  </a:lnTo>
                  <a:lnTo>
                    <a:pt x="100028" y="1000090"/>
                  </a:lnTo>
                  <a:lnTo>
                    <a:pt x="99722" y="1002131"/>
                  </a:lnTo>
                  <a:lnTo>
                    <a:pt x="99421" y="1004172"/>
                  </a:lnTo>
                  <a:lnTo>
                    <a:pt x="99123" y="1006213"/>
                  </a:lnTo>
                  <a:lnTo>
                    <a:pt x="98828" y="1008254"/>
                  </a:lnTo>
                  <a:lnTo>
                    <a:pt x="98537" y="1010295"/>
                  </a:lnTo>
                  <a:lnTo>
                    <a:pt x="98251" y="1012336"/>
                  </a:lnTo>
                  <a:lnTo>
                    <a:pt x="97969" y="1014377"/>
                  </a:lnTo>
                  <a:lnTo>
                    <a:pt x="97691" y="1016418"/>
                  </a:lnTo>
                  <a:lnTo>
                    <a:pt x="97417" y="1018459"/>
                  </a:lnTo>
                  <a:lnTo>
                    <a:pt x="97149" y="1020500"/>
                  </a:lnTo>
                  <a:lnTo>
                    <a:pt x="96885" y="1022541"/>
                  </a:lnTo>
                  <a:lnTo>
                    <a:pt x="96626" y="1024582"/>
                  </a:lnTo>
                  <a:lnTo>
                    <a:pt x="96371" y="1026623"/>
                  </a:lnTo>
                  <a:lnTo>
                    <a:pt x="96123" y="1028664"/>
                  </a:lnTo>
                  <a:lnTo>
                    <a:pt x="95879" y="1030705"/>
                  </a:lnTo>
                  <a:lnTo>
                    <a:pt x="95641" y="1032746"/>
                  </a:lnTo>
                  <a:lnTo>
                    <a:pt x="95407" y="1034787"/>
                  </a:lnTo>
                  <a:lnTo>
                    <a:pt x="95180" y="1036828"/>
                  </a:lnTo>
                  <a:lnTo>
                    <a:pt x="94958" y="1038869"/>
                  </a:lnTo>
                  <a:lnTo>
                    <a:pt x="94742" y="1040910"/>
                  </a:lnTo>
                  <a:lnTo>
                    <a:pt x="94531" y="1042951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7" name="pg37"/>
            <p:cNvSpPr/>
            <p:nvPr/>
          </p:nvSpPr>
          <p:spPr>
            <a:xfrm>
              <a:off x="4970548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8" name="pg38"/>
            <p:cNvSpPr/>
            <p:nvPr/>
          </p:nvSpPr>
          <p:spPr>
            <a:xfrm>
              <a:off x="5409095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9" name="pg39"/>
            <p:cNvSpPr/>
            <p:nvPr/>
          </p:nvSpPr>
          <p:spPr>
            <a:xfrm>
              <a:off x="5857445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0" name="pg40"/>
            <p:cNvSpPr/>
            <p:nvPr/>
          </p:nvSpPr>
          <p:spPr>
            <a:xfrm>
              <a:off x="6295992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1" name="rc41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2" name="tx42"/>
            <p:cNvSpPr/>
            <p:nvPr/>
          </p:nvSpPr>
          <p:spPr>
            <a:xfrm>
              <a:off x="1148262" y="31179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48262" y="277073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148262" y="24235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148262" y="207627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148262" y="172904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8262" y="138181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1300456" y="31579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9" name="pl49"/>
            <p:cNvSpPr/>
            <p:nvPr/>
          </p:nvSpPr>
          <p:spPr>
            <a:xfrm>
              <a:off x="1300456" y="28107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0" name="pl50"/>
            <p:cNvSpPr/>
            <p:nvPr/>
          </p:nvSpPr>
          <p:spPr>
            <a:xfrm>
              <a:off x="1300456" y="24635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1" name="pl51"/>
            <p:cNvSpPr/>
            <p:nvPr/>
          </p:nvSpPr>
          <p:spPr>
            <a:xfrm>
              <a:off x="1300456" y="21162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2" name="pl52"/>
            <p:cNvSpPr/>
            <p:nvPr/>
          </p:nvSpPr>
          <p:spPr>
            <a:xfrm>
              <a:off x="1300456" y="17690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3" name="pl53"/>
            <p:cNvSpPr/>
            <p:nvPr/>
          </p:nvSpPr>
          <p:spPr>
            <a:xfrm>
              <a:off x="1300456" y="14218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4" name="pl54"/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5" name="pl55"/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6" name="pl56"/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7" name="pl57"/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8" name="pl58"/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9" name="pl59"/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0" name="pl60"/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1" name="pl61"/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2" name="pl62"/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3" name="pl63"/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" name="pl64"/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" name="pl65"/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" name="tx66"/>
            <p:cNvSpPr/>
            <p:nvPr/>
          </p:nvSpPr>
          <p:spPr>
            <a:xfrm rot="189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67" name="tx67"/>
            <p:cNvSpPr/>
            <p:nvPr/>
          </p:nvSpPr>
          <p:spPr>
            <a:xfrm rot="189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68" name="tx68"/>
            <p:cNvSpPr/>
            <p:nvPr/>
          </p:nvSpPr>
          <p:spPr>
            <a:xfrm rot="189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9" name="tx69"/>
            <p:cNvSpPr/>
            <p:nvPr/>
          </p:nvSpPr>
          <p:spPr>
            <a:xfrm rot="189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70" name="tx70"/>
            <p:cNvSpPr/>
            <p:nvPr/>
          </p:nvSpPr>
          <p:spPr>
            <a:xfrm rot="189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tx71"/>
            <p:cNvSpPr/>
            <p:nvPr/>
          </p:nvSpPr>
          <p:spPr>
            <a:xfrm rot="189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2" name="tx72"/>
            <p:cNvSpPr/>
            <p:nvPr/>
          </p:nvSpPr>
          <p:spPr>
            <a:xfrm rot="189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73" name="tx73"/>
            <p:cNvSpPr/>
            <p:nvPr/>
          </p:nvSpPr>
          <p:spPr>
            <a:xfrm rot="189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74" name="tx74"/>
            <p:cNvSpPr/>
            <p:nvPr/>
          </p:nvSpPr>
          <p:spPr>
            <a:xfrm rot="18900000">
              <a:off x="4360798" y="3639598"/>
              <a:ext cx="90708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Sea</a:t>
              </a:r>
            </a:p>
          </p:txBody>
        </p:sp>
        <p:sp>
          <p:nvSpPr>
            <p:cNvPr id="75" name="tx75"/>
            <p:cNvSpPr/>
            <p:nvPr/>
          </p:nvSpPr>
          <p:spPr>
            <a:xfrm rot="18900000">
              <a:off x="4799423" y="3639565"/>
              <a:ext cx="9069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Sea</a:t>
              </a:r>
            </a:p>
          </p:txBody>
        </p:sp>
        <p:sp>
          <p:nvSpPr>
            <p:cNvPr id="76" name="tx76"/>
            <p:cNvSpPr/>
            <p:nvPr/>
          </p:nvSpPr>
          <p:spPr>
            <a:xfrm rot="18900000">
              <a:off x="5280272" y="3622043"/>
              <a:ext cx="85743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Sea</a:t>
              </a:r>
            </a:p>
          </p:txBody>
        </p:sp>
        <p:sp>
          <p:nvSpPr>
            <p:cNvPr id="77" name="tx77"/>
            <p:cNvSpPr/>
            <p:nvPr/>
          </p:nvSpPr>
          <p:spPr>
            <a:xfrm rot="18900000">
              <a:off x="5718897" y="3622011"/>
              <a:ext cx="85734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Sea</a:t>
              </a:r>
            </a:p>
          </p:txBody>
        </p:sp>
        <p:sp>
          <p:nvSpPr>
            <p:cNvPr id="78" name="tx78"/>
            <p:cNvSpPr/>
            <p:nvPr/>
          </p:nvSpPr>
          <p:spPr>
            <a:xfrm rot="16200000">
              <a:off x="499814" y="2278874"/>
              <a:ext cx="10683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Temperature (ºC)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335251" y="983989"/>
              <a:ext cx="299511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Temperature at Experimental Source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335251" y="1165040"/>
              <a:ext cx="181563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Sites and in Mesocosms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26819D4-95EC-FBB3-35C2-3866146FE8B3}"/>
              </a:ext>
            </a:extLst>
          </p:cNvPr>
          <p:cNvGrpSpPr/>
          <p:nvPr/>
        </p:nvGrpSpPr>
        <p:grpSpPr>
          <a:xfrm>
            <a:off x="20474111" y="2743200"/>
            <a:ext cx="4005921" cy="9420960"/>
            <a:chOff x="6824703" y="914400"/>
            <a:chExt cx="1335307" cy="3140320"/>
          </a:xfrm>
        </p:grpSpPr>
        <p:sp>
          <p:nvSpPr>
            <p:cNvPr id="79" name="rc79"/>
            <p:cNvSpPr/>
            <p:nvPr/>
          </p:nvSpPr>
          <p:spPr>
            <a:xfrm>
              <a:off x="6824703" y="914400"/>
              <a:ext cx="1335307" cy="29003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27C5B1B3-38AF-6054-0192-18448ECB92B0}"/>
                </a:ext>
              </a:extLst>
            </p:cNvPr>
            <p:cNvGrpSpPr/>
            <p:nvPr/>
          </p:nvGrpSpPr>
          <p:grpSpPr>
            <a:xfrm>
              <a:off x="6894292" y="927344"/>
              <a:ext cx="543613" cy="1939994"/>
              <a:chOff x="6894292" y="927344"/>
              <a:chExt cx="543613" cy="1939994"/>
            </a:xfrm>
          </p:grpSpPr>
          <p:sp>
            <p:nvSpPr>
              <p:cNvPr id="80" name="tx80"/>
              <p:cNvSpPr/>
              <p:nvPr/>
            </p:nvSpPr>
            <p:spPr>
              <a:xfrm>
                <a:off x="6894292" y="927344"/>
                <a:ext cx="240761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33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Site</a:t>
                </a:r>
              </a:p>
            </p:txBody>
          </p:sp>
          <p:sp>
            <p:nvSpPr>
              <p:cNvPr id="81" name="rc81"/>
              <p:cNvSpPr/>
              <p:nvPr/>
            </p:nvSpPr>
            <p:spPr>
              <a:xfrm>
                <a:off x="6894292" y="111169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2" name="rc82"/>
              <p:cNvSpPr/>
              <p:nvPr/>
            </p:nvSpPr>
            <p:spPr>
              <a:xfrm>
                <a:off x="6903292" y="1120690"/>
                <a:ext cx="201455" cy="201456"/>
              </a:xfrm>
              <a:prstGeom prst="rect">
                <a:avLst/>
              </a:prstGeom>
              <a:solidFill>
                <a:srgbClr val="03045E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3" name="rc83"/>
              <p:cNvSpPr/>
              <p:nvPr/>
            </p:nvSpPr>
            <p:spPr>
              <a:xfrm>
                <a:off x="6894292" y="133114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4" name="rc84"/>
              <p:cNvSpPr/>
              <p:nvPr/>
            </p:nvSpPr>
            <p:spPr>
              <a:xfrm>
                <a:off x="6903292" y="1340146"/>
                <a:ext cx="201455" cy="201455"/>
              </a:xfrm>
              <a:prstGeom prst="rect">
                <a:avLst/>
              </a:prstGeom>
              <a:solidFill>
                <a:srgbClr val="0077B6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5" name="rc85"/>
              <p:cNvSpPr/>
              <p:nvPr/>
            </p:nvSpPr>
            <p:spPr>
              <a:xfrm>
                <a:off x="6894292" y="1550602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6" name="rc86"/>
              <p:cNvSpPr/>
              <p:nvPr/>
            </p:nvSpPr>
            <p:spPr>
              <a:xfrm>
                <a:off x="6903292" y="1559602"/>
                <a:ext cx="201455" cy="201455"/>
              </a:xfrm>
              <a:prstGeom prst="rect">
                <a:avLst/>
              </a:prstGeom>
              <a:solidFill>
                <a:srgbClr val="00B4D8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7" name="rc87"/>
              <p:cNvSpPr/>
              <p:nvPr/>
            </p:nvSpPr>
            <p:spPr>
              <a:xfrm>
                <a:off x="6894292" y="1770058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8" name="rc88"/>
              <p:cNvSpPr/>
              <p:nvPr/>
            </p:nvSpPr>
            <p:spPr>
              <a:xfrm>
                <a:off x="6903292" y="1779058"/>
                <a:ext cx="201455" cy="201456"/>
              </a:xfrm>
              <a:prstGeom prst="rect">
                <a:avLst/>
              </a:prstGeom>
              <a:solidFill>
                <a:srgbClr val="90E0EF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89" name="rc89"/>
              <p:cNvSpPr/>
              <p:nvPr/>
            </p:nvSpPr>
            <p:spPr>
              <a:xfrm>
                <a:off x="6894292" y="1989514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0" name="rc90"/>
              <p:cNvSpPr/>
              <p:nvPr/>
            </p:nvSpPr>
            <p:spPr>
              <a:xfrm>
                <a:off x="6903292" y="1998514"/>
                <a:ext cx="201455" cy="201456"/>
              </a:xfrm>
              <a:prstGeom prst="rect">
                <a:avLst/>
              </a:prstGeom>
              <a:solidFill>
                <a:srgbClr val="6EDE8A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1" name="rc91"/>
              <p:cNvSpPr/>
              <p:nvPr/>
            </p:nvSpPr>
            <p:spPr>
              <a:xfrm>
                <a:off x="6894292" y="2208970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2" name="rc92"/>
              <p:cNvSpPr/>
              <p:nvPr/>
            </p:nvSpPr>
            <p:spPr>
              <a:xfrm>
                <a:off x="6903292" y="2217970"/>
                <a:ext cx="201455" cy="201455"/>
              </a:xfrm>
              <a:prstGeom prst="rect">
                <a:avLst/>
              </a:prstGeom>
              <a:solidFill>
                <a:srgbClr val="25A244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3" name="rc93"/>
              <p:cNvSpPr/>
              <p:nvPr/>
            </p:nvSpPr>
            <p:spPr>
              <a:xfrm>
                <a:off x="6894292" y="242842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4" name="rc94"/>
              <p:cNvSpPr/>
              <p:nvPr/>
            </p:nvSpPr>
            <p:spPr>
              <a:xfrm>
                <a:off x="6903292" y="2437426"/>
                <a:ext cx="201455" cy="201456"/>
              </a:xfrm>
              <a:prstGeom prst="rect">
                <a:avLst/>
              </a:prstGeom>
              <a:solidFill>
                <a:srgbClr val="155D27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5" name="rc95"/>
              <p:cNvSpPr/>
              <p:nvPr/>
            </p:nvSpPr>
            <p:spPr>
              <a:xfrm>
                <a:off x="6894292" y="2647882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6" name="rc96"/>
              <p:cNvSpPr/>
              <p:nvPr/>
            </p:nvSpPr>
            <p:spPr>
              <a:xfrm>
                <a:off x="6903292" y="2656882"/>
                <a:ext cx="201455" cy="201456"/>
              </a:xfrm>
              <a:prstGeom prst="rect">
                <a:avLst/>
              </a:prstGeom>
              <a:solidFill>
                <a:srgbClr val="002800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05" name="tx105"/>
              <p:cNvSpPr/>
              <p:nvPr/>
            </p:nvSpPr>
            <p:spPr>
              <a:xfrm>
                <a:off x="7183337" y="1181413"/>
                <a:ext cx="20061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VAT</a:t>
                </a:r>
              </a:p>
            </p:txBody>
          </p:sp>
          <p:sp>
            <p:nvSpPr>
              <p:cNvPr id="106" name="tx106"/>
              <p:cNvSpPr/>
              <p:nvPr/>
            </p:nvSpPr>
            <p:spPr>
              <a:xfrm>
                <a:off x="7183337" y="1400869"/>
                <a:ext cx="180136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VIK</a:t>
                </a:r>
              </a:p>
            </p:txBody>
          </p:sp>
          <p:sp>
            <p:nvSpPr>
              <p:cNvPr id="107" name="tx107"/>
              <p:cNvSpPr/>
              <p:nvPr/>
            </p:nvSpPr>
            <p:spPr>
              <a:xfrm>
                <a:off x="7183337" y="1620325"/>
                <a:ext cx="25456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HOG</a:t>
                </a:r>
              </a:p>
            </p:txBody>
          </p:sp>
          <p:sp>
            <p:nvSpPr>
              <p:cNvPr id="108" name="tx108"/>
              <p:cNvSpPr/>
              <p:nvPr/>
            </p:nvSpPr>
            <p:spPr>
              <a:xfrm>
                <a:off x="7183337" y="1839781"/>
                <a:ext cx="22969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BAR</a:t>
                </a:r>
              </a:p>
            </p:txBody>
          </p:sp>
          <p:sp>
            <p:nvSpPr>
              <p:cNvPr id="109" name="tx109"/>
              <p:cNvSpPr/>
              <p:nvPr/>
            </p:nvSpPr>
            <p:spPr>
              <a:xfrm>
                <a:off x="7183337" y="2059237"/>
                <a:ext cx="2358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KUR</a:t>
                </a:r>
              </a:p>
            </p:txBody>
          </p:sp>
          <p:sp>
            <p:nvSpPr>
              <p:cNvPr id="110" name="tx110"/>
              <p:cNvSpPr/>
              <p:nvPr/>
            </p:nvSpPr>
            <p:spPr>
              <a:xfrm>
                <a:off x="7183337" y="2278693"/>
                <a:ext cx="211226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KAL</a:t>
                </a:r>
              </a:p>
            </p:txBody>
          </p:sp>
          <p:sp>
            <p:nvSpPr>
              <p:cNvPr id="111" name="tx111"/>
              <p:cNvSpPr/>
              <p:nvPr/>
            </p:nvSpPr>
            <p:spPr>
              <a:xfrm>
                <a:off x="7183337" y="2498149"/>
                <a:ext cx="24825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HOR</a:t>
                </a:r>
              </a:p>
            </p:txBody>
          </p:sp>
          <p:sp>
            <p:nvSpPr>
              <p:cNvPr id="112" name="tx112"/>
              <p:cNvSpPr/>
              <p:nvPr/>
            </p:nvSpPr>
            <p:spPr>
              <a:xfrm>
                <a:off x="7183337" y="2717605"/>
                <a:ext cx="217352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BJO</a:t>
                </a: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AF29E068-4C80-8527-71DC-27DFC5C06376}"/>
                </a:ext>
              </a:extLst>
            </p:cNvPr>
            <p:cNvGrpSpPr/>
            <p:nvPr/>
          </p:nvGrpSpPr>
          <p:grpSpPr>
            <a:xfrm>
              <a:off x="6894291" y="3176897"/>
              <a:ext cx="1196129" cy="877823"/>
              <a:chOff x="6894292" y="2867338"/>
              <a:chExt cx="1196129" cy="877823"/>
            </a:xfrm>
          </p:grpSpPr>
          <p:sp>
            <p:nvSpPr>
              <p:cNvPr id="97" name="rc97"/>
              <p:cNvSpPr/>
              <p:nvPr/>
            </p:nvSpPr>
            <p:spPr>
              <a:xfrm>
                <a:off x="6894292" y="2867338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8" name="rc98"/>
              <p:cNvSpPr/>
              <p:nvPr/>
            </p:nvSpPr>
            <p:spPr>
              <a:xfrm>
                <a:off x="6903292" y="2876338"/>
                <a:ext cx="201455" cy="201456"/>
              </a:xfrm>
              <a:prstGeom prst="rect">
                <a:avLst/>
              </a:prstGeom>
              <a:solidFill>
                <a:srgbClr val="FFA203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99" name="rc99"/>
              <p:cNvSpPr/>
              <p:nvPr/>
            </p:nvSpPr>
            <p:spPr>
              <a:xfrm>
                <a:off x="6894292" y="3086794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00" name="rc100"/>
              <p:cNvSpPr/>
              <p:nvPr/>
            </p:nvSpPr>
            <p:spPr>
              <a:xfrm>
                <a:off x="6903292" y="3095794"/>
                <a:ext cx="201455" cy="201456"/>
              </a:xfrm>
              <a:prstGeom prst="rect">
                <a:avLst/>
              </a:prstGeom>
              <a:solidFill>
                <a:srgbClr val="FE691E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01" name="rc101"/>
              <p:cNvSpPr/>
              <p:nvPr/>
            </p:nvSpPr>
            <p:spPr>
              <a:xfrm>
                <a:off x="6894292" y="330625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02" name="rc102"/>
              <p:cNvSpPr/>
              <p:nvPr/>
            </p:nvSpPr>
            <p:spPr>
              <a:xfrm>
                <a:off x="6903292" y="3315250"/>
                <a:ext cx="201455" cy="201455"/>
              </a:xfrm>
              <a:prstGeom prst="rect">
                <a:avLst/>
              </a:prstGeom>
              <a:solidFill>
                <a:srgbClr val="FF1493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03" name="rc103"/>
              <p:cNvSpPr/>
              <p:nvPr/>
            </p:nvSpPr>
            <p:spPr>
              <a:xfrm>
                <a:off x="6894292" y="3525706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04" name="rc104"/>
              <p:cNvSpPr/>
              <p:nvPr/>
            </p:nvSpPr>
            <p:spPr>
              <a:xfrm>
                <a:off x="6903292" y="3534706"/>
                <a:ext cx="201455" cy="201456"/>
              </a:xfrm>
              <a:prstGeom prst="rect">
                <a:avLst/>
              </a:prstGeom>
              <a:solidFill>
                <a:srgbClr val="8B0A50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13" name="tx113"/>
              <p:cNvSpPr/>
              <p:nvPr/>
            </p:nvSpPr>
            <p:spPr>
              <a:xfrm>
                <a:off x="7183337" y="2937061"/>
                <a:ext cx="907084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Current North Sea</a:t>
                </a:r>
              </a:p>
            </p:txBody>
          </p:sp>
          <p:sp>
            <p:nvSpPr>
              <p:cNvPr id="114" name="tx114"/>
              <p:cNvSpPr/>
              <p:nvPr/>
            </p:nvSpPr>
            <p:spPr>
              <a:xfrm>
                <a:off x="7183337" y="3156517"/>
                <a:ext cx="90699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Current Baltic Sea</a:t>
                </a:r>
              </a:p>
            </p:txBody>
          </p:sp>
          <p:sp>
            <p:nvSpPr>
              <p:cNvPr id="115" name="tx115"/>
              <p:cNvSpPr/>
              <p:nvPr/>
            </p:nvSpPr>
            <p:spPr>
              <a:xfrm>
                <a:off x="7183337" y="3375973"/>
                <a:ext cx="857432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Future North Sea</a:t>
                </a:r>
              </a:p>
            </p:txBody>
          </p:sp>
          <p:sp>
            <p:nvSpPr>
              <p:cNvPr id="116" name="tx116"/>
              <p:cNvSpPr/>
              <p:nvPr/>
            </p:nvSpPr>
            <p:spPr>
              <a:xfrm>
                <a:off x="7183337" y="3595429"/>
                <a:ext cx="857341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Future Baltic Sea</a:t>
                </a:r>
              </a:p>
            </p:txBody>
          </p:sp>
        </p:grpSp>
        <p:sp>
          <p:nvSpPr>
            <p:cNvPr id="121" name="tx80">
              <a:extLst>
                <a:ext uri="{FF2B5EF4-FFF2-40B4-BE49-F238E27FC236}">
                  <a16:creationId xmlns:a16="http://schemas.microsoft.com/office/drawing/2014/main" id="{56A4FC11-A914-FE94-5584-72D0B9677E48}"/>
                </a:ext>
              </a:extLst>
            </p:cNvPr>
            <p:cNvSpPr/>
            <p:nvPr/>
          </p:nvSpPr>
          <p:spPr>
            <a:xfrm>
              <a:off x="7067543" y="3040933"/>
              <a:ext cx="24076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3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  <a:endParaRPr sz="33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c68"/>
          <p:cNvSpPr/>
          <p:nvPr/>
        </p:nvSpPr>
        <p:spPr>
          <a:xfrm>
            <a:off x="20474111" y="2743202"/>
            <a:ext cx="4005921" cy="870105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69" name="tx69"/>
          <p:cNvSpPr/>
          <p:nvPr/>
        </p:nvSpPr>
        <p:spPr>
          <a:xfrm>
            <a:off x="20682878" y="2782034"/>
            <a:ext cx="722283" cy="300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33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Site</a:t>
            </a:r>
          </a:p>
        </p:txBody>
      </p:sp>
      <p:sp>
        <p:nvSpPr>
          <p:cNvPr id="70" name="rc70"/>
          <p:cNvSpPr/>
          <p:nvPr/>
        </p:nvSpPr>
        <p:spPr>
          <a:xfrm>
            <a:off x="20682878" y="3335070"/>
            <a:ext cx="658365" cy="65836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71" name="rc71"/>
          <p:cNvSpPr/>
          <p:nvPr/>
        </p:nvSpPr>
        <p:spPr>
          <a:xfrm>
            <a:off x="20709878" y="3362070"/>
            <a:ext cx="604365" cy="604368"/>
          </a:xfrm>
          <a:prstGeom prst="rect">
            <a:avLst/>
          </a:prstGeom>
          <a:solidFill>
            <a:srgbClr val="03045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72" name="rc72"/>
          <p:cNvSpPr/>
          <p:nvPr/>
        </p:nvSpPr>
        <p:spPr>
          <a:xfrm>
            <a:off x="20682878" y="3993438"/>
            <a:ext cx="658365" cy="65836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73" name="rc73"/>
          <p:cNvSpPr/>
          <p:nvPr/>
        </p:nvSpPr>
        <p:spPr>
          <a:xfrm>
            <a:off x="20709878" y="4020440"/>
            <a:ext cx="604365" cy="604365"/>
          </a:xfrm>
          <a:prstGeom prst="rect">
            <a:avLst/>
          </a:prstGeom>
          <a:solidFill>
            <a:srgbClr val="0077B6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74" name="rc74"/>
          <p:cNvSpPr/>
          <p:nvPr/>
        </p:nvSpPr>
        <p:spPr>
          <a:xfrm>
            <a:off x="20682878" y="4651808"/>
            <a:ext cx="658365" cy="65836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75" name="rc75"/>
          <p:cNvSpPr/>
          <p:nvPr/>
        </p:nvSpPr>
        <p:spPr>
          <a:xfrm>
            <a:off x="20709878" y="4678808"/>
            <a:ext cx="604365" cy="604365"/>
          </a:xfrm>
          <a:prstGeom prst="rect">
            <a:avLst/>
          </a:prstGeom>
          <a:solidFill>
            <a:srgbClr val="00B4D8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76" name="rc76"/>
          <p:cNvSpPr/>
          <p:nvPr/>
        </p:nvSpPr>
        <p:spPr>
          <a:xfrm>
            <a:off x="20682878" y="5310176"/>
            <a:ext cx="658365" cy="65836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77" name="rc77"/>
          <p:cNvSpPr/>
          <p:nvPr/>
        </p:nvSpPr>
        <p:spPr>
          <a:xfrm>
            <a:off x="20709878" y="5337174"/>
            <a:ext cx="604365" cy="604368"/>
          </a:xfrm>
          <a:prstGeom prst="rect">
            <a:avLst/>
          </a:prstGeom>
          <a:solidFill>
            <a:srgbClr val="90E0E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78" name="rc78"/>
          <p:cNvSpPr/>
          <p:nvPr/>
        </p:nvSpPr>
        <p:spPr>
          <a:xfrm>
            <a:off x="20682878" y="5968542"/>
            <a:ext cx="658365" cy="65836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79" name="rc79"/>
          <p:cNvSpPr/>
          <p:nvPr/>
        </p:nvSpPr>
        <p:spPr>
          <a:xfrm>
            <a:off x="20709878" y="5995542"/>
            <a:ext cx="604365" cy="604368"/>
          </a:xfrm>
          <a:prstGeom prst="rect">
            <a:avLst/>
          </a:prstGeom>
          <a:solidFill>
            <a:srgbClr val="6EDE8A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80" name="rc80"/>
          <p:cNvSpPr/>
          <p:nvPr/>
        </p:nvSpPr>
        <p:spPr>
          <a:xfrm>
            <a:off x="20682878" y="6626912"/>
            <a:ext cx="658365" cy="65836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81" name="rc81"/>
          <p:cNvSpPr/>
          <p:nvPr/>
        </p:nvSpPr>
        <p:spPr>
          <a:xfrm>
            <a:off x="20709878" y="6653912"/>
            <a:ext cx="604365" cy="604365"/>
          </a:xfrm>
          <a:prstGeom prst="rect">
            <a:avLst/>
          </a:prstGeom>
          <a:solidFill>
            <a:srgbClr val="25A24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82" name="rc82"/>
          <p:cNvSpPr/>
          <p:nvPr/>
        </p:nvSpPr>
        <p:spPr>
          <a:xfrm>
            <a:off x="20682878" y="7285278"/>
            <a:ext cx="658365" cy="65836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83" name="rc83"/>
          <p:cNvSpPr/>
          <p:nvPr/>
        </p:nvSpPr>
        <p:spPr>
          <a:xfrm>
            <a:off x="20709878" y="7312278"/>
            <a:ext cx="604365" cy="604368"/>
          </a:xfrm>
          <a:prstGeom prst="rect">
            <a:avLst/>
          </a:prstGeom>
          <a:solidFill>
            <a:srgbClr val="155D2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84" name="rc84"/>
          <p:cNvSpPr/>
          <p:nvPr/>
        </p:nvSpPr>
        <p:spPr>
          <a:xfrm>
            <a:off x="20682878" y="7943646"/>
            <a:ext cx="658365" cy="65836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85" name="rc85"/>
          <p:cNvSpPr/>
          <p:nvPr/>
        </p:nvSpPr>
        <p:spPr>
          <a:xfrm>
            <a:off x="20709878" y="7970646"/>
            <a:ext cx="604365" cy="604368"/>
          </a:xfrm>
          <a:prstGeom prst="rect">
            <a:avLst/>
          </a:prstGeom>
          <a:solidFill>
            <a:srgbClr val="0028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86" name="rc86"/>
          <p:cNvSpPr/>
          <p:nvPr/>
        </p:nvSpPr>
        <p:spPr>
          <a:xfrm>
            <a:off x="20682878" y="8602014"/>
            <a:ext cx="658365" cy="65836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87" name="rc87"/>
          <p:cNvSpPr/>
          <p:nvPr/>
        </p:nvSpPr>
        <p:spPr>
          <a:xfrm>
            <a:off x="20709878" y="8629014"/>
            <a:ext cx="604365" cy="604368"/>
          </a:xfrm>
          <a:prstGeom prst="rect">
            <a:avLst/>
          </a:prstGeom>
          <a:solidFill>
            <a:srgbClr val="FFA203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88" name="rc88"/>
          <p:cNvSpPr/>
          <p:nvPr/>
        </p:nvSpPr>
        <p:spPr>
          <a:xfrm>
            <a:off x="20682878" y="9260384"/>
            <a:ext cx="658365" cy="65836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89" name="rc89"/>
          <p:cNvSpPr/>
          <p:nvPr/>
        </p:nvSpPr>
        <p:spPr>
          <a:xfrm>
            <a:off x="20709878" y="9287382"/>
            <a:ext cx="604365" cy="604368"/>
          </a:xfrm>
          <a:prstGeom prst="rect">
            <a:avLst/>
          </a:prstGeom>
          <a:solidFill>
            <a:srgbClr val="FE691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90" name="rc90"/>
          <p:cNvSpPr/>
          <p:nvPr/>
        </p:nvSpPr>
        <p:spPr>
          <a:xfrm>
            <a:off x="20682878" y="9918750"/>
            <a:ext cx="658365" cy="65836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91" name="rc91"/>
          <p:cNvSpPr/>
          <p:nvPr/>
        </p:nvSpPr>
        <p:spPr>
          <a:xfrm>
            <a:off x="20709878" y="9945752"/>
            <a:ext cx="604365" cy="604365"/>
          </a:xfrm>
          <a:prstGeom prst="rect">
            <a:avLst/>
          </a:prstGeom>
          <a:solidFill>
            <a:srgbClr val="FF1493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92" name="rc92"/>
          <p:cNvSpPr/>
          <p:nvPr/>
        </p:nvSpPr>
        <p:spPr>
          <a:xfrm>
            <a:off x="20682878" y="10577120"/>
            <a:ext cx="658365" cy="65836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93" name="rc93"/>
          <p:cNvSpPr/>
          <p:nvPr/>
        </p:nvSpPr>
        <p:spPr>
          <a:xfrm>
            <a:off x="20709878" y="10604118"/>
            <a:ext cx="604365" cy="604368"/>
          </a:xfrm>
          <a:prstGeom prst="rect">
            <a:avLst/>
          </a:prstGeom>
          <a:solidFill>
            <a:srgbClr val="8B0A5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6200"/>
          </a:p>
        </p:txBody>
      </p:sp>
      <p:sp>
        <p:nvSpPr>
          <p:cNvPr id="94" name="tx94"/>
          <p:cNvSpPr/>
          <p:nvPr/>
        </p:nvSpPr>
        <p:spPr>
          <a:xfrm>
            <a:off x="21550013" y="3544239"/>
            <a:ext cx="601857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VAT</a:t>
            </a:r>
          </a:p>
        </p:txBody>
      </p:sp>
      <p:sp>
        <p:nvSpPr>
          <p:cNvPr id="95" name="tx95"/>
          <p:cNvSpPr/>
          <p:nvPr/>
        </p:nvSpPr>
        <p:spPr>
          <a:xfrm>
            <a:off x="21550011" y="4202607"/>
            <a:ext cx="540408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VIK</a:t>
            </a:r>
          </a:p>
        </p:txBody>
      </p:sp>
      <p:sp>
        <p:nvSpPr>
          <p:cNvPr id="96" name="tx96"/>
          <p:cNvSpPr/>
          <p:nvPr/>
        </p:nvSpPr>
        <p:spPr>
          <a:xfrm>
            <a:off x="21550011" y="4860975"/>
            <a:ext cx="763704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HOG</a:t>
            </a:r>
          </a:p>
        </p:txBody>
      </p:sp>
      <p:sp>
        <p:nvSpPr>
          <p:cNvPr id="97" name="tx97"/>
          <p:cNvSpPr/>
          <p:nvPr/>
        </p:nvSpPr>
        <p:spPr>
          <a:xfrm>
            <a:off x="21550013" y="5519343"/>
            <a:ext cx="689091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BAR</a:t>
            </a:r>
          </a:p>
        </p:txBody>
      </p:sp>
      <p:sp>
        <p:nvSpPr>
          <p:cNvPr id="98" name="tx98"/>
          <p:cNvSpPr/>
          <p:nvPr/>
        </p:nvSpPr>
        <p:spPr>
          <a:xfrm>
            <a:off x="21550013" y="6177711"/>
            <a:ext cx="707469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KUR</a:t>
            </a:r>
          </a:p>
        </p:txBody>
      </p:sp>
      <p:sp>
        <p:nvSpPr>
          <p:cNvPr id="99" name="tx99"/>
          <p:cNvSpPr/>
          <p:nvPr/>
        </p:nvSpPr>
        <p:spPr>
          <a:xfrm>
            <a:off x="21550011" y="6836079"/>
            <a:ext cx="633678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KAL</a:t>
            </a:r>
          </a:p>
        </p:txBody>
      </p:sp>
      <p:sp>
        <p:nvSpPr>
          <p:cNvPr id="100" name="tx100"/>
          <p:cNvSpPr/>
          <p:nvPr/>
        </p:nvSpPr>
        <p:spPr>
          <a:xfrm>
            <a:off x="21550013" y="7494447"/>
            <a:ext cx="744777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HOR</a:t>
            </a:r>
          </a:p>
        </p:txBody>
      </p:sp>
      <p:sp>
        <p:nvSpPr>
          <p:cNvPr id="101" name="tx101"/>
          <p:cNvSpPr/>
          <p:nvPr/>
        </p:nvSpPr>
        <p:spPr>
          <a:xfrm>
            <a:off x="21550011" y="8152815"/>
            <a:ext cx="652056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BJO</a:t>
            </a:r>
          </a:p>
        </p:txBody>
      </p:sp>
      <p:sp>
        <p:nvSpPr>
          <p:cNvPr id="102" name="tx102"/>
          <p:cNvSpPr/>
          <p:nvPr/>
        </p:nvSpPr>
        <p:spPr>
          <a:xfrm>
            <a:off x="21550011" y="8811183"/>
            <a:ext cx="2721252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Current North Sea</a:t>
            </a:r>
          </a:p>
        </p:txBody>
      </p:sp>
      <p:sp>
        <p:nvSpPr>
          <p:cNvPr id="103" name="tx103"/>
          <p:cNvSpPr/>
          <p:nvPr/>
        </p:nvSpPr>
        <p:spPr>
          <a:xfrm>
            <a:off x="21550013" y="9469551"/>
            <a:ext cx="2720979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Current Baltic Sea</a:t>
            </a:r>
          </a:p>
        </p:txBody>
      </p:sp>
      <p:sp>
        <p:nvSpPr>
          <p:cNvPr id="104" name="tx104"/>
          <p:cNvSpPr/>
          <p:nvPr/>
        </p:nvSpPr>
        <p:spPr>
          <a:xfrm>
            <a:off x="21550011" y="10127919"/>
            <a:ext cx="2572296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Future North Sea</a:t>
            </a:r>
          </a:p>
        </p:txBody>
      </p:sp>
      <p:sp>
        <p:nvSpPr>
          <p:cNvPr id="105" name="tx105"/>
          <p:cNvSpPr/>
          <p:nvPr/>
        </p:nvSpPr>
        <p:spPr>
          <a:xfrm>
            <a:off x="21550013" y="10786287"/>
            <a:ext cx="2572023" cy="2400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264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Future Baltic Sea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317F2E5-21CC-1BC1-11BC-9C4C49FDF113}"/>
              </a:ext>
            </a:extLst>
          </p:cNvPr>
          <p:cNvGrpSpPr/>
          <p:nvPr/>
        </p:nvGrpSpPr>
        <p:grpSpPr>
          <a:xfrm>
            <a:off x="2951964" y="2951969"/>
            <a:ext cx="17104608" cy="8206857"/>
            <a:chOff x="983988" y="983989"/>
            <a:chExt cx="5701536" cy="2735619"/>
          </a:xfrm>
        </p:grpSpPr>
        <p:sp>
          <p:nvSpPr>
            <p:cNvPr id="5" name="rc5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6" name="pl6"/>
            <p:cNvSpPr/>
            <p:nvPr/>
          </p:nvSpPr>
          <p:spPr>
            <a:xfrm>
              <a:off x="1335251" y="31373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7" name="pl7"/>
            <p:cNvSpPr/>
            <p:nvPr/>
          </p:nvSpPr>
          <p:spPr>
            <a:xfrm>
              <a:off x="1335251" y="25363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" name="pl8"/>
            <p:cNvSpPr/>
            <p:nvPr/>
          </p:nvSpPr>
          <p:spPr>
            <a:xfrm>
              <a:off x="1335251" y="19354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" name="pl9"/>
            <p:cNvSpPr/>
            <p:nvPr/>
          </p:nvSpPr>
          <p:spPr>
            <a:xfrm>
              <a:off x="1335251" y="28368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" name="pl10"/>
            <p:cNvSpPr/>
            <p:nvPr/>
          </p:nvSpPr>
          <p:spPr>
            <a:xfrm>
              <a:off x="1335251" y="22359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" name="pl11"/>
            <p:cNvSpPr/>
            <p:nvPr/>
          </p:nvSpPr>
          <p:spPr>
            <a:xfrm>
              <a:off x="1335251" y="16349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" name="pl12"/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" name="pl13"/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" name="pl14"/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5" name="pl15"/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6" name="pl16"/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7" name="pl17"/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8" name="pl18"/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9" name="pl19"/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0" name="pl20"/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1" name="pl21"/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2" name="pl22"/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3" name="pl23"/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4" name="pg24"/>
            <p:cNvSpPr/>
            <p:nvPr/>
          </p:nvSpPr>
          <p:spPr>
            <a:xfrm>
              <a:off x="1595427" y="1475174"/>
              <a:ext cx="5903" cy="1390006"/>
            </a:xfrm>
            <a:custGeom>
              <a:avLst/>
              <a:gdLst/>
              <a:ahLst/>
              <a:cxnLst/>
              <a:rect l="0" t="0" r="0" b="0"/>
              <a:pathLst>
                <a:path w="5903" h="1390006">
                  <a:moveTo>
                    <a:pt x="2927" y="1390006"/>
                  </a:moveTo>
                  <a:lnTo>
                    <a:pt x="2926" y="1387286"/>
                  </a:lnTo>
                  <a:lnTo>
                    <a:pt x="2925" y="1384566"/>
                  </a:lnTo>
                  <a:lnTo>
                    <a:pt x="2924" y="1381846"/>
                  </a:lnTo>
                  <a:lnTo>
                    <a:pt x="2923" y="1379126"/>
                  </a:lnTo>
                  <a:lnTo>
                    <a:pt x="2922" y="1376405"/>
                  </a:lnTo>
                  <a:lnTo>
                    <a:pt x="2922" y="1373685"/>
                  </a:lnTo>
                  <a:lnTo>
                    <a:pt x="2921" y="1370965"/>
                  </a:lnTo>
                  <a:lnTo>
                    <a:pt x="2920" y="1368245"/>
                  </a:lnTo>
                  <a:lnTo>
                    <a:pt x="2919" y="1365525"/>
                  </a:lnTo>
                  <a:lnTo>
                    <a:pt x="2919" y="1362805"/>
                  </a:lnTo>
                  <a:lnTo>
                    <a:pt x="2918" y="1360084"/>
                  </a:lnTo>
                  <a:lnTo>
                    <a:pt x="2918" y="1357364"/>
                  </a:lnTo>
                  <a:lnTo>
                    <a:pt x="2917" y="1354644"/>
                  </a:lnTo>
                  <a:lnTo>
                    <a:pt x="2917" y="1351924"/>
                  </a:lnTo>
                  <a:lnTo>
                    <a:pt x="2916" y="1349204"/>
                  </a:lnTo>
                  <a:lnTo>
                    <a:pt x="2916" y="1346484"/>
                  </a:lnTo>
                  <a:lnTo>
                    <a:pt x="2915" y="1343763"/>
                  </a:lnTo>
                  <a:lnTo>
                    <a:pt x="2915" y="1341043"/>
                  </a:lnTo>
                  <a:lnTo>
                    <a:pt x="2915" y="1338323"/>
                  </a:lnTo>
                  <a:lnTo>
                    <a:pt x="2914" y="1335603"/>
                  </a:lnTo>
                  <a:lnTo>
                    <a:pt x="2914" y="1332883"/>
                  </a:lnTo>
                  <a:lnTo>
                    <a:pt x="2913" y="1330163"/>
                  </a:lnTo>
                  <a:lnTo>
                    <a:pt x="2913" y="1327442"/>
                  </a:lnTo>
                  <a:lnTo>
                    <a:pt x="2912" y="1324722"/>
                  </a:lnTo>
                  <a:lnTo>
                    <a:pt x="2912" y="1322002"/>
                  </a:lnTo>
                  <a:lnTo>
                    <a:pt x="2911" y="1319282"/>
                  </a:lnTo>
                  <a:lnTo>
                    <a:pt x="2911" y="1316562"/>
                  </a:lnTo>
                  <a:lnTo>
                    <a:pt x="2910" y="1313841"/>
                  </a:lnTo>
                  <a:lnTo>
                    <a:pt x="2909" y="1311121"/>
                  </a:lnTo>
                  <a:lnTo>
                    <a:pt x="2908" y="1308401"/>
                  </a:lnTo>
                  <a:lnTo>
                    <a:pt x="2907" y="1305681"/>
                  </a:lnTo>
                  <a:lnTo>
                    <a:pt x="2906" y="1302961"/>
                  </a:lnTo>
                  <a:lnTo>
                    <a:pt x="2905" y="1300241"/>
                  </a:lnTo>
                  <a:lnTo>
                    <a:pt x="2904" y="1297520"/>
                  </a:lnTo>
                  <a:lnTo>
                    <a:pt x="2903" y="1294800"/>
                  </a:lnTo>
                  <a:lnTo>
                    <a:pt x="2901" y="1292080"/>
                  </a:lnTo>
                  <a:lnTo>
                    <a:pt x="2900" y="1289360"/>
                  </a:lnTo>
                  <a:lnTo>
                    <a:pt x="2898" y="1286640"/>
                  </a:lnTo>
                  <a:lnTo>
                    <a:pt x="2896" y="1283920"/>
                  </a:lnTo>
                  <a:lnTo>
                    <a:pt x="2895" y="1281199"/>
                  </a:lnTo>
                  <a:lnTo>
                    <a:pt x="2893" y="1278479"/>
                  </a:lnTo>
                  <a:lnTo>
                    <a:pt x="2891" y="1275759"/>
                  </a:lnTo>
                  <a:lnTo>
                    <a:pt x="2888" y="1273039"/>
                  </a:lnTo>
                  <a:lnTo>
                    <a:pt x="2886" y="1270319"/>
                  </a:lnTo>
                  <a:lnTo>
                    <a:pt x="2884" y="1267599"/>
                  </a:lnTo>
                  <a:lnTo>
                    <a:pt x="2881" y="1264878"/>
                  </a:lnTo>
                  <a:lnTo>
                    <a:pt x="2879" y="1262158"/>
                  </a:lnTo>
                  <a:lnTo>
                    <a:pt x="2876" y="1259438"/>
                  </a:lnTo>
                  <a:lnTo>
                    <a:pt x="2873" y="1256718"/>
                  </a:lnTo>
                  <a:lnTo>
                    <a:pt x="2871" y="1253998"/>
                  </a:lnTo>
                  <a:lnTo>
                    <a:pt x="2868" y="1251278"/>
                  </a:lnTo>
                  <a:lnTo>
                    <a:pt x="2865" y="1248557"/>
                  </a:lnTo>
                  <a:lnTo>
                    <a:pt x="2862" y="1245837"/>
                  </a:lnTo>
                  <a:lnTo>
                    <a:pt x="2860" y="1243117"/>
                  </a:lnTo>
                  <a:lnTo>
                    <a:pt x="2857" y="1240397"/>
                  </a:lnTo>
                  <a:lnTo>
                    <a:pt x="2854" y="1237677"/>
                  </a:lnTo>
                  <a:lnTo>
                    <a:pt x="2852" y="1234957"/>
                  </a:lnTo>
                  <a:lnTo>
                    <a:pt x="2849" y="1232236"/>
                  </a:lnTo>
                  <a:lnTo>
                    <a:pt x="2847" y="1229516"/>
                  </a:lnTo>
                  <a:lnTo>
                    <a:pt x="2844" y="1226796"/>
                  </a:lnTo>
                  <a:lnTo>
                    <a:pt x="2842" y="1224076"/>
                  </a:lnTo>
                  <a:lnTo>
                    <a:pt x="2840" y="1221356"/>
                  </a:lnTo>
                  <a:lnTo>
                    <a:pt x="2837" y="1218636"/>
                  </a:lnTo>
                  <a:lnTo>
                    <a:pt x="2835" y="1215915"/>
                  </a:lnTo>
                  <a:lnTo>
                    <a:pt x="2833" y="1213195"/>
                  </a:lnTo>
                  <a:lnTo>
                    <a:pt x="2831" y="1210475"/>
                  </a:lnTo>
                  <a:lnTo>
                    <a:pt x="2829" y="1207755"/>
                  </a:lnTo>
                  <a:lnTo>
                    <a:pt x="2827" y="1205035"/>
                  </a:lnTo>
                  <a:lnTo>
                    <a:pt x="2825" y="1202315"/>
                  </a:lnTo>
                  <a:lnTo>
                    <a:pt x="2823" y="1199594"/>
                  </a:lnTo>
                  <a:lnTo>
                    <a:pt x="2821" y="1196874"/>
                  </a:lnTo>
                  <a:lnTo>
                    <a:pt x="2819" y="1194154"/>
                  </a:lnTo>
                  <a:lnTo>
                    <a:pt x="2816" y="1191434"/>
                  </a:lnTo>
                  <a:lnTo>
                    <a:pt x="2814" y="1188714"/>
                  </a:lnTo>
                  <a:lnTo>
                    <a:pt x="2812" y="1185994"/>
                  </a:lnTo>
                  <a:lnTo>
                    <a:pt x="2809" y="1183273"/>
                  </a:lnTo>
                  <a:lnTo>
                    <a:pt x="2806" y="1180553"/>
                  </a:lnTo>
                  <a:lnTo>
                    <a:pt x="2803" y="1177833"/>
                  </a:lnTo>
                  <a:lnTo>
                    <a:pt x="2800" y="1175113"/>
                  </a:lnTo>
                  <a:lnTo>
                    <a:pt x="2797" y="1172393"/>
                  </a:lnTo>
                  <a:lnTo>
                    <a:pt x="2793" y="1169672"/>
                  </a:lnTo>
                  <a:lnTo>
                    <a:pt x="2789" y="1166952"/>
                  </a:lnTo>
                  <a:lnTo>
                    <a:pt x="2785" y="1164232"/>
                  </a:lnTo>
                  <a:lnTo>
                    <a:pt x="2781" y="1161512"/>
                  </a:lnTo>
                  <a:lnTo>
                    <a:pt x="2776" y="1158792"/>
                  </a:lnTo>
                  <a:lnTo>
                    <a:pt x="2771" y="1156072"/>
                  </a:lnTo>
                  <a:lnTo>
                    <a:pt x="2766" y="1153351"/>
                  </a:lnTo>
                  <a:lnTo>
                    <a:pt x="2760" y="1150631"/>
                  </a:lnTo>
                  <a:lnTo>
                    <a:pt x="2754" y="1147911"/>
                  </a:lnTo>
                  <a:lnTo>
                    <a:pt x="2747" y="1145191"/>
                  </a:lnTo>
                  <a:lnTo>
                    <a:pt x="2741" y="1142471"/>
                  </a:lnTo>
                  <a:lnTo>
                    <a:pt x="2733" y="1139751"/>
                  </a:lnTo>
                  <a:lnTo>
                    <a:pt x="2726" y="1137030"/>
                  </a:lnTo>
                  <a:lnTo>
                    <a:pt x="2718" y="1134310"/>
                  </a:lnTo>
                  <a:lnTo>
                    <a:pt x="2709" y="1131590"/>
                  </a:lnTo>
                  <a:lnTo>
                    <a:pt x="2700" y="1128870"/>
                  </a:lnTo>
                  <a:lnTo>
                    <a:pt x="2691" y="1126150"/>
                  </a:lnTo>
                  <a:lnTo>
                    <a:pt x="2681" y="1123430"/>
                  </a:lnTo>
                  <a:lnTo>
                    <a:pt x="2671" y="1120709"/>
                  </a:lnTo>
                  <a:lnTo>
                    <a:pt x="2660" y="1117989"/>
                  </a:lnTo>
                  <a:lnTo>
                    <a:pt x="2649" y="1115269"/>
                  </a:lnTo>
                  <a:lnTo>
                    <a:pt x="2637" y="1112549"/>
                  </a:lnTo>
                  <a:lnTo>
                    <a:pt x="2625" y="1109829"/>
                  </a:lnTo>
                  <a:lnTo>
                    <a:pt x="2612" y="1107109"/>
                  </a:lnTo>
                  <a:lnTo>
                    <a:pt x="2599" y="1104388"/>
                  </a:lnTo>
                  <a:lnTo>
                    <a:pt x="2585" y="1101668"/>
                  </a:lnTo>
                  <a:lnTo>
                    <a:pt x="2570" y="1098948"/>
                  </a:lnTo>
                  <a:lnTo>
                    <a:pt x="2555" y="1096228"/>
                  </a:lnTo>
                  <a:lnTo>
                    <a:pt x="2539" y="1093508"/>
                  </a:lnTo>
                  <a:lnTo>
                    <a:pt x="2522" y="1090788"/>
                  </a:lnTo>
                  <a:lnTo>
                    <a:pt x="2505" y="1088067"/>
                  </a:lnTo>
                  <a:lnTo>
                    <a:pt x="2488" y="1085347"/>
                  </a:lnTo>
                  <a:lnTo>
                    <a:pt x="2469" y="1082627"/>
                  </a:lnTo>
                  <a:lnTo>
                    <a:pt x="2450" y="1079907"/>
                  </a:lnTo>
                  <a:lnTo>
                    <a:pt x="2431" y="1077187"/>
                  </a:lnTo>
                  <a:lnTo>
                    <a:pt x="2411" y="1074467"/>
                  </a:lnTo>
                  <a:lnTo>
                    <a:pt x="2390" y="1071746"/>
                  </a:lnTo>
                  <a:lnTo>
                    <a:pt x="2369" y="1069026"/>
                  </a:lnTo>
                  <a:lnTo>
                    <a:pt x="2347" y="1066306"/>
                  </a:lnTo>
                  <a:lnTo>
                    <a:pt x="2325" y="1063586"/>
                  </a:lnTo>
                  <a:lnTo>
                    <a:pt x="2302" y="1060866"/>
                  </a:lnTo>
                  <a:lnTo>
                    <a:pt x="2278" y="1058146"/>
                  </a:lnTo>
                  <a:lnTo>
                    <a:pt x="2254" y="1055425"/>
                  </a:lnTo>
                  <a:lnTo>
                    <a:pt x="2230" y="1052705"/>
                  </a:lnTo>
                  <a:lnTo>
                    <a:pt x="2205" y="1049985"/>
                  </a:lnTo>
                  <a:lnTo>
                    <a:pt x="2180" y="1047265"/>
                  </a:lnTo>
                  <a:lnTo>
                    <a:pt x="2155" y="1044545"/>
                  </a:lnTo>
                  <a:lnTo>
                    <a:pt x="2129" y="1041825"/>
                  </a:lnTo>
                  <a:lnTo>
                    <a:pt x="2103" y="1039104"/>
                  </a:lnTo>
                  <a:lnTo>
                    <a:pt x="2076" y="1036384"/>
                  </a:lnTo>
                  <a:lnTo>
                    <a:pt x="2050" y="1033664"/>
                  </a:lnTo>
                  <a:lnTo>
                    <a:pt x="2023" y="1030944"/>
                  </a:lnTo>
                  <a:lnTo>
                    <a:pt x="1996" y="1028224"/>
                  </a:lnTo>
                  <a:lnTo>
                    <a:pt x="1969" y="1025503"/>
                  </a:lnTo>
                  <a:lnTo>
                    <a:pt x="1941" y="1022783"/>
                  </a:lnTo>
                  <a:lnTo>
                    <a:pt x="1914" y="1020063"/>
                  </a:lnTo>
                  <a:lnTo>
                    <a:pt x="1887" y="1017343"/>
                  </a:lnTo>
                  <a:lnTo>
                    <a:pt x="1860" y="1014623"/>
                  </a:lnTo>
                  <a:lnTo>
                    <a:pt x="1833" y="1011903"/>
                  </a:lnTo>
                  <a:lnTo>
                    <a:pt x="1806" y="1009182"/>
                  </a:lnTo>
                  <a:lnTo>
                    <a:pt x="1780" y="1006462"/>
                  </a:lnTo>
                  <a:lnTo>
                    <a:pt x="1754" y="1003742"/>
                  </a:lnTo>
                  <a:lnTo>
                    <a:pt x="1728" y="1001022"/>
                  </a:lnTo>
                  <a:lnTo>
                    <a:pt x="1703" y="998302"/>
                  </a:lnTo>
                  <a:lnTo>
                    <a:pt x="1678" y="995582"/>
                  </a:lnTo>
                  <a:lnTo>
                    <a:pt x="1654" y="992861"/>
                  </a:lnTo>
                  <a:lnTo>
                    <a:pt x="1631" y="990141"/>
                  </a:lnTo>
                  <a:lnTo>
                    <a:pt x="1609" y="987421"/>
                  </a:lnTo>
                  <a:lnTo>
                    <a:pt x="1587" y="984701"/>
                  </a:lnTo>
                  <a:lnTo>
                    <a:pt x="1567" y="981981"/>
                  </a:lnTo>
                  <a:lnTo>
                    <a:pt x="1547" y="979261"/>
                  </a:lnTo>
                  <a:lnTo>
                    <a:pt x="1529" y="976540"/>
                  </a:lnTo>
                  <a:lnTo>
                    <a:pt x="1511" y="973820"/>
                  </a:lnTo>
                  <a:lnTo>
                    <a:pt x="1494" y="971100"/>
                  </a:lnTo>
                  <a:lnTo>
                    <a:pt x="1479" y="968380"/>
                  </a:lnTo>
                  <a:lnTo>
                    <a:pt x="1465" y="965660"/>
                  </a:lnTo>
                  <a:lnTo>
                    <a:pt x="1452" y="962940"/>
                  </a:lnTo>
                  <a:lnTo>
                    <a:pt x="1439" y="960219"/>
                  </a:lnTo>
                  <a:lnTo>
                    <a:pt x="1428" y="957499"/>
                  </a:lnTo>
                  <a:lnTo>
                    <a:pt x="1417" y="954779"/>
                  </a:lnTo>
                  <a:lnTo>
                    <a:pt x="1408" y="952059"/>
                  </a:lnTo>
                  <a:lnTo>
                    <a:pt x="1399" y="949339"/>
                  </a:lnTo>
                  <a:lnTo>
                    <a:pt x="1391" y="946619"/>
                  </a:lnTo>
                  <a:lnTo>
                    <a:pt x="1382" y="943898"/>
                  </a:lnTo>
                  <a:lnTo>
                    <a:pt x="1375" y="941178"/>
                  </a:lnTo>
                  <a:lnTo>
                    <a:pt x="1367" y="938458"/>
                  </a:lnTo>
                  <a:lnTo>
                    <a:pt x="1359" y="935738"/>
                  </a:lnTo>
                  <a:lnTo>
                    <a:pt x="1351" y="933018"/>
                  </a:lnTo>
                  <a:lnTo>
                    <a:pt x="1342" y="930298"/>
                  </a:lnTo>
                  <a:lnTo>
                    <a:pt x="1333" y="927577"/>
                  </a:lnTo>
                  <a:lnTo>
                    <a:pt x="1322" y="924857"/>
                  </a:lnTo>
                  <a:lnTo>
                    <a:pt x="1311" y="922137"/>
                  </a:lnTo>
                  <a:lnTo>
                    <a:pt x="1298" y="919417"/>
                  </a:lnTo>
                  <a:lnTo>
                    <a:pt x="1284" y="916697"/>
                  </a:lnTo>
                  <a:lnTo>
                    <a:pt x="1268" y="913977"/>
                  </a:lnTo>
                  <a:lnTo>
                    <a:pt x="1251" y="911256"/>
                  </a:lnTo>
                  <a:lnTo>
                    <a:pt x="1232" y="908536"/>
                  </a:lnTo>
                  <a:lnTo>
                    <a:pt x="1211" y="905816"/>
                  </a:lnTo>
                  <a:lnTo>
                    <a:pt x="1188" y="903096"/>
                  </a:lnTo>
                  <a:lnTo>
                    <a:pt x="1164" y="900376"/>
                  </a:lnTo>
                  <a:lnTo>
                    <a:pt x="1138" y="897656"/>
                  </a:lnTo>
                  <a:lnTo>
                    <a:pt x="1110" y="894935"/>
                  </a:lnTo>
                  <a:lnTo>
                    <a:pt x="1080" y="892215"/>
                  </a:lnTo>
                  <a:lnTo>
                    <a:pt x="1048" y="889495"/>
                  </a:lnTo>
                  <a:lnTo>
                    <a:pt x="1016" y="886775"/>
                  </a:lnTo>
                  <a:lnTo>
                    <a:pt x="982" y="884055"/>
                  </a:lnTo>
                  <a:lnTo>
                    <a:pt x="947" y="881334"/>
                  </a:lnTo>
                  <a:lnTo>
                    <a:pt x="911" y="878614"/>
                  </a:lnTo>
                  <a:lnTo>
                    <a:pt x="874" y="875894"/>
                  </a:lnTo>
                  <a:lnTo>
                    <a:pt x="837" y="873174"/>
                  </a:lnTo>
                  <a:lnTo>
                    <a:pt x="800" y="870454"/>
                  </a:lnTo>
                  <a:lnTo>
                    <a:pt x="763" y="867734"/>
                  </a:lnTo>
                  <a:lnTo>
                    <a:pt x="726" y="865013"/>
                  </a:lnTo>
                  <a:lnTo>
                    <a:pt x="690" y="862293"/>
                  </a:lnTo>
                  <a:lnTo>
                    <a:pt x="654" y="859573"/>
                  </a:lnTo>
                  <a:lnTo>
                    <a:pt x="619" y="856853"/>
                  </a:lnTo>
                  <a:lnTo>
                    <a:pt x="614" y="856414"/>
                  </a:lnTo>
                  <a:lnTo>
                    <a:pt x="585" y="854133"/>
                  </a:lnTo>
                  <a:lnTo>
                    <a:pt x="553" y="851413"/>
                  </a:lnTo>
                  <a:lnTo>
                    <a:pt x="522" y="848692"/>
                  </a:lnTo>
                  <a:lnTo>
                    <a:pt x="492" y="845972"/>
                  </a:lnTo>
                  <a:lnTo>
                    <a:pt x="463" y="843252"/>
                  </a:lnTo>
                  <a:lnTo>
                    <a:pt x="436" y="840532"/>
                  </a:lnTo>
                  <a:lnTo>
                    <a:pt x="410" y="837812"/>
                  </a:lnTo>
                  <a:lnTo>
                    <a:pt x="386" y="835092"/>
                  </a:lnTo>
                  <a:lnTo>
                    <a:pt x="363" y="832371"/>
                  </a:lnTo>
                  <a:lnTo>
                    <a:pt x="341" y="829651"/>
                  </a:lnTo>
                  <a:lnTo>
                    <a:pt x="321" y="826931"/>
                  </a:lnTo>
                  <a:lnTo>
                    <a:pt x="301" y="824211"/>
                  </a:lnTo>
                  <a:lnTo>
                    <a:pt x="283" y="821491"/>
                  </a:lnTo>
                  <a:lnTo>
                    <a:pt x="266" y="818771"/>
                  </a:lnTo>
                  <a:lnTo>
                    <a:pt x="250" y="816050"/>
                  </a:lnTo>
                  <a:lnTo>
                    <a:pt x="234" y="813330"/>
                  </a:lnTo>
                  <a:lnTo>
                    <a:pt x="219" y="810610"/>
                  </a:lnTo>
                  <a:lnTo>
                    <a:pt x="205" y="807890"/>
                  </a:lnTo>
                  <a:lnTo>
                    <a:pt x="191" y="805170"/>
                  </a:lnTo>
                  <a:lnTo>
                    <a:pt x="177" y="802450"/>
                  </a:lnTo>
                  <a:lnTo>
                    <a:pt x="164" y="799729"/>
                  </a:lnTo>
                  <a:lnTo>
                    <a:pt x="151" y="797009"/>
                  </a:lnTo>
                  <a:lnTo>
                    <a:pt x="138" y="794289"/>
                  </a:lnTo>
                  <a:lnTo>
                    <a:pt x="125" y="791569"/>
                  </a:lnTo>
                  <a:lnTo>
                    <a:pt x="113" y="788849"/>
                  </a:lnTo>
                  <a:lnTo>
                    <a:pt x="101" y="786129"/>
                  </a:lnTo>
                  <a:lnTo>
                    <a:pt x="89" y="783408"/>
                  </a:lnTo>
                  <a:lnTo>
                    <a:pt x="78" y="780688"/>
                  </a:lnTo>
                  <a:lnTo>
                    <a:pt x="67" y="777968"/>
                  </a:lnTo>
                  <a:lnTo>
                    <a:pt x="56" y="775248"/>
                  </a:lnTo>
                  <a:lnTo>
                    <a:pt x="46" y="772528"/>
                  </a:lnTo>
                  <a:lnTo>
                    <a:pt x="37" y="769808"/>
                  </a:lnTo>
                  <a:lnTo>
                    <a:pt x="29" y="767087"/>
                  </a:lnTo>
                  <a:lnTo>
                    <a:pt x="21" y="764367"/>
                  </a:lnTo>
                  <a:lnTo>
                    <a:pt x="15" y="761647"/>
                  </a:lnTo>
                  <a:lnTo>
                    <a:pt x="9" y="758927"/>
                  </a:lnTo>
                  <a:lnTo>
                    <a:pt x="5" y="756207"/>
                  </a:lnTo>
                  <a:lnTo>
                    <a:pt x="2" y="753487"/>
                  </a:lnTo>
                  <a:lnTo>
                    <a:pt x="0" y="750766"/>
                  </a:lnTo>
                  <a:lnTo>
                    <a:pt x="0" y="748046"/>
                  </a:lnTo>
                  <a:lnTo>
                    <a:pt x="0" y="745326"/>
                  </a:lnTo>
                  <a:lnTo>
                    <a:pt x="3" y="742606"/>
                  </a:lnTo>
                  <a:lnTo>
                    <a:pt x="6" y="739886"/>
                  </a:lnTo>
                  <a:lnTo>
                    <a:pt x="9" y="738189"/>
                  </a:lnTo>
                  <a:lnTo>
                    <a:pt x="11" y="737165"/>
                  </a:lnTo>
                  <a:lnTo>
                    <a:pt x="17" y="734445"/>
                  </a:lnTo>
                  <a:lnTo>
                    <a:pt x="25" y="731725"/>
                  </a:lnTo>
                  <a:lnTo>
                    <a:pt x="34" y="729005"/>
                  </a:lnTo>
                  <a:lnTo>
                    <a:pt x="43" y="726285"/>
                  </a:lnTo>
                  <a:lnTo>
                    <a:pt x="54" y="723565"/>
                  </a:lnTo>
                  <a:lnTo>
                    <a:pt x="66" y="720844"/>
                  </a:lnTo>
                  <a:lnTo>
                    <a:pt x="79" y="718124"/>
                  </a:lnTo>
                  <a:lnTo>
                    <a:pt x="92" y="715404"/>
                  </a:lnTo>
                  <a:lnTo>
                    <a:pt x="106" y="712684"/>
                  </a:lnTo>
                  <a:lnTo>
                    <a:pt x="121" y="709964"/>
                  </a:lnTo>
                  <a:lnTo>
                    <a:pt x="135" y="707244"/>
                  </a:lnTo>
                  <a:lnTo>
                    <a:pt x="151" y="704523"/>
                  </a:lnTo>
                  <a:lnTo>
                    <a:pt x="166" y="701803"/>
                  </a:lnTo>
                  <a:lnTo>
                    <a:pt x="181" y="699083"/>
                  </a:lnTo>
                  <a:lnTo>
                    <a:pt x="196" y="696363"/>
                  </a:lnTo>
                  <a:lnTo>
                    <a:pt x="212" y="693643"/>
                  </a:lnTo>
                  <a:lnTo>
                    <a:pt x="227" y="690923"/>
                  </a:lnTo>
                  <a:lnTo>
                    <a:pt x="242" y="688202"/>
                  </a:lnTo>
                  <a:lnTo>
                    <a:pt x="256" y="685482"/>
                  </a:lnTo>
                  <a:lnTo>
                    <a:pt x="271" y="682762"/>
                  </a:lnTo>
                  <a:lnTo>
                    <a:pt x="286" y="680042"/>
                  </a:lnTo>
                  <a:lnTo>
                    <a:pt x="300" y="677322"/>
                  </a:lnTo>
                  <a:lnTo>
                    <a:pt x="315" y="674602"/>
                  </a:lnTo>
                  <a:lnTo>
                    <a:pt x="329" y="671881"/>
                  </a:lnTo>
                  <a:lnTo>
                    <a:pt x="344" y="669161"/>
                  </a:lnTo>
                  <a:lnTo>
                    <a:pt x="359" y="666441"/>
                  </a:lnTo>
                  <a:lnTo>
                    <a:pt x="374" y="663721"/>
                  </a:lnTo>
                  <a:lnTo>
                    <a:pt x="390" y="661001"/>
                  </a:lnTo>
                  <a:lnTo>
                    <a:pt x="406" y="658281"/>
                  </a:lnTo>
                  <a:lnTo>
                    <a:pt x="423" y="655560"/>
                  </a:lnTo>
                  <a:lnTo>
                    <a:pt x="441" y="652840"/>
                  </a:lnTo>
                  <a:lnTo>
                    <a:pt x="460" y="650120"/>
                  </a:lnTo>
                  <a:lnTo>
                    <a:pt x="479" y="647400"/>
                  </a:lnTo>
                  <a:lnTo>
                    <a:pt x="500" y="644680"/>
                  </a:lnTo>
                  <a:lnTo>
                    <a:pt x="522" y="641960"/>
                  </a:lnTo>
                  <a:lnTo>
                    <a:pt x="545" y="639239"/>
                  </a:lnTo>
                  <a:lnTo>
                    <a:pt x="569" y="636519"/>
                  </a:lnTo>
                  <a:lnTo>
                    <a:pt x="594" y="633799"/>
                  </a:lnTo>
                  <a:lnTo>
                    <a:pt x="621" y="631079"/>
                  </a:lnTo>
                  <a:lnTo>
                    <a:pt x="649" y="628359"/>
                  </a:lnTo>
                  <a:lnTo>
                    <a:pt x="677" y="625639"/>
                  </a:lnTo>
                  <a:lnTo>
                    <a:pt x="707" y="622918"/>
                  </a:lnTo>
                  <a:lnTo>
                    <a:pt x="738" y="620198"/>
                  </a:lnTo>
                  <a:lnTo>
                    <a:pt x="770" y="617478"/>
                  </a:lnTo>
                  <a:lnTo>
                    <a:pt x="778" y="616850"/>
                  </a:lnTo>
                  <a:lnTo>
                    <a:pt x="803" y="614758"/>
                  </a:lnTo>
                  <a:lnTo>
                    <a:pt x="837" y="612038"/>
                  </a:lnTo>
                  <a:lnTo>
                    <a:pt x="871" y="609318"/>
                  </a:lnTo>
                  <a:lnTo>
                    <a:pt x="905" y="606597"/>
                  </a:lnTo>
                  <a:lnTo>
                    <a:pt x="940" y="603877"/>
                  </a:lnTo>
                  <a:lnTo>
                    <a:pt x="975" y="601157"/>
                  </a:lnTo>
                  <a:lnTo>
                    <a:pt x="1010" y="598437"/>
                  </a:lnTo>
                  <a:lnTo>
                    <a:pt x="1045" y="595717"/>
                  </a:lnTo>
                  <a:lnTo>
                    <a:pt x="1080" y="592997"/>
                  </a:lnTo>
                  <a:lnTo>
                    <a:pt x="1115" y="590276"/>
                  </a:lnTo>
                  <a:lnTo>
                    <a:pt x="1149" y="587556"/>
                  </a:lnTo>
                  <a:lnTo>
                    <a:pt x="1182" y="584836"/>
                  </a:lnTo>
                  <a:lnTo>
                    <a:pt x="1215" y="582116"/>
                  </a:lnTo>
                  <a:lnTo>
                    <a:pt x="1247" y="579396"/>
                  </a:lnTo>
                  <a:lnTo>
                    <a:pt x="1278" y="576675"/>
                  </a:lnTo>
                  <a:lnTo>
                    <a:pt x="1308" y="573955"/>
                  </a:lnTo>
                  <a:lnTo>
                    <a:pt x="1338" y="571235"/>
                  </a:lnTo>
                  <a:lnTo>
                    <a:pt x="1367" y="568515"/>
                  </a:lnTo>
                  <a:lnTo>
                    <a:pt x="1394" y="565795"/>
                  </a:lnTo>
                  <a:lnTo>
                    <a:pt x="1421" y="563075"/>
                  </a:lnTo>
                  <a:lnTo>
                    <a:pt x="1447" y="560354"/>
                  </a:lnTo>
                  <a:lnTo>
                    <a:pt x="1471" y="557634"/>
                  </a:lnTo>
                  <a:lnTo>
                    <a:pt x="1495" y="554914"/>
                  </a:lnTo>
                  <a:lnTo>
                    <a:pt x="1518" y="552194"/>
                  </a:lnTo>
                  <a:lnTo>
                    <a:pt x="1540" y="549474"/>
                  </a:lnTo>
                  <a:lnTo>
                    <a:pt x="1560" y="546754"/>
                  </a:lnTo>
                  <a:lnTo>
                    <a:pt x="1580" y="544033"/>
                  </a:lnTo>
                  <a:lnTo>
                    <a:pt x="1599" y="541313"/>
                  </a:lnTo>
                  <a:lnTo>
                    <a:pt x="1617" y="538593"/>
                  </a:lnTo>
                  <a:lnTo>
                    <a:pt x="1635" y="535873"/>
                  </a:lnTo>
                  <a:lnTo>
                    <a:pt x="1651" y="533153"/>
                  </a:lnTo>
                  <a:lnTo>
                    <a:pt x="1667" y="530433"/>
                  </a:lnTo>
                  <a:lnTo>
                    <a:pt x="1682" y="527712"/>
                  </a:lnTo>
                  <a:lnTo>
                    <a:pt x="1696" y="524992"/>
                  </a:lnTo>
                  <a:lnTo>
                    <a:pt x="1709" y="522272"/>
                  </a:lnTo>
                  <a:lnTo>
                    <a:pt x="1722" y="519552"/>
                  </a:lnTo>
                  <a:lnTo>
                    <a:pt x="1734" y="516832"/>
                  </a:lnTo>
                  <a:lnTo>
                    <a:pt x="1745" y="514112"/>
                  </a:lnTo>
                  <a:lnTo>
                    <a:pt x="1755" y="511391"/>
                  </a:lnTo>
                  <a:lnTo>
                    <a:pt x="1765" y="508671"/>
                  </a:lnTo>
                  <a:lnTo>
                    <a:pt x="1775" y="505951"/>
                  </a:lnTo>
                  <a:lnTo>
                    <a:pt x="1783" y="503231"/>
                  </a:lnTo>
                  <a:lnTo>
                    <a:pt x="1791" y="500511"/>
                  </a:lnTo>
                  <a:lnTo>
                    <a:pt x="1799" y="497791"/>
                  </a:lnTo>
                  <a:lnTo>
                    <a:pt x="1807" y="495070"/>
                  </a:lnTo>
                  <a:lnTo>
                    <a:pt x="1814" y="492350"/>
                  </a:lnTo>
                  <a:lnTo>
                    <a:pt x="1821" y="489630"/>
                  </a:lnTo>
                  <a:lnTo>
                    <a:pt x="1828" y="486910"/>
                  </a:lnTo>
                  <a:lnTo>
                    <a:pt x="1834" y="484190"/>
                  </a:lnTo>
                  <a:lnTo>
                    <a:pt x="1841" y="481470"/>
                  </a:lnTo>
                  <a:lnTo>
                    <a:pt x="1848" y="478749"/>
                  </a:lnTo>
                  <a:lnTo>
                    <a:pt x="1855" y="476029"/>
                  </a:lnTo>
                  <a:lnTo>
                    <a:pt x="1862" y="473309"/>
                  </a:lnTo>
                  <a:lnTo>
                    <a:pt x="1869" y="470589"/>
                  </a:lnTo>
                  <a:lnTo>
                    <a:pt x="1877" y="467869"/>
                  </a:lnTo>
                  <a:lnTo>
                    <a:pt x="1886" y="465149"/>
                  </a:lnTo>
                  <a:lnTo>
                    <a:pt x="1895" y="462428"/>
                  </a:lnTo>
                  <a:lnTo>
                    <a:pt x="1905" y="459708"/>
                  </a:lnTo>
                  <a:lnTo>
                    <a:pt x="1915" y="456988"/>
                  </a:lnTo>
                  <a:lnTo>
                    <a:pt x="1926" y="454268"/>
                  </a:lnTo>
                  <a:lnTo>
                    <a:pt x="1938" y="451548"/>
                  </a:lnTo>
                  <a:lnTo>
                    <a:pt x="1951" y="448828"/>
                  </a:lnTo>
                  <a:lnTo>
                    <a:pt x="1964" y="446107"/>
                  </a:lnTo>
                  <a:lnTo>
                    <a:pt x="1979" y="443387"/>
                  </a:lnTo>
                  <a:lnTo>
                    <a:pt x="1994" y="440667"/>
                  </a:lnTo>
                  <a:lnTo>
                    <a:pt x="2009" y="437947"/>
                  </a:lnTo>
                  <a:lnTo>
                    <a:pt x="2026" y="435227"/>
                  </a:lnTo>
                  <a:lnTo>
                    <a:pt x="2043" y="432506"/>
                  </a:lnTo>
                  <a:lnTo>
                    <a:pt x="2060" y="429786"/>
                  </a:lnTo>
                  <a:lnTo>
                    <a:pt x="2078" y="427066"/>
                  </a:lnTo>
                  <a:lnTo>
                    <a:pt x="2097" y="424346"/>
                  </a:lnTo>
                  <a:lnTo>
                    <a:pt x="2115" y="421626"/>
                  </a:lnTo>
                  <a:lnTo>
                    <a:pt x="2134" y="418906"/>
                  </a:lnTo>
                  <a:lnTo>
                    <a:pt x="2153" y="416185"/>
                  </a:lnTo>
                  <a:lnTo>
                    <a:pt x="2172" y="413465"/>
                  </a:lnTo>
                  <a:lnTo>
                    <a:pt x="2192" y="410745"/>
                  </a:lnTo>
                  <a:lnTo>
                    <a:pt x="2211" y="408025"/>
                  </a:lnTo>
                  <a:lnTo>
                    <a:pt x="2229" y="405305"/>
                  </a:lnTo>
                  <a:lnTo>
                    <a:pt x="2248" y="402585"/>
                  </a:lnTo>
                  <a:lnTo>
                    <a:pt x="2266" y="399864"/>
                  </a:lnTo>
                  <a:lnTo>
                    <a:pt x="2284" y="397144"/>
                  </a:lnTo>
                  <a:lnTo>
                    <a:pt x="2301" y="394424"/>
                  </a:lnTo>
                  <a:lnTo>
                    <a:pt x="2319" y="391704"/>
                  </a:lnTo>
                  <a:lnTo>
                    <a:pt x="2335" y="388984"/>
                  </a:lnTo>
                  <a:lnTo>
                    <a:pt x="2351" y="386264"/>
                  </a:lnTo>
                  <a:lnTo>
                    <a:pt x="2367" y="383543"/>
                  </a:lnTo>
                  <a:lnTo>
                    <a:pt x="2382" y="380823"/>
                  </a:lnTo>
                  <a:lnTo>
                    <a:pt x="2397" y="378103"/>
                  </a:lnTo>
                  <a:lnTo>
                    <a:pt x="2412" y="375383"/>
                  </a:lnTo>
                  <a:lnTo>
                    <a:pt x="2426" y="372663"/>
                  </a:lnTo>
                  <a:lnTo>
                    <a:pt x="2439" y="369943"/>
                  </a:lnTo>
                  <a:lnTo>
                    <a:pt x="2453" y="367222"/>
                  </a:lnTo>
                  <a:lnTo>
                    <a:pt x="2466" y="364502"/>
                  </a:lnTo>
                  <a:lnTo>
                    <a:pt x="2479" y="361782"/>
                  </a:lnTo>
                  <a:lnTo>
                    <a:pt x="2492" y="359062"/>
                  </a:lnTo>
                  <a:lnTo>
                    <a:pt x="2504" y="356342"/>
                  </a:lnTo>
                  <a:lnTo>
                    <a:pt x="2517" y="353622"/>
                  </a:lnTo>
                  <a:lnTo>
                    <a:pt x="2529" y="350901"/>
                  </a:lnTo>
                  <a:lnTo>
                    <a:pt x="2541" y="348181"/>
                  </a:lnTo>
                  <a:lnTo>
                    <a:pt x="2553" y="345461"/>
                  </a:lnTo>
                  <a:lnTo>
                    <a:pt x="2565" y="342741"/>
                  </a:lnTo>
                  <a:lnTo>
                    <a:pt x="2577" y="340021"/>
                  </a:lnTo>
                  <a:lnTo>
                    <a:pt x="2589" y="337301"/>
                  </a:lnTo>
                  <a:lnTo>
                    <a:pt x="2600" y="334580"/>
                  </a:lnTo>
                  <a:lnTo>
                    <a:pt x="2612" y="331860"/>
                  </a:lnTo>
                  <a:lnTo>
                    <a:pt x="2623" y="329140"/>
                  </a:lnTo>
                  <a:lnTo>
                    <a:pt x="2634" y="326420"/>
                  </a:lnTo>
                  <a:lnTo>
                    <a:pt x="2645" y="323700"/>
                  </a:lnTo>
                  <a:lnTo>
                    <a:pt x="2655" y="320980"/>
                  </a:lnTo>
                  <a:lnTo>
                    <a:pt x="2666" y="318259"/>
                  </a:lnTo>
                  <a:lnTo>
                    <a:pt x="2675" y="315539"/>
                  </a:lnTo>
                  <a:lnTo>
                    <a:pt x="2685" y="312819"/>
                  </a:lnTo>
                  <a:lnTo>
                    <a:pt x="2694" y="310099"/>
                  </a:lnTo>
                  <a:lnTo>
                    <a:pt x="2703" y="307379"/>
                  </a:lnTo>
                  <a:lnTo>
                    <a:pt x="2711" y="304659"/>
                  </a:lnTo>
                  <a:lnTo>
                    <a:pt x="2718" y="301938"/>
                  </a:lnTo>
                  <a:lnTo>
                    <a:pt x="2725" y="299218"/>
                  </a:lnTo>
                  <a:lnTo>
                    <a:pt x="2732" y="296498"/>
                  </a:lnTo>
                  <a:lnTo>
                    <a:pt x="2738" y="293778"/>
                  </a:lnTo>
                  <a:lnTo>
                    <a:pt x="2744" y="291058"/>
                  </a:lnTo>
                  <a:lnTo>
                    <a:pt x="2748" y="288337"/>
                  </a:lnTo>
                  <a:lnTo>
                    <a:pt x="2753" y="285617"/>
                  </a:lnTo>
                  <a:lnTo>
                    <a:pt x="2757" y="282897"/>
                  </a:lnTo>
                  <a:lnTo>
                    <a:pt x="2760" y="280177"/>
                  </a:lnTo>
                  <a:lnTo>
                    <a:pt x="2763" y="277457"/>
                  </a:lnTo>
                  <a:lnTo>
                    <a:pt x="2766" y="274737"/>
                  </a:lnTo>
                  <a:lnTo>
                    <a:pt x="2768" y="272016"/>
                  </a:lnTo>
                  <a:lnTo>
                    <a:pt x="2770" y="269296"/>
                  </a:lnTo>
                  <a:lnTo>
                    <a:pt x="2771" y="266576"/>
                  </a:lnTo>
                  <a:lnTo>
                    <a:pt x="2772" y="263856"/>
                  </a:lnTo>
                  <a:lnTo>
                    <a:pt x="2773" y="261136"/>
                  </a:lnTo>
                  <a:lnTo>
                    <a:pt x="2774" y="258416"/>
                  </a:lnTo>
                  <a:lnTo>
                    <a:pt x="2775" y="255695"/>
                  </a:lnTo>
                  <a:lnTo>
                    <a:pt x="2775" y="252975"/>
                  </a:lnTo>
                  <a:lnTo>
                    <a:pt x="2776" y="250255"/>
                  </a:lnTo>
                  <a:lnTo>
                    <a:pt x="2776" y="247535"/>
                  </a:lnTo>
                  <a:lnTo>
                    <a:pt x="2777" y="244815"/>
                  </a:lnTo>
                  <a:lnTo>
                    <a:pt x="2777" y="242095"/>
                  </a:lnTo>
                  <a:lnTo>
                    <a:pt x="2778" y="239374"/>
                  </a:lnTo>
                  <a:lnTo>
                    <a:pt x="2778" y="236654"/>
                  </a:lnTo>
                  <a:lnTo>
                    <a:pt x="2779" y="233934"/>
                  </a:lnTo>
                  <a:lnTo>
                    <a:pt x="2780" y="231214"/>
                  </a:lnTo>
                  <a:lnTo>
                    <a:pt x="2781" y="228494"/>
                  </a:lnTo>
                  <a:lnTo>
                    <a:pt x="2782" y="225774"/>
                  </a:lnTo>
                  <a:lnTo>
                    <a:pt x="2784" y="223053"/>
                  </a:lnTo>
                  <a:lnTo>
                    <a:pt x="2786" y="220333"/>
                  </a:lnTo>
                  <a:lnTo>
                    <a:pt x="2787" y="217613"/>
                  </a:lnTo>
                  <a:lnTo>
                    <a:pt x="2789" y="214893"/>
                  </a:lnTo>
                  <a:lnTo>
                    <a:pt x="2792" y="212173"/>
                  </a:lnTo>
                  <a:lnTo>
                    <a:pt x="2794" y="209453"/>
                  </a:lnTo>
                  <a:lnTo>
                    <a:pt x="2797" y="206732"/>
                  </a:lnTo>
                  <a:lnTo>
                    <a:pt x="2800" y="204012"/>
                  </a:lnTo>
                  <a:lnTo>
                    <a:pt x="2803" y="201292"/>
                  </a:lnTo>
                  <a:lnTo>
                    <a:pt x="2806" y="198572"/>
                  </a:lnTo>
                  <a:lnTo>
                    <a:pt x="2810" y="195852"/>
                  </a:lnTo>
                  <a:lnTo>
                    <a:pt x="2813" y="193132"/>
                  </a:lnTo>
                  <a:lnTo>
                    <a:pt x="2817" y="190411"/>
                  </a:lnTo>
                  <a:lnTo>
                    <a:pt x="2821" y="187691"/>
                  </a:lnTo>
                  <a:lnTo>
                    <a:pt x="2824" y="184971"/>
                  </a:lnTo>
                  <a:lnTo>
                    <a:pt x="2828" y="182251"/>
                  </a:lnTo>
                  <a:lnTo>
                    <a:pt x="2832" y="179531"/>
                  </a:lnTo>
                  <a:lnTo>
                    <a:pt x="2836" y="176811"/>
                  </a:lnTo>
                  <a:lnTo>
                    <a:pt x="2840" y="174090"/>
                  </a:lnTo>
                  <a:lnTo>
                    <a:pt x="2844" y="171370"/>
                  </a:lnTo>
                  <a:lnTo>
                    <a:pt x="2848" y="168650"/>
                  </a:lnTo>
                  <a:lnTo>
                    <a:pt x="2852" y="165930"/>
                  </a:lnTo>
                  <a:lnTo>
                    <a:pt x="2856" y="163210"/>
                  </a:lnTo>
                  <a:lnTo>
                    <a:pt x="2860" y="160490"/>
                  </a:lnTo>
                  <a:lnTo>
                    <a:pt x="2863" y="157769"/>
                  </a:lnTo>
                  <a:lnTo>
                    <a:pt x="2867" y="155049"/>
                  </a:lnTo>
                  <a:lnTo>
                    <a:pt x="2870" y="152329"/>
                  </a:lnTo>
                  <a:lnTo>
                    <a:pt x="2873" y="149609"/>
                  </a:lnTo>
                  <a:lnTo>
                    <a:pt x="2876" y="146889"/>
                  </a:lnTo>
                  <a:lnTo>
                    <a:pt x="2879" y="144168"/>
                  </a:lnTo>
                  <a:lnTo>
                    <a:pt x="2881" y="141448"/>
                  </a:lnTo>
                  <a:lnTo>
                    <a:pt x="2883" y="138728"/>
                  </a:lnTo>
                  <a:lnTo>
                    <a:pt x="2885" y="136008"/>
                  </a:lnTo>
                  <a:lnTo>
                    <a:pt x="2887" y="133288"/>
                  </a:lnTo>
                  <a:lnTo>
                    <a:pt x="2889" y="130568"/>
                  </a:lnTo>
                  <a:lnTo>
                    <a:pt x="2890" y="127847"/>
                  </a:lnTo>
                  <a:lnTo>
                    <a:pt x="2891" y="125127"/>
                  </a:lnTo>
                  <a:lnTo>
                    <a:pt x="2893" y="122407"/>
                  </a:lnTo>
                  <a:lnTo>
                    <a:pt x="2893" y="119687"/>
                  </a:lnTo>
                  <a:lnTo>
                    <a:pt x="2894" y="116967"/>
                  </a:lnTo>
                  <a:lnTo>
                    <a:pt x="2895" y="114247"/>
                  </a:lnTo>
                  <a:lnTo>
                    <a:pt x="2895" y="111526"/>
                  </a:lnTo>
                  <a:lnTo>
                    <a:pt x="2896" y="108806"/>
                  </a:lnTo>
                  <a:lnTo>
                    <a:pt x="2896" y="106086"/>
                  </a:lnTo>
                  <a:lnTo>
                    <a:pt x="2896" y="103366"/>
                  </a:lnTo>
                  <a:lnTo>
                    <a:pt x="2896" y="100646"/>
                  </a:lnTo>
                  <a:lnTo>
                    <a:pt x="2896" y="97926"/>
                  </a:lnTo>
                  <a:lnTo>
                    <a:pt x="2896" y="95205"/>
                  </a:lnTo>
                  <a:lnTo>
                    <a:pt x="2896" y="92485"/>
                  </a:lnTo>
                  <a:lnTo>
                    <a:pt x="2896" y="89765"/>
                  </a:lnTo>
                  <a:lnTo>
                    <a:pt x="2896" y="87045"/>
                  </a:lnTo>
                  <a:lnTo>
                    <a:pt x="2896" y="84325"/>
                  </a:lnTo>
                  <a:lnTo>
                    <a:pt x="2896" y="81605"/>
                  </a:lnTo>
                  <a:lnTo>
                    <a:pt x="2896" y="78884"/>
                  </a:lnTo>
                  <a:lnTo>
                    <a:pt x="2896" y="76164"/>
                  </a:lnTo>
                  <a:lnTo>
                    <a:pt x="2897" y="73444"/>
                  </a:lnTo>
                  <a:lnTo>
                    <a:pt x="2897" y="70724"/>
                  </a:lnTo>
                  <a:lnTo>
                    <a:pt x="2897" y="68004"/>
                  </a:lnTo>
                  <a:lnTo>
                    <a:pt x="2897" y="65284"/>
                  </a:lnTo>
                  <a:lnTo>
                    <a:pt x="2897" y="62563"/>
                  </a:lnTo>
                  <a:lnTo>
                    <a:pt x="2897" y="59843"/>
                  </a:lnTo>
                  <a:lnTo>
                    <a:pt x="2898" y="57123"/>
                  </a:lnTo>
                  <a:lnTo>
                    <a:pt x="2898" y="54403"/>
                  </a:lnTo>
                  <a:lnTo>
                    <a:pt x="2899" y="51683"/>
                  </a:lnTo>
                  <a:lnTo>
                    <a:pt x="2899" y="48963"/>
                  </a:lnTo>
                  <a:lnTo>
                    <a:pt x="2899" y="46242"/>
                  </a:lnTo>
                  <a:lnTo>
                    <a:pt x="2900" y="43522"/>
                  </a:lnTo>
                  <a:lnTo>
                    <a:pt x="2900" y="40802"/>
                  </a:lnTo>
                  <a:lnTo>
                    <a:pt x="2901" y="38082"/>
                  </a:lnTo>
                  <a:lnTo>
                    <a:pt x="2902" y="35362"/>
                  </a:lnTo>
                  <a:lnTo>
                    <a:pt x="2902" y="32642"/>
                  </a:lnTo>
                  <a:lnTo>
                    <a:pt x="2903" y="29921"/>
                  </a:lnTo>
                  <a:lnTo>
                    <a:pt x="2904" y="27201"/>
                  </a:lnTo>
                  <a:lnTo>
                    <a:pt x="2904" y="24481"/>
                  </a:lnTo>
                  <a:lnTo>
                    <a:pt x="2905" y="21761"/>
                  </a:lnTo>
                  <a:lnTo>
                    <a:pt x="2906" y="19041"/>
                  </a:lnTo>
                  <a:lnTo>
                    <a:pt x="2907" y="16321"/>
                  </a:lnTo>
                  <a:lnTo>
                    <a:pt x="2908" y="13600"/>
                  </a:lnTo>
                  <a:lnTo>
                    <a:pt x="2909" y="10880"/>
                  </a:lnTo>
                  <a:lnTo>
                    <a:pt x="2911" y="8160"/>
                  </a:lnTo>
                  <a:lnTo>
                    <a:pt x="2912" y="5440"/>
                  </a:lnTo>
                  <a:lnTo>
                    <a:pt x="2913" y="2720"/>
                  </a:lnTo>
                  <a:lnTo>
                    <a:pt x="2989" y="0"/>
                  </a:lnTo>
                  <a:lnTo>
                    <a:pt x="2990" y="2720"/>
                  </a:lnTo>
                  <a:lnTo>
                    <a:pt x="2991" y="5440"/>
                  </a:lnTo>
                  <a:lnTo>
                    <a:pt x="2992" y="8160"/>
                  </a:lnTo>
                  <a:lnTo>
                    <a:pt x="2993" y="10880"/>
                  </a:lnTo>
                  <a:lnTo>
                    <a:pt x="2995" y="13600"/>
                  </a:lnTo>
                  <a:lnTo>
                    <a:pt x="2996" y="16321"/>
                  </a:lnTo>
                  <a:lnTo>
                    <a:pt x="2997" y="19041"/>
                  </a:lnTo>
                  <a:lnTo>
                    <a:pt x="2998" y="21761"/>
                  </a:lnTo>
                  <a:lnTo>
                    <a:pt x="2998" y="24481"/>
                  </a:lnTo>
                  <a:lnTo>
                    <a:pt x="2999" y="27201"/>
                  </a:lnTo>
                  <a:lnTo>
                    <a:pt x="3000" y="29921"/>
                  </a:lnTo>
                  <a:lnTo>
                    <a:pt x="3001" y="32642"/>
                  </a:lnTo>
                  <a:lnTo>
                    <a:pt x="3001" y="35362"/>
                  </a:lnTo>
                  <a:lnTo>
                    <a:pt x="3002" y="38082"/>
                  </a:lnTo>
                  <a:lnTo>
                    <a:pt x="3002" y="40802"/>
                  </a:lnTo>
                  <a:lnTo>
                    <a:pt x="3003" y="43522"/>
                  </a:lnTo>
                  <a:lnTo>
                    <a:pt x="3003" y="46242"/>
                  </a:lnTo>
                  <a:lnTo>
                    <a:pt x="3004" y="48963"/>
                  </a:lnTo>
                  <a:lnTo>
                    <a:pt x="3004" y="51683"/>
                  </a:lnTo>
                  <a:lnTo>
                    <a:pt x="3005" y="54403"/>
                  </a:lnTo>
                  <a:lnTo>
                    <a:pt x="3005" y="57123"/>
                  </a:lnTo>
                  <a:lnTo>
                    <a:pt x="3005" y="59843"/>
                  </a:lnTo>
                  <a:lnTo>
                    <a:pt x="3006" y="62563"/>
                  </a:lnTo>
                  <a:lnTo>
                    <a:pt x="3006" y="65284"/>
                  </a:lnTo>
                  <a:lnTo>
                    <a:pt x="3006" y="68004"/>
                  </a:lnTo>
                  <a:lnTo>
                    <a:pt x="3006" y="70724"/>
                  </a:lnTo>
                  <a:lnTo>
                    <a:pt x="3006" y="73444"/>
                  </a:lnTo>
                  <a:lnTo>
                    <a:pt x="3006" y="76164"/>
                  </a:lnTo>
                  <a:lnTo>
                    <a:pt x="3006" y="78884"/>
                  </a:lnTo>
                  <a:lnTo>
                    <a:pt x="3007" y="81605"/>
                  </a:lnTo>
                  <a:lnTo>
                    <a:pt x="3007" y="84325"/>
                  </a:lnTo>
                  <a:lnTo>
                    <a:pt x="3007" y="87045"/>
                  </a:lnTo>
                  <a:lnTo>
                    <a:pt x="3007" y="89765"/>
                  </a:lnTo>
                  <a:lnTo>
                    <a:pt x="3007" y="92485"/>
                  </a:lnTo>
                  <a:lnTo>
                    <a:pt x="3007" y="95205"/>
                  </a:lnTo>
                  <a:lnTo>
                    <a:pt x="3007" y="97926"/>
                  </a:lnTo>
                  <a:lnTo>
                    <a:pt x="3007" y="100646"/>
                  </a:lnTo>
                  <a:lnTo>
                    <a:pt x="3007" y="103366"/>
                  </a:lnTo>
                  <a:lnTo>
                    <a:pt x="3007" y="106086"/>
                  </a:lnTo>
                  <a:lnTo>
                    <a:pt x="3007" y="108806"/>
                  </a:lnTo>
                  <a:lnTo>
                    <a:pt x="3008" y="111526"/>
                  </a:lnTo>
                  <a:lnTo>
                    <a:pt x="3008" y="114247"/>
                  </a:lnTo>
                  <a:lnTo>
                    <a:pt x="3009" y="116967"/>
                  </a:lnTo>
                  <a:lnTo>
                    <a:pt x="3009" y="119687"/>
                  </a:lnTo>
                  <a:lnTo>
                    <a:pt x="3010" y="122407"/>
                  </a:lnTo>
                  <a:lnTo>
                    <a:pt x="3011" y="125127"/>
                  </a:lnTo>
                  <a:lnTo>
                    <a:pt x="3013" y="127847"/>
                  </a:lnTo>
                  <a:lnTo>
                    <a:pt x="3014" y="130568"/>
                  </a:lnTo>
                  <a:lnTo>
                    <a:pt x="3016" y="133288"/>
                  </a:lnTo>
                  <a:lnTo>
                    <a:pt x="3018" y="136008"/>
                  </a:lnTo>
                  <a:lnTo>
                    <a:pt x="3020" y="138728"/>
                  </a:lnTo>
                  <a:lnTo>
                    <a:pt x="3022" y="141448"/>
                  </a:lnTo>
                  <a:lnTo>
                    <a:pt x="3024" y="144168"/>
                  </a:lnTo>
                  <a:lnTo>
                    <a:pt x="3027" y="146889"/>
                  </a:lnTo>
                  <a:lnTo>
                    <a:pt x="3030" y="149609"/>
                  </a:lnTo>
                  <a:lnTo>
                    <a:pt x="3033" y="152329"/>
                  </a:lnTo>
                  <a:lnTo>
                    <a:pt x="3036" y="155049"/>
                  </a:lnTo>
                  <a:lnTo>
                    <a:pt x="3039" y="157769"/>
                  </a:lnTo>
                  <a:lnTo>
                    <a:pt x="3043" y="160490"/>
                  </a:lnTo>
                  <a:lnTo>
                    <a:pt x="3047" y="163210"/>
                  </a:lnTo>
                  <a:lnTo>
                    <a:pt x="3051" y="165930"/>
                  </a:lnTo>
                  <a:lnTo>
                    <a:pt x="3054" y="168650"/>
                  </a:lnTo>
                  <a:lnTo>
                    <a:pt x="3058" y="171370"/>
                  </a:lnTo>
                  <a:lnTo>
                    <a:pt x="3062" y="174090"/>
                  </a:lnTo>
                  <a:lnTo>
                    <a:pt x="3066" y="176811"/>
                  </a:lnTo>
                  <a:lnTo>
                    <a:pt x="3070" y="179531"/>
                  </a:lnTo>
                  <a:lnTo>
                    <a:pt x="3074" y="182251"/>
                  </a:lnTo>
                  <a:lnTo>
                    <a:pt x="3078" y="184971"/>
                  </a:lnTo>
                  <a:lnTo>
                    <a:pt x="3082" y="187691"/>
                  </a:lnTo>
                  <a:lnTo>
                    <a:pt x="3086" y="190411"/>
                  </a:lnTo>
                  <a:lnTo>
                    <a:pt x="3090" y="193132"/>
                  </a:lnTo>
                  <a:lnTo>
                    <a:pt x="3093" y="195852"/>
                  </a:lnTo>
                  <a:lnTo>
                    <a:pt x="3097" y="198572"/>
                  </a:lnTo>
                  <a:lnTo>
                    <a:pt x="3100" y="201292"/>
                  </a:lnTo>
                  <a:lnTo>
                    <a:pt x="3103" y="204012"/>
                  </a:lnTo>
                  <a:lnTo>
                    <a:pt x="3106" y="206732"/>
                  </a:lnTo>
                  <a:lnTo>
                    <a:pt x="3109" y="209453"/>
                  </a:lnTo>
                  <a:lnTo>
                    <a:pt x="3111" y="212173"/>
                  </a:lnTo>
                  <a:lnTo>
                    <a:pt x="3113" y="214893"/>
                  </a:lnTo>
                  <a:lnTo>
                    <a:pt x="3115" y="217613"/>
                  </a:lnTo>
                  <a:lnTo>
                    <a:pt x="3117" y="220333"/>
                  </a:lnTo>
                  <a:lnTo>
                    <a:pt x="3119" y="223053"/>
                  </a:lnTo>
                  <a:lnTo>
                    <a:pt x="3120" y="225774"/>
                  </a:lnTo>
                  <a:lnTo>
                    <a:pt x="3122" y="228494"/>
                  </a:lnTo>
                  <a:lnTo>
                    <a:pt x="3123" y="231214"/>
                  </a:lnTo>
                  <a:lnTo>
                    <a:pt x="3124" y="233934"/>
                  </a:lnTo>
                  <a:lnTo>
                    <a:pt x="3124" y="236654"/>
                  </a:lnTo>
                  <a:lnTo>
                    <a:pt x="3125" y="239374"/>
                  </a:lnTo>
                  <a:lnTo>
                    <a:pt x="3126" y="242095"/>
                  </a:lnTo>
                  <a:lnTo>
                    <a:pt x="3126" y="244815"/>
                  </a:lnTo>
                  <a:lnTo>
                    <a:pt x="3127" y="247535"/>
                  </a:lnTo>
                  <a:lnTo>
                    <a:pt x="3127" y="250255"/>
                  </a:lnTo>
                  <a:lnTo>
                    <a:pt x="3128" y="252975"/>
                  </a:lnTo>
                  <a:lnTo>
                    <a:pt x="3128" y="255695"/>
                  </a:lnTo>
                  <a:lnTo>
                    <a:pt x="3129" y="258416"/>
                  </a:lnTo>
                  <a:lnTo>
                    <a:pt x="3130" y="261136"/>
                  </a:lnTo>
                  <a:lnTo>
                    <a:pt x="3130" y="263856"/>
                  </a:lnTo>
                  <a:lnTo>
                    <a:pt x="3132" y="266576"/>
                  </a:lnTo>
                  <a:lnTo>
                    <a:pt x="3133" y="269296"/>
                  </a:lnTo>
                  <a:lnTo>
                    <a:pt x="3135" y="272016"/>
                  </a:lnTo>
                  <a:lnTo>
                    <a:pt x="3137" y="274737"/>
                  </a:lnTo>
                  <a:lnTo>
                    <a:pt x="3140" y="277457"/>
                  </a:lnTo>
                  <a:lnTo>
                    <a:pt x="3143" y="280177"/>
                  </a:lnTo>
                  <a:lnTo>
                    <a:pt x="3146" y="282897"/>
                  </a:lnTo>
                  <a:lnTo>
                    <a:pt x="3150" y="285617"/>
                  </a:lnTo>
                  <a:lnTo>
                    <a:pt x="3154" y="288337"/>
                  </a:lnTo>
                  <a:lnTo>
                    <a:pt x="3159" y="291058"/>
                  </a:lnTo>
                  <a:lnTo>
                    <a:pt x="3165" y="293778"/>
                  </a:lnTo>
                  <a:lnTo>
                    <a:pt x="3171" y="296498"/>
                  </a:lnTo>
                  <a:lnTo>
                    <a:pt x="3177" y="299218"/>
                  </a:lnTo>
                  <a:lnTo>
                    <a:pt x="3185" y="301938"/>
                  </a:lnTo>
                  <a:lnTo>
                    <a:pt x="3192" y="304659"/>
                  </a:lnTo>
                  <a:lnTo>
                    <a:pt x="3200" y="307379"/>
                  </a:lnTo>
                  <a:lnTo>
                    <a:pt x="3209" y="310099"/>
                  </a:lnTo>
                  <a:lnTo>
                    <a:pt x="3218" y="312819"/>
                  </a:lnTo>
                  <a:lnTo>
                    <a:pt x="3227" y="315539"/>
                  </a:lnTo>
                  <a:lnTo>
                    <a:pt x="3237" y="318259"/>
                  </a:lnTo>
                  <a:lnTo>
                    <a:pt x="3247" y="320980"/>
                  </a:lnTo>
                  <a:lnTo>
                    <a:pt x="3258" y="323700"/>
                  </a:lnTo>
                  <a:lnTo>
                    <a:pt x="3269" y="326420"/>
                  </a:lnTo>
                  <a:lnTo>
                    <a:pt x="3280" y="329140"/>
                  </a:lnTo>
                  <a:lnTo>
                    <a:pt x="3291" y="331860"/>
                  </a:lnTo>
                  <a:lnTo>
                    <a:pt x="3303" y="334580"/>
                  </a:lnTo>
                  <a:lnTo>
                    <a:pt x="3314" y="337301"/>
                  </a:lnTo>
                  <a:lnTo>
                    <a:pt x="3326" y="340021"/>
                  </a:lnTo>
                  <a:lnTo>
                    <a:pt x="3338" y="342741"/>
                  </a:lnTo>
                  <a:lnTo>
                    <a:pt x="3350" y="345461"/>
                  </a:lnTo>
                  <a:lnTo>
                    <a:pt x="3362" y="348181"/>
                  </a:lnTo>
                  <a:lnTo>
                    <a:pt x="3374" y="350901"/>
                  </a:lnTo>
                  <a:lnTo>
                    <a:pt x="3386" y="353622"/>
                  </a:lnTo>
                  <a:lnTo>
                    <a:pt x="3399" y="356342"/>
                  </a:lnTo>
                  <a:lnTo>
                    <a:pt x="3411" y="359062"/>
                  </a:lnTo>
                  <a:lnTo>
                    <a:pt x="3424" y="361782"/>
                  </a:lnTo>
                  <a:lnTo>
                    <a:pt x="3437" y="364502"/>
                  </a:lnTo>
                  <a:lnTo>
                    <a:pt x="3450" y="367222"/>
                  </a:lnTo>
                  <a:lnTo>
                    <a:pt x="3463" y="369943"/>
                  </a:lnTo>
                  <a:lnTo>
                    <a:pt x="3477" y="372663"/>
                  </a:lnTo>
                  <a:lnTo>
                    <a:pt x="3491" y="375383"/>
                  </a:lnTo>
                  <a:lnTo>
                    <a:pt x="3506" y="378103"/>
                  </a:lnTo>
                  <a:lnTo>
                    <a:pt x="3521" y="380823"/>
                  </a:lnTo>
                  <a:lnTo>
                    <a:pt x="3536" y="383543"/>
                  </a:lnTo>
                  <a:lnTo>
                    <a:pt x="3552" y="386264"/>
                  </a:lnTo>
                  <a:lnTo>
                    <a:pt x="3568" y="388984"/>
                  </a:lnTo>
                  <a:lnTo>
                    <a:pt x="3584" y="391704"/>
                  </a:lnTo>
                  <a:lnTo>
                    <a:pt x="3601" y="394424"/>
                  </a:lnTo>
                  <a:lnTo>
                    <a:pt x="3619" y="397144"/>
                  </a:lnTo>
                  <a:lnTo>
                    <a:pt x="3637" y="399864"/>
                  </a:lnTo>
                  <a:lnTo>
                    <a:pt x="3655" y="402585"/>
                  </a:lnTo>
                  <a:lnTo>
                    <a:pt x="3674" y="405305"/>
                  </a:lnTo>
                  <a:lnTo>
                    <a:pt x="3692" y="408025"/>
                  </a:lnTo>
                  <a:lnTo>
                    <a:pt x="3711" y="410745"/>
                  </a:lnTo>
                  <a:lnTo>
                    <a:pt x="3730" y="413465"/>
                  </a:lnTo>
                  <a:lnTo>
                    <a:pt x="3750" y="416185"/>
                  </a:lnTo>
                  <a:lnTo>
                    <a:pt x="3769" y="418906"/>
                  </a:lnTo>
                  <a:lnTo>
                    <a:pt x="3788" y="421626"/>
                  </a:lnTo>
                  <a:lnTo>
                    <a:pt x="3806" y="424346"/>
                  </a:lnTo>
                  <a:lnTo>
                    <a:pt x="3825" y="427066"/>
                  </a:lnTo>
                  <a:lnTo>
                    <a:pt x="3843" y="429786"/>
                  </a:lnTo>
                  <a:lnTo>
                    <a:pt x="3860" y="432506"/>
                  </a:lnTo>
                  <a:lnTo>
                    <a:pt x="3877" y="435227"/>
                  </a:lnTo>
                  <a:lnTo>
                    <a:pt x="3894" y="437947"/>
                  </a:lnTo>
                  <a:lnTo>
                    <a:pt x="3909" y="440667"/>
                  </a:lnTo>
                  <a:lnTo>
                    <a:pt x="3924" y="443387"/>
                  </a:lnTo>
                  <a:lnTo>
                    <a:pt x="3939" y="446107"/>
                  </a:lnTo>
                  <a:lnTo>
                    <a:pt x="3952" y="448828"/>
                  </a:lnTo>
                  <a:lnTo>
                    <a:pt x="3965" y="451548"/>
                  </a:lnTo>
                  <a:lnTo>
                    <a:pt x="3977" y="454268"/>
                  </a:lnTo>
                  <a:lnTo>
                    <a:pt x="3988" y="456988"/>
                  </a:lnTo>
                  <a:lnTo>
                    <a:pt x="3998" y="459708"/>
                  </a:lnTo>
                  <a:lnTo>
                    <a:pt x="4008" y="462428"/>
                  </a:lnTo>
                  <a:lnTo>
                    <a:pt x="4017" y="465149"/>
                  </a:lnTo>
                  <a:lnTo>
                    <a:pt x="4026" y="467869"/>
                  </a:lnTo>
                  <a:lnTo>
                    <a:pt x="4034" y="470589"/>
                  </a:lnTo>
                  <a:lnTo>
                    <a:pt x="4041" y="473309"/>
                  </a:lnTo>
                  <a:lnTo>
                    <a:pt x="4048" y="476029"/>
                  </a:lnTo>
                  <a:lnTo>
                    <a:pt x="4055" y="478749"/>
                  </a:lnTo>
                  <a:lnTo>
                    <a:pt x="4062" y="481470"/>
                  </a:lnTo>
                  <a:lnTo>
                    <a:pt x="4069" y="484190"/>
                  </a:lnTo>
                  <a:lnTo>
                    <a:pt x="4075" y="486910"/>
                  </a:lnTo>
                  <a:lnTo>
                    <a:pt x="4082" y="489630"/>
                  </a:lnTo>
                  <a:lnTo>
                    <a:pt x="4089" y="492350"/>
                  </a:lnTo>
                  <a:lnTo>
                    <a:pt x="4096" y="495070"/>
                  </a:lnTo>
                  <a:lnTo>
                    <a:pt x="4104" y="497791"/>
                  </a:lnTo>
                  <a:lnTo>
                    <a:pt x="4111" y="500511"/>
                  </a:lnTo>
                  <a:lnTo>
                    <a:pt x="4120" y="503231"/>
                  </a:lnTo>
                  <a:lnTo>
                    <a:pt x="4128" y="505951"/>
                  </a:lnTo>
                  <a:lnTo>
                    <a:pt x="4138" y="508671"/>
                  </a:lnTo>
                  <a:lnTo>
                    <a:pt x="4148" y="511391"/>
                  </a:lnTo>
                  <a:lnTo>
                    <a:pt x="4158" y="514112"/>
                  </a:lnTo>
                  <a:lnTo>
                    <a:pt x="4169" y="516832"/>
                  </a:lnTo>
                  <a:lnTo>
                    <a:pt x="4181" y="519552"/>
                  </a:lnTo>
                  <a:lnTo>
                    <a:pt x="4194" y="522272"/>
                  </a:lnTo>
                  <a:lnTo>
                    <a:pt x="4207" y="524992"/>
                  </a:lnTo>
                  <a:lnTo>
                    <a:pt x="4221" y="527712"/>
                  </a:lnTo>
                  <a:lnTo>
                    <a:pt x="4236" y="530433"/>
                  </a:lnTo>
                  <a:lnTo>
                    <a:pt x="4252" y="533153"/>
                  </a:lnTo>
                  <a:lnTo>
                    <a:pt x="4268" y="535873"/>
                  </a:lnTo>
                  <a:lnTo>
                    <a:pt x="4285" y="538593"/>
                  </a:lnTo>
                  <a:lnTo>
                    <a:pt x="4304" y="541313"/>
                  </a:lnTo>
                  <a:lnTo>
                    <a:pt x="4323" y="544033"/>
                  </a:lnTo>
                  <a:lnTo>
                    <a:pt x="4343" y="546754"/>
                  </a:lnTo>
                  <a:lnTo>
                    <a:pt x="4363" y="549474"/>
                  </a:lnTo>
                  <a:lnTo>
                    <a:pt x="4385" y="552194"/>
                  </a:lnTo>
                  <a:lnTo>
                    <a:pt x="4408" y="554914"/>
                  </a:lnTo>
                  <a:lnTo>
                    <a:pt x="4432" y="557634"/>
                  </a:lnTo>
                  <a:lnTo>
                    <a:pt x="4456" y="560354"/>
                  </a:lnTo>
                  <a:lnTo>
                    <a:pt x="4482" y="563075"/>
                  </a:lnTo>
                  <a:lnTo>
                    <a:pt x="4509" y="565795"/>
                  </a:lnTo>
                  <a:lnTo>
                    <a:pt x="4536" y="568515"/>
                  </a:lnTo>
                  <a:lnTo>
                    <a:pt x="4565" y="571235"/>
                  </a:lnTo>
                  <a:lnTo>
                    <a:pt x="4594" y="573955"/>
                  </a:lnTo>
                  <a:lnTo>
                    <a:pt x="4625" y="576675"/>
                  </a:lnTo>
                  <a:lnTo>
                    <a:pt x="4656" y="579396"/>
                  </a:lnTo>
                  <a:lnTo>
                    <a:pt x="4688" y="582116"/>
                  </a:lnTo>
                  <a:lnTo>
                    <a:pt x="4721" y="584836"/>
                  </a:lnTo>
                  <a:lnTo>
                    <a:pt x="4754" y="587556"/>
                  </a:lnTo>
                  <a:lnTo>
                    <a:pt x="4788" y="590276"/>
                  </a:lnTo>
                  <a:lnTo>
                    <a:pt x="4823" y="592997"/>
                  </a:lnTo>
                  <a:lnTo>
                    <a:pt x="4857" y="595717"/>
                  </a:lnTo>
                  <a:lnTo>
                    <a:pt x="4892" y="598437"/>
                  </a:lnTo>
                  <a:lnTo>
                    <a:pt x="4928" y="601157"/>
                  </a:lnTo>
                  <a:lnTo>
                    <a:pt x="4963" y="603877"/>
                  </a:lnTo>
                  <a:lnTo>
                    <a:pt x="4997" y="606597"/>
                  </a:lnTo>
                  <a:lnTo>
                    <a:pt x="5032" y="609318"/>
                  </a:lnTo>
                  <a:lnTo>
                    <a:pt x="5066" y="612038"/>
                  </a:lnTo>
                  <a:lnTo>
                    <a:pt x="5100" y="614758"/>
                  </a:lnTo>
                  <a:lnTo>
                    <a:pt x="5125" y="616850"/>
                  </a:lnTo>
                  <a:lnTo>
                    <a:pt x="5132" y="617478"/>
                  </a:lnTo>
                  <a:lnTo>
                    <a:pt x="5164" y="620198"/>
                  </a:lnTo>
                  <a:lnTo>
                    <a:pt x="5196" y="622918"/>
                  </a:lnTo>
                  <a:lnTo>
                    <a:pt x="5225" y="625639"/>
                  </a:lnTo>
                  <a:lnTo>
                    <a:pt x="5254" y="628359"/>
                  </a:lnTo>
                  <a:lnTo>
                    <a:pt x="5282" y="631079"/>
                  </a:lnTo>
                  <a:lnTo>
                    <a:pt x="5309" y="633799"/>
                  </a:lnTo>
                  <a:lnTo>
                    <a:pt x="5334" y="636519"/>
                  </a:lnTo>
                  <a:lnTo>
                    <a:pt x="5358" y="639239"/>
                  </a:lnTo>
                  <a:lnTo>
                    <a:pt x="5381" y="641960"/>
                  </a:lnTo>
                  <a:lnTo>
                    <a:pt x="5403" y="644680"/>
                  </a:lnTo>
                  <a:lnTo>
                    <a:pt x="5424" y="647400"/>
                  </a:lnTo>
                  <a:lnTo>
                    <a:pt x="5443" y="650120"/>
                  </a:lnTo>
                  <a:lnTo>
                    <a:pt x="5462" y="652840"/>
                  </a:lnTo>
                  <a:lnTo>
                    <a:pt x="5480" y="655560"/>
                  </a:lnTo>
                  <a:lnTo>
                    <a:pt x="5497" y="658281"/>
                  </a:lnTo>
                  <a:lnTo>
                    <a:pt x="5513" y="661001"/>
                  </a:lnTo>
                  <a:lnTo>
                    <a:pt x="5529" y="663721"/>
                  </a:lnTo>
                  <a:lnTo>
                    <a:pt x="5544" y="666441"/>
                  </a:lnTo>
                  <a:lnTo>
                    <a:pt x="5559" y="669161"/>
                  </a:lnTo>
                  <a:lnTo>
                    <a:pt x="5574" y="671881"/>
                  </a:lnTo>
                  <a:lnTo>
                    <a:pt x="5588" y="674602"/>
                  </a:lnTo>
                  <a:lnTo>
                    <a:pt x="5603" y="677322"/>
                  </a:lnTo>
                  <a:lnTo>
                    <a:pt x="5617" y="680042"/>
                  </a:lnTo>
                  <a:lnTo>
                    <a:pt x="5632" y="682762"/>
                  </a:lnTo>
                  <a:lnTo>
                    <a:pt x="5646" y="685482"/>
                  </a:lnTo>
                  <a:lnTo>
                    <a:pt x="5661" y="688202"/>
                  </a:lnTo>
                  <a:lnTo>
                    <a:pt x="5676" y="690923"/>
                  </a:lnTo>
                  <a:lnTo>
                    <a:pt x="5691" y="693643"/>
                  </a:lnTo>
                  <a:lnTo>
                    <a:pt x="5707" y="696363"/>
                  </a:lnTo>
                  <a:lnTo>
                    <a:pt x="5722" y="699083"/>
                  </a:lnTo>
                  <a:lnTo>
                    <a:pt x="5737" y="701803"/>
                  </a:lnTo>
                  <a:lnTo>
                    <a:pt x="5752" y="704523"/>
                  </a:lnTo>
                  <a:lnTo>
                    <a:pt x="5767" y="707244"/>
                  </a:lnTo>
                  <a:lnTo>
                    <a:pt x="5782" y="709964"/>
                  </a:lnTo>
                  <a:lnTo>
                    <a:pt x="5797" y="712684"/>
                  </a:lnTo>
                  <a:lnTo>
                    <a:pt x="5811" y="715404"/>
                  </a:lnTo>
                  <a:lnTo>
                    <a:pt x="5824" y="718124"/>
                  </a:lnTo>
                  <a:lnTo>
                    <a:pt x="5837" y="720844"/>
                  </a:lnTo>
                  <a:lnTo>
                    <a:pt x="5849" y="723565"/>
                  </a:lnTo>
                  <a:lnTo>
                    <a:pt x="5859" y="726285"/>
                  </a:lnTo>
                  <a:lnTo>
                    <a:pt x="5869" y="729005"/>
                  </a:lnTo>
                  <a:lnTo>
                    <a:pt x="5878" y="731725"/>
                  </a:lnTo>
                  <a:lnTo>
                    <a:pt x="5885" y="734445"/>
                  </a:lnTo>
                  <a:lnTo>
                    <a:pt x="5892" y="737165"/>
                  </a:lnTo>
                  <a:lnTo>
                    <a:pt x="5894" y="738189"/>
                  </a:lnTo>
                  <a:lnTo>
                    <a:pt x="5897" y="739886"/>
                  </a:lnTo>
                  <a:lnTo>
                    <a:pt x="5900" y="742606"/>
                  </a:lnTo>
                  <a:lnTo>
                    <a:pt x="5902" y="745326"/>
                  </a:lnTo>
                  <a:lnTo>
                    <a:pt x="5903" y="748046"/>
                  </a:lnTo>
                  <a:lnTo>
                    <a:pt x="5903" y="750766"/>
                  </a:lnTo>
                  <a:lnTo>
                    <a:pt x="5901" y="753487"/>
                  </a:lnTo>
                  <a:lnTo>
                    <a:pt x="5898" y="756207"/>
                  </a:lnTo>
                  <a:lnTo>
                    <a:pt x="5894" y="758927"/>
                  </a:lnTo>
                  <a:lnTo>
                    <a:pt x="5888" y="761647"/>
                  </a:lnTo>
                  <a:lnTo>
                    <a:pt x="5882" y="764367"/>
                  </a:lnTo>
                  <a:lnTo>
                    <a:pt x="5874" y="767087"/>
                  </a:lnTo>
                  <a:lnTo>
                    <a:pt x="5866" y="769808"/>
                  </a:lnTo>
                  <a:lnTo>
                    <a:pt x="5856" y="772528"/>
                  </a:lnTo>
                  <a:lnTo>
                    <a:pt x="5847" y="775248"/>
                  </a:lnTo>
                  <a:lnTo>
                    <a:pt x="5836" y="777968"/>
                  </a:lnTo>
                  <a:lnTo>
                    <a:pt x="5825" y="780688"/>
                  </a:lnTo>
                  <a:lnTo>
                    <a:pt x="5814" y="783408"/>
                  </a:lnTo>
                  <a:lnTo>
                    <a:pt x="5802" y="786129"/>
                  </a:lnTo>
                  <a:lnTo>
                    <a:pt x="5790" y="788849"/>
                  </a:lnTo>
                  <a:lnTo>
                    <a:pt x="5777" y="791569"/>
                  </a:lnTo>
                  <a:lnTo>
                    <a:pt x="5765" y="794289"/>
                  </a:lnTo>
                  <a:lnTo>
                    <a:pt x="5752" y="797009"/>
                  </a:lnTo>
                  <a:lnTo>
                    <a:pt x="5739" y="799729"/>
                  </a:lnTo>
                  <a:lnTo>
                    <a:pt x="5726" y="802450"/>
                  </a:lnTo>
                  <a:lnTo>
                    <a:pt x="5712" y="805170"/>
                  </a:lnTo>
                  <a:lnTo>
                    <a:pt x="5698" y="807890"/>
                  </a:lnTo>
                  <a:lnTo>
                    <a:pt x="5684" y="810610"/>
                  </a:lnTo>
                  <a:lnTo>
                    <a:pt x="5669" y="813330"/>
                  </a:lnTo>
                  <a:lnTo>
                    <a:pt x="5653" y="816050"/>
                  </a:lnTo>
                  <a:lnTo>
                    <a:pt x="5637" y="818771"/>
                  </a:lnTo>
                  <a:lnTo>
                    <a:pt x="5619" y="821491"/>
                  </a:lnTo>
                  <a:lnTo>
                    <a:pt x="5601" y="824211"/>
                  </a:lnTo>
                  <a:lnTo>
                    <a:pt x="5582" y="826931"/>
                  </a:lnTo>
                  <a:lnTo>
                    <a:pt x="5562" y="829651"/>
                  </a:lnTo>
                  <a:lnTo>
                    <a:pt x="5540" y="832371"/>
                  </a:lnTo>
                  <a:lnTo>
                    <a:pt x="5517" y="835092"/>
                  </a:lnTo>
                  <a:lnTo>
                    <a:pt x="5493" y="837812"/>
                  </a:lnTo>
                  <a:lnTo>
                    <a:pt x="5467" y="840532"/>
                  </a:lnTo>
                  <a:lnTo>
                    <a:pt x="5440" y="843252"/>
                  </a:lnTo>
                  <a:lnTo>
                    <a:pt x="5411" y="845972"/>
                  </a:lnTo>
                  <a:lnTo>
                    <a:pt x="5381" y="848692"/>
                  </a:lnTo>
                  <a:lnTo>
                    <a:pt x="5350" y="851413"/>
                  </a:lnTo>
                  <a:lnTo>
                    <a:pt x="5317" y="854133"/>
                  </a:lnTo>
                  <a:lnTo>
                    <a:pt x="5289" y="856414"/>
                  </a:lnTo>
                  <a:lnTo>
                    <a:pt x="5284" y="856853"/>
                  </a:lnTo>
                  <a:lnTo>
                    <a:pt x="5249" y="859573"/>
                  </a:lnTo>
                  <a:lnTo>
                    <a:pt x="5213" y="862293"/>
                  </a:lnTo>
                  <a:lnTo>
                    <a:pt x="5177" y="865013"/>
                  </a:lnTo>
                  <a:lnTo>
                    <a:pt x="5140" y="867734"/>
                  </a:lnTo>
                  <a:lnTo>
                    <a:pt x="5103" y="870454"/>
                  </a:lnTo>
                  <a:lnTo>
                    <a:pt x="5066" y="873174"/>
                  </a:lnTo>
                  <a:lnTo>
                    <a:pt x="5029" y="875894"/>
                  </a:lnTo>
                  <a:lnTo>
                    <a:pt x="4992" y="878614"/>
                  </a:lnTo>
                  <a:lnTo>
                    <a:pt x="4956" y="881334"/>
                  </a:lnTo>
                  <a:lnTo>
                    <a:pt x="4921" y="884055"/>
                  </a:lnTo>
                  <a:lnTo>
                    <a:pt x="4887" y="886775"/>
                  </a:lnTo>
                  <a:lnTo>
                    <a:pt x="4855" y="889495"/>
                  </a:lnTo>
                  <a:lnTo>
                    <a:pt x="4823" y="892215"/>
                  </a:lnTo>
                  <a:lnTo>
                    <a:pt x="4793" y="894935"/>
                  </a:lnTo>
                  <a:lnTo>
                    <a:pt x="4765" y="897656"/>
                  </a:lnTo>
                  <a:lnTo>
                    <a:pt x="4739" y="900376"/>
                  </a:lnTo>
                  <a:lnTo>
                    <a:pt x="4714" y="903096"/>
                  </a:lnTo>
                  <a:lnTo>
                    <a:pt x="4692" y="905816"/>
                  </a:lnTo>
                  <a:lnTo>
                    <a:pt x="4671" y="908536"/>
                  </a:lnTo>
                  <a:lnTo>
                    <a:pt x="4652" y="911256"/>
                  </a:lnTo>
                  <a:lnTo>
                    <a:pt x="4634" y="913977"/>
                  </a:lnTo>
                  <a:lnTo>
                    <a:pt x="4619" y="916697"/>
                  </a:lnTo>
                  <a:lnTo>
                    <a:pt x="4605" y="919417"/>
                  </a:lnTo>
                  <a:lnTo>
                    <a:pt x="4592" y="922137"/>
                  </a:lnTo>
                  <a:lnTo>
                    <a:pt x="4581" y="924857"/>
                  </a:lnTo>
                  <a:lnTo>
                    <a:pt x="4570" y="927577"/>
                  </a:lnTo>
                  <a:lnTo>
                    <a:pt x="4561" y="930298"/>
                  </a:lnTo>
                  <a:lnTo>
                    <a:pt x="4552" y="933018"/>
                  </a:lnTo>
                  <a:lnTo>
                    <a:pt x="4544" y="935738"/>
                  </a:lnTo>
                  <a:lnTo>
                    <a:pt x="4536" y="938458"/>
                  </a:lnTo>
                  <a:lnTo>
                    <a:pt x="4528" y="941178"/>
                  </a:lnTo>
                  <a:lnTo>
                    <a:pt x="4520" y="943898"/>
                  </a:lnTo>
                  <a:lnTo>
                    <a:pt x="4512" y="946619"/>
                  </a:lnTo>
                  <a:lnTo>
                    <a:pt x="4504" y="949339"/>
                  </a:lnTo>
                  <a:lnTo>
                    <a:pt x="4495" y="952059"/>
                  </a:lnTo>
                  <a:lnTo>
                    <a:pt x="4485" y="954779"/>
                  </a:lnTo>
                  <a:lnTo>
                    <a:pt x="4475" y="957499"/>
                  </a:lnTo>
                  <a:lnTo>
                    <a:pt x="4464" y="960219"/>
                  </a:lnTo>
                  <a:lnTo>
                    <a:pt x="4451" y="962940"/>
                  </a:lnTo>
                  <a:lnTo>
                    <a:pt x="4438" y="965660"/>
                  </a:lnTo>
                  <a:lnTo>
                    <a:pt x="4424" y="968380"/>
                  </a:lnTo>
                  <a:lnTo>
                    <a:pt x="4408" y="971100"/>
                  </a:lnTo>
                  <a:lnTo>
                    <a:pt x="4392" y="973820"/>
                  </a:lnTo>
                  <a:lnTo>
                    <a:pt x="4374" y="976540"/>
                  </a:lnTo>
                  <a:lnTo>
                    <a:pt x="4356" y="979261"/>
                  </a:lnTo>
                  <a:lnTo>
                    <a:pt x="4336" y="981981"/>
                  </a:lnTo>
                  <a:lnTo>
                    <a:pt x="4316" y="984701"/>
                  </a:lnTo>
                  <a:lnTo>
                    <a:pt x="4294" y="987421"/>
                  </a:lnTo>
                  <a:lnTo>
                    <a:pt x="4272" y="990141"/>
                  </a:lnTo>
                  <a:lnTo>
                    <a:pt x="4248" y="992861"/>
                  </a:lnTo>
                  <a:lnTo>
                    <a:pt x="4225" y="995582"/>
                  </a:lnTo>
                  <a:lnTo>
                    <a:pt x="4200" y="998302"/>
                  </a:lnTo>
                  <a:lnTo>
                    <a:pt x="4175" y="1001022"/>
                  </a:lnTo>
                  <a:lnTo>
                    <a:pt x="4149" y="1003742"/>
                  </a:lnTo>
                  <a:lnTo>
                    <a:pt x="4123" y="1006462"/>
                  </a:lnTo>
                  <a:lnTo>
                    <a:pt x="4097" y="1009182"/>
                  </a:lnTo>
                  <a:lnTo>
                    <a:pt x="4070" y="1011903"/>
                  </a:lnTo>
                  <a:lnTo>
                    <a:pt x="4043" y="1014623"/>
                  </a:lnTo>
                  <a:lnTo>
                    <a:pt x="4016" y="1017343"/>
                  </a:lnTo>
                  <a:lnTo>
                    <a:pt x="3989" y="1020063"/>
                  </a:lnTo>
                  <a:lnTo>
                    <a:pt x="3962" y="1022783"/>
                  </a:lnTo>
                  <a:lnTo>
                    <a:pt x="3934" y="1025503"/>
                  </a:lnTo>
                  <a:lnTo>
                    <a:pt x="3907" y="1028224"/>
                  </a:lnTo>
                  <a:lnTo>
                    <a:pt x="3880" y="1030944"/>
                  </a:lnTo>
                  <a:lnTo>
                    <a:pt x="3853" y="1033664"/>
                  </a:lnTo>
                  <a:lnTo>
                    <a:pt x="3827" y="1036384"/>
                  </a:lnTo>
                  <a:lnTo>
                    <a:pt x="3800" y="1039104"/>
                  </a:lnTo>
                  <a:lnTo>
                    <a:pt x="3774" y="1041825"/>
                  </a:lnTo>
                  <a:lnTo>
                    <a:pt x="3748" y="1044545"/>
                  </a:lnTo>
                  <a:lnTo>
                    <a:pt x="3723" y="1047265"/>
                  </a:lnTo>
                  <a:lnTo>
                    <a:pt x="3698" y="1049985"/>
                  </a:lnTo>
                  <a:lnTo>
                    <a:pt x="3673" y="1052705"/>
                  </a:lnTo>
                  <a:lnTo>
                    <a:pt x="3648" y="1055425"/>
                  </a:lnTo>
                  <a:lnTo>
                    <a:pt x="3625" y="1058146"/>
                  </a:lnTo>
                  <a:lnTo>
                    <a:pt x="3601" y="1060866"/>
                  </a:lnTo>
                  <a:lnTo>
                    <a:pt x="3578" y="1063586"/>
                  </a:lnTo>
                  <a:lnTo>
                    <a:pt x="3556" y="1066306"/>
                  </a:lnTo>
                  <a:lnTo>
                    <a:pt x="3534" y="1069026"/>
                  </a:lnTo>
                  <a:lnTo>
                    <a:pt x="3513" y="1071746"/>
                  </a:lnTo>
                  <a:lnTo>
                    <a:pt x="3492" y="1074467"/>
                  </a:lnTo>
                  <a:lnTo>
                    <a:pt x="3472" y="1077187"/>
                  </a:lnTo>
                  <a:lnTo>
                    <a:pt x="3452" y="1079907"/>
                  </a:lnTo>
                  <a:lnTo>
                    <a:pt x="3433" y="1082627"/>
                  </a:lnTo>
                  <a:lnTo>
                    <a:pt x="3415" y="1085347"/>
                  </a:lnTo>
                  <a:lnTo>
                    <a:pt x="3397" y="1088067"/>
                  </a:lnTo>
                  <a:lnTo>
                    <a:pt x="3380" y="1090788"/>
                  </a:lnTo>
                  <a:lnTo>
                    <a:pt x="3364" y="1093508"/>
                  </a:lnTo>
                  <a:lnTo>
                    <a:pt x="3348" y="1096228"/>
                  </a:lnTo>
                  <a:lnTo>
                    <a:pt x="3333" y="1098948"/>
                  </a:lnTo>
                  <a:lnTo>
                    <a:pt x="3318" y="1101668"/>
                  </a:lnTo>
                  <a:lnTo>
                    <a:pt x="3304" y="1104388"/>
                  </a:lnTo>
                  <a:lnTo>
                    <a:pt x="3291" y="1107109"/>
                  </a:lnTo>
                  <a:lnTo>
                    <a:pt x="3278" y="1109829"/>
                  </a:lnTo>
                  <a:lnTo>
                    <a:pt x="3266" y="1112549"/>
                  </a:lnTo>
                  <a:lnTo>
                    <a:pt x="3254" y="1115269"/>
                  </a:lnTo>
                  <a:lnTo>
                    <a:pt x="3243" y="1117989"/>
                  </a:lnTo>
                  <a:lnTo>
                    <a:pt x="3232" y="1120709"/>
                  </a:lnTo>
                  <a:lnTo>
                    <a:pt x="3222" y="1123430"/>
                  </a:lnTo>
                  <a:lnTo>
                    <a:pt x="3212" y="1126150"/>
                  </a:lnTo>
                  <a:lnTo>
                    <a:pt x="3202" y="1128870"/>
                  </a:lnTo>
                  <a:lnTo>
                    <a:pt x="3194" y="1131590"/>
                  </a:lnTo>
                  <a:lnTo>
                    <a:pt x="3185" y="1134310"/>
                  </a:lnTo>
                  <a:lnTo>
                    <a:pt x="3177" y="1137030"/>
                  </a:lnTo>
                  <a:lnTo>
                    <a:pt x="3170" y="1139751"/>
                  </a:lnTo>
                  <a:lnTo>
                    <a:pt x="3162" y="1142471"/>
                  </a:lnTo>
                  <a:lnTo>
                    <a:pt x="3156" y="1145191"/>
                  </a:lnTo>
                  <a:lnTo>
                    <a:pt x="3149" y="1147911"/>
                  </a:lnTo>
                  <a:lnTo>
                    <a:pt x="3143" y="1150631"/>
                  </a:lnTo>
                  <a:lnTo>
                    <a:pt x="3137" y="1153351"/>
                  </a:lnTo>
                  <a:lnTo>
                    <a:pt x="3132" y="1156072"/>
                  </a:lnTo>
                  <a:lnTo>
                    <a:pt x="3127" y="1158792"/>
                  </a:lnTo>
                  <a:lnTo>
                    <a:pt x="3122" y="1161512"/>
                  </a:lnTo>
                  <a:lnTo>
                    <a:pt x="3118" y="1164232"/>
                  </a:lnTo>
                  <a:lnTo>
                    <a:pt x="3113" y="1166952"/>
                  </a:lnTo>
                  <a:lnTo>
                    <a:pt x="3110" y="1169672"/>
                  </a:lnTo>
                  <a:lnTo>
                    <a:pt x="3106" y="1172393"/>
                  </a:lnTo>
                  <a:lnTo>
                    <a:pt x="3103" y="1175113"/>
                  </a:lnTo>
                  <a:lnTo>
                    <a:pt x="3099" y="1177833"/>
                  </a:lnTo>
                  <a:lnTo>
                    <a:pt x="3096" y="1180553"/>
                  </a:lnTo>
                  <a:lnTo>
                    <a:pt x="3094" y="1183273"/>
                  </a:lnTo>
                  <a:lnTo>
                    <a:pt x="3091" y="1185994"/>
                  </a:lnTo>
                  <a:lnTo>
                    <a:pt x="3089" y="1188714"/>
                  </a:lnTo>
                  <a:lnTo>
                    <a:pt x="3086" y="1191434"/>
                  </a:lnTo>
                  <a:lnTo>
                    <a:pt x="3084" y="1194154"/>
                  </a:lnTo>
                  <a:lnTo>
                    <a:pt x="3082" y="1196874"/>
                  </a:lnTo>
                  <a:lnTo>
                    <a:pt x="3080" y="1199594"/>
                  </a:lnTo>
                  <a:lnTo>
                    <a:pt x="3078" y="1202315"/>
                  </a:lnTo>
                  <a:lnTo>
                    <a:pt x="3076" y="1205035"/>
                  </a:lnTo>
                  <a:lnTo>
                    <a:pt x="3074" y="1207755"/>
                  </a:lnTo>
                  <a:lnTo>
                    <a:pt x="3072" y="1210475"/>
                  </a:lnTo>
                  <a:lnTo>
                    <a:pt x="3070" y="1213195"/>
                  </a:lnTo>
                  <a:lnTo>
                    <a:pt x="3068" y="1215915"/>
                  </a:lnTo>
                  <a:lnTo>
                    <a:pt x="3065" y="1218636"/>
                  </a:lnTo>
                  <a:lnTo>
                    <a:pt x="3063" y="1221356"/>
                  </a:lnTo>
                  <a:lnTo>
                    <a:pt x="3061" y="1224076"/>
                  </a:lnTo>
                  <a:lnTo>
                    <a:pt x="3059" y="1226796"/>
                  </a:lnTo>
                  <a:lnTo>
                    <a:pt x="3056" y="1229516"/>
                  </a:lnTo>
                  <a:lnTo>
                    <a:pt x="3054" y="1232236"/>
                  </a:lnTo>
                  <a:lnTo>
                    <a:pt x="3051" y="1234957"/>
                  </a:lnTo>
                  <a:lnTo>
                    <a:pt x="3048" y="1237677"/>
                  </a:lnTo>
                  <a:lnTo>
                    <a:pt x="3046" y="1240397"/>
                  </a:lnTo>
                  <a:lnTo>
                    <a:pt x="3043" y="1243117"/>
                  </a:lnTo>
                  <a:lnTo>
                    <a:pt x="3040" y="1245837"/>
                  </a:lnTo>
                  <a:lnTo>
                    <a:pt x="3038" y="1248557"/>
                  </a:lnTo>
                  <a:lnTo>
                    <a:pt x="3035" y="1251278"/>
                  </a:lnTo>
                  <a:lnTo>
                    <a:pt x="3032" y="1253998"/>
                  </a:lnTo>
                  <a:lnTo>
                    <a:pt x="3030" y="1256718"/>
                  </a:lnTo>
                  <a:lnTo>
                    <a:pt x="3027" y="1259438"/>
                  </a:lnTo>
                  <a:lnTo>
                    <a:pt x="3024" y="1262158"/>
                  </a:lnTo>
                  <a:lnTo>
                    <a:pt x="3022" y="1264878"/>
                  </a:lnTo>
                  <a:lnTo>
                    <a:pt x="3019" y="1267599"/>
                  </a:lnTo>
                  <a:lnTo>
                    <a:pt x="3017" y="1270319"/>
                  </a:lnTo>
                  <a:lnTo>
                    <a:pt x="3014" y="1273039"/>
                  </a:lnTo>
                  <a:lnTo>
                    <a:pt x="3012" y="1275759"/>
                  </a:lnTo>
                  <a:lnTo>
                    <a:pt x="3010" y="1278479"/>
                  </a:lnTo>
                  <a:lnTo>
                    <a:pt x="3008" y="1281199"/>
                  </a:lnTo>
                  <a:lnTo>
                    <a:pt x="3006" y="1283920"/>
                  </a:lnTo>
                  <a:lnTo>
                    <a:pt x="3005" y="1286640"/>
                  </a:lnTo>
                  <a:lnTo>
                    <a:pt x="3003" y="1289360"/>
                  </a:lnTo>
                  <a:lnTo>
                    <a:pt x="3001" y="1292080"/>
                  </a:lnTo>
                  <a:lnTo>
                    <a:pt x="3000" y="1294800"/>
                  </a:lnTo>
                  <a:lnTo>
                    <a:pt x="2999" y="1297520"/>
                  </a:lnTo>
                  <a:lnTo>
                    <a:pt x="2998" y="1300241"/>
                  </a:lnTo>
                  <a:lnTo>
                    <a:pt x="2996" y="1302961"/>
                  </a:lnTo>
                  <a:lnTo>
                    <a:pt x="2995" y="1305681"/>
                  </a:lnTo>
                  <a:lnTo>
                    <a:pt x="2995" y="1308401"/>
                  </a:lnTo>
                  <a:lnTo>
                    <a:pt x="2994" y="1311121"/>
                  </a:lnTo>
                  <a:lnTo>
                    <a:pt x="2993" y="1313841"/>
                  </a:lnTo>
                  <a:lnTo>
                    <a:pt x="2992" y="1316562"/>
                  </a:lnTo>
                  <a:lnTo>
                    <a:pt x="2992" y="1319282"/>
                  </a:lnTo>
                  <a:lnTo>
                    <a:pt x="2991" y="1322002"/>
                  </a:lnTo>
                  <a:lnTo>
                    <a:pt x="2991" y="1324722"/>
                  </a:lnTo>
                  <a:lnTo>
                    <a:pt x="2990" y="1327442"/>
                  </a:lnTo>
                  <a:lnTo>
                    <a:pt x="2990" y="1330163"/>
                  </a:lnTo>
                  <a:lnTo>
                    <a:pt x="2989" y="1332883"/>
                  </a:lnTo>
                  <a:lnTo>
                    <a:pt x="2989" y="1335603"/>
                  </a:lnTo>
                  <a:lnTo>
                    <a:pt x="2988" y="1338323"/>
                  </a:lnTo>
                  <a:lnTo>
                    <a:pt x="2988" y="1341043"/>
                  </a:lnTo>
                  <a:lnTo>
                    <a:pt x="2987" y="1343763"/>
                  </a:lnTo>
                  <a:lnTo>
                    <a:pt x="2987" y="1346484"/>
                  </a:lnTo>
                  <a:lnTo>
                    <a:pt x="2987" y="1349204"/>
                  </a:lnTo>
                  <a:lnTo>
                    <a:pt x="2986" y="1351924"/>
                  </a:lnTo>
                  <a:lnTo>
                    <a:pt x="2986" y="1354644"/>
                  </a:lnTo>
                  <a:lnTo>
                    <a:pt x="2985" y="1357364"/>
                  </a:lnTo>
                  <a:lnTo>
                    <a:pt x="2985" y="1360084"/>
                  </a:lnTo>
                  <a:lnTo>
                    <a:pt x="2984" y="1362805"/>
                  </a:lnTo>
                  <a:lnTo>
                    <a:pt x="2983" y="1365525"/>
                  </a:lnTo>
                  <a:lnTo>
                    <a:pt x="2983" y="1368245"/>
                  </a:lnTo>
                  <a:lnTo>
                    <a:pt x="2982" y="1370965"/>
                  </a:lnTo>
                  <a:lnTo>
                    <a:pt x="2981" y="1373685"/>
                  </a:lnTo>
                  <a:lnTo>
                    <a:pt x="2981" y="1376405"/>
                  </a:lnTo>
                  <a:lnTo>
                    <a:pt x="2980" y="1379126"/>
                  </a:lnTo>
                  <a:lnTo>
                    <a:pt x="2979" y="1381846"/>
                  </a:lnTo>
                  <a:lnTo>
                    <a:pt x="2978" y="1384566"/>
                  </a:lnTo>
                  <a:lnTo>
                    <a:pt x="2977" y="1387286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5" name="pg25"/>
            <p:cNvSpPr/>
            <p:nvPr/>
          </p:nvSpPr>
          <p:spPr>
            <a:xfrm>
              <a:off x="2032668" y="1609667"/>
              <a:ext cx="8515" cy="1117207"/>
            </a:xfrm>
            <a:custGeom>
              <a:avLst/>
              <a:gdLst/>
              <a:ahLst/>
              <a:cxnLst/>
              <a:rect l="0" t="0" r="0" b="0"/>
              <a:pathLst>
                <a:path w="8515" h="1117207">
                  <a:moveTo>
                    <a:pt x="4192" y="1117207"/>
                  </a:moveTo>
                  <a:lnTo>
                    <a:pt x="4188" y="1115021"/>
                  </a:lnTo>
                  <a:lnTo>
                    <a:pt x="4184" y="1112835"/>
                  </a:lnTo>
                  <a:lnTo>
                    <a:pt x="4180" y="1110648"/>
                  </a:lnTo>
                  <a:lnTo>
                    <a:pt x="4175" y="1108462"/>
                  </a:lnTo>
                  <a:lnTo>
                    <a:pt x="4171" y="1106276"/>
                  </a:lnTo>
                  <a:lnTo>
                    <a:pt x="4167" y="1104090"/>
                  </a:lnTo>
                  <a:lnTo>
                    <a:pt x="4162" y="1101903"/>
                  </a:lnTo>
                  <a:lnTo>
                    <a:pt x="4157" y="1099717"/>
                  </a:lnTo>
                  <a:lnTo>
                    <a:pt x="4152" y="1097531"/>
                  </a:lnTo>
                  <a:lnTo>
                    <a:pt x="4147" y="1095344"/>
                  </a:lnTo>
                  <a:lnTo>
                    <a:pt x="4142" y="1093158"/>
                  </a:lnTo>
                  <a:lnTo>
                    <a:pt x="4137" y="1090972"/>
                  </a:lnTo>
                  <a:lnTo>
                    <a:pt x="4131" y="1088785"/>
                  </a:lnTo>
                  <a:lnTo>
                    <a:pt x="4126" y="1086599"/>
                  </a:lnTo>
                  <a:lnTo>
                    <a:pt x="4120" y="1084413"/>
                  </a:lnTo>
                  <a:lnTo>
                    <a:pt x="4114" y="1082226"/>
                  </a:lnTo>
                  <a:lnTo>
                    <a:pt x="4107" y="1080040"/>
                  </a:lnTo>
                  <a:lnTo>
                    <a:pt x="4100" y="1077854"/>
                  </a:lnTo>
                  <a:lnTo>
                    <a:pt x="4093" y="1075667"/>
                  </a:lnTo>
                  <a:lnTo>
                    <a:pt x="4086" y="1073481"/>
                  </a:lnTo>
                  <a:lnTo>
                    <a:pt x="4079" y="1071295"/>
                  </a:lnTo>
                  <a:lnTo>
                    <a:pt x="4071" y="1069108"/>
                  </a:lnTo>
                  <a:lnTo>
                    <a:pt x="4062" y="1066922"/>
                  </a:lnTo>
                  <a:lnTo>
                    <a:pt x="4054" y="1064736"/>
                  </a:lnTo>
                  <a:lnTo>
                    <a:pt x="4045" y="1062549"/>
                  </a:lnTo>
                  <a:lnTo>
                    <a:pt x="4035" y="1060363"/>
                  </a:lnTo>
                  <a:lnTo>
                    <a:pt x="4025" y="1058177"/>
                  </a:lnTo>
                  <a:lnTo>
                    <a:pt x="4014" y="1055991"/>
                  </a:lnTo>
                  <a:lnTo>
                    <a:pt x="4003" y="1053804"/>
                  </a:lnTo>
                  <a:lnTo>
                    <a:pt x="3992" y="1051618"/>
                  </a:lnTo>
                  <a:lnTo>
                    <a:pt x="3980" y="1049432"/>
                  </a:lnTo>
                  <a:lnTo>
                    <a:pt x="3967" y="1047245"/>
                  </a:lnTo>
                  <a:lnTo>
                    <a:pt x="3954" y="1045059"/>
                  </a:lnTo>
                  <a:lnTo>
                    <a:pt x="3939" y="1042873"/>
                  </a:lnTo>
                  <a:lnTo>
                    <a:pt x="3925" y="1040686"/>
                  </a:lnTo>
                  <a:lnTo>
                    <a:pt x="3909" y="1038500"/>
                  </a:lnTo>
                  <a:lnTo>
                    <a:pt x="3893" y="1036314"/>
                  </a:lnTo>
                  <a:lnTo>
                    <a:pt x="3876" y="1034127"/>
                  </a:lnTo>
                  <a:lnTo>
                    <a:pt x="3859" y="1031941"/>
                  </a:lnTo>
                  <a:lnTo>
                    <a:pt x="3840" y="1029755"/>
                  </a:lnTo>
                  <a:lnTo>
                    <a:pt x="3821" y="1027568"/>
                  </a:lnTo>
                  <a:lnTo>
                    <a:pt x="3800" y="1025382"/>
                  </a:lnTo>
                  <a:lnTo>
                    <a:pt x="3779" y="1023196"/>
                  </a:lnTo>
                  <a:lnTo>
                    <a:pt x="3757" y="1021009"/>
                  </a:lnTo>
                  <a:lnTo>
                    <a:pt x="3733" y="1018823"/>
                  </a:lnTo>
                  <a:lnTo>
                    <a:pt x="3709" y="1016637"/>
                  </a:lnTo>
                  <a:lnTo>
                    <a:pt x="3683" y="1014451"/>
                  </a:lnTo>
                  <a:lnTo>
                    <a:pt x="3656" y="1012264"/>
                  </a:lnTo>
                  <a:lnTo>
                    <a:pt x="3628" y="1010078"/>
                  </a:lnTo>
                  <a:lnTo>
                    <a:pt x="3598" y="1007892"/>
                  </a:lnTo>
                  <a:lnTo>
                    <a:pt x="3567" y="1005705"/>
                  </a:lnTo>
                  <a:lnTo>
                    <a:pt x="3534" y="1003519"/>
                  </a:lnTo>
                  <a:lnTo>
                    <a:pt x="3499" y="1001333"/>
                  </a:lnTo>
                  <a:lnTo>
                    <a:pt x="3463" y="999146"/>
                  </a:lnTo>
                  <a:lnTo>
                    <a:pt x="3425" y="996960"/>
                  </a:lnTo>
                  <a:lnTo>
                    <a:pt x="3385" y="994774"/>
                  </a:lnTo>
                  <a:lnTo>
                    <a:pt x="3342" y="992587"/>
                  </a:lnTo>
                  <a:lnTo>
                    <a:pt x="3298" y="990401"/>
                  </a:lnTo>
                  <a:lnTo>
                    <a:pt x="3252" y="988215"/>
                  </a:lnTo>
                  <a:lnTo>
                    <a:pt x="3204" y="986028"/>
                  </a:lnTo>
                  <a:lnTo>
                    <a:pt x="3153" y="983842"/>
                  </a:lnTo>
                  <a:lnTo>
                    <a:pt x="3100" y="981656"/>
                  </a:lnTo>
                  <a:lnTo>
                    <a:pt x="3045" y="979469"/>
                  </a:lnTo>
                  <a:lnTo>
                    <a:pt x="2988" y="977283"/>
                  </a:lnTo>
                  <a:lnTo>
                    <a:pt x="2929" y="975097"/>
                  </a:lnTo>
                  <a:lnTo>
                    <a:pt x="2868" y="972911"/>
                  </a:lnTo>
                  <a:lnTo>
                    <a:pt x="2805" y="970724"/>
                  </a:lnTo>
                  <a:lnTo>
                    <a:pt x="2740" y="968538"/>
                  </a:lnTo>
                  <a:lnTo>
                    <a:pt x="2673" y="966352"/>
                  </a:lnTo>
                  <a:lnTo>
                    <a:pt x="2605" y="964165"/>
                  </a:lnTo>
                  <a:lnTo>
                    <a:pt x="2535" y="961979"/>
                  </a:lnTo>
                  <a:lnTo>
                    <a:pt x="2465" y="959793"/>
                  </a:lnTo>
                  <a:lnTo>
                    <a:pt x="2393" y="957606"/>
                  </a:lnTo>
                  <a:lnTo>
                    <a:pt x="2320" y="955420"/>
                  </a:lnTo>
                  <a:lnTo>
                    <a:pt x="2247" y="953234"/>
                  </a:lnTo>
                  <a:lnTo>
                    <a:pt x="2174" y="951047"/>
                  </a:lnTo>
                  <a:lnTo>
                    <a:pt x="2101" y="948861"/>
                  </a:lnTo>
                  <a:lnTo>
                    <a:pt x="2028" y="946675"/>
                  </a:lnTo>
                  <a:lnTo>
                    <a:pt x="1955" y="944488"/>
                  </a:lnTo>
                  <a:lnTo>
                    <a:pt x="1883" y="942302"/>
                  </a:lnTo>
                  <a:lnTo>
                    <a:pt x="1813" y="940116"/>
                  </a:lnTo>
                  <a:lnTo>
                    <a:pt x="1743" y="937929"/>
                  </a:lnTo>
                  <a:lnTo>
                    <a:pt x="1675" y="935743"/>
                  </a:lnTo>
                  <a:lnTo>
                    <a:pt x="1608" y="933557"/>
                  </a:lnTo>
                  <a:lnTo>
                    <a:pt x="1543" y="931370"/>
                  </a:lnTo>
                  <a:lnTo>
                    <a:pt x="1480" y="929184"/>
                  </a:lnTo>
                  <a:lnTo>
                    <a:pt x="1419" y="926998"/>
                  </a:lnTo>
                  <a:lnTo>
                    <a:pt x="1361" y="924812"/>
                  </a:lnTo>
                  <a:lnTo>
                    <a:pt x="1304" y="922625"/>
                  </a:lnTo>
                  <a:lnTo>
                    <a:pt x="1249" y="920439"/>
                  </a:lnTo>
                  <a:lnTo>
                    <a:pt x="1197" y="918253"/>
                  </a:lnTo>
                  <a:lnTo>
                    <a:pt x="1148" y="916066"/>
                  </a:lnTo>
                  <a:lnTo>
                    <a:pt x="1100" y="913880"/>
                  </a:lnTo>
                  <a:lnTo>
                    <a:pt x="1054" y="911694"/>
                  </a:lnTo>
                  <a:lnTo>
                    <a:pt x="1010" y="909507"/>
                  </a:lnTo>
                  <a:lnTo>
                    <a:pt x="969" y="907321"/>
                  </a:lnTo>
                  <a:lnTo>
                    <a:pt x="930" y="905135"/>
                  </a:lnTo>
                  <a:lnTo>
                    <a:pt x="892" y="902948"/>
                  </a:lnTo>
                  <a:lnTo>
                    <a:pt x="856" y="900762"/>
                  </a:lnTo>
                  <a:lnTo>
                    <a:pt x="821" y="898576"/>
                  </a:lnTo>
                  <a:lnTo>
                    <a:pt x="788" y="896389"/>
                  </a:lnTo>
                  <a:lnTo>
                    <a:pt x="756" y="894203"/>
                  </a:lnTo>
                  <a:lnTo>
                    <a:pt x="725" y="892017"/>
                  </a:lnTo>
                  <a:lnTo>
                    <a:pt x="695" y="889830"/>
                  </a:lnTo>
                  <a:lnTo>
                    <a:pt x="667" y="887644"/>
                  </a:lnTo>
                  <a:lnTo>
                    <a:pt x="639" y="885458"/>
                  </a:lnTo>
                  <a:lnTo>
                    <a:pt x="611" y="883272"/>
                  </a:lnTo>
                  <a:lnTo>
                    <a:pt x="585" y="881085"/>
                  </a:lnTo>
                  <a:lnTo>
                    <a:pt x="558" y="878899"/>
                  </a:lnTo>
                  <a:lnTo>
                    <a:pt x="532" y="876713"/>
                  </a:lnTo>
                  <a:lnTo>
                    <a:pt x="507" y="874526"/>
                  </a:lnTo>
                  <a:lnTo>
                    <a:pt x="499" y="873823"/>
                  </a:lnTo>
                  <a:lnTo>
                    <a:pt x="482" y="872340"/>
                  </a:lnTo>
                  <a:lnTo>
                    <a:pt x="457" y="870154"/>
                  </a:lnTo>
                  <a:lnTo>
                    <a:pt x="432" y="867967"/>
                  </a:lnTo>
                  <a:lnTo>
                    <a:pt x="407" y="865781"/>
                  </a:lnTo>
                  <a:lnTo>
                    <a:pt x="382" y="863595"/>
                  </a:lnTo>
                  <a:lnTo>
                    <a:pt x="358" y="861408"/>
                  </a:lnTo>
                  <a:lnTo>
                    <a:pt x="333" y="859222"/>
                  </a:lnTo>
                  <a:lnTo>
                    <a:pt x="309" y="857036"/>
                  </a:lnTo>
                  <a:lnTo>
                    <a:pt x="284" y="854849"/>
                  </a:lnTo>
                  <a:lnTo>
                    <a:pt x="260" y="852663"/>
                  </a:lnTo>
                  <a:lnTo>
                    <a:pt x="237" y="850477"/>
                  </a:lnTo>
                  <a:lnTo>
                    <a:pt x="213" y="848290"/>
                  </a:lnTo>
                  <a:lnTo>
                    <a:pt x="190" y="846104"/>
                  </a:lnTo>
                  <a:lnTo>
                    <a:pt x="168" y="843918"/>
                  </a:lnTo>
                  <a:lnTo>
                    <a:pt x="146" y="841731"/>
                  </a:lnTo>
                  <a:lnTo>
                    <a:pt x="126" y="839545"/>
                  </a:lnTo>
                  <a:lnTo>
                    <a:pt x="106" y="837359"/>
                  </a:lnTo>
                  <a:lnTo>
                    <a:pt x="87" y="835173"/>
                  </a:lnTo>
                  <a:lnTo>
                    <a:pt x="70" y="832986"/>
                  </a:lnTo>
                  <a:lnTo>
                    <a:pt x="55" y="830800"/>
                  </a:lnTo>
                  <a:lnTo>
                    <a:pt x="41" y="828614"/>
                  </a:lnTo>
                  <a:lnTo>
                    <a:pt x="29" y="826427"/>
                  </a:lnTo>
                  <a:lnTo>
                    <a:pt x="19" y="824241"/>
                  </a:lnTo>
                  <a:lnTo>
                    <a:pt x="10" y="822055"/>
                  </a:lnTo>
                  <a:lnTo>
                    <a:pt x="5" y="819868"/>
                  </a:lnTo>
                  <a:lnTo>
                    <a:pt x="1" y="817682"/>
                  </a:lnTo>
                  <a:lnTo>
                    <a:pt x="0" y="815496"/>
                  </a:lnTo>
                  <a:lnTo>
                    <a:pt x="0" y="813309"/>
                  </a:lnTo>
                  <a:lnTo>
                    <a:pt x="3" y="811123"/>
                  </a:lnTo>
                  <a:lnTo>
                    <a:pt x="8" y="808937"/>
                  </a:lnTo>
                  <a:lnTo>
                    <a:pt x="16" y="806750"/>
                  </a:lnTo>
                  <a:lnTo>
                    <a:pt x="26" y="804564"/>
                  </a:lnTo>
                  <a:lnTo>
                    <a:pt x="38" y="802378"/>
                  </a:lnTo>
                  <a:lnTo>
                    <a:pt x="51" y="800191"/>
                  </a:lnTo>
                  <a:lnTo>
                    <a:pt x="67" y="798005"/>
                  </a:lnTo>
                  <a:lnTo>
                    <a:pt x="84" y="795819"/>
                  </a:lnTo>
                  <a:lnTo>
                    <a:pt x="103" y="793633"/>
                  </a:lnTo>
                  <a:lnTo>
                    <a:pt x="112" y="792720"/>
                  </a:lnTo>
                  <a:lnTo>
                    <a:pt x="123" y="791446"/>
                  </a:lnTo>
                  <a:lnTo>
                    <a:pt x="145" y="789260"/>
                  </a:lnTo>
                  <a:lnTo>
                    <a:pt x="167" y="787074"/>
                  </a:lnTo>
                  <a:lnTo>
                    <a:pt x="191" y="784887"/>
                  </a:lnTo>
                  <a:lnTo>
                    <a:pt x="215" y="782701"/>
                  </a:lnTo>
                  <a:lnTo>
                    <a:pt x="240" y="780515"/>
                  </a:lnTo>
                  <a:lnTo>
                    <a:pt x="266" y="778328"/>
                  </a:lnTo>
                  <a:lnTo>
                    <a:pt x="292" y="776142"/>
                  </a:lnTo>
                  <a:lnTo>
                    <a:pt x="319" y="773956"/>
                  </a:lnTo>
                  <a:lnTo>
                    <a:pt x="346" y="771769"/>
                  </a:lnTo>
                  <a:lnTo>
                    <a:pt x="374" y="769583"/>
                  </a:lnTo>
                  <a:lnTo>
                    <a:pt x="401" y="767397"/>
                  </a:lnTo>
                  <a:lnTo>
                    <a:pt x="430" y="765210"/>
                  </a:lnTo>
                  <a:lnTo>
                    <a:pt x="458" y="763024"/>
                  </a:lnTo>
                  <a:lnTo>
                    <a:pt x="487" y="760838"/>
                  </a:lnTo>
                  <a:lnTo>
                    <a:pt x="516" y="758651"/>
                  </a:lnTo>
                  <a:lnTo>
                    <a:pt x="546" y="756465"/>
                  </a:lnTo>
                  <a:lnTo>
                    <a:pt x="576" y="754279"/>
                  </a:lnTo>
                  <a:lnTo>
                    <a:pt x="607" y="752093"/>
                  </a:lnTo>
                  <a:lnTo>
                    <a:pt x="638" y="749906"/>
                  </a:lnTo>
                  <a:lnTo>
                    <a:pt x="670" y="747720"/>
                  </a:lnTo>
                  <a:lnTo>
                    <a:pt x="703" y="745534"/>
                  </a:lnTo>
                  <a:lnTo>
                    <a:pt x="736" y="743347"/>
                  </a:lnTo>
                  <a:lnTo>
                    <a:pt x="771" y="741161"/>
                  </a:lnTo>
                  <a:lnTo>
                    <a:pt x="806" y="738975"/>
                  </a:lnTo>
                  <a:lnTo>
                    <a:pt x="841" y="736788"/>
                  </a:lnTo>
                  <a:lnTo>
                    <a:pt x="877" y="734602"/>
                  </a:lnTo>
                  <a:lnTo>
                    <a:pt x="914" y="732416"/>
                  </a:lnTo>
                  <a:lnTo>
                    <a:pt x="952" y="730229"/>
                  </a:lnTo>
                  <a:lnTo>
                    <a:pt x="989" y="728043"/>
                  </a:lnTo>
                  <a:lnTo>
                    <a:pt x="1028" y="725857"/>
                  </a:lnTo>
                  <a:lnTo>
                    <a:pt x="1066" y="723670"/>
                  </a:lnTo>
                  <a:lnTo>
                    <a:pt x="1105" y="721484"/>
                  </a:lnTo>
                  <a:lnTo>
                    <a:pt x="1144" y="719298"/>
                  </a:lnTo>
                  <a:lnTo>
                    <a:pt x="1182" y="717111"/>
                  </a:lnTo>
                  <a:lnTo>
                    <a:pt x="1220" y="714925"/>
                  </a:lnTo>
                  <a:lnTo>
                    <a:pt x="1258" y="712739"/>
                  </a:lnTo>
                  <a:lnTo>
                    <a:pt x="1296" y="710552"/>
                  </a:lnTo>
                  <a:lnTo>
                    <a:pt x="1333" y="708366"/>
                  </a:lnTo>
                  <a:lnTo>
                    <a:pt x="1369" y="706180"/>
                  </a:lnTo>
                  <a:lnTo>
                    <a:pt x="1405" y="703994"/>
                  </a:lnTo>
                  <a:lnTo>
                    <a:pt x="1440" y="701807"/>
                  </a:lnTo>
                  <a:lnTo>
                    <a:pt x="1474" y="699621"/>
                  </a:lnTo>
                  <a:lnTo>
                    <a:pt x="1496" y="698210"/>
                  </a:lnTo>
                  <a:lnTo>
                    <a:pt x="1508" y="697435"/>
                  </a:lnTo>
                  <a:lnTo>
                    <a:pt x="1541" y="695248"/>
                  </a:lnTo>
                  <a:lnTo>
                    <a:pt x="1573" y="693062"/>
                  </a:lnTo>
                  <a:lnTo>
                    <a:pt x="1605" y="690876"/>
                  </a:lnTo>
                  <a:lnTo>
                    <a:pt x="1636" y="688689"/>
                  </a:lnTo>
                  <a:lnTo>
                    <a:pt x="1667" y="686503"/>
                  </a:lnTo>
                  <a:lnTo>
                    <a:pt x="1697" y="684317"/>
                  </a:lnTo>
                  <a:lnTo>
                    <a:pt x="1728" y="682130"/>
                  </a:lnTo>
                  <a:lnTo>
                    <a:pt x="1758" y="679944"/>
                  </a:lnTo>
                  <a:lnTo>
                    <a:pt x="1789" y="677758"/>
                  </a:lnTo>
                  <a:lnTo>
                    <a:pt x="1819" y="675571"/>
                  </a:lnTo>
                  <a:lnTo>
                    <a:pt x="1850" y="673385"/>
                  </a:lnTo>
                  <a:lnTo>
                    <a:pt x="1882" y="671199"/>
                  </a:lnTo>
                  <a:lnTo>
                    <a:pt x="1914" y="669012"/>
                  </a:lnTo>
                  <a:lnTo>
                    <a:pt x="1946" y="666826"/>
                  </a:lnTo>
                  <a:lnTo>
                    <a:pt x="1979" y="664640"/>
                  </a:lnTo>
                  <a:lnTo>
                    <a:pt x="2013" y="662454"/>
                  </a:lnTo>
                  <a:lnTo>
                    <a:pt x="2047" y="660267"/>
                  </a:lnTo>
                  <a:lnTo>
                    <a:pt x="2082" y="658081"/>
                  </a:lnTo>
                  <a:lnTo>
                    <a:pt x="2118" y="655895"/>
                  </a:lnTo>
                  <a:lnTo>
                    <a:pt x="2153" y="653708"/>
                  </a:lnTo>
                  <a:lnTo>
                    <a:pt x="2190" y="651522"/>
                  </a:lnTo>
                  <a:lnTo>
                    <a:pt x="2226" y="649336"/>
                  </a:lnTo>
                  <a:lnTo>
                    <a:pt x="2263" y="647149"/>
                  </a:lnTo>
                  <a:lnTo>
                    <a:pt x="2299" y="644963"/>
                  </a:lnTo>
                  <a:lnTo>
                    <a:pt x="2336" y="642777"/>
                  </a:lnTo>
                  <a:lnTo>
                    <a:pt x="2372" y="640590"/>
                  </a:lnTo>
                  <a:lnTo>
                    <a:pt x="2408" y="638404"/>
                  </a:lnTo>
                  <a:lnTo>
                    <a:pt x="2443" y="636218"/>
                  </a:lnTo>
                  <a:lnTo>
                    <a:pt x="2478" y="634031"/>
                  </a:lnTo>
                  <a:lnTo>
                    <a:pt x="2512" y="631845"/>
                  </a:lnTo>
                  <a:lnTo>
                    <a:pt x="2545" y="629659"/>
                  </a:lnTo>
                  <a:lnTo>
                    <a:pt x="2577" y="627472"/>
                  </a:lnTo>
                  <a:lnTo>
                    <a:pt x="2608" y="625286"/>
                  </a:lnTo>
                  <a:lnTo>
                    <a:pt x="2638" y="623100"/>
                  </a:lnTo>
                  <a:lnTo>
                    <a:pt x="2668" y="620913"/>
                  </a:lnTo>
                  <a:lnTo>
                    <a:pt x="2695" y="618727"/>
                  </a:lnTo>
                  <a:lnTo>
                    <a:pt x="2722" y="616541"/>
                  </a:lnTo>
                  <a:lnTo>
                    <a:pt x="2748" y="614355"/>
                  </a:lnTo>
                  <a:lnTo>
                    <a:pt x="2773" y="612168"/>
                  </a:lnTo>
                  <a:lnTo>
                    <a:pt x="2797" y="609982"/>
                  </a:lnTo>
                  <a:lnTo>
                    <a:pt x="2820" y="607796"/>
                  </a:lnTo>
                  <a:lnTo>
                    <a:pt x="2842" y="605609"/>
                  </a:lnTo>
                  <a:lnTo>
                    <a:pt x="2864" y="603423"/>
                  </a:lnTo>
                  <a:lnTo>
                    <a:pt x="2885" y="601237"/>
                  </a:lnTo>
                  <a:lnTo>
                    <a:pt x="2905" y="599050"/>
                  </a:lnTo>
                  <a:lnTo>
                    <a:pt x="2925" y="596864"/>
                  </a:lnTo>
                  <a:lnTo>
                    <a:pt x="2945" y="594678"/>
                  </a:lnTo>
                  <a:lnTo>
                    <a:pt x="2965" y="592491"/>
                  </a:lnTo>
                  <a:lnTo>
                    <a:pt x="2985" y="590305"/>
                  </a:lnTo>
                  <a:lnTo>
                    <a:pt x="3004" y="588119"/>
                  </a:lnTo>
                  <a:lnTo>
                    <a:pt x="3024" y="585932"/>
                  </a:lnTo>
                  <a:lnTo>
                    <a:pt x="3045" y="583746"/>
                  </a:lnTo>
                  <a:lnTo>
                    <a:pt x="3065" y="581560"/>
                  </a:lnTo>
                  <a:lnTo>
                    <a:pt x="3086" y="579373"/>
                  </a:lnTo>
                  <a:lnTo>
                    <a:pt x="3108" y="577187"/>
                  </a:lnTo>
                  <a:lnTo>
                    <a:pt x="3130" y="575001"/>
                  </a:lnTo>
                  <a:lnTo>
                    <a:pt x="3152" y="572815"/>
                  </a:lnTo>
                  <a:lnTo>
                    <a:pt x="3174" y="570628"/>
                  </a:lnTo>
                  <a:lnTo>
                    <a:pt x="3198" y="568442"/>
                  </a:lnTo>
                  <a:lnTo>
                    <a:pt x="3221" y="566256"/>
                  </a:lnTo>
                  <a:lnTo>
                    <a:pt x="3245" y="564069"/>
                  </a:lnTo>
                  <a:lnTo>
                    <a:pt x="3269" y="561883"/>
                  </a:lnTo>
                  <a:lnTo>
                    <a:pt x="3293" y="559697"/>
                  </a:lnTo>
                  <a:lnTo>
                    <a:pt x="3317" y="557510"/>
                  </a:lnTo>
                  <a:lnTo>
                    <a:pt x="3341" y="555324"/>
                  </a:lnTo>
                  <a:lnTo>
                    <a:pt x="3364" y="553138"/>
                  </a:lnTo>
                  <a:lnTo>
                    <a:pt x="3387" y="550951"/>
                  </a:lnTo>
                  <a:lnTo>
                    <a:pt x="3410" y="548765"/>
                  </a:lnTo>
                  <a:lnTo>
                    <a:pt x="3432" y="546579"/>
                  </a:lnTo>
                  <a:lnTo>
                    <a:pt x="3454" y="544392"/>
                  </a:lnTo>
                  <a:lnTo>
                    <a:pt x="3474" y="542206"/>
                  </a:lnTo>
                  <a:lnTo>
                    <a:pt x="3493" y="540020"/>
                  </a:lnTo>
                  <a:lnTo>
                    <a:pt x="3512" y="537833"/>
                  </a:lnTo>
                  <a:lnTo>
                    <a:pt x="3529" y="535647"/>
                  </a:lnTo>
                  <a:lnTo>
                    <a:pt x="3545" y="533461"/>
                  </a:lnTo>
                  <a:lnTo>
                    <a:pt x="3559" y="531274"/>
                  </a:lnTo>
                  <a:lnTo>
                    <a:pt x="3572" y="529088"/>
                  </a:lnTo>
                  <a:lnTo>
                    <a:pt x="3584" y="526902"/>
                  </a:lnTo>
                  <a:lnTo>
                    <a:pt x="3594" y="524716"/>
                  </a:lnTo>
                  <a:lnTo>
                    <a:pt x="3603" y="522529"/>
                  </a:lnTo>
                  <a:lnTo>
                    <a:pt x="3611" y="520343"/>
                  </a:lnTo>
                  <a:lnTo>
                    <a:pt x="3617" y="518157"/>
                  </a:lnTo>
                  <a:lnTo>
                    <a:pt x="3622" y="515970"/>
                  </a:lnTo>
                  <a:lnTo>
                    <a:pt x="3626" y="513784"/>
                  </a:lnTo>
                  <a:lnTo>
                    <a:pt x="3630" y="511598"/>
                  </a:lnTo>
                  <a:lnTo>
                    <a:pt x="3632" y="509411"/>
                  </a:lnTo>
                  <a:lnTo>
                    <a:pt x="3634" y="507225"/>
                  </a:lnTo>
                  <a:lnTo>
                    <a:pt x="3635" y="505039"/>
                  </a:lnTo>
                  <a:lnTo>
                    <a:pt x="3636" y="502852"/>
                  </a:lnTo>
                  <a:lnTo>
                    <a:pt x="3637" y="500666"/>
                  </a:lnTo>
                  <a:lnTo>
                    <a:pt x="3638" y="498480"/>
                  </a:lnTo>
                  <a:lnTo>
                    <a:pt x="3639" y="496293"/>
                  </a:lnTo>
                  <a:lnTo>
                    <a:pt x="3640" y="494107"/>
                  </a:lnTo>
                  <a:lnTo>
                    <a:pt x="3641" y="491921"/>
                  </a:lnTo>
                  <a:lnTo>
                    <a:pt x="3643" y="489734"/>
                  </a:lnTo>
                  <a:lnTo>
                    <a:pt x="3646" y="487548"/>
                  </a:lnTo>
                  <a:lnTo>
                    <a:pt x="3649" y="485362"/>
                  </a:lnTo>
                  <a:lnTo>
                    <a:pt x="3653" y="483176"/>
                  </a:lnTo>
                  <a:lnTo>
                    <a:pt x="3658" y="480989"/>
                  </a:lnTo>
                  <a:lnTo>
                    <a:pt x="3664" y="478803"/>
                  </a:lnTo>
                  <a:lnTo>
                    <a:pt x="3671" y="476617"/>
                  </a:lnTo>
                  <a:lnTo>
                    <a:pt x="3679" y="474430"/>
                  </a:lnTo>
                  <a:lnTo>
                    <a:pt x="3688" y="472244"/>
                  </a:lnTo>
                  <a:lnTo>
                    <a:pt x="3698" y="470058"/>
                  </a:lnTo>
                  <a:lnTo>
                    <a:pt x="3710" y="467871"/>
                  </a:lnTo>
                  <a:lnTo>
                    <a:pt x="3722" y="465685"/>
                  </a:lnTo>
                  <a:lnTo>
                    <a:pt x="3735" y="463499"/>
                  </a:lnTo>
                  <a:lnTo>
                    <a:pt x="3748" y="461312"/>
                  </a:lnTo>
                  <a:lnTo>
                    <a:pt x="3763" y="459126"/>
                  </a:lnTo>
                  <a:lnTo>
                    <a:pt x="3778" y="456940"/>
                  </a:lnTo>
                  <a:lnTo>
                    <a:pt x="3794" y="454753"/>
                  </a:lnTo>
                  <a:lnTo>
                    <a:pt x="3810" y="452567"/>
                  </a:lnTo>
                  <a:lnTo>
                    <a:pt x="3827" y="450381"/>
                  </a:lnTo>
                  <a:lnTo>
                    <a:pt x="3844" y="448194"/>
                  </a:lnTo>
                  <a:lnTo>
                    <a:pt x="3861" y="446008"/>
                  </a:lnTo>
                  <a:lnTo>
                    <a:pt x="3878" y="443822"/>
                  </a:lnTo>
                  <a:lnTo>
                    <a:pt x="3896" y="441636"/>
                  </a:lnTo>
                  <a:lnTo>
                    <a:pt x="3913" y="439449"/>
                  </a:lnTo>
                  <a:lnTo>
                    <a:pt x="3930" y="437263"/>
                  </a:lnTo>
                  <a:lnTo>
                    <a:pt x="3947" y="435077"/>
                  </a:lnTo>
                  <a:lnTo>
                    <a:pt x="3964" y="432890"/>
                  </a:lnTo>
                  <a:lnTo>
                    <a:pt x="3980" y="430704"/>
                  </a:lnTo>
                  <a:lnTo>
                    <a:pt x="3996" y="428518"/>
                  </a:lnTo>
                  <a:lnTo>
                    <a:pt x="4011" y="426331"/>
                  </a:lnTo>
                  <a:lnTo>
                    <a:pt x="4026" y="424145"/>
                  </a:lnTo>
                  <a:lnTo>
                    <a:pt x="4040" y="421959"/>
                  </a:lnTo>
                  <a:lnTo>
                    <a:pt x="4054" y="419772"/>
                  </a:lnTo>
                  <a:lnTo>
                    <a:pt x="4067" y="417586"/>
                  </a:lnTo>
                  <a:lnTo>
                    <a:pt x="4080" y="415400"/>
                  </a:lnTo>
                  <a:lnTo>
                    <a:pt x="4092" y="413213"/>
                  </a:lnTo>
                  <a:lnTo>
                    <a:pt x="4103" y="411027"/>
                  </a:lnTo>
                  <a:lnTo>
                    <a:pt x="4114" y="408841"/>
                  </a:lnTo>
                  <a:lnTo>
                    <a:pt x="4123" y="406654"/>
                  </a:lnTo>
                  <a:lnTo>
                    <a:pt x="4133" y="404468"/>
                  </a:lnTo>
                  <a:lnTo>
                    <a:pt x="4141" y="402282"/>
                  </a:lnTo>
                  <a:lnTo>
                    <a:pt x="4149" y="400095"/>
                  </a:lnTo>
                  <a:lnTo>
                    <a:pt x="4157" y="397909"/>
                  </a:lnTo>
                  <a:lnTo>
                    <a:pt x="4164" y="395723"/>
                  </a:lnTo>
                  <a:lnTo>
                    <a:pt x="4170" y="393537"/>
                  </a:lnTo>
                  <a:lnTo>
                    <a:pt x="4176" y="391350"/>
                  </a:lnTo>
                  <a:lnTo>
                    <a:pt x="4181" y="389164"/>
                  </a:lnTo>
                  <a:lnTo>
                    <a:pt x="4185" y="386978"/>
                  </a:lnTo>
                  <a:lnTo>
                    <a:pt x="4190" y="384791"/>
                  </a:lnTo>
                  <a:lnTo>
                    <a:pt x="4194" y="382605"/>
                  </a:lnTo>
                  <a:lnTo>
                    <a:pt x="4197" y="380419"/>
                  </a:lnTo>
                  <a:lnTo>
                    <a:pt x="4200" y="378232"/>
                  </a:lnTo>
                  <a:lnTo>
                    <a:pt x="4203" y="376046"/>
                  </a:lnTo>
                  <a:lnTo>
                    <a:pt x="4205" y="373860"/>
                  </a:lnTo>
                  <a:lnTo>
                    <a:pt x="4207" y="371673"/>
                  </a:lnTo>
                  <a:lnTo>
                    <a:pt x="4209" y="369487"/>
                  </a:lnTo>
                  <a:lnTo>
                    <a:pt x="4210" y="367301"/>
                  </a:lnTo>
                  <a:lnTo>
                    <a:pt x="4212" y="365114"/>
                  </a:lnTo>
                  <a:lnTo>
                    <a:pt x="4213" y="362928"/>
                  </a:lnTo>
                  <a:lnTo>
                    <a:pt x="4214" y="360742"/>
                  </a:lnTo>
                  <a:lnTo>
                    <a:pt x="4214" y="358555"/>
                  </a:lnTo>
                  <a:lnTo>
                    <a:pt x="4215" y="356369"/>
                  </a:lnTo>
                  <a:lnTo>
                    <a:pt x="4215" y="354183"/>
                  </a:lnTo>
                  <a:lnTo>
                    <a:pt x="4215" y="351997"/>
                  </a:lnTo>
                  <a:lnTo>
                    <a:pt x="4215" y="349810"/>
                  </a:lnTo>
                  <a:lnTo>
                    <a:pt x="4215" y="347624"/>
                  </a:lnTo>
                  <a:lnTo>
                    <a:pt x="4214" y="345438"/>
                  </a:lnTo>
                  <a:lnTo>
                    <a:pt x="4214" y="343251"/>
                  </a:lnTo>
                  <a:lnTo>
                    <a:pt x="4213" y="341065"/>
                  </a:lnTo>
                  <a:lnTo>
                    <a:pt x="4213" y="338879"/>
                  </a:lnTo>
                  <a:lnTo>
                    <a:pt x="4212" y="336692"/>
                  </a:lnTo>
                  <a:lnTo>
                    <a:pt x="4211" y="334506"/>
                  </a:lnTo>
                  <a:lnTo>
                    <a:pt x="4210" y="332320"/>
                  </a:lnTo>
                  <a:lnTo>
                    <a:pt x="4209" y="330133"/>
                  </a:lnTo>
                  <a:lnTo>
                    <a:pt x="4209" y="327947"/>
                  </a:lnTo>
                  <a:lnTo>
                    <a:pt x="4208" y="325761"/>
                  </a:lnTo>
                  <a:lnTo>
                    <a:pt x="4207" y="323574"/>
                  </a:lnTo>
                  <a:lnTo>
                    <a:pt x="4206" y="321388"/>
                  </a:lnTo>
                  <a:lnTo>
                    <a:pt x="4205" y="319202"/>
                  </a:lnTo>
                  <a:lnTo>
                    <a:pt x="4204" y="317015"/>
                  </a:lnTo>
                  <a:lnTo>
                    <a:pt x="4203" y="314829"/>
                  </a:lnTo>
                  <a:lnTo>
                    <a:pt x="4203" y="312643"/>
                  </a:lnTo>
                  <a:lnTo>
                    <a:pt x="4202" y="310456"/>
                  </a:lnTo>
                  <a:lnTo>
                    <a:pt x="4201" y="308270"/>
                  </a:lnTo>
                  <a:lnTo>
                    <a:pt x="4201" y="306084"/>
                  </a:lnTo>
                  <a:lnTo>
                    <a:pt x="4200" y="303898"/>
                  </a:lnTo>
                  <a:lnTo>
                    <a:pt x="4200" y="301711"/>
                  </a:lnTo>
                  <a:lnTo>
                    <a:pt x="4199" y="299525"/>
                  </a:lnTo>
                  <a:lnTo>
                    <a:pt x="4199" y="297339"/>
                  </a:lnTo>
                  <a:lnTo>
                    <a:pt x="4198" y="295152"/>
                  </a:lnTo>
                  <a:lnTo>
                    <a:pt x="4198" y="292966"/>
                  </a:lnTo>
                  <a:lnTo>
                    <a:pt x="4198" y="290780"/>
                  </a:lnTo>
                  <a:lnTo>
                    <a:pt x="4198" y="288593"/>
                  </a:lnTo>
                  <a:lnTo>
                    <a:pt x="4198" y="286407"/>
                  </a:lnTo>
                  <a:lnTo>
                    <a:pt x="4198" y="284221"/>
                  </a:lnTo>
                  <a:lnTo>
                    <a:pt x="4198" y="282034"/>
                  </a:lnTo>
                  <a:lnTo>
                    <a:pt x="4198" y="279848"/>
                  </a:lnTo>
                  <a:lnTo>
                    <a:pt x="4198" y="277662"/>
                  </a:lnTo>
                  <a:lnTo>
                    <a:pt x="4198" y="275475"/>
                  </a:lnTo>
                  <a:lnTo>
                    <a:pt x="4199" y="273289"/>
                  </a:lnTo>
                  <a:lnTo>
                    <a:pt x="4199" y="271103"/>
                  </a:lnTo>
                  <a:lnTo>
                    <a:pt x="4200" y="268916"/>
                  </a:lnTo>
                  <a:lnTo>
                    <a:pt x="4200" y="266730"/>
                  </a:lnTo>
                  <a:lnTo>
                    <a:pt x="4201" y="264544"/>
                  </a:lnTo>
                  <a:lnTo>
                    <a:pt x="4202" y="262358"/>
                  </a:lnTo>
                  <a:lnTo>
                    <a:pt x="4203" y="260171"/>
                  </a:lnTo>
                  <a:lnTo>
                    <a:pt x="4204" y="257985"/>
                  </a:lnTo>
                  <a:lnTo>
                    <a:pt x="4205" y="255799"/>
                  </a:lnTo>
                  <a:lnTo>
                    <a:pt x="4206" y="253612"/>
                  </a:lnTo>
                  <a:lnTo>
                    <a:pt x="4208" y="251426"/>
                  </a:lnTo>
                  <a:lnTo>
                    <a:pt x="4209" y="249240"/>
                  </a:lnTo>
                  <a:lnTo>
                    <a:pt x="4211" y="247053"/>
                  </a:lnTo>
                  <a:lnTo>
                    <a:pt x="4212" y="244867"/>
                  </a:lnTo>
                  <a:lnTo>
                    <a:pt x="4214" y="242681"/>
                  </a:lnTo>
                  <a:lnTo>
                    <a:pt x="4216" y="240494"/>
                  </a:lnTo>
                  <a:lnTo>
                    <a:pt x="4217" y="238308"/>
                  </a:lnTo>
                  <a:lnTo>
                    <a:pt x="4219" y="236122"/>
                  </a:lnTo>
                  <a:lnTo>
                    <a:pt x="4221" y="233935"/>
                  </a:lnTo>
                  <a:lnTo>
                    <a:pt x="4223" y="231749"/>
                  </a:lnTo>
                  <a:lnTo>
                    <a:pt x="4225" y="229563"/>
                  </a:lnTo>
                  <a:lnTo>
                    <a:pt x="4227" y="227376"/>
                  </a:lnTo>
                  <a:lnTo>
                    <a:pt x="4229" y="225190"/>
                  </a:lnTo>
                  <a:lnTo>
                    <a:pt x="4231" y="223004"/>
                  </a:lnTo>
                  <a:lnTo>
                    <a:pt x="4233" y="220818"/>
                  </a:lnTo>
                  <a:lnTo>
                    <a:pt x="4234" y="218631"/>
                  </a:lnTo>
                  <a:lnTo>
                    <a:pt x="4236" y="216445"/>
                  </a:lnTo>
                  <a:lnTo>
                    <a:pt x="4238" y="214259"/>
                  </a:lnTo>
                  <a:lnTo>
                    <a:pt x="4239" y="212072"/>
                  </a:lnTo>
                  <a:lnTo>
                    <a:pt x="4240" y="209886"/>
                  </a:lnTo>
                  <a:lnTo>
                    <a:pt x="4242" y="207700"/>
                  </a:lnTo>
                  <a:lnTo>
                    <a:pt x="4243" y="205513"/>
                  </a:lnTo>
                  <a:lnTo>
                    <a:pt x="4244" y="203327"/>
                  </a:lnTo>
                  <a:lnTo>
                    <a:pt x="4244" y="201141"/>
                  </a:lnTo>
                  <a:lnTo>
                    <a:pt x="4245" y="198954"/>
                  </a:lnTo>
                  <a:lnTo>
                    <a:pt x="4245" y="196768"/>
                  </a:lnTo>
                  <a:lnTo>
                    <a:pt x="4246" y="194582"/>
                  </a:lnTo>
                  <a:lnTo>
                    <a:pt x="4246" y="192395"/>
                  </a:lnTo>
                  <a:lnTo>
                    <a:pt x="4246" y="190209"/>
                  </a:lnTo>
                  <a:lnTo>
                    <a:pt x="4245" y="188023"/>
                  </a:lnTo>
                  <a:lnTo>
                    <a:pt x="4245" y="185836"/>
                  </a:lnTo>
                  <a:lnTo>
                    <a:pt x="4245" y="183650"/>
                  </a:lnTo>
                  <a:lnTo>
                    <a:pt x="4244" y="181464"/>
                  </a:lnTo>
                  <a:lnTo>
                    <a:pt x="4243" y="179277"/>
                  </a:lnTo>
                  <a:lnTo>
                    <a:pt x="4242" y="177091"/>
                  </a:lnTo>
                  <a:lnTo>
                    <a:pt x="4241" y="174905"/>
                  </a:lnTo>
                  <a:lnTo>
                    <a:pt x="4240" y="172719"/>
                  </a:lnTo>
                  <a:lnTo>
                    <a:pt x="4238" y="170532"/>
                  </a:lnTo>
                  <a:lnTo>
                    <a:pt x="4237" y="168346"/>
                  </a:lnTo>
                  <a:lnTo>
                    <a:pt x="4236" y="166160"/>
                  </a:lnTo>
                  <a:lnTo>
                    <a:pt x="4234" y="163973"/>
                  </a:lnTo>
                  <a:lnTo>
                    <a:pt x="4233" y="161787"/>
                  </a:lnTo>
                  <a:lnTo>
                    <a:pt x="4231" y="159601"/>
                  </a:lnTo>
                  <a:lnTo>
                    <a:pt x="4230" y="157414"/>
                  </a:lnTo>
                  <a:lnTo>
                    <a:pt x="4228" y="155228"/>
                  </a:lnTo>
                  <a:lnTo>
                    <a:pt x="4227" y="153042"/>
                  </a:lnTo>
                  <a:lnTo>
                    <a:pt x="4225" y="150855"/>
                  </a:lnTo>
                  <a:lnTo>
                    <a:pt x="4224" y="148669"/>
                  </a:lnTo>
                  <a:lnTo>
                    <a:pt x="4223" y="146483"/>
                  </a:lnTo>
                  <a:lnTo>
                    <a:pt x="4222" y="144296"/>
                  </a:lnTo>
                  <a:lnTo>
                    <a:pt x="4221" y="142110"/>
                  </a:lnTo>
                  <a:lnTo>
                    <a:pt x="4220" y="139924"/>
                  </a:lnTo>
                  <a:lnTo>
                    <a:pt x="4220" y="137737"/>
                  </a:lnTo>
                  <a:lnTo>
                    <a:pt x="4219" y="135551"/>
                  </a:lnTo>
                  <a:lnTo>
                    <a:pt x="4219" y="133365"/>
                  </a:lnTo>
                  <a:lnTo>
                    <a:pt x="4219" y="131179"/>
                  </a:lnTo>
                  <a:lnTo>
                    <a:pt x="4219" y="128992"/>
                  </a:lnTo>
                  <a:lnTo>
                    <a:pt x="4219" y="126806"/>
                  </a:lnTo>
                  <a:lnTo>
                    <a:pt x="4219" y="124620"/>
                  </a:lnTo>
                  <a:lnTo>
                    <a:pt x="4219" y="122433"/>
                  </a:lnTo>
                  <a:lnTo>
                    <a:pt x="4220" y="120247"/>
                  </a:lnTo>
                  <a:lnTo>
                    <a:pt x="4220" y="118061"/>
                  </a:lnTo>
                  <a:lnTo>
                    <a:pt x="4221" y="115874"/>
                  </a:lnTo>
                  <a:lnTo>
                    <a:pt x="4221" y="113688"/>
                  </a:lnTo>
                  <a:lnTo>
                    <a:pt x="4222" y="111502"/>
                  </a:lnTo>
                  <a:lnTo>
                    <a:pt x="4223" y="109315"/>
                  </a:lnTo>
                  <a:lnTo>
                    <a:pt x="4223" y="107129"/>
                  </a:lnTo>
                  <a:lnTo>
                    <a:pt x="4224" y="104943"/>
                  </a:lnTo>
                  <a:lnTo>
                    <a:pt x="4225" y="102756"/>
                  </a:lnTo>
                  <a:lnTo>
                    <a:pt x="4225" y="100570"/>
                  </a:lnTo>
                  <a:lnTo>
                    <a:pt x="4226" y="98384"/>
                  </a:lnTo>
                  <a:lnTo>
                    <a:pt x="4226" y="96197"/>
                  </a:lnTo>
                  <a:lnTo>
                    <a:pt x="4227" y="94011"/>
                  </a:lnTo>
                  <a:lnTo>
                    <a:pt x="4227" y="91825"/>
                  </a:lnTo>
                  <a:lnTo>
                    <a:pt x="4228" y="89638"/>
                  </a:lnTo>
                  <a:lnTo>
                    <a:pt x="4228" y="87452"/>
                  </a:lnTo>
                  <a:lnTo>
                    <a:pt x="4228" y="85266"/>
                  </a:lnTo>
                  <a:lnTo>
                    <a:pt x="4229" y="83080"/>
                  </a:lnTo>
                  <a:lnTo>
                    <a:pt x="4229" y="80893"/>
                  </a:lnTo>
                  <a:lnTo>
                    <a:pt x="4229" y="78707"/>
                  </a:lnTo>
                  <a:lnTo>
                    <a:pt x="4229" y="76521"/>
                  </a:lnTo>
                  <a:lnTo>
                    <a:pt x="4229" y="74334"/>
                  </a:lnTo>
                  <a:lnTo>
                    <a:pt x="4229" y="72148"/>
                  </a:lnTo>
                  <a:lnTo>
                    <a:pt x="4229" y="69962"/>
                  </a:lnTo>
                  <a:lnTo>
                    <a:pt x="4229" y="67775"/>
                  </a:lnTo>
                  <a:lnTo>
                    <a:pt x="4229" y="65589"/>
                  </a:lnTo>
                  <a:lnTo>
                    <a:pt x="4229" y="63403"/>
                  </a:lnTo>
                  <a:lnTo>
                    <a:pt x="4229" y="61216"/>
                  </a:lnTo>
                  <a:lnTo>
                    <a:pt x="4229" y="59030"/>
                  </a:lnTo>
                  <a:lnTo>
                    <a:pt x="4228" y="56844"/>
                  </a:lnTo>
                  <a:lnTo>
                    <a:pt x="4228" y="54657"/>
                  </a:lnTo>
                  <a:lnTo>
                    <a:pt x="4228" y="52471"/>
                  </a:lnTo>
                  <a:lnTo>
                    <a:pt x="4227" y="50285"/>
                  </a:lnTo>
                  <a:lnTo>
                    <a:pt x="4227" y="48098"/>
                  </a:lnTo>
                  <a:lnTo>
                    <a:pt x="4227" y="45912"/>
                  </a:lnTo>
                  <a:lnTo>
                    <a:pt x="4226" y="43726"/>
                  </a:lnTo>
                  <a:lnTo>
                    <a:pt x="4226" y="41540"/>
                  </a:lnTo>
                  <a:lnTo>
                    <a:pt x="4225" y="39353"/>
                  </a:lnTo>
                  <a:lnTo>
                    <a:pt x="4225" y="37167"/>
                  </a:lnTo>
                  <a:lnTo>
                    <a:pt x="4224" y="34981"/>
                  </a:lnTo>
                  <a:lnTo>
                    <a:pt x="4224" y="32794"/>
                  </a:lnTo>
                  <a:lnTo>
                    <a:pt x="4224" y="30608"/>
                  </a:lnTo>
                  <a:lnTo>
                    <a:pt x="4223" y="28422"/>
                  </a:lnTo>
                  <a:lnTo>
                    <a:pt x="4223" y="26235"/>
                  </a:lnTo>
                  <a:lnTo>
                    <a:pt x="4223" y="24049"/>
                  </a:lnTo>
                  <a:lnTo>
                    <a:pt x="4223" y="21863"/>
                  </a:lnTo>
                  <a:lnTo>
                    <a:pt x="4223" y="19676"/>
                  </a:lnTo>
                  <a:lnTo>
                    <a:pt x="4223" y="17490"/>
                  </a:lnTo>
                  <a:lnTo>
                    <a:pt x="4223" y="15304"/>
                  </a:lnTo>
                  <a:lnTo>
                    <a:pt x="4223" y="13117"/>
                  </a:lnTo>
                  <a:lnTo>
                    <a:pt x="4223" y="10931"/>
                  </a:lnTo>
                  <a:lnTo>
                    <a:pt x="4224" y="8745"/>
                  </a:lnTo>
                  <a:lnTo>
                    <a:pt x="4224" y="6558"/>
                  </a:lnTo>
                  <a:lnTo>
                    <a:pt x="4225" y="4372"/>
                  </a:lnTo>
                  <a:lnTo>
                    <a:pt x="4226" y="2186"/>
                  </a:lnTo>
                  <a:lnTo>
                    <a:pt x="4288" y="0"/>
                  </a:lnTo>
                  <a:lnTo>
                    <a:pt x="4289" y="2186"/>
                  </a:lnTo>
                  <a:lnTo>
                    <a:pt x="4290" y="4372"/>
                  </a:lnTo>
                  <a:lnTo>
                    <a:pt x="4290" y="6558"/>
                  </a:lnTo>
                  <a:lnTo>
                    <a:pt x="4291" y="8745"/>
                  </a:lnTo>
                  <a:lnTo>
                    <a:pt x="4291" y="10931"/>
                  </a:lnTo>
                  <a:lnTo>
                    <a:pt x="4292" y="13117"/>
                  </a:lnTo>
                  <a:lnTo>
                    <a:pt x="4292" y="15304"/>
                  </a:lnTo>
                  <a:lnTo>
                    <a:pt x="4292" y="17490"/>
                  </a:lnTo>
                  <a:lnTo>
                    <a:pt x="4292" y="19676"/>
                  </a:lnTo>
                  <a:lnTo>
                    <a:pt x="4292" y="21863"/>
                  </a:lnTo>
                  <a:lnTo>
                    <a:pt x="4292" y="24049"/>
                  </a:lnTo>
                  <a:lnTo>
                    <a:pt x="4292" y="26235"/>
                  </a:lnTo>
                  <a:lnTo>
                    <a:pt x="4292" y="28422"/>
                  </a:lnTo>
                  <a:lnTo>
                    <a:pt x="4291" y="30608"/>
                  </a:lnTo>
                  <a:lnTo>
                    <a:pt x="4291" y="32794"/>
                  </a:lnTo>
                  <a:lnTo>
                    <a:pt x="4290" y="34981"/>
                  </a:lnTo>
                  <a:lnTo>
                    <a:pt x="4290" y="37167"/>
                  </a:lnTo>
                  <a:lnTo>
                    <a:pt x="4290" y="39353"/>
                  </a:lnTo>
                  <a:lnTo>
                    <a:pt x="4289" y="41540"/>
                  </a:lnTo>
                  <a:lnTo>
                    <a:pt x="4289" y="43726"/>
                  </a:lnTo>
                  <a:lnTo>
                    <a:pt x="4288" y="45912"/>
                  </a:lnTo>
                  <a:lnTo>
                    <a:pt x="4288" y="48098"/>
                  </a:lnTo>
                  <a:lnTo>
                    <a:pt x="4287" y="50285"/>
                  </a:lnTo>
                  <a:lnTo>
                    <a:pt x="4287" y="52471"/>
                  </a:lnTo>
                  <a:lnTo>
                    <a:pt x="4287" y="54657"/>
                  </a:lnTo>
                  <a:lnTo>
                    <a:pt x="4286" y="56844"/>
                  </a:lnTo>
                  <a:lnTo>
                    <a:pt x="4286" y="59030"/>
                  </a:lnTo>
                  <a:lnTo>
                    <a:pt x="4286" y="61216"/>
                  </a:lnTo>
                  <a:lnTo>
                    <a:pt x="4286" y="63403"/>
                  </a:lnTo>
                  <a:lnTo>
                    <a:pt x="4286" y="65589"/>
                  </a:lnTo>
                  <a:lnTo>
                    <a:pt x="4286" y="67775"/>
                  </a:lnTo>
                  <a:lnTo>
                    <a:pt x="4286" y="69962"/>
                  </a:lnTo>
                  <a:lnTo>
                    <a:pt x="4286" y="72148"/>
                  </a:lnTo>
                  <a:lnTo>
                    <a:pt x="4286" y="74334"/>
                  </a:lnTo>
                  <a:lnTo>
                    <a:pt x="4286" y="76521"/>
                  </a:lnTo>
                  <a:lnTo>
                    <a:pt x="4286" y="78707"/>
                  </a:lnTo>
                  <a:lnTo>
                    <a:pt x="4286" y="80893"/>
                  </a:lnTo>
                  <a:lnTo>
                    <a:pt x="4286" y="83080"/>
                  </a:lnTo>
                  <a:lnTo>
                    <a:pt x="4286" y="85266"/>
                  </a:lnTo>
                  <a:lnTo>
                    <a:pt x="4287" y="87452"/>
                  </a:lnTo>
                  <a:lnTo>
                    <a:pt x="4287" y="89638"/>
                  </a:lnTo>
                  <a:lnTo>
                    <a:pt x="4288" y="91825"/>
                  </a:lnTo>
                  <a:lnTo>
                    <a:pt x="4288" y="94011"/>
                  </a:lnTo>
                  <a:lnTo>
                    <a:pt x="4288" y="96197"/>
                  </a:lnTo>
                  <a:lnTo>
                    <a:pt x="4289" y="98384"/>
                  </a:lnTo>
                  <a:lnTo>
                    <a:pt x="4290" y="100570"/>
                  </a:lnTo>
                  <a:lnTo>
                    <a:pt x="4290" y="102756"/>
                  </a:lnTo>
                  <a:lnTo>
                    <a:pt x="4291" y="104943"/>
                  </a:lnTo>
                  <a:lnTo>
                    <a:pt x="4292" y="107129"/>
                  </a:lnTo>
                  <a:lnTo>
                    <a:pt x="4292" y="109315"/>
                  </a:lnTo>
                  <a:lnTo>
                    <a:pt x="4293" y="111502"/>
                  </a:lnTo>
                  <a:lnTo>
                    <a:pt x="4294" y="113688"/>
                  </a:lnTo>
                  <a:lnTo>
                    <a:pt x="4294" y="115874"/>
                  </a:lnTo>
                  <a:lnTo>
                    <a:pt x="4295" y="118061"/>
                  </a:lnTo>
                  <a:lnTo>
                    <a:pt x="4295" y="120247"/>
                  </a:lnTo>
                  <a:lnTo>
                    <a:pt x="4296" y="122433"/>
                  </a:lnTo>
                  <a:lnTo>
                    <a:pt x="4296" y="124620"/>
                  </a:lnTo>
                  <a:lnTo>
                    <a:pt x="4296" y="126806"/>
                  </a:lnTo>
                  <a:lnTo>
                    <a:pt x="4296" y="128992"/>
                  </a:lnTo>
                  <a:lnTo>
                    <a:pt x="4296" y="131179"/>
                  </a:lnTo>
                  <a:lnTo>
                    <a:pt x="4296" y="133365"/>
                  </a:lnTo>
                  <a:lnTo>
                    <a:pt x="4296" y="135551"/>
                  </a:lnTo>
                  <a:lnTo>
                    <a:pt x="4295" y="137737"/>
                  </a:lnTo>
                  <a:lnTo>
                    <a:pt x="4295" y="139924"/>
                  </a:lnTo>
                  <a:lnTo>
                    <a:pt x="4294" y="142110"/>
                  </a:lnTo>
                  <a:lnTo>
                    <a:pt x="4293" y="144296"/>
                  </a:lnTo>
                  <a:lnTo>
                    <a:pt x="4292" y="146483"/>
                  </a:lnTo>
                  <a:lnTo>
                    <a:pt x="4291" y="148669"/>
                  </a:lnTo>
                  <a:lnTo>
                    <a:pt x="4290" y="150855"/>
                  </a:lnTo>
                  <a:lnTo>
                    <a:pt x="4288" y="153042"/>
                  </a:lnTo>
                  <a:lnTo>
                    <a:pt x="4287" y="155228"/>
                  </a:lnTo>
                  <a:lnTo>
                    <a:pt x="4285" y="157414"/>
                  </a:lnTo>
                  <a:lnTo>
                    <a:pt x="4284" y="159601"/>
                  </a:lnTo>
                  <a:lnTo>
                    <a:pt x="4282" y="161787"/>
                  </a:lnTo>
                  <a:lnTo>
                    <a:pt x="4281" y="163973"/>
                  </a:lnTo>
                  <a:lnTo>
                    <a:pt x="4279" y="166160"/>
                  </a:lnTo>
                  <a:lnTo>
                    <a:pt x="4278" y="168346"/>
                  </a:lnTo>
                  <a:lnTo>
                    <a:pt x="4277" y="170532"/>
                  </a:lnTo>
                  <a:lnTo>
                    <a:pt x="4275" y="172719"/>
                  </a:lnTo>
                  <a:lnTo>
                    <a:pt x="4274" y="174905"/>
                  </a:lnTo>
                  <a:lnTo>
                    <a:pt x="4273" y="177091"/>
                  </a:lnTo>
                  <a:lnTo>
                    <a:pt x="4272" y="179277"/>
                  </a:lnTo>
                  <a:lnTo>
                    <a:pt x="4271" y="181464"/>
                  </a:lnTo>
                  <a:lnTo>
                    <a:pt x="4270" y="183650"/>
                  </a:lnTo>
                  <a:lnTo>
                    <a:pt x="4270" y="185836"/>
                  </a:lnTo>
                  <a:lnTo>
                    <a:pt x="4269" y="188023"/>
                  </a:lnTo>
                  <a:lnTo>
                    <a:pt x="4269" y="190209"/>
                  </a:lnTo>
                  <a:lnTo>
                    <a:pt x="4269" y="192395"/>
                  </a:lnTo>
                  <a:lnTo>
                    <a:pt x="4269" y="194582"/>
                  </a:lnTo>
                  <a:lnTo>
                    <a:pt x="4270" y="196768"/>
                  </a:lnTo>
                  <a:lnTo>
                    <a:pt x="4270" y="198954"/>
                  </a:lnTo>
                  <a:lnTo>
                    <a:pt x="4271" y="201141"/>
                  </a:lnTo>
                  <a:lnTo>
                    <a:pt x="4271" y="203327"/>
                  </a:lnTo>
                  <a:lnTo>
                    <a:pt x="4272" y="205513"/>
                  </a:lnTo>
                  <a:lnTo>
                    <a:pt x="4273" y="207700"/>
                  </a:lnTo>
                  <a:lnTo>
                    <a:pt x="4274" y="209886"/>
                  </a:lnTo>
                  <a:lnTo>
                    <a:pt x="4276" y="212072"/>
                  </a:lnTo>
                  <a:lnTo>
                    <a:pt x="4277" y="214259"/>
                  </a:lnTo>
                  <a:lnTo>
                    <a:pt x="4279" y="216445"/>
                  </a:lnTo>
                  <a:lnTo>
                    <a:pt x="4280" y="218631"/>
                  </a:lnTo>
                  <a:lnTo>
                    <a:pt x="4282" y="220818"/>
                  </a:lnTo>
                  <a:lnTo>
                    <a:pt x="4284" y="223004"/>
                  </a:lnTo>
                  <a:lnTo>
                    <a:pt x="4286" y="225190"/>
                  </a:lnTo>
                  <a:lnTo>
                    <a:pt x="4288" y="227376"/>
                  </a:lnTo>
                  <a:lnTo>
                    <a:pt x="4290" y="229563"/>
                  </a:lnTo>
                  <a:lnTo>
                    <a:pt x="4292" y="231749"/>
                  </a:lnTo>
                  <a:lnTo>
                    <a:pt x="4294" y="233935"/>
                  </a:lnTo>
                  <a:lnTo>
                    <a:pt x="4296" y="236122"/>
                  </a:lnTo>
                  <a:lnTo>
                    <a:pt x="4297" y="238308"/>
                  </a:lnTo>
                  <a:lnTo>
                    <a:pt x="4299" y="240494"/>
                  </a:lnTo>
                  <a:lnTo>
                    <a:pt x="4301" y="242681"/>
                  </a:lnTo>
                  <a:lnTo>
                    <a:pt x="4303" y="244867"/>
                  </a:lnTo>
                  <a:lnTo>
                    <a:pt x="4304" y="247053"/>
                  </a:lnTo>
                  <a:lnTo>
                    <a:pt x="4306" y="249240"/>
                  </a:lnTo>
                  <a:lnTo>
                    <a:pt x="4307" y="251426"/>
                  </a:lnTo>
                  <a:lnTo>
                    <a:pt x="4309" y="253612"/>
                  </a:lnTo>
                  <a:lnTo>
                    <a:pt x="4310" y="255799"/>
                  </a:lnTo>
                  <a:lnTo>
                    <a:pt x="4311" y="257985"/>
                  </a:lnTo>
                  <a:lnTo>
                    <a:pt x="4312" y="260171"/>
                  </a:lnTo>
                  <a:lnTo>
                    <a:pt x="4313" y="262358"/>
                  </a:lnTo>
                  <a:lnTo>
                    <a:pt x="4314" y="264544"/>
                  </a:lnTo>
                  <a:lnTo>
                    <a:pt x="4315" y="266730"/>
                  </a:lnTo>
                  <a:lnTo>
                    <a:pt x="4315" y="268916"/>
                  </a:lnTo>
                  <a:lnTo>
                    <a:pt x="4316" y="271103"/>
                  </a:lnTo>
                  <a:lnTo>
                    <a:pt x="4316" y="273289"/>
                  </a:lnTo>
                  <a:lnTo>
                    <a:pt x="4317" y="275475"/>
                  </a:lnTo>
                  <a:lnTo>
                    <a:pt x="4317" y="277662"/>
                  </a:lnTo>
                  <a:lnTo>
                    <a:pt x="4317" y="279848"/>
                  </a:lnTo>
                  <a:lnTo>
                    <a:pt x="4317" y="282034"/>
                  </a:lnTo>
                  <a:lnTo>
                    <a:pt x="4317" y="284221"/>
                  </a:lnTo>
                  <a:lnTo>
                    <a:pt x="4317" y="286407"/>
                  </a:lnTo>
                  <a:lnTo>
                    <a:pt x="4317" y="288593"/>
                  </a:lnTo>
                  <a:lnTo>
                    <a:pt x="4317" y="290780"/>
                  </a:lnTo>
                  <a:lnTo>
                    <a:pt x="4317" y="292966"/>
                  </a:lnTo>
                  <a:lnTo>
                    <a:pt x="4317" y="295152"/>
                  </a:lnTo>
                  <a:lnTo>
                    <a:pt x="4316" y="297339"/>
                  </a:lnTo>
                  <a:lnTo>
                    <a:pt x="4316" y="299525"/>
                  </a:lnTo>
                  <a:lnTo>
                    <a:pt x="4315" y="301711"/>
                  </a:lnTo>
                  <a:lnTo>
                    <a:pt x="4315" y="303898"/>
                  </a:lnTo>
                  <a:lnTo>
                    <a:pt x="4314" y="306084"/>
                  </a:lnTo>
                  <a:lnTo>
                    <a:pt x="4314" y="308270"/>
                  </a:lnTo>
                  <a:lnTo>
                    <a:pt x="4313" y="310456"/>
                  </a:lnTo>
                  <a:lnTo>
                    <a:pt x="4312" y="312643"/>
                  </a:lnTo>
                  <a:lnTo>
                    <a:pt x="4312" y="314829"/>
                  </a:lnTo>
                  <a:lnTo>
                    <a:pt x="4311" y="317015"/>
                  </a:lnTo>
                  <a:lnTo>
                    <a:pt x="4310" y="319202"/>
                  </a:lnTo>
                  <a:lnTo>
                    <a:pt x="4309" y="321388"/>
                  </a:lnTo>
                  <a:lnTo>
                    <a:pt x="4308" y="323574"/>
                  </a:lnTo>
                  <a:lnTo>
                    <a:pt x="4307" y="325761"/>
                  </a:lnTo>
                  <a:lnTo>
                    <a:pt x="4306" y="327947"/>
                  </a:lnTo>
                  <a:lnTo>
                    <a:pt x="4305" y="330133"/>
                  </a:lnTo>
                  <a:lnTo>
                    <a:pt x="4305" y="332320"/>
                  </a:lnTo>
                  <a:lnTo>
                    <a:pt x="4304" y="334506"/>
                  </a:lnTo>
                  <a:lnTo>
                    <a:pt x="4303" y="336692"/>
                  </a:lnTo>
                  <a:lnTo>
                    <a:pt x="4302" y="338879"/>
                  </a:lnTo>
                  <a:lnTo>
                    <a:pt x="4302" y="341065"/>
                  </a:lnTo>
                  <a:lnTo>
                    <a:pt x="4301" y="343251"/>
                  </a:lnTo>
                  <a:lnTo>
                    <a:pt x="4301" y="345438"/>
                  </a:lnTo>
                  <a:lnTo>
                    <a:pt x="4300" y="347624"/>
                  </a:lnTo>
                  <a:lnTo>
                    <a:pt x="4300" y="349810"/>
                  </a:lnTo>
                  <a:lnTo>
                    <a:pt x="4300" y="351997"/>
                  </a:lnTo>
                  <a:lnTo>
                    <a:pt x="4300" y="354183"/>
                  </a:lnTo>
                  <a:lnTo>
                    <a:pt x="4300" y="356369"/>
                  </a:lnTo>
                  <a:lnTo>
                    <a:pt x="4301" y="358555"/>
                  </a:lnTo>
                  <a:lnTo>
                    <a:pt x="4301" y="360742"/>
                  </a:lnTo>
                  <a:lnTo>
                    <a:pt x="4302" y="362928"/>
                  </a:lnTo>
                  <a:lnTo>
                    <a:pt x="4303" y="365114"/>
                  </a:lnTo>
                  <a:lnTo>
                    <a:pt x="4304" y="367301"/>
                  </a:lnTo>
                  <a:lnTo>
                    <a:pt x="4306" y="369487"/>
                  </a:lnTo>
                  <a:lnTo>
                    <a:pt x="4308" y="371673"/>
                  </a:lnTo>
                  <a:lnTo>
                    <a:pt x="4310" y="373860"/>
                  </a:lnTo>
                  <a:lnTo>
                    <a:pt x="4312" y="376046"/>
                  </a:lnTo>
                  <a:lnTo>
                    <a:pt x="4315" y="378232"/>
                  </a:lnTo>
                  <a:lnTo>
                    <a:pt x="4318" y="380419"/>
                  </a:lnTo>
                  <a:lnTo>
                    <a:pt x="4321" y="382605"/>
                  </a:lnTo>
                  <a:lnTo>
                    <a:pt x="4325" y="384791"/>
                  </a:lnTo>
                  <a:lnTo>
                    <a:pt x="4329" y="386978"/>
                  </a:lnTo>
                  <a:lnTo>
                    <a:pt x="4334" y="389164"/>
                  </a:lnTo>
                  <a:lnTo>
                    <a:pt x="4339" y="391350"/>
                  </a:lnTo>
                  <a:lnTo>
                    <a:pt x="4345" y="393537"/>
                  </a:lnTo>
                  <a:lnTo>
                    <a:pt x="4351" y="395723"/>
                  </a:lnTo>
                  <a:lnTo>
                    <a:pt x="4358" y="397909"/>
                  </a:lnTo>
                  <a:lnTo>
                    <a:pt x="4366" y="400095"/>
                  </a:lnTo>
                  <a:lnTo>
                    <a:pt x="4374" y="402282"/>
                  </a:lnTo>
                  <a:lnTo>
                    <a:pt x="4382" y="404468"/>
                  </a:lnTo>
                  <a:lnTo>
                    <a:pt x="4391" y="406654"/>
                  </a:lnTo>
                  <a:lnTo>
                    <a:pt x="4401" y="408841"/>
                  </a:lnTo>
                  <a:lnTo>
                    <a:pt x="4412" y="411027"/>
                  </a:lnTo>
                  <a:lnTo>
                    <a:pt x="4423" y="413213"/>
                  </a:lnTo>
                  <a:lnTo>
                    <a:pt x="4435" y="415400"/>
                  </a:lnTo>
                  <a:lnTo>
                    <a:pt x="4448" y="417586"/>
                  </a:lnTo>
                  <a:lnTo>
                    <a:pt x="4461" y="419772"/>
                  </a:lnTo>
                  <a:lnTo>
                    <a:pt x="4474" y="421959"/>
                  </a:lnTo>
                  <a:lnTo>
                    <a:pt x="4489" y="424145"/>
                  </a:lnTo>
                  <a:lnTo>
                    <a:pt x="4504" y="426331"/>
                  </a:lnTo>
                  <a:lnTo>
                    <a:pt x="4519" y="428518"/>
                  </a:lnTo>
                  <a:lnTo>
                    <a:pt x="4535" y="430704"/>
                  </a:lnTo>
                  <a:lnTo>
                    <a:pt x="4551" y="432890"/>
                  </a:lnTo>
                  <a:lnTo>
                    <a:pt x="4568" y="435077"/>
                  </a:lnTo>
                  <a:lnTo>
                    <a:pt x="4585" y="437263"/>
                  </a:lnTo>
                  <a:lnTo>
                    <a:pt x="4602" y="439449"/>
                  </a:lnTo>
                  <a:lnTo>
                    <a:pt x="4619" y="441636"/>
                  </a:lnTo>
                  <a:lnTo>
                    <a:pt x="4637" y="443822"/>
                  </a:lnTo>
                  <a:lnTo>
                    <a:pt x="4654" y="446008"/>
                  </a:lnTo>
                  <a:lnTo>
                    <a:pt x="4671" y="448194"/>
                  </a:lnTo>
                  <a:lnTo>
                    <a:pt x="4688" y="450381"/>
                  </a:lnTo>
                  <a:lnTo>
                    <a:pt x="4705" y="452567"/>
                  </a:lnTo>
                  <a:lnTo>
                    <a:pt x="4721" y="454753"/>
                  </a:lnTo>
                  <a:lnTo>
                    <a:pt x="4737" y="456940"/>
                  </a:lnTo>
                  <a:lnTo>
                    <a:pt x="4752" y="459126"/>
                  </a:lnTo>
                  <a:lnTo>
                    <a:pt x="4767" y="461312"/>
                  </a:lnTo>
                  <a:lnTo>
                    <a:pt x="4780" y="463499"/>
                  </a:lnTo>
                  <a:lnTo>
                    <a:pt x="4793" y="465685"/>
                  </a:lnTo>
                  <a:lnTo>
                    <a:pt x="4805" y="467871"/>
                  </a:lnTo>
                  <a:lnTo>
                    <a:pt x="4817" y="470058"/>
                  </a:lnTo>
                  <a:lnTo>
                    <a:pt x="4827" y="472244"/>
                  </a:lnTo>
                  <a:lnTo>
                    <a:pt x="4836" y="474430"/>
                  </a:lnTo>
                  <a:lnTo>
                    <a:pt x="4844" y="476617"/>
                  </a:lnTo>
                  <a:lnTo>
                    <a:pt x="4851" y="478803"/>
                  </a:lnTo>
                  <a:lnTo>
                    <a:pt x="4857" y="480989"/>
                  </a:lnTo>
                  <a:lnTo>
                    <a:pt x="4862" y="483176"/>
                  </a:lnTo>
                  <a:lnTo>
                    <a:pt x="4866" y="485362"/>
                  </a:lnTo>
                  <a:lnTo>
                    <a:pt x="4869" y="487548"/>
                  </a:lnTo>
                  <a:lnTo>
                    <a:pt x="4872" y="489734"/>
                  </a:lnTo>
                  <a:lnTo>
                    <a:pt x="4874" y="491921"/>
                  </a:lnTo>
                  <a:lnTo>
                    <a:pt x="4875" y="494107"/>
                  </a:lnTo>
                  <a:lnTo>
                    <a:pt x="4876" y="496293"/>
                  </a:lnTo>
                  <a:lnTo>
                    <a:pt x="4877" y="498480"/>
                  </a:lnTo>
                  <a:lnTo>
                    <a:pt x="4878" y="500666"/>
                  </a:lnTo>
                  <a:lnTo>
                    <a:pt x="4879" y="502852"/>
                  </a:lnTo>
                  <a:lnTo>
                    <a:pt x="4879" y="505039"/>
                  </a:lnTo>
                  <a:lnTo>
                    <a:pt x="4881" y="507225"/>
                  </a:lnTo>
                  <a:lnTo>
                    <a:pt x="4883" y="509411"/>
                  </a:lnTo>
                  <a:lnTo>
                    <a:pt x="4885" y="511598"/>
                  </a:lnTo>
                  <a:lnTo>
                    <a:pt x="4888" y="513784"/>
                  </a:lnTo>
                  <a:lnTo>
                    <a:pt x="4893" y="515970"/>
                  </a:lnTo>
                  <a:lnTo>
                    <a:pt x="4898" y="518157"/>
                  </a:lnTo>
                  <a:lnTo>
                    <a:pt x="4904" y="520343"/>
                  </a:lnTo>
                  <a:lnTo>
                    <a:pt x="4912" y="522529"/>
                  </a:lnTo>
                  <a:lnTo>
                    <a:pt x="4921" y="524716"/>
                  </a:lnTo>
                  <a:lnTo>
                    <a:pt x="4931" y="526902"/>
                  </a:lnTo>
                  <a:lnTo>
                    <a:pt x="4943" y="529088"/>
                  </a:lnTo>
                  <a:lnTo>
                    <a:pt x="4956" y="531274"/>
                  </a:lnTo>
                  <a:lnTo>
                    <a:pt x="4970" y="533461"/>
                  </a:lnTo>
                  <a:lnTo>
                    <a:pt x="4986" y="535647"/>
                  </a:lnTo>
                  <a:lnTo>
                    <a:pt x="5003" y="537833"/>
                  </a:lnTo>
                  <a:lnTo>
                    <a:pt x="5022" y="540020"/>
                  </a:lnTo>
                  <a:lnTo>
                    <a:pt x="5041" y="542206"/>
                  </a:lnTo>
                  <a:lnTo>
                    <a:pt x="5061" y="544392"/>
                  </a:lnTo>
                  <a:lnTo>
                    <a:pt x="5083" y="546579"/>
                  </a:lnTo>
                  <a:lnTo>
                    <a:pt x="5105" y="548765"/>
                  </a:lnTo>
                  <a:lnTo>
                    <a:pt x="5127" y="550951"/>
                  </a:lnTo>
                  <a:lnTo>
                    <a:pt x="5151" y="553138"/>
                  </a:lnTo>
                  <a:lnTo>
                    <a:pt x="5174" y="555324"/>
                  </a:lnTo>
                  <a:lnTo>
                    <a:pt x="5198" y="557510"/>
                  </a:lnTo>
                  <a:lnTo>
                    <a:pt x="5222" y="559697"/>
                  </a:lnTo>
                  <a:lnTo>
                    <a:pt x="5246" y="561883"/>
                  </a:lnTo>
                  <a:lnTo>
                    <a:pt x="5270" y="564069"/>
                  </a:lnTo>
                  <a:lnTo>
                    <a:pt x="5294" y="566256"/>
                  </a:lnTo>
                  <a:lnTo>
                    <a:pt x="5317" y="568442"/>
                  </a:lnTo>
                  <a:lnTo>
                    <a:pt x="5340" y="570628"/>
                  </a:lnTo>
                  <a:lnTo>
                    <a:pt x="5363" y="572815"/>
                  </a:lnTo>
                  <a:lnTo>
                    <a:pt x="5385" y="575001"/>
                  </a:lnTo>
                  <a:lnTo>
                    <a:pt x="5407" y="577187"/>
                  </a:lnTo>
                  <a:lnTo>
                    <a:pt x="5429" y="579373"/>
                  </a:lnTo>
                  <a:lnTo>
                    <a:pt x="5450" y="581560"/>
                  </a:lnTo>
                  <a:lnTo>
                    <a:pt x="5470" y="583746"/>
                  </a:lnTo>
                  <a:lnTo>
                    <a:pt x="5490" y="585932"/>
                  </a:lnTo>
                  <a:lnTo>
                    <a:pt x="5510" y="588119"/>
                  </a:lnTo>
                  <a:lnTo>
                    <a:pt x="5530" y="590305"/>
                  </a:lnTo>
                  <a:lnTo>
                    <a:pt x="5550" y="592491"/>
                  </a:lnTo>
                  <a:lnTo>
                    <a:pt x="5570" y="594678"/>
                  </a:lnTo>
                  <a:lnTo>
                    <a:pt x="5590" y="596864"/>
                  </a:lnTo>
                  <a:lnTo>
                    <a:pt x="5610" y="599050"/>
                  </a:lnTo>
                  <a:lnTo>
                    <a:pt x="5630" y="601237"/>
                  </a:lnTo>
                  <a:lnTo>
                    <a:pt x="5651" y="603423"/>
                  </a:lnTo>
                  <a:lnTo>
                    <a:pt x="5673" y="605609"/>
                  </a:lnTo>
                  <a:lnTo>
                    <a:pt x="5695" y="607796"/>
                  </a:lnTo>
                  <a:lnTo>
                    <a:pt x="5718" y="609982"/>
                  </a:lnTo>
                  <a:lnTo>
                    <a:pt x="5742" y="612168"/>
                  </a:lnTo>
                  <a:lnTo>
                    <a:pt x="5767" y="614355"/>
                  </a:lnTo>
                  <a:lnTo>
                    <a:pt x="5793" y="616541"/>
                  </a:lnTo>
                  <a:lnTo>
                    <a:pt x="5819" y="618727"/>
                  </a:lnTo>
                  <a:lnTo>
                    <a:pt x="5847" y="620913"/>
                  </a:lnTo>
                  <a:lnTo>
                    <a:pt x="5877" y="623100"/>
                  </a:lnTo>
                  <a:lnTo>
                    <a:pt x="5907" y="625286"/>
                  </a:lnTo>
                  <a:lnTo>
                    <a:pt x="5938" y="627472"/>
                  </a:lnTo>
                  <a:lnTo>
                    <a:pt x="5970" y="629659"/>
                  </a:lnTo>
                  <a:lnTo>
                    <a:pt x="6003" y="631845"/>
                  </a:lnTo>
                  <a:lnTo>
                    <a:pt x="6037" y="634031"/>
                  </a:lnTo>
                  <a:lnTo>
                    <a:pt x="6072" y="636218"/>
                  </a:lnTo>
                  <a:lnTo>
                    <a:pt x="6107" y="638404"/>
                  </a:lnTo>
                  <a:lnTo>
                    <a:pt x="6143" y="640590"/>
                  </a:lnTo>
                  <a:lnTo>
                    <a:pt x="6179" y="642777"/>
                  </a:lnTo>
                  <a:lnTo>
                    <a:pt x="6216" y="644963"/>
                  </a:lnTo>
                  <a:lnTo>
                    <a:pt x="6252" y="647149"/>
                  </a:lnTo>
                  <a:lnTo>
                    <a:pt x="6289" y="649336"/>
                  </a:lnTo>
                  <a:lnTo>
                    <a:pt x="6325" y="651522"/>
                  </a:lnTo>
                  <a:lnTo>
                    <a:pt x="6362" y="653708"/>
                  </a:lnTo>
                  <a:lnTo>
                    <a:pt x="6397" y="655895"/>
                  </a:lnTo>
                  <a:lnTo>
                    <a:pt x="6433" y="658081"/>
                  </a:lnTo>
                  <a:lnTo>
                    <a:pt x="6468" y="660267"/>
                  </a:lnTo>
                  <a:lnTo>
                    <a:pt x="6502" y="662454"/>
                  </a:lnTo>
                  <a:lnTo>
                    <a:pt x="6536" y="664640"/>
                  </a:lnTo>
                  <a:lnTo>
                    <a:pt x="6569" y="666826"/>
                  </a:lnTo>
                  <a:lnTo>
                    <a:pt x="6601" y="669012"/>
                  </a:lnTo>
                  <a:lnTo>
                    <a:pt x="6633" y="671199"/>
                  </a:lnTo>
                  <a:lnTo>
                    <a:pt x="6664" y="673385"/>
                  </a:lnTo>
                  <a:lnTo>
                    <a:pt x="6695" y="675571"/>
                  </a:lnTo>
                  <a:lnTo>
                    <a:pt x="6726" y="677758"/>
                  </a:lnTo>
                  <a:lnTo>
                    <a:pt x="6757" y="679944"/>
                  </a:lnTo>
                  <a:lnTo>
                    <a:pt x="6787" y="682130"/>
                  </a:lnTo>
                  <a:lnTo>
                    <a:pt x="6817" y="684317"/>
                  </a:lnTo>
                  <a:lnTo>
                    <a:pt x="6848" y="686503"/>
                  </a:lnTo>
                  <a:lnTo>
                    <a:pt x="6879" y="688689"/>
                  </a:lnTo>
                  <a:lnTo>
                    <a:pt x="6910" y="690876"/>
                  </a:lnTo>
                  <a:lnTo>
                    <a:pt x="6942" y="693062"/>
                  </a:lnTo>
                  <a:lnTo>
                    <a:pt x="6974" y="695248"/>
                  </a:lnTo>
                  <a:lnTo>
                    <a:pt x="7007" y="697435"/>
                  </a:lnTo>
                  <a:lnTo>
                    <a:pt x="7019" y="698210"/>
                  </a:lnTo>
                  <a:lnTo>
                    <a:pt x="7040" y="699621"/>
                  </a:lnTo>
                  <a:lnTo>
                    <a:pt x="7075" y="701807"/>
                  </a:lnTo>
                  <a:lnTo>
                    <a:pt x="7110" y="703994"/>
                  </a:lnTo>
                  <a:lnTo>
                    <a:pt x="7145" y="706180"/>
                  </a:lnTo>
                  <a:lnTo>
                    <a:pt x="7182" y="708366"/>
                  </a:lnTo>
                  <a:lnTo>
                    <a:pt x="7219" y="710552"/>
                  </a:lnTo>
                  <a:lnTo>
                    <a:pt x="7256" y="712739"/>
                  </a:lnTo>
                  <a:lnTo>
                    <a:pt x="7294" y="714925"/>
                  </a:lnTo>
                  <a:lnTo>
                    <a:pt x="7333" y="717111"/>
                  </a:lnTo>
                  <a:lnTo>
                    <a:pt x="7371" y="719298"/>
                  </a:lnTo>
                  <a:lnTo>
                    <a:pt x="7410" y="721484"/>
                  </a:lnTo>
                  <a:lnTo>
                    <a:pt x="7449" y="723670"/>
                  </a:lnTo>
                  <a:lnTo>
                    <a:pt x="7487" y="725857"/>
                  </a:lnTo>
                  <a:lnTo>
                    <a:pt x="7525" y="728043"/>
                  </a:lnTo>
                  <a:lnTo>
                    <a:pt x="7563" y="730229"/>
                  </a:lnTo>
                  <a:lnTo>
                    <a:pt x="7601" y="732416"/>
                  </a:lnTo>
                  <a:lnTo>
                    <a:pt x="7638" y="734602"/>
                  </a:lnTo>
                  <a:lnTo>
                    <a:pt x="7674" y="736788"/>
                  </a:lnTo>
                  <a:lnTo>
                    <a:pt x="7709" y="738975"/>
                  </a:lnTo>
                  <a:lnTo>
                    <a:pt x="7744" y="741161"/>
                  </a:lnTo>
                  <a:lnTo>
                    <a:pt x="7778" y="743347"/>
                  </a:lnTo>
                  <a:lnTo>
                    <a:pt x="7812" y="745534"/>
                  </a:lnTo>
                  <a:lnTo>
                    <a:pt x="7845" y="747720"/>
                  </a:lnTo>
                  <a:lnTo>
                    <a:pt x="7877" y="749906"/>
                  </a:lnTo>
                  <a:lnTo>
                    <a:pt x="7908" y="752093"/>
                  </a:lnTo>
                  <a:lnTo>
                    <a:pt x="7939" y="754279"/>
                  </a:lnTo>
                  <a:lnTo>
                    <a:pt x="7969" y="756465"/>
                  </a:lnTo>
                  <a:lnTo>
                    <a:pt x="7999" y="758651"/>
                  </a:lnTo>
                  <a:lnTo>
                    <a:pt x="8028" y="760838"/>
                  </a:lnTo>
                  <a:lnTo>
                    <a:pt x="8057" y="763024"/>
                  </a:lnTo>
                  <a:lnTo>
                    <a:pt x="8085" y="765210"/>
                  </a:lnTo>
                  <a:lnTo>
                    <a:pt x="8113" y="767397"/>
                  </a:lnTo>
                  <a:lnTo>
                    <a:pt x="8141" y="769583"/>
                  </a:lnTo>
                  <a:lnTo>
                    <a:pt x="8169" y="771769"/>
                  </a:lnTo>
                  <a:lnTo>
                    <a:pt x="8196" y="773956"/>
                  </a:lnTo>
                  <a:lnTo>
                    <a:pt x="8223" y="776142"/>
                  </a:lnTo>
                  <a:lnTo>
                    <a:pt x="8249" y="778328"/>
                  </a:lnTo>
                  <a:lnTo>
                    <a:pt x="8275" y="780515"/>
                  </a:lnTo>
                  <a:lnTo>
                    <a:pt x="8300" y="782701"/>
                  </a:lnTo>
                  <a:lnTo>
                    <a:pt x="8324" y="784887"/>
                  </a:lnTo>
                  <a:lnTo>
                    <a:pt x="8348" y="787074"/>
                  </a:lnTo>
                  <a:lnTo>
                    <a:pt x="8370" y="789260"/>
                  </a:lnTo>
                  <a:lnTo>
                    <a:pt x="8392" y="791446"/>
                  </a:lnTo>
                  <a:lnTo>
                    <a:pt x="8403" y="792720"/>
                  </a:lnTo>
                  <a:lnTo>
                    <a:pt x="8412" y="793633"/>
                  </a:lnTo>
                  <a:lnTo>
                    <a:pt x="8431" y="795819"/>
                  </a:lnTo>
                  <a:lnTo>
                    <a:pt x="8448" y="798005"/>
                  </a:lnTo>
                  <a:lnTo>
                    <a:pt x="8463" y="800191"/>
                  </a:lnTo>
                  <a:lnTo>
                    <a:pt x="8477" y="802378"/>
                  </a:lnTo>
                  <a:lnTo>
                    <a:pt x="8489" y="804564"/>
                  </a:lnTo>
                  <a:lnTo>
                    <a:pt x="8499" y="806750"/>
                  </a:lnTo>
                  <a:lnTo>
                    <a:pt x="8507" y="808937"/>
                  </a:lnTo>
                  <a:lnTo>
                    <a:pt x="8512" y="811123"/>
                  </a:lnTo>
                  <a:lnTo>
                    <a:pt x="8515" y="813309"/>
                  </a:lnTo>
                  <a:lnTo>
                    <a:pt x="8515" y="815496"/>
                  </a:lnTo>
                  <a:lnTo>
                    <a:pt x="8514" y="817682"/>
                  </a:lnTo>
                  <a:lnTo>
                    <a:pt x="8510" y="819868"/>
                  </a:lnTo>
                  <a:lnTo>
                    <a:pt x="8505" y="822055"/>
                  </a:lnTo>
                  <a:lnTo>
                    <a:pt x="8496" y="824241"/>
                  </a:lnTo>
                  <a:lnTo>
                    <a:pt x="8486" y="826427"/>
                  </a:lnTo>
                  <a:lnTo>
                    <a:pt x="8474" y="828614"/>
                  </a:lnTo>
                  <a:lnTo>
                    <a:pt x="8460" y="830800"/>
                  </a:lnTo>
                  <a:lnTo>
                    <a:pt x="8445" y="832986"/>
                  </a:lnTo>
                  <a:lnTo>
                    <a:pt x="8427" y="835173"/>
                  </a:lnTo>
                  <a:lnTo>
                    <a:pt x="8409" y="837359"/>
                  </a:lnTo>
                  <a:lnTo>
                    <a:pt x="8389" y="839545"/>
                  </a:lnTo>
                  <a:lnTo>
                    <a:pt x="8369" y="841731"/>
                  </a:lnTo>
                  <a:lnTo>
                    <a:pt x="8347" y="843918"/>
                  </a:lnTo>
                  <a:lnTo>
                    <a:pt x="8325" y="846104"/>
                  </a:lnTo>
                  <a:lnTo>
                    <a:pt x="8302" y="848290"/>
                  </a:lnTo>
                  <a:lnTo>
                    <a:pt x="8278" y="850477"/>
                  </a:lnTo>
                  <a:lnTo>
                    <a:pt x="8255" y="852663"/>
                  </a:lnTo>
                  <a:lnTo>
                    <a:pt x="8231" y="854849"/>
                  </a:lnTo>
                  <a:lnTo>
                    <a:pt x="8206" y="857036"/>
                  </a:lnTo>
                  <a:lnTo>
                    <a:pt x="8182" y="859222"/>
                  </a:lnTo>
                  <a:lnTo>
                    <a:pt x="8157" y="861408"/>
                  </a:lnTo>
                  <a:lnTo>
                    <a:pt x="8133" y="863595"/>
                  </a:lnTo>
                  <a:lnTo>
                    <a:pt x="8108" y="865781"/>
                  </a:lnTo>
                  <a:lnTo>
                    <a:pt x="8083" y="867967"/>
                  </a:lnTo>
                  <a:lnTo>
                    <a:pt x="8058" y="870154"/>
                  </a:lnTo>
                  <a:lnTo>
                    <a:pt x="8033" y="872340"/>
                  </a:lnTo>
                  <a:lnTo>
                    <a:pt x="8016" y="873823"/>
                  </a:lnTo>
                  <a:lnTo>
                    <a:pt x="8008" y="874526"/>
                  </a:lnTo>
                  <a:lnTo>
                    <a:pt x="7982" y="876713"/>
                  </a:lnTo>
                  <a:lnTo>
                    <a:pt x="7957" y="878899"/>
                  </a:lnTo>
                  <a:lnTo>
                    <a:pt x="7930" y="881085"/>
                  </a:lnTo>
                  <a:lnTo>
                    <a:pt x="7904" y="883272"/>
                  </a:lnTo>
                  <a:lnTo>
                    <a:pt x="7876" y="885458"/>
                  </a:lnTo>
                  <a:lnTo>
                    <a:pt x="7848" y="887644"/>
                  </a:lnTo>
                  <a:lnTo>
                    <a:pt x="7819" y="889830"/>
                  </a:lnTo>
                  <a:lnTo>
                    <a:pt x="7790" y="892017"/>
                  </a:lnTo>
                  <a:lnTo>
                    <a:pt x="7759" y="894203"/>
                  </a:lnTo>
                  <a:lnTo>
                    <a:pt x="7727" y="896389"/>
                  </a:lnTo>
                  <a:lnTo>
                    <a:pt x="7694" y="898576"/>
                  </a:lnTo>
                  <a:lnTo>
                    <a:pt x="7659" y="900762"/>
                  </a:lnTo>
                  <a:lnTo>
                    <a:pt x="7623" y="902948"/>
                  </a:lnTo>
                  <a:lnTo>
                    <a:pt x="7585" y="905135"/>
                  </a:lnTo>
                  <a:lnTo>
                    <a:pt x="7546" y="907321"/>
                  </a:lnTo>
                  <a:lnTo>
                    <a:pt x="7504" y="909507"/>
                  </a:lnTo>
                  <a:lnTo>
                    <a:pt x="7461" y="911694"/>
                  </a:lnTo>
                  <a:lnTo>
                    <a:pt x="7415" y="913880"/>
                  </a:lnTo>
                  <a:lnTo>
                    <a:pt x="7367" y="916066"/>
                  </a:lnTo>
                  <a:lnTo>
                    <a:pt x="7318" y="918253"/>
                  </a:lnTo>
                  <a:lnTo>
                    <a:pt x="7266" y="920439"/>
                  </a:lnTo>
                  <a:lnTo>
                    <a:pt x="7211" y="922625"/>
                  </a:lnTo>
                  <a:lnTo>
                    <a:pt x="7154" y="924812"/>
                  </a:lnTo>
                  <a:lnTo>
                    <a:pt x="7095" y="926998"/>
                  </a:lnTo>
                  <a:lnTo>
                    <a:pt x="7035" y="929184"/>
                  </a:lnTo>
                  <a:lnTo>
                    <a:pt x="6972" y="931370"/>
                  </a:lnTo>
                  <a:lnTo>
                    <a:pt x="6907" y="933557"/>
                  </a:lnTo>
                  <a:lnTo>
                    <a:pt x="6840" y="935743"/>
                  </a:lnTo>
                  <a:lnTo>
                    <a:pt x="6772" y="937929"/>
                  </a:lnTo>
                  <a:lnTo>
                    <a:pt x="6702" y="940116"/>
                  </a:lnTo>
                  <a:lnTo>
                    <a:pt x="6632" y="942302"/>
                  </a:lnTo>
                  <a:lnTo>
                    <a:pt x="6560" y="944488"/>
                  </a:lnTo>
                  <a:lnTo>
                    <a:pt x="6487" y="946675"/>
                  </a:lnTo>
                  <a:lnTo>
                    <a:pt x="6414" y="948861"/>
                  </a:lnTo>
                  <a:lnTo>
                    <a:pt x="6341" y="951047"/>
                  </a:lnTo>
                  <a:lnTo>
                    <a:pt x="6268" y="953234"/>
                  </a:lnTo>
                  <a:lnTo>
                    <a:pt x="6195" y="955420"/>
                  </a:lnTo>
                  <a:lnTo>
                    <a:pt x="6122" y="957606"/>
                  </a:lnTo>
                  <a:lnTo>
                    <a:pt x="6050" y="959793"/>
                  </a:lnTo>
                  <a:lnTo>
                    <a:pt x="5980" y="961979"/>
                  </a:lnTo>
                  <a:lnTo>
                    <a:pt x="5910" y="964165"/>
                  </a:lnTo>
                  <a:lnTo>
                    <a:pt x="5842" y="966352"/>
                  </a:lnTo>
                  <a:lnTo>
                    <a:pt x="5775" y="968538"/>
                  </a:lnTo>
                  <a:lnTo>
                    <a:pt x="5710" y="970724"/>
                  </a:lnTo>
                  <a:lnTo>
                    <a:pt x="5647" y="972911"/>
                  </a:lnTo>
                  <a:lnTo>
                    <a:pt x="5586" y="975097"/>
                  </a:lnTo>
                  <a:lnTo>
                    <a:pt x="5527" y="977283"/>
                  </a:lnTo>
                  <a:lnTo>
                    <a:pt x="5470" y="979469"/>
                  </a:lnTo>
                  <a:lnTo>
                    <a:pt x="5415" y="981656"/>
                  </a:lnTo>
                  <a:lnTo>
                    <a:pt x="5362" y="983842"/>
                  </a:lnTo>
                  <a:lnTo>
                    <a:pt x="5311" y="986028"/>
                  </a:lnTo>
                  <a:lnTo>
                    <a:pt x="5263" y="988215"/>
                  </a:lnTo>
                  <a:lnTo>
                    <a:pt x="5217" y="990401"/>
                  </a:lnTo>
                  <a:lnTo>
                    <a:pt x="5173" y="992587"/>
                  </a:lnTo>
                  <a:lnTo>
                    <a:pt x="5130" y="994774"/>
                  </a:lnTo>
                  <a:lnTo>
                    <a:pt x="5090" y="996960"/>
                  </a:lnTo>
                  <a:lnTo>
                    <a:pt x="5052" y="999146"/>
                  </a:lnTo>
                  <a:lnTo>
                    <a:pt x="5016" y="1001333"/>
                  </a:lnTo>
                  <a:lnTo>
                    <a:pt x="4981" y="1003519"/>
                  </a:lnTo>
                  <a:lnTo>
                    <a:pt x="4948" y="1005705"/>
                  </a:lnTo>
                  <a:lnTo>
                    <a:pt x="4917" y="1007892"/>
                  </a:lnTo>
                  <a:lnTo>
                    <a:pt x="4887" y="1010078"/>
                  </a:lnTo>
                  <a:lnTo>
                    <a:pt x="4859" y="1012264"/>
                  </a:lnTo>
                  <a:lnTo>
                    <a:pt x="4832" y="1014451"/>
                  </a:lnTo>
                  <a:lnTo>
                    <a:pt x="4806" y="1016637"/>
                  </a:lnTo>
                  <a:lnTo>
                    <a:pt x="4782" y="1018823"/>
                  </a:lnTo>
                  <a:lnTo>
                    <a:pt x="4758" y="1021009"/>
                  </a:lnTo>
                  <a:lnTo>
                    <a:pt x="4736" y="1023196"/>
                  </a:lnTo>
                  <a:lnTo>
                    <a:pt x="4715" y="1025382"/>
                  </a:lnTo>
                  <a:lnTo>
                    <a:pt x="4694" y="1027568"/>
                  </a:lnTo>
                  <a:lnTo>
                    <a:pt x="4675" y="1029755"/>
                  </a:lnTo>
                  <a:lnTo>
                    <a:pt x="4656" y="1031941"/>
                  </a:lnTo>
                  <a:lnTo>
                    <a:pt x="4639" y="1034127"/>
                  </a:lnTo>
                  <a:lnTo>
                    <a:pt x="4622" y="1036314"/>
                  </a:lnTo>
                  <a:lnTo>
                    <a:pt x="4606" y="1038500"/>
                  </a:lnTo>
                  <a:lnTo>
                    <a:pt x="4590" y="1040686"/>
                  </a:lnTo>
                  <a:lnTo>
                    <a:pt x="4575" y="1042873"/>
                  </a:lnTo>
                  <a:lnTo>
                    <a:pt x="4561" y="1045059"/>
                  </a:lnTo>
                  <a:lnTo>
                    <a:pt x="4548" y="1047245"/>
                  </a:lnTo>
                  <a:lnTo>
                    <a:pt x="4535" y="1049432"/>
                  </a:lnTo>
                  <a:lnTo>
                    <a:pt x="4523" y="1051618"/>
                  </a:lnTo>
                  <a:lnTo>
                    <a:pt x="4512" y="1053804"/>
                  </a:lnTo>
                  <a:lnTo>
                    <a:pt x="4500" y="1055991"/>
                  </a:lnTo>
                  <a:lnTo>
                    <a:pt x="4490" y="1058177"/>
                  </a:lnTo>
                  <a:lnTo>
                    <a:pt x="4480" y="1060363"/>
                  </a:lnTo>
                  <a:lnTo>
                    <a:pt x="4470" y="1062549"/>
                  </a:lnTo>
                  <a:lnTo>
                    <a:pt x="4461" y="1064736"/>
                  </a:lnTo>
                  <a:lnTo>
                    <a:pt x="4453" y="1066922"/>
                  </a:lnTo>
                  <a:lnTo>
                    <a:pt x="4444" y="1069108"/>
                  </a:lnTo>
                  <a:lnTo>
                    <a:pt x="4436" y="1071295"/>
                  </a:lnTo>
                  <a:lnTo>
                    <a:pt x="4429" y="1073481"/>
                  </a:lnTo>
                  <a:lnTo>
                    <a:pt x="4421" y="1075667"/>
                  </a:lnTo>
                  <a:lnTo>
                    <a:pt x="4414" y="1077854"/>
                  </a:lnTo>
                  <a:lnTo>
                    <a:pt x="4408" y="1080040"/>
                  </a:lnTo>
                  <a:lnTo>
                    <a:pt x="4401" y="1082226"/>
                  </a:lnTo>
                  <a:lnTo>
                    <a:pt x="4395" y="1084413"/>
                  </a:lnTo>
                  <a:lnTo>
                    <a:pt x="4389" y="1086599"/>
                  </a:lnTo>
                  <a:lnTo>
                    <a:pt x="4384" y="1088785"/>
                  </a:lnTo>
                  <a:lnTo>
                    <a:pt x="4378" y="1090972"/>
                  </a:lnTo>
                  <a:lnTo>
                    <a:pt x="4373" y="1093158"/>
                  </a:lnTo>
                  <a:lnTo>
                    <a:pt x="4367" y="1095344"/>
                  </a:lnTo>
                  <a:lnTo>
                    <a:pt x="4362" y="1097531"/>
                  </a:lnTo>
                  <a:lnTo>
                    <a:pt x="4358" y="1099717"/>
                  </a:lnTo>
                  <a:lnTo>
                    <a:pt x="4353" y="1101903"/>
                  </a:lnTo>
                  <a:lnTo>
                    <a:pt x="4348" y="1104090"/>
                  </a:lnTo>
                  <a:lnTo>
                    <a:pt x="4344" y="1106276"/>
                  </a:lnTo>
                  <a:lnTo>
                    <a:pt x="4339" y="1108462"/>
                  </a:lnTo>
                  <a:lnTo>
                    <a:pt x="4335" y="1110648"/>
                  </a:lnTo>
                  <a:lnTo>
                    <a:pt x="4331" y="1112835"/>
                  </a:lnTo>
                  <a:lnTo>
                    <a:pt x="4327" y="1115021"/>
                  </a:lnTo>
                  <a:lnTo>
                    <a:pt x="4323" y="1117207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6" name="pg26"/>
            <p:cNvSpPr/>
            <p:nvPr/>
          </p:nvSpPr>
          <p:spPr>
            <a:xfrm>
              <a:off x="2471998" y="2011294"/>
              <a:ext cx="6950" cy="994817"/>
            </a:xfrm>
            <a:custGeom>
              <a:avLst/>
              <a:gdLst/>
              <a:ahLst/>
              <a:cxnLst/>
              <a:rect l="0" t="0" r="0" b="0"/>
              <a:pathLst>
                <a:path w="6950" h="994817">
                  <a:moveTo>
                    <a:pt x="2995" y="994817"/>
                  </a:moveTo>
                  <a:lnTo>
                    <a:pt x="2960" y="992870"/>
                  </a:lnTo>
                  <a:lnTo>
                    <a:pt x="2922" y="990923"/>
                  </a:lnTo>
                  <a:lnTo>
                    <a:pt x="2883" y="988977"/>
                  </a:lnTo>
                  <a:lnTo>
                    <a:pt x="2842" y="987030"/>
                  </a:lnTo>
                  <a:lnTo>
                    <a:pt x="2800" y="985083"/>
                  </a:lnTo>
                  <a:lnTo>
                    <a:pt x="2755" y="983136"/>
                  </a:lnTo>
                  <a:lnTo>
                    <a:pt x="2708" y="981189"/>
                  </a:lnTo>
                  <a:lnTo>
                    <a:pt x="2660" y="979243"/>
                  </a:lnTo>
                  <a:lnTo>
                    <a:pt x="2610" y="977296"/>
                  </a:lnTo>
                  <a:lnTo>
                    <a:pt x="2558" y="975349"/>
                  </a:lnTo>
                  <a:lnTo>
                    <a:pt x="2504" y="973402"/>
                  </a:lnTo>
                  <a:lnTo>
                    <a:pt x="2449" y="971455"/>
                  </a:lnTo>
                  <a:lnTo>
                    <a:pt x="2392" y="969509"/>
                  </a:lnTo>
                  <a:lnTo>
                    <a:pt x="2333" y="967562"/>
                  </a:lnTo>
                  <a:lnTo>
                    <a:pt x="2272" y="965615"/>
                  </a:lnTo>
                  <a:lnTo>
                    <a:pt x="2211" y="963668"/>
                  </a:lnTo>
                  <a:lnTo>
                    <a:pt x="2148" y="961721"/>
                  </a:lnTo>
                  <a:lnTo>
                    <a:pt x="2084" y="959774"/>
                  </a:lnTo>
                  <a:lnTo>
                    <a:pt x="2018" y="957828"/>
                  </a:lnTo>
                  <a:lnTo>
                    <a:pt x="1952" y="955881"/>
                  </a:lnTo>
                  <a:lnTo>
                    <a:pt x="1885" y="953934"/>
                  </a:lnTo>
                  <a:lnTo>
                    <a:pt x="1817" y="951987"/>
                  </a:lnTo>
                  <a:lnTo>
                    <a:pt x="1748" y="950040"/>
                  </a:lnTo>
                  <a:lnTo>
                    <a:pt x="1679" y="948094"/>
                  </a:lnTo>
                  <a:lnTo>
                    <a:pt x="1610" y="946147"/>
                  </a:lnTo>
                  <a:lnTo>
                    <a:pt x="1540" y="944200"/>
                  </a:lnTo>
                  <a:lnTo>
                    <a:pt x="1471" y="942253"/>
                  </a:lnTo>
                  <a:lnTo>
                    <a:pt x="1402" y="940306"/>
                  </a:lnTo>
                  <a:lnTo>
                    <a:pt x="1333" y="938360"/>
                  </a:lnTo>
                  <a:lnTo>
                    <a:pt x="1264" y="936413"/>
                  </a:lnTo>
                  <a:lnTo>
                    <a:pt x="1197" y="934466"/>
                  </a:lnTo>
                  <a:lnTo>
                    <a:pt x="1130" y="932519"/>
                  </a:lnTo>
                  <a:lnTo>
                    <a:pt x="1064" y="930572"/>
                  </a:lnTo>
                  <a:lnTo>
                    <a:pt x="999" y="928626"/>
                  </a:lnTo>
                  <a:lnTo>
                    <a:pt x="935" y="926679"/>
                  </a:lnTo>
                  <a:lnTo>
                    <a:pt x="873" y="924732"/>
                  </a:lnTo>
                  <a:lnTo>
                    <a:pt x="812" y="922785"/>
                  </a:lnTo>
                  <a:lnTo>
                    <a:pt x="754" y="920838"/>
                  </a:lnTo>
                  <a:lnTo>
                    <a:pt x="696" y="918892"/>
                  </a:lnTo>
                  <a:lnTo>
                    <a:pt x="641" y="916945"/>
                  </a:lnTo>
                  <a:lnTo>
                    <a:pt x="588" y="914998"/>
                  </a:lnTo>
                  <a:lnTo>
                    <a:pt x="537" y="913051"/>
                  </a:lnTo>
                  <a:lnTo>
                    <a:pt x="488" y="911104"/>
                  </a:lnTo>
                  <a:lnTo>
                    <a:pt x="441" y="909158"/>
                  </a:lnTo>
                  <a:lnTo>
                    <a:pt x="397" y="907211"/>
                  </a:lnTo>
                  <a:lnTo>
                    <a:pt x="355" y="905264"/>
                  </a:lnTo>
                  <a:lnTo>
                    <a:pt x="315" y="903317"/>
                  </a:lnTo>
                  <a:lnTo>
                    <a:pt x="278" y="901370"/>
                  </a:lnTo>
                  <a:lnTo>
                    <a:pt x="243" y="899424"/>
                  </a:lnTo>
                  <a:lnTo>
                    <a:pt x="211" y="897477"/>
                  </a:lnTo>
                  <a:lnTo>
                    <a:pt x="181" y="895530"/>
                  </a:lnTo>
                  <a:lnTo>
                    <a:pt x="154" y="893583"/>
                  </a:lnTo>
                  <a:lnTo>
                    <a:pt x="129" y="891636"/>
                  </a:lnTo>
                  <a:lnTo>
                    <a:pt x="106" y="889690"/>
                  </a:lnTo>
                  <a:lnTo>
                    <a:pt x="86" y="887743"/>
                  </a:lnTo>
                  <a:lnTo>
                    <a:pt x="68" y="885796"/>
                  </a:lnTo>
                  <a:lnTo>
                    <a:pt x="52" y="883849"/>
                  </a:lnTo>
                  <a:lnTo>
                    <a:pt x="39" y="881902"/>
                  </a:lnTo>
                  <a:lnTo>
                    <a:pt x="28" y="879955"/>
                  </a:lnTo>
                  <a:lnTo>
                    <a:pt x="18" y="878009"/>
                  </a:lnTo>
                  <a:lnTo>
                    <a:pt x="11" y="876062"/>
                  </a:lnTo>
                  <a:lnTo>
                    <a:pt x="6" y="874115"/>
                  </a:lnTo>
                  <a:lnTo>
                    <a:pt x="2" y="872168"/>
                  </a:lnTo>
                  <a:lnTo>
                    <a:pt x="0" y="870221"/>
                  </a:lnTo>
                  <a:lnTo>
                    <a:pt x="0" y="868275"/>
                  </a:lnTo>
                  <a:lnTo>
                    <a:pt x="1" y="866328"/>
                  </a:lnTo>
                  <a:lnTo>
                    <a:pt x="4" y="864381"/>
                  </a:lnTo>
                  <a:lnTo>
                    <a:pt x="8" y="862434"/>
                  </a:lnTo>
                  <a:lnTo>
                    <a:pt x="13" y="860487"/>
                  </a:lnTo>
                  <a:lnTo>
                    <a:pt x="20" y="858541"/>
                  </a:lnTo>
                  <a:lnTo>
                    <a:pt x="27" y="856594"/>
                  </a:lnTo>
                  <a:lnTo>
                    <a:pt x="36" y="854620"/>
                  </a:lnTo>
                  <a:lnTo>
                    <a:pt x="46" y="852700"/>
                  </a:lnTo>
                  <a:lnTo>
                    <a:pt x="57" y="850753"/>
                  </a:lnTo>
                  <a:lnTo>
                    <a:pt x="68" y="848807"/>
                  </a:lnTo>
                  <a:lnTo>
                    <a:pt x="80" y="846860"/>
                  </a:lnTo>
                  <a:lnTo>
                    <a:pt x="93" y="844913"/>
                  </a:lnTo>
                  <a:lnTo>
                    <a:pt x="107" y="842966"/>
                  </a:lnTo>
                  <a:lnTo>
                    <a:pt x="121" y="841019"/>
                  </a:lnTo>
                  <a:lnTo>
                    <a:pt x="135" y="839073"/>
                  </a:lnTo>
                  <a:lnTo>
                    <a:pt x="150" y="837126"/>
                  </a:lnTo>
                  <a:lnTo>
                    <a:pt x="166" y="835179"/>
                  </a:lnTo>
                  <a:lnTo>
                    <a:pt x="182" y="833232"/>
                  </a:lnTo>
                  <a:lnTo>
                    <a:pt x="198" y="831285"/>
                  </a:lnTo>
                  <a:lnTo>
                    <a:pt x="214" y="829339"/>
                  </a:lnTo>
                  <a:lnTo>
                    <a:pt x="230" y="827392"/>
                  </a:lnTo>
                  <a:lnTo>
                    <a:pt x="247" y="825445"/>
                  </a:lnTo>
                  <a:lnTo>
                    <a:pt x="264" y="823498"/>
                  </a:lnTo>
                  <a:lnTo>
                    <a:pt x="281" y="821551"/>
                  </a:lnTo>
                  <a:lnTo>
                    <a:pt x="298" y="819605"/>
                  </a:lnTo>
                  <a:lnTo>
                    <a:pt x="315" y="817658"/>
                  </a:lnTo>
                  <a:lnTo>
                    <a:pt x="332" y="815711"/>
                  </a:lnTo>
                  <a:lnTo>
                    <a:pt x="349" y="813764"/>
                  </a:lnTo>
                  <a:lnTo>
                    <a:pt x="367" y="811817"/>
                  </a:lnTo>
                  <a:lnTo>
                    <a:pt x="384" y="809870"/>
                  </a:lnTo>
                  <a:lnTo>
                    <a:pt x="401" y="807924"/>
                  </a:lnTo>
                  <a:lnTo>
                    <a:pt x="418" y="805977"/>
                  </a:lnTo>
                  <a:lnTo>
                    <a:pt x="435" y="804030"/>
                  </a:lnTo>
                  <a:lnTo>
                    <a:pt x="451" y="802083"/>
                  </a:lnTo>
                  <a:lnTo>
                    <a:pt x="468" y="800136"/>
                  </a:lnTo>
                  <a:lnTo>
                    <a:pt x="485" y="798190"/>
                  </a:lnTo>
                  <a:lnTo>
                    <a:pt x="501" y="796243"/>
                  </a:lnTo>
                  <a:lnTo>
                    <a:pt x="517" y="794296"/>
                  </a:lnTo>
                  <a:lnTo>
                    <a:pt x="533" y="792349"/>
                  </a:lnTo>
                  <a:lnTo>
                    <a:pt x="549" y="790402"/>
                  </a:lnTo>
                  <a:lnTo>
                    <a:pt x="565" y="788456"/>
                  </a:lnTo>
                  <a:lnTo>
                    <a:pt x="580" y="786509"/>
                  </a:lnTo>
                  <a:lnTo>
                    <a:pt x="596" y="784562"/>
                  </a:lnTo>
                  <a:lnTo>
                    <a:pt x="611" y="782615"/>
                  </a:lnTo>
                  <a:lnTo>
                    <a:pt x="626" y="780668"/>
                  </a:lnTo>
                  <a:lnTo>
                    <a:pt x="640" y="778722"/>
                  </a:lnTo>
                  <a:lnTo>
                    <a:pt x="655" y="776775"/>
                  </a:lnTo>
                  <a:lnTo>
                    <a:pt x="669" y="774828"/>
                  </a:lnTo>
                  <a:lnTo>
                    <a:pt x="682" y="772881"/>
                  </a:lnTo>
                  <a:lnTo>
                    <a:pt x="696" y="770934"/>
                  </a:lnTo>
                  <a:lnTo>
                    <a:pt x="709" y="768988"/>
                  </a:lnTo>
                  <a:lnTo>
                    <a:pt x="722" y="767041"/>
                  </a:lnTo>
                  <a:lnTo>
                    <a:pt x="734" y="765094"/>
                  </a:lnTo>
                  <a:lnTo>
                    <a:pt x="747" y="763147"/>
                  </a:lnTo>
                  <a:lnTo>
                    <a:pt x="758" y="761200"/>
                  </a:lnTo>
                  <a:lnTo>
                    <a:pt x="770" y="759254"/>
                  </a:lnTo>
                  <a:lnTo>
                    <a:pt x="781" y="757307"/>
                  </a:lnTo>
                  <a:lnTo>
                    <a:pt x="792" y="755360"/>
                  </a:lnTo>
                  <a:lnTo>
                    <a:pt x="802" y="753413"/>
                  </a:lnTo>
                  <a:lnTo>
                    <a:pt x="812" y="751466"/>
                  </a:lnTo>
                  <a:lnTo>
                    <a:pt x="822" y="749520"/>
                  </a:lnTo>
                  <a:lnTo>
                    <a:pt x="832" y="747573"/>
                  </a:lnTo>
                  <a:lnTo>
                    <a:pt x="841" y="745626"/>
                  </a:lnTo>
                  <a:lnTo>
                    <a:pt x="849" y="743676"/>
                  </a:lnTo>
                  <a:lnTo>
                    <a:pt x="858" y="741732"/>
                  </a:lnTo>
                  <a:lnTo>
                    <a:pt x="866" y="739785"/>
                  </a:lnTo>
                  <a:lnTo>
                    <a:pt x="873" y="737839"/>
                  </a:lnTo>
                  <a:lnTo>
                    <a:pt x="881" y="735892"/>
                  </a:lnTo>
                  <a:lnTo>
                    <a:pt x="888" y="733945"/>
                  </a:lnTo>
                  <a:lnTo>
                    <a:pt x="894" y="731998"/>
                  </a:lnTo>
                  <a:lnTo>
                    <a:pt x="901" y="730051"/>
                  </a:lnTo>
                  <a:lnTo>
                    <a:pt x="907" y="728105"/>
                  </a:lnTo>
                  <a:lnTo>
                    <a:pt x="913" y="726158"/>
                  </a:lnTo>
                  <a:lnTo>
                    <a:pt x="919" y="724211"/>
                  </a:lnTo>
                  <a:lnTo>
                    <a:pt x="924" y="722264"/>
                  </a:lnTo>
                  <a:lnTo>
                    <a:pt x="930" y="720317"/>
                  </a:lnTo>
                  <a:lnTo>
                    <a:pt x="935" y="718371"/>
                  </a:lnTo>
                  <a:lnTo>
                    <a:pt x="940" y="716424"/>
                  </a:lnTo>
                  <a:lnTo>
                    <a:pt x="945" y="714477"/>
                  </a:lnTo>
                  <a:lnTo>
                    <a:pt x="951" y="712530"/>
                  </a:lnTo>
                  <a:lnTo>
                    <a:pt x="956" y="710583"/>
                  </a:lnTo>
                  <a:lnTo>
                    <a:pt x="961" y="708637"/>
                  </a:lnTo>
                  <a:lnTo>
                    <a:pt x="966" y="706690"/>
                  </a:lnTo>
                  <a:lnTo>
                    <a:pt x="971" y="704743"/>
                  </a:lnTo>
                  <a:lnTo>
                    <a:pt x="976" y="702796"/>
                  </a:lnTo>
                  <a:lnTo>
                    <a:pt x="981" y="700849"/>
                  </a:lnTo>
                  <a:lnTo>
                    <a:pt x="987" y="698903"/>
                  </a:lnTo>
                  <a:lnTo>
                    <a:pt x="993" y="696956"/>
                  </a:lnTo>
                  <a:lnTo>
                    <a:pt x="999" y="695009"/>
                  </a:lnTo>
                  <a:lnTo>
                    <a:pt x="1005" y="693062"/>
                  </a:lnTo>
                  <a:lnTo>
                    <a:pt x="1011" y="691115"/>
                  </a:lnTo>
                  <a:lnTo>
                    <a:pt x="1018" y="689169"/>
                  </a:lnTo>
                  <a:lnTo>
                    <a:pt x="1025" y="687222"/>
                  </a:lnTo>
                  <a:lnTo>
                    <a:pt x="1032" y="685275"/>
                  </a:lnTo>
                  <a:lnTo>
                    <a:pt x="1039" y="683328"/>
                  </a:lnTo>
                  <a:lnTo>
                    <a:pt x="1047" y="681381"/>
                  </a:lnTo>
                  <a:lnTo>
                    <a:pt x="1056" y="679435"/>
                  </a:lnTo>
                  <a:lnTo>
                    <a:pt x="1064" y="677488"/>
                  </a:lnTo>
                  <a:lnTo>
                    <a:pt x="1073" y="675541"/>
                  </a:lnTo>
                  <a:lnTo>
                    <a:pt x="1082" y="673594"/>
                  </a:lnTo>
                  <a:lnTo>
                    <a:pt x="1092" y="671647"/>
                  </a:lnTo>
                  <a:lnTo>
                    <a:pt x="1102" y="669701"/>
                  </a:lnTo>
                  <a:lnTo>
                    <a:pt x="1112" y="667754"/>
                  </a:lnTo>
                  <a:lnTo>
                    <a:pt x="1123" y="665807"/>
                  </a:lnTo>
                  <a:lnTo>
                    <a:pt x="1134" y="663860"/>
                  </a:lnTo>
                  <a:lnTo>
                    <a:pt x="1145" y="661913"/>
                  </a:lnTo>
                  <a:lnTo>
                    <a:pt x="1157" y="659966"/>
                  </a:lnTo>
                  <a:lnTo>
                    <a:pt x="1169" y="658020"/>
                  </a:lnTo>
                  <a:lnTo>
                    <a:pt x="1181" y="656073"/>
                  </a:lnTo>
                  <a:lnTo>
                    <a:pt x="1193" y="654126"/>
                  </a:lnTo>
                  <a:lnTo>
                    <a:pt x="1206" y="652179"/>
                  </a:lnTo>
                  <a:lnTo>
                    <a:pt x="1219" y="650232"/>
                  </a:lnTo>
                  <a:lnTo>
                    <a:pt x="1231" y="648286"/>
                  </a:lnTo>
                  <a:lnTo>
                    <a:pt x="1244" y="646339"/>
                  </a:lnTo>
                  <a:lnTo>
                    <a:pt x="1258" y="644392"/>
                  </a:lnTo>
                  <a:lnTo>
                    <a:pt x="1271" y="642445"/>
                  </a:lnTo>
                  <a:lnTo>
                    <a:pt x="1284" y="640498"/>
                  </a:lnTo>
                  <a:lnTo>
                    <a:pt x="1297" y="638552"/>
                  </a:lnTo>
                  <a:lnTo>
                    <a:pt x="1311" y="636605"/>
                  </a:lnTo>
                  <a:lnTo>
                    <a:pt x="1324" y="634658"/>
                  </a:lnTo>
                  <a:lnTo>
                    <a:pt x="1337" y="632711"/>
                  </a:lnTo>
                  <a:lnTo>
                    <a:pt x="1350" y="630764"/>
                  </a:lnTo>
                  <a:lnTo>
                    <a:pt x="1363" y="628818"/>
                  </a:lnTo>
                  <a:lnTo>
                    <a:pt x="1376" y="626871"/>
                  </a:lnTo>
                  <a:lnTo>
                    <a:pt x="1389" y="624924"/>
                  </a:lnTo>
                  <a:lnTo>
                    <a:pt x="1401" y="622977"/>
                  </a:lnTo>
                  <a:lnTo>
                    <a:pt x="1414" y="621030"/>
                  </a:lnTo>
                  <a:lnTo>
                    <a:pt x="1426" y="619084"/>
                  </a:lnTo>
                  <a:lnTo>
                    <a:pt x="1438" y="617137"/>
                  </a:lnTo>
                  <a:lnTo>
                    <a:pt x="1450" y="615190"/>
                  </a:lnTo>
                  <a:lnTo>
                    <a:pt x="1462" y="613243"/>
                  </a:lnTo>
                  <a:lnTo>
                    <a:pt x="1473" y="611296"/>
                  </a:lnTo>
                  <a:lnTo>
                    <a:pt x="1484" y="609350"/>
                  </a:lnTo>
                  <a:lnTo>
                    <a:pt x="1496" y="607403"/>
                  </a:lnTo>
                  <a:lnTo>
                    <a:pt x="1507" y="605456"/>
                  </a:lnTo>
                  <a:lnTo>
                    <a:pt x="1517" y="603509"/>
                  </a:lnTo>
                  <a:lnTo>
                    <a:pt x="1528" y="601562"/>
                  </a:lnTo>
                  <a:lnTo>
                    <a:pt x="1538" y="599558"/>
                  </a:lnTo>
                  <a:lnTo>
                    <a:pt x="1548" y="597669"/>
                  </a:lnTo>
                  <a:lnTo>
                    <a:pt x="1558" y="595722"/>
                  </a:lnTo>
                  <a:lnTo>
                    <a:pt x="1568" y="593775"/>
                  </a:lnTo>
                  <a:lnTo>
                    <a:pt x="1578" y="591828"/>
                  </a:lnTo>
                  <a:lnTo>
                    <a:pt x="1588" y="589881"/>
                  </a:lnTo>
                  <a:lnTo>
                    <a:pt x="1598" y="587935"/>
                  </a:lnTo>
                  <a:lnTo>
                    <a:pt x="1608" y="585988"/>
                  </a:lnTo>
                  <a:lnTo>
                    <a:pt x="1617" y="584041"/>
                  </a:lnTo>
                  <a:lnTo>
                    <a:pt x="1627" y="582094"/>
                  </a:lnTo>
                  <a:lnTo>
                    <a:pt x="1637" y="580147"/>
                  </a:lnTo>
                  <a:lnTo>
                    <a:pt x="1647" y="578201"/>
                  </a:lnTo>
                  <a:lnTo>
                    <a:pt x="1657" y="576254"/>
                  </a:lnTo>
                  <a:lnTo>
                    <a:pt x="1667" y="574307"/>
                  </a:lnTo>
                  <a:lnTo>
                    <a:pt x="1677" y="572360"/>
                  </a:lnTo>
                  <a:lnTo>
                    <a:pt x="1688" y="570413"/>
                  </a:lnTo>
                  <a:lnTo>
                    <a:pt x="1698" y="568467"/>
                  </a:lnTo>
                  <a:lnTo>
                    <a:pt x="1709" y="566520"/>
                  </a:lnTo>
                  <a:lnTo>
                    <a:pt x="1720" y="564573"/>
                  </a:lnTo>
                  <a:lnTo>
                    <a:pt x="1732" y="562626"/>
                  </a:lnTo>
                  <a:lnTo>
                    <a:pt x="1743" y="560679"/>
                  </a:lnTo>
                  <a:lnTo>
                    <a:pt x="1756" y="558733"/>
                  </a:lnTo>
                  <a:lnTo>
                    <a:pt x="1768" y="556786"/>
                  </a:lnTo>
                  <a:lnTo>
                    <a:pt x="1781" y="554839"/>
                  </a:lnTo>
                  <a:lnTo>
                    <a:pt x="1794" y="552892"/>
                  </a:lnTo>
                  <a:lnTo>
                    <a:pt x="1807" y="550945"/>
                  </a:lnTo>
                  <a:lnTo>
                    <a:pt x="1821" y="548999"/>
                  </a:lnTo>
                  <a:lnTo>
                    <a:pt x="1836" y="547052"/>
                  </a:lnTo>
                  <a:lnTo>
                    <a:pt x="1850" y="545105"/>
                  </a:lnTo>
                  <a:lnTo>
                    <a:pt x="1865" y="543158"/>
                  </a:lnTo>
                  <a:lnTo>
                    <a:pt x="1881" y="541211"/>
                  </a:lnTo>
                  <a:lnTo>
                    <a:pt x="1897" y="539265"/>
                  </a:lnTo>
                  <a:lnTo>
                    <a:pt x="1913" y="537318"/>
                  </a:lnTo>
                  <a:lnTo>
                    <a:pt x="1930" y="535371"/>
                  </a:lnTo>
                  <a:lnTo>
                    <a:pt x="1947" y="533424"/>
                  </a:lnTo>
                  <a:lnTo>
                    <a:pt x="1965" y="531477"/>
                  </a:lnTo>
                  <a:lnTo>
                    <a:pt x="1983" y="529531"/>
                  </a:lnTo>
                  <a:lnTo>
                    <a:pt x="2001" y="527584"/>
                  </a:lnTo>
                  <a:lnTo>
                    <a:pt x="2019" y="525637"/>
                  </a:lnTo>
                  <a:lnTo>
                    <a:pt x="2038" y="523690"/>
                  </a:lnTo>
                  <a:lnTo>
                    <a:pt x="2057" y="521743"/>
                  </a:lnTo>
                  <a:lnTo>
                    <a:pt x="2077" y="519797"/>
                  </a:lnTo>
                  <a:lnTo>
                    <a:pt x="2097" y="517850"/>
                  </a:lnTo>
                  <a:lnTo>
                    <a:pt x="2117" y="515903"/>
                  </a:lnTo>
                  <a:lnTo>
                    <a:pt x="2137" y="513956"/>
                  </a:lnTo>
                  <a:lnTo>
                    <a:pt x="2157" y="512009"/>
                  </a:lnTo>
                  <a:lnTo>
                    <a:pt x="2178" y="510062"/>
                  </a:lnTo>
                  <a:lnTo>
                    <a:pt x="2198" y="508116"/>
                  </a:lnTo>
                  <a:lnTo>
                    <a:pt x="2219" y="506169"/>
                  </a:lnTo>
                  <a:lnTo>
                    <a:pt x="2240" y="504222"/>
                  </a:lnTo>
                  <a:lnTo>
                    <a:pt x="2260" y="502275"/>
                  </a:lnTo>
                  <a:lnTo>
                    <a:pt x="2281" y="500328"/>
                  </a:lnTo>
                  <a:lnTo>
                    <a:pt x="2302" y="498382"/>
                  </a:lnTo>
                  <a:lnTo>
                    <a:pt x="2323" y="496435"/>
                  </a:lnTo>
                  <a:lnTo>
                    <a:pt x="2344" y="494488"/>
                  </a:lnTo>
                  <a:lnTo>
                    <a:pt x="2364" y="492541"/>
                  </a:lnTo>
                  <a:lnTo>
                    <a:pt x="2385" y="490594"/>
                  </a:lnTo>
                  <a:lnTo>
                    <a:pt x="2405" y="488648"/>
                  </a:lnTo>
                  <a:lnTo>
                    <a:pt x="2425" y="486701"/>
                  </a:lnTo>
                  <a:lnTo>
                    <a:pt x="2445" y="484754"/>
                  </a:lnTo>
                  <a:lnTo>
                    <a:pt x="2465" y="482807"/>
                  </a:lnTo>
                  <a:lnTo>
                    <a:pt x="2484" y="480860"/>
                  </a:lnTo>
                  <a:lnTo>
                    <a:pt x="2504" y="478914"/>
                  </a:lnTo>
                  <a:lnTo>
                    <a:pt x="2522" y="476967"/>
                  </a:lnTo>
                  <a:lnTo>
                    <a:pt x="2541" y="475020"/>
                  </a:lnTo>
                  <a:lnTo>
                    <a:pt x="2559" y="473073"/>
                  </a:lnTo>
                  <a:lnTo>
                    <a:pt x="2577" y="471126"/>
                  </a:lnTo>
                  <a:lnTo>
                    <a:pt x="2595" y="469180"/>
                  </a:lnTo>
                  <a:lnTo>
                    <a:pt x="2612" y="467233"/>
                  </a:lnTo>
                  <a:lnTo>
                    <a:pt x="2629" y="465286"/>
                  </a:lnTo>
                  <a:lnTo>
                    <a:pt x="2645" y="463339"/>
                  </a:lnTo>
                  <a:lnTo>
                    <a:pt x="2661" y="461392"/>
                  </a:lnTo>
                  <a:lnTo>
                    <a:pt x="2677" y="459446"/>
                  </a:lnTo>
                  <a:lnTo>
                    <a:pt x="2692" y="457499"/>
                  </a:lnTo>
                  <a:lnTo>
                    <a:pt x="2707" y="455552"/>
                  </a:lnTo>
                  <a:lnTo>
                    <a:pt x="2721" y="453605"/>
                  </a:lnTo>
                  <a:lnTo>
                    <a:pt x="2735" y="451658"/>
                  </a:lnTo>
                  <a:lnTo>
                    <a:pt x="2748" y="449712"/>
                  </a:lnTo>
                  <a:lnTo>
                    <a:pt x="2761" y="447765"/>
                  </a:lnTo>
                  <a:lnTo>
                    <a:pt x="2773" y="445818"/>
                  </a:lnTo>
                  <a:lnTo>
                    <a:pt x="2785" y="443871"/>
                  </a:lnTo>
                  <a:lnTo>
                    <a:pt x="2796" y="441924"/>
                  </a:lnTo>
                  <a:lnTo>
                    <a:pt x="2807" y="439977"/>
                  </a:lnTo>
                  <a:lnTo>
                    <a:pt x="2817" y="438031"/>
                  </a:lnTo>
                  <a:lnTo>
                    <a:pt x="2827" y="436084"/>
                  </a:lnTo>
                  <a:lnTo>
                    <a:pt x="2836" y="434137"/>
                  </a:lnTo>
                  <a:lnTo>
                    <a:pt x="2845" y="432190"/>
                  </a:lnTo>
                  <a:lnTo>
                    <a:pt x="2854" y="430243"/>
                  </a:lnTo>
                  <a:lnTo>
                    <a:pt x="2862" y="428297"/>
                  </a:lnTo>
                  <a:lnTo>
                    <a:pt x="2869" y="426350"/>
                  </a:lnTo>
                  <a:lnTo>
                    <a:pt x="2877" y="424403"/>
                  </a:lnTo>
                  <a:lnTo>
                    <a:pt x="2883" y="422456"/>
                  </a:lnTo>
                  <a:lnTo>
                    <a:pt x="2890" y="420509"/>
                  </a:lnTo>
                  <a:lnTo>
                    <a:pt x="2895" y="418563"/>
                  </a:lnTo>
                  <a:lnTo>
                    <a:pt x="2901" y="416616"/>
                  </a:lnTo>
                  <a:lnTo>
                    <a:pt x="2906" y="414669"/>
                  </a:lnTo>
                  <a:lnTo>
                    <a:pt x="2911" y="412722"/>
                  </a:lnTo>
                  <a:lnTo>
                    <a:pt x="2915" y="410775"/>
                  </a:lnTo>
                  <a:lnTo>
                    <a:pt x="2919" y="408829"/>
                  </a:lnTo>
                  <a:lnTo>
                    <a:pt x="2923" y="406882"/>
                  </a:lnTo>
                  <a:lnTo>
                    <a:pt x="2927" y="404935"/>
                  </a:lnTo>
                  <a:lnTo>
                    <a:pt x="2930" y="402988"/>
                  </a:lnTo>
                  <a:lnTo>
                    <a:pt x="2933" y="401041"/>
                  </a:lnTo>
                  <a:lnTo>
                    <a:pt x="2936" y="399095"/>
                  </a:lnTo>
                  <a:lnTo>
                    <a:pt x="2939" y="397148"/>
                  </a:lnTo>
                  <a:lnTo>
                    <a:pt x="2941" y="395201"/>
                  </a:lnTo>
                  <a:lnTo>
                    <a:pt x="2944" y="393254"/>
                  </a:lnTo>
                  <a:lnTo>
                    <a:pt x="2946" y="391307"/>
                  </a:lnTo>
                  <a:lnTo>
                    <a:pt x="2948" y="389361"/>
                  </a:lnTo>
                  <a:lnTo>
                    <a:pt x="2950" y="387414"/>
                  </a:lnTo>
                  <a:lnTo>
                    <a:pt x="2952" y="385467"/>
                  </a:lnTo>
                  <a:lnTo>
                    <a:pt x="2954" y="383520"/>
                  </a:lnTo>
                  <a:lnTo>
                    <a:pt x="2956" y="381573"/>
                  </a:lnTo>
                  <a:lnTo>
                    <a:pt x="2958" y="379627"/>
                  </a:lnTo>
                  <a:lnTo>
                    <a:pt x="2960" y="377680"/>
                  </a:lnTo>
                  <a:lnTo>
                    <a:pt x="2962" y="375733"/>
                  </a:lnTo>
                  <a:lnTo>
                    <a:pt x="2964" y="373786"/>
                  </a:lnTo>
                  <a:lnTo>
                    <a:pt x="2966" y="371839"/>
                  </a:lnTo>
                  <a:lnTo>
                    <a:pt x="2968" y="369892"/>
                  </a:lnTo>
                  <a:lnTo>
                    <a:pt x="2970" y="367946"/>
                  </a:lnTo>
                  <a:lnTo>
                    <a:pt x="2972" y="365999"/>
                  </a:lnTo>
                  <a:lnTo>
                    <a:pt x="2975" y="364052"/>
                  </a:lnTo>
                  <a:lnTo>
                    <a:pt x="2977" y="362105"/>
                  </a:lnTo>
                  <a:lnTo>
                    <a:pt x="2980" y="360158"/>
                  </a:lnTo>
                  <a:lnTo>
                    <a:pt x="2983" y="358212"/>
                  </a:lnTo>
                  <a:lnTo>
                    <a:pt x="2985" y="356265"/>
                  </a:lnTo>
                  <a:lnTo>
                    <a:pt x="2988" y="354318"/>
                  </a:lnTo>
                  <a:lnTo>
                    <a:pt x="2991" y="352371"/>
                  </a:lnTo>
                  <a:lnTo>
                    <a:pt x="2995" y="350424"/>
                  </a:lnTo>
                  <a:lnTo>
                    <a:pt x="2998" y="348478"/>
                  </a:lnTo>
                  <a:lnTo>
                    <a:pt x="3001" y="346531"/>
                  </a:lnTo>
                  <a:lnTo>
                    <a:pt x="3005" y="344584"/>
                  </a:lnTo>
                  <a:lnTo>
                    <a:pt x="3008" y="342637"/>
                  </a:lnTo>
                  <a:lnTo>
                    <a:pt x="3012" y="340690"/>
                  </a:lnTo>
                  <a:lnTo>
                    <a:pt x="3016" y="338744"/>
                  </a:lnTo>
                  <a:lnTo>
                    <a:pt x="3020" y="336797"/>
                  </a:lnTo>
                  <a:lnTo>
                    <a:pt x="3024" y="334850"/>
                  </a:lnTo>
                  <a:lnTo>
                    <a:pt x="3028" y="332903"/>
                  </a:lnTo>
                  <a:lnTo>
                    <a:pt x="3032" y="330956"/>
                  </a:lnTo>
                  <a:lnTo>
                    <a:pt x="3036" y="329010"/>
                  </a:lnTo>
                  <a:lnTo>
                    <a:pt x="3040" y="327063"/>
                  </a:lnTo>
                  <a:lnTo>
                    <a:pt x="3044" y="325116"/>
                  </a:lnTo>
                  <a:lnTo>
                    <a:pt x="3048" y="323169"/>
                  </a:lnTo>
                  <a:lnTo>
                    <a:pt x="3052" y="321222"/>
                  </a:lnTo>
                  <a:lnTo>
                    <a:pt x="3057" y="319276"/>
                  </a:lnTo>
                  <a:lnTo>
                    <a:pt x="3061" y="317329"/>
                  </a:lnTo>
                  <a:lnTo>
                    <a:pt x="3065" y="315382"/>
                  </a:lnTo>
                  <a:lnTo>
                    <a:pt x="3069" y="313435"/>
                  </a:lnTo>
                  <a:lnTo>
                    <a:pt x="3073" y="311488"/>
                  </a:lnTo>
                  <a:lnTo>
                    <a:pt x="3077" y="309542"/>
                  </a:lnTo>
                  <a:lnTo>
                    <a:pt x="3081" y="307595"/>
                  </a:lnTo>
                  <a:lnTo>
                    <a:pt x="3085" y="305648"/>
                  </a:lnTo>
                  <a:lnTo>
                    <a:pt x="3089" y="303701"/>
                  </a:lnTo>
                  <a:lnTo>
                    <a:pt x="3092" y="301754"/>
                  </a:lnTo>
                  <a:lnTo>
                    <a:pt x="3096" y="299808"/>
                  </a:lnTo>
                  <a:lnTo>
                    <a:pt x="3099" y="297861"/>
                  </a:lnTo>
                  <a:lnTo>
                    <a:pt x="3103" y="295914"/>
                  </a:lnTo>
                  <a:lnTo>
                    <a:pt x="3106" y="293967"/>
                  </a:lnTo>
                  <a:lnTo>
                    <a:pt x="3109" y="292020"/>
                  </a:lnTo>
                  <a:lnTo>
                    <a:pt x="3112" y="290073"/>
                  </a:lnTo>
                  <a:lnTo>
                    <a:pt x="3116" y="288127"/>
                  </a:lnTo>
                  <a:lnTo>
                    <a:pt x="3118" y="286180"/>
                  </a:lnTo>
                  <a:lnTo>
                    <a:pt x="3121" y="284233"/>
                  </a:lnTo>
                  <a:lnTo>
                    <a:pt x="3124" y="282286"/>
                  </a:lnTo>
                  <a:lnTo>
                    <a:pt x="3126" y="280339"/>
                  </a:lnTo>
                  <a:lnTo>
                    <a:pt x="3129" y="278393"/>
                  </a:lnTo>
                  <a:lnTo>
                    <a:pt x="3131" y="276446"/>
                  </a:lnTo>
                  <a:lnTo>
                    <a:pt x="3133" y="274499"/>
                  </a:lnTo>
                  <a:lnTo>
                    <a:pt x="3135" y="272552"/>
                  </a:lnTo>
                  <a:lnTo>
                    <a:pt x="3137" y="270605"/>
                  </a:lnTo>
                  <a:lnTo>
                    <a:pt x="3139" y="268659"/>
                  </a:lnTo>
                  <a:lnTo>
                    <a:pt x="3141" y="266712"/>
                  </a:lnTo>
                  <a:lnTo>
                    <a:pt x="3143" y="264765"/>
                  </a:lnTo>
                  <a:lnTo>
                    <a:pt x="3144" y="262818"/>
                  </a:lnTo>
                  <a:lnTo>
                    <a:pt x="3146" y="260871"/>
                  </a:lnTo>
                  <a:lnTo>
                    <a:pt x="3147" y="258925"/>
                  </a:lnTo>
                  <a:lnTo>
                    <a:pt x="3148" y="256978"/>
                  </a:lnTo>
                  <a:lnTo>
                    <a:pt x="3150" y="255031"/>
                  </a:lnTo>
                  <a:lnTo>
                    <a:pt x="3151" y="253084"/>
                  </a:lnTo>
                  <a:lnTo>
                    <a:pt x="3152" y="251137"/>
                  </a:lnTo>
                  <a:lnTo>
                    <a:pt x="3153" y="249191"/>
                  </a:lnTo>
                  <a:lnTo>
                    <a:pt x="3154" y="247244"/>
                  </a:lnTo>
                  <a:lnTo>
                    <a:pt x="3155" y="245297"/>
                  </a:lnTo>
                  <a:lnTo>
                    <a:pt x="3156" y="243350"/>
                  </a:lnTo>
                  <a:lnTo>
                    <a:pt x="3157" y="241403"/>
                  </a:lnTo>
                  <a:lnTo>
                    <a:pt x="3159" y="239457"/>
                  </a:lnTo>
                  <a:lnTo>
                    <a:pt x="3160" y="237510"/>
                  </a:lnTo>
                  <a:lnTo>
                    <a:pt x="3161" y="235563"/>
                  </a:lnTo>
                  <a:lnTo>
                    <a:pt x="3162" y="233616"/>
                  </a:lnTo>
                  <a:lnTo>
                    <a:pt x="3164" y="231669"/>
                  </a:lnTo>
                  <a:lnTo>
                    <a:pt x="3165" y="229723"/>
                  </a:lnTo>
                  <a:lnTo>
                    <a:pt x="3166" y="227776"/>
                  </a:lnTo>
                  <a:lnTo>
                    <a:pt x="3168" y="225829"/>
                  </a:lnTo>
                  <a:lnTo>
                    <a:pt x="3170" y="223882"/>
                  </a:lnTo>
                  <a:lnTo>
                    <a:pt x="3171" y="221935"/>
                  </a:lnTo>
                  <a:lnTo>
                    <a:pt x="3173" y="219988"/>
                  </a:lnTo>
                  <a:lnTo>
                    <a:pt x="3175" y="218042"/>
                  </a:lnTo>
                  <a:lnTo>
                    <a:pt x="3178" y="216095"/>
                  </a:lnTo>
                  <a:lnTo>
                    <a:pt x="3180" y="214148"/>
                  </a:lnTo>
                  <a:lnTo>
                    <a:pt x="3182" y="212201"/>
                  </a:lnTo>
                  <a:lnTo>
                    <a:pt x="3185" y="210254"/>
                  </a:lnTo>
                  <a:lnTo>
                    <a:pt x="3188" y="208308"/>
                  </a:lnTo>
                  <a:lnTo>
                    <a:pt x="3191" y="206361"/>
                  </a:lnTo>
                  <a:lnTo>
                    <a:pt x="3194" y="204414"/>
                  </a:lnTo>
                  <a:lnTo>
                    <a:pt x="3197" y="202467"/>
                  </a:lnTo>
                  <a:lnTo>
                    <a:pt x="3200" y="200520"/>
                  </a:lnTo>
                  <a:lnTo>
                    <a:pt x="3204" y="198574"/>
                  </a:lnTo>
                  <a:lnTo>
                    <a:pt x="3208" y="196627"/>
                  </a:lnTo>
                  <a:lnTo>
                    <a:pt x="3211" y="194680"/>
                  </a:lnTo>
                  <a:lnTo>
                    <a:pt x="3215" y="192733"/>
                  </a:lnTo>
                  <a:lnTo>
                    <a:pt x="3219" y="190786"/>
                  </a:lnTo>
                  <a:lnTo>
                    <a:pt x="3224" y="188840"/>
                  </a:lnTo>
                  <a:lnTo>
                    <a:pt x="3228" y="186893"/>
                  </a:lnTo>
                  <a:lnTo>
                    <a:pt x="3232" y="184946"/>
                  </a:lnTo>
                  <a:lnTo>
                    <a:pt x="3237" y="182999"/>
                  </a:lnTo>
                  <a:lnTo>
                    <a:pt x="3241" y="181052"/>
                  </a:lnTo>
                  <a:lnTo>
                    <a:pt x="3246" y="179106"/>
                  </a:lnTo>
                  <a:lnTo>
                    <a:pt x="3251" y="177159"/>
                  </a:lnTo>
                  <a:lnTo>
                    <a:pt x="3256" y="175212"/>
                  </a:lnTo>
                  <a:lnTo>
                    <a:pt x="3261" y="173265"/>
                  </a:lnTo>
                  <a:lnTo>
                    <a:pt x="3265" y="171318"/>
                  </a:lnTo>
                  <a:lnTo>
                    <a:pt x="3270" y="169372"/>
                  </a:lnTo>
                  <a:lnTo>
                    <a:pt x="3275" y="167425"/>
                  </a:lnTo>
                  <a:lnTo>
                    <a:pt x="3280" y="165478"/>
                  </a:lnTo>
                  <a:lnTo>
                    <a:pt x="3285" y="163531"/>
                  </a:lnTo>
                  <a:lnTo>
                    <a:pt x="3290" y="161584"/>
                  </a:lnTo>
                  <a:lnTo>
                    <a:pt x="3294" y="159638"/>
                  </a:lnTo>
                  <a:lnTo>
                    <a:pt x="3299" y="157691"/>
                  </a:lnTo>
                  <a:lnTo>
                    <a:pt x="3304" y="155744"/>
                  </a:lnTo>
                  <a:lnTo>
                    <a:pt x="3308" y="153797"/>
                  </a:lnTo>
                  <a:lnTo>
                    <a:pt x="3313" y="151850"/>
                  </a:lnTo>
                  <a:lnTo>
                    <a:pt x="3317" y="149904"/>
                  </a:lnTo>
                  <a:lnTo>
                    <a:pt x="3321" y="147957"/>
                  </a:lnTo>
                  <a:lnTo>
                    <a:pt x="3325" y="146010"/>
                  </a:lnTo>
                  <a:lnTo>
                    <a:pt x="3329" y="144063"/>
                  </a:lnTo>
                  <a:lnTo>
                    <a:pt x="3333" y="142116"/>
                  </a:lnTo>
                  <a:lnTo>
                    <a:pt x="3337" y="140169"/>
                  </a:lnTo>
                  <a:lnTo>
                    <a:pt x="3340" y="138223"/>
                  </a:lnTo>
                  <a:lnTo>
                    <a:pt x="3344" y="136276"/>
                  </a:lnTo>
                  <a:lnTo>
                    <a:pt x="3347" y="134329"/>
                  </a:lnTo>
                  <a:lnTo>
                    <a:pt x="3351" y="132382"/>
                  </a:lnTo>
                  <a:lnTo>
                    <a:pt x="3354" y="130435"/>
                  </a:lnTo>
                  <a:lnTo>
                    <a:pt x="3357" y="128489"/>
                  </a:lnTo>
                  <a:lnTo>
                    <a:pt x="3359" y="126542"/>
                  </a:lnTo>
                  <a:lnTo>
                    <a:pt x="3362" y="124595"/>
                  </a:lnTo>
                  <a:lnTo>
                    <a:pt x="3365" y="122648"/>
                  </a:lnTo>
                  <a:lnTo>
                    <a:pt x="3367" y="120701"/>
                  </a:lnTo>
                  <a:lnTo>
                    <a:pt x="3369" y="118755"/>
                  </a:lnTo>
                  <a:lnTo>
                    <a:pt x="3372" y="116808"/>
                  </a:lnTo>
                  <a:lnTo>
                    <a:pt x="3374" y="114861"/>
                  </a:lnTo>
                  <a:lnTo>
                    <a:pt x="3376" y="112914"/>
                  </a:lnTo>
                  <a:lnTo>
                    <a:pt x="3378" y="110967"/>
                  </a:lnTo>
                  <a:lnTo>
                    <a:pt x="3380" y="109021"/>
                  </a:lnTo>
                  <a:lnTo>
                    <a:pt x="3381" y="107074"/>
                  </a:lnTo>
                  <a:lnTo>
                    <a:pt x="3383" y="105127"/>
                  </a:lnTo>
                  <a:lnTo>
                    <a:pt x="3385" y="103180"/>
                  </a:lnTo>
                  <a:lnTo>
                    <a:pt x="3386" y="101233"/>
                  </a:lnTo>
                  <a:lnTo>
                    <a:pt x="3388" y="99287"/>
                  </a:lnTo>
                  <a:lnTo>
                    <a:pt x="3389" y="97340"/>
                  </a:lnTo>
                  <a:lnTo>
                    <a:pt x="3391" y="95393"/>
                  </a:lnTo>
                  <a:lnTo>
                    <a:pt x="3392" y="93446"/>
                  </a:lnTo>
                  <a:lnTo>
                    <a:pt x="3393" y="91499"/>
                  </a:lnTo>
                  <a:lnTo>
                    <a:pt x="3395" y="89553"/>
                  </a:lnTo>
                  <a:lnTo>
                    <a:pt x="3396" y="87606"/>
                  </a:lnTo>
                  <a:lnTo>
                    <a:pt x="3397" y="85659"/>
                  </a:lnTo>
                  <a:lnTo>
                    <a:pt x="3399" y="83712"/>
                  </a:lnTo>
                  <a:lnTo>
                    <a:pt x="3400" y="81765"/>
                  </a:lnTo>
                  <a:lnTo>
                    <a:pt x="3401" y="79819"/>
                  </a:lnTo>
                  <a:lnTo>
                    <a:pt x="3402" y="77872"/>
                  </a:lnTo>
                  <a:lnTo>
                    <a:pt x="3404" y="75925"/>
                  </a:lnTo>
                  <a:lnTo>
                    <a:pt x="3405" y="73978"/>
                  </a:lnTo>
                  <a:lnTo>
                    <a:pt x="3406" y="72031"/>
                  </a:lnTo>
                  <a:lnTo>
                    <a:pt x="3407" y="70084"/>
                  </a:lnTo>
                  <a:lnTo>
                    <a:pt x="3409" y="68138"/>
                  </a:lnTo>
                  <a:lnTo>
                    <a:pt x="3410" y="66191"/>
                  </a:lnTo>
                  <a:lnTo>
                    <a:pt x="3411" y="64244"/>
                  </a:lnTo>
                  <a:lnTo>
                    <a:pt x="3412" y="62297"/>
                  </a:lnTo>
                  <a:lnTo>
                    <a:pt x="3414" y="60350"/>
                  </a:lnTo>
                  <a:lnTo>
                    <a:pt x="3415" y="58404"/>
                  </a:lnTo>
                  <a:lnTo>
                    <a:pt x="3416" y="56457"/>
                  </a:lnTo>
                  <a:lnTo>
                    <a:pt x="3417" y="54510"/>
                  </a:lnTo>
                  <a:lnTo>
                    <a:pt x="3418" y="52563"/>
                  </a:lnTo>
                  <a:lnTo>
                    <a:pt x="3419" y="50616"/>
                  </a:lnTo>
                  <a:lnTo>
                    <a:pt x="3420" y="48670"/>
                  </a:lnTo>
                  <a:lnTo>
                    <a:pt x="3421" y="46723"/>
                  </a:lnTo>
                  <a:lnTo>
                    <a:pt x="3422" y="44776"/>
                  </a:lnTo>
                  <a:lnTo>
                    <a:pt x="3423" y="42829"/>
                  </a:lnTo>
                  <a:lnTo>
                    <a:pt x="3424" y="40882"/>
                  </a:lnTo>
                  <a:lnTo>
                    <a:pt x="3425" y="38936"/>
                  </a:lnTo>
                  <a:lnTo>
                    <a:pt x="3426" y="36989"/>
                  </a:lnTo>
                  <a:lnTo>
                    <a:pt x="3427" y="35042"/>
                  </a:lnTo>
                  <a:lnTo>
                    <a:pt x="3428" y="33095"/>
                  </a:lnTo>
                  <a:lnTo>
                    <a:pt x="3429" y="31148"/>
                  </a:lnTo>
                  <a:lnTo>
                    <a:pt x="3430" y="29202"/>
                  </a:lnTo>
                  <a:lnTo>
                    <a:pt x="3431" y="27255"/>
                  </a:lnTo>
                  <a:lnTo>
                    <a:pt x="3431" y="25308"/>
                  </a:lnTo>
                  <a:lnTo>
                    <a:pt x="3432" y="23361"/>
                  </a:lnTo>
                  <a:lnTo>
                    <a:pt x="3433" y="21414"/>
                  </a:lnTo>
                  <a:lnTo>
                    <a:pt x="3434" y="19468"/>
                  </a:lnTo>
                  <a:lnTo>
                    <a:pt x="3434" y="17521"/>
                  </a:lnTo>
                  <a:lnTo>
                    <a:pt x="3435" y="15574"/>
                  </a:lnTo>
                  <a:lnTo>
                    <a:pt x="3436" y="13627"/>
                  </a:lnTo>
                  <a:lnTo>
                    <a:pt x="3436" y="11680"/>
                  </a:lnTo>
                  <a:lnTo>
                    <a:pt x="3437" y="9734"/>
                  </a:lnTo>
                  <a:lnTo>
                    <a:pt x="3438" y="7787"/>
                  </a:lnTo>
                  <a:lnTo>
                    <a:pt x="3439" y="5840"/>
                  </a:lnTo>
                  <a:lnTo>
                    <a:pt x="3439" y="3893"/>
                  </a:lnTo>
                  <a:lnTo>
                    <a:pt x="3440" y="1946"/>
                  </a:lnTo>
                  <a:lnTo>
                    <a:pt x="3509" y="0"/>
                  </a:lnTo>
                  <a:lnTo>
                    <a:pt x="3510" y="1946"/>
                  </a:lnTo>
                  <a:lnTo>
                    <a:pt x="3510" y="3893"/>
                  </a:lnTo>
                  <a:lnTo>
                    <a:pt x="3511" y="5840"/>
                  </a:lnTo>
                  <a:lnTo>
                    <a:pt x="3512" y="7787"/>
                  </a:lnTo>
                  <a:lnTo>
                    <a:pt x="3512" y="9734"/>
                  </a:lnTo>
                  <a:lnTo>
                    <a:pt x="3513" y="11680"/>
                  </a:lnTo>
                  <a:lnTo>
                    <a:pt x="3514" y="13627"/>
                  </a:lnTo>
                  <a:lnTo>
                    <a:pt x="3515" y="15574"/>
                  </a:lnTo>
                  <a:lnTo>
                    <a:pt x="3515" y="17521"/>
                  </a:lnTo>
                  <a:lnTo>
                    <a:pt x="3516" y="19468"/>
                  </a:lnTo>
                  <a:lnTo>
                    <a:pt x="3517" y="21414"/>
                  </a:lnTo>
                  <a:lnTo>
                    <a:pt x="3517" y="23361"/>
                  </a:lnTo>
                  <a:lnTo>
                    <a:pt x="3518" y="25308"/>
                  </a:lnTo>
                  <a:lnTo>
                    <a:pt x="3519" y="27255"/>
                  </a:lnTo>
                  <a:lnTo>
                    <a:pt x="3520" y="29202"/>
                  </a:lnTo>
                  <a:lnTo>
                    <a:pt x="3521" y="31148"/>
                  </a:lnTo>
                  <a:lnTo>
                    <a:pt x="3521" y="33095"/>
                  </a:lnTo>
                  <a:lnTo>
                    <a:pt x="3522" y="35042"/>
                  </a:lnTo>
                  <a:lnTo>
                    <a:pt x="3523" y="36989"/>
                  </a:lnTo>
                  <a:lnTo>
                    <a:pt x="3524" y="38936"/>
                  </a:lnTo>
                  <a:lnTo>
                    <a:pt x="3525" y="40882"/>
                  </a:lnTo>
                  <a:lnTo>
                    <a:pt x="3526" y="42829"/>
                  </a:lnTo>
                  <a:lnTo>
                    <a:pt x="3527" y="44776"/>
                  </a:lnTo>
                  <a:lnTo>
                    <a:pt x="3528" y="46723"/>
                  </a:lnTo>
                  <a:lnTo>
                    <a:pt x="3529" y="48670"/>
                  </a:lnTo>
                  <a:lnTo>
                    <a:pt x="3530" y="50616"/>
                  </a:lnTo>
                  <a:lnTo>
                    <a:pt x="3531" y="52563"/>
                  </a:lnTo>
                  <a:lnTo>
                    <a:pt x="3533" y="54510"/>
                  </a:lnTo>
                  <a:lnTo>
                    <a:pt x="3534" y="56457"/>
                  </a:lnTo>
                  <a:lnTo>
                    <a:pt x="3535" y="58404"/>
                  </a:lnTo>
                  <a:lnTo>
                    <a:pt x="3536" y="60350"/>
                  </a:lnTo>
                  <a:lnTo>
                    <a:pt x="3537" y="62297"/>
                  </a:lnTo>
                  <a:lnTo>
                    <a:pt x="3538" y="64244"/>
                  </a:lnTo>
                  <a:lnTo>
                    <a:pt x="3540" y="66191"/>
                  </a:lnTo>
                  <a:lnTo>
                    <a:pt x="3541" y="68138"/>
                  </a:lnTo>
                  <a:lnTo>
                    <a:pt x="3542" y="70084"/>
                  </a:lnTo>
                  <a:lnTo>
                    <a:pt x="3543" y="72031"/>
                  </a:lnTo>
                  <a:lnTo>
                    <a:pt x="3545" y="73978"/>
                  </a:lnTo>
                  <a:lnTo>
                    <a:pt x="3546" y="75925"/>
                  </a:lnTo>
                  <a:lnTo>
                    <a:pt x="3547" y="77872"/>
                  </a:lnTo>
                  <a:lnTo>
                    <a:pt x="3548" y="79819"/>
                  </a:lnTo>
                  <a:lnTo>
                    <a:pt x="3550" y="81765"/>
                  </a:lnTo>
                  <a:lnTo>
                    <a:pt x="3551" y="83712"/>
                  </a:lnTo>
                  <a:lnTo>
                    <a:pt x="3552" y="85659"/>
                  </a:lnTo>
                  <a:lnTo>
                    <a:pt x="3553" y="87606"/>
                  </a:lnTo>
                  <a:lnTo>
                    <a:pt x="3555" y="89553"/>
                  </a:lnTo>
                  <a:lnTo>
                    <a:pt x="3556" y="91499"/>
                  </a:lnTo>
                  <a:lnTo>
                    <a:pt x="3558" y="93446"/>
                  </a:lnTo>
                  <a:lnTo>
                    <a:pt x="3559" y="95393"/>
                  </a:lnTo>
                  <a:lnTo>
                    <a:pt x="3560" y="97340"/>
                  </a:lnTo>
                  <a:lnTo>
                    <a:pt x="3562" y="99287"/>
                  </a:lnTo>
                  <a:lnTo>
                    <a:pt x="3563" y="101233"/>
                  </a:lnTo>
                  <a:lnTo>
                    <a:pt x="3565" y="103180"/>
                  </a:lnTo>
                  <a:lnTo>
                    <a:pt x="3567" y="105127"/>
                  </a:lnTo>
                  <a:lnTo>
                    <a:pt x="3568" y="107074"/>
                  </a:lnTo>
                  <a:lnTo>
                    <a:pt x="3570" y="109021"/>
                  </a:lnTo>
                  <a:lnTo>
                    <a:pt x="3572" y="110967"/>
                  </a:lnTo>
                  <a:lnTo>
                    <a:pt x="3574" y="112914"/>
                  </a:lnTo>
                  <a:lnTo>
                    <a:pt x="3576" y="114861"/>
                  </a:lnTo>
                  <a:lnTo>
                    <a:pt x="3578" y="116808"/>
                  </a:lnTo>
                  <a:lnTo>
                    <a:pt x="3580" y="118755"/>
                  </a:lnTo>
                  <a:lnTo>
                    <a:pt x="3582" y="120701"/>
                  </a:lnTo>
                  <a:lnTo>
                    <a:pt x="3585" y="122648"/>
                  </a:lnTo>
                  <a:lnTo>
                    <a:pt x="3587" y="124595"/>
                  </a:lnTo>
                  <a:lnTo>
                    <a:pt x="3590" y="126542"/>
                  </a:lnTo>
                  <a:lnTo>
                    <a:pt x="3593" y="128489"/>
                  </a:lnTo>
                  <a:lnTo>
                    <a:pt x="3596" y="130435"/>
                  </a:lnTo>
                  <a:lnTo>
                    <a:pt x="3599" y="132382"/>
                  </a:lnTo>
                  <a:lnTo>
                    <a:pt x="3602" y="134329"/>
                  </a:lnTo>
                  <a:lnTo>
                    <a:pt x="3606" y="136276"/>
                  </a:lnTo>
                  <a:lnTo>
                    <a:pt x="3609" y="138223"/>
                  </a:lnTo>
                  <a:lnTo>
                    <a:pt x="3613" y="140169"/>
                  </a:lnTo>
                  <a:lnTo>
                    <a:pt x="3616" y="142116"/>
                  </a:lnTo>
                  <a:lnTo>
                    <a:pt x="3620" y="144063"/>
                  </a:lnTo>
                  <a:lnTo>
                    <a:pt x="3624" y="146010"/>
                  </a:lnTo>
                  <a:lnTo>
                    <a:pt x="3628" y="147957"/>
                  </a:lnTo>
                  <a:lnTo>
                    <a:pt x="3633" y="149904"/>
                  </a:lnTo>
                  <a:lnTo>
                    <a:pt x="3637" y="151850"/>
                  </a:lnTo>
                  <a:lnTo>
                    <a:pt x="3641" y="153797"/>
                  </a:lnTo>
                  <a:lnTo>
                    <a:pt x="3646" y="155744"/>
                  </a:lnTo>
                  <a:lnTo>
                    <a:pt x="3651" y="157691"/>
                  </a:lnTo>
                  <a:lnTo>
                    <a:pt x="3655" y="159638"/>
                  </a:lnTo>
                  <a:lnTo>
                    <a:pt x="3660" y="161584"/>
                  </a:lnTo>
                  <a:lnTo>
                    <a:pt x="3665" y="163531"/>
                  </a:lnTo>
                  <a:lnTo>
                    <a:pt x="3670" y="165478"/>
                  </a:lnTo>
                  <a:lnTo>
                    <a:pt x="3674" y="167425"/>
                  </a:lnTo>
                  <a:lnTo>
                    <a:pt x="3679" y="169372"/>
                  </a:lnTo>
                  <a:lnTo>
                    <a:pt x="3684" y="171318"/>
                  </a:lnTo>
                  <a:lnTo>
                    <a:pt x="3689" y="173265"/>
                  </a:lnTo>
                  <a:lnTo>
                    <a:pt x="3694" y="175212"/>
                  </a:lnTo>
                  <a:lnTo>
                    <a:pt x="3699" y="177159"/>
                  </a:lnTo>
                  <a:lnTo>
                    <a:pt x="3703" y="179106"/>
                  </a:lnTo>
                  <a:lnTo>
                    <a:pt x="3708" y="181052"/>
                  </a:lnTo>
                  <a:lnTo>
                    <a:pt x="3713" y="182999"/>
                  </a:lnTo>
                  <a:lnTo>
                    <a:pt x="3717" y="184946"/>
                  </a:lnTo>
                  <a:lnTo>
                    <a:pt x="3722" y="186893"/>
                  </a:lnTo>
                  <a:lnTo>
                    <a:pt x="3726" y="188840"/>
                  </a:lnTo>
                  <a:lnTo>
                    <a:pt x="3730" y="190786"/>
                  </a:lnTo>
                  <a:lnTo>
                    <a:pt x="3734" y="192733"/>
                  </a:lnTo>
                  <a:lnTo>
                    <a:pt x="3738" y="194680"/>
                  </a:lnTo>
                  <a:lnTo>
                    <a:pt x="3742" y="196627"/>
                  </a:lnTo>
                  <a:lnTo>
                    <a:pt x="3746" y="198574"/>
                  </a:lnTo>
                  <a:lnTo>
                    <a:pt x="3749" y="200520"/>
                  </a:lnTo>
                  <a:lnTo>
                    <a:pt x="3753" y="202467"/>
                  </a:lnTo>
                  <a:lnTo>
                    <a:pt x="3756" y="204414"/>
                  </a:lnTo>
                  <a:lnTo>
                    <a:pt x="3759" y="206361"/>
                  </a:lnTo>
                  <a:lnTo>
                    <a:pt x="3762" y="208308"/>
                  </a:lnTo>
                  <a:lnTo>
                    <a:pt x="3765" y="210254"/>
                  </a:lnTo>
                  <a:lnTo>
                    <a:pt x="3767" y="212201"/>
                  </a:lnTo>
                  <a:lnTo>
                    <a:pt x="3770" y="214148"/>
                  </a:lnTo>
                  <a:lnTo>
                    <a:pt x="3772" y="216095"/>
                  </a:lnTo>
                  <a:lnTo>
                    <a:pt x="3774" y="218042"/>
                  </a:lnTo>
                  <a:lnTo>
                    <a:pt x="3776" y="219988"/>
                  </a:lnTo>
                  <a:lnTo>
                    <a:pt x="3778" y="221935"/>
                  </a:lnTo>
                  <a:lnTo>
                    <a:pt x="3780" y="223882"/>
                  </a:lnTo>
                  <a:lnTo>
                    <a:pt x="3782" y="225829"/>
                  </a:lnTo>
                  <a:lnTo>
                    <a:pt x="3783" y="227776"/>
                  </a:lnTo>
                  <a:lnTo>
                    <a:pt x="3785" y="229723"/>
                  </a:lnTo>
                  <a:lnTo>
                    <a:pt x="3786" y="231669"/>
                  </a:lnTo>
                  <a:lnTo>
                    <a:pt x="3787" y="233616"/>
                  </a:lnTo>
                  <a:lnTo>
                    <a:pt x="3789" y="235563"/>
                  </a:lnTo>
                  <a:lnTo>
                    <a:pt x="3790" y="237510"/>
                  </a:lnTo>
                  <a:lnTo>
                    <a:pt x="3791" y="239457"/>
                  </a:lnTo>
                  <a:lnTo>
                    <a:pt x="3792" y="241403"/>
                  </a:lnTo>
                  <a:lnTo>
                    <a:pt x="3793" y="243350"/>
                  </a:lnTo>
                  <a:lnTo>
                    <a:pt x="3794" y="245297"/>
                  </a:lnTo>
                  <a:lnTo>
                    <a:pt x="3795" y="247244"/>
                  </a:lnTo>
                  <a:lnTo>
                    <a:pt x="3796" y="249191"/>
                  </a:lnTo>
                  <a:lnTo>
                    <a:pt x="3798" y="251137"/>
                  </a:lnTo>
                  <a:lnTo>
                    <a:pt x="3799" y="253084"/>
                  </a:lnTo>
                  <a:lnTo>
                    <a:pt x="3800" y="255031"/>
                  </a:lnTo>
                  <a:lnTo>
                    <a:pt x="3801" y="256978"/>
                  </a:lnTo>
                  <a:lnTo>
                    <a:pt x="3803" y="258925"/>
                  </a:lnTo>
                  <a:lnTo>
                    <a:pt x="3804" y="260871"/>
                  </a:lnTo>
                  <a:lnTo>
                    <a:pt x="3805" y="262818"/>
                  </a:lnTo>
                  <a:lnTo>
                    <a:pt x="3807" y="264765"/>
                  </a:lnTo>
                  <a:lnTo>
                    <a:pt x="3809" y="266712"/>
                  </a:lnTo>
                  <a:lnTo>
                    <a:pt x="3810" y="268659"/>
                  </a:lnTo>
                  <a:lnTo>
                    <a:pt x="3812" y="270605"/>
                  </a:lnTo>
                  <a:lnTo>
                    <a:pt x="3814" y="272552"/>
                  </a:lnTo>
                  <a:lnTo>
                    <a:pt x="3816" y="274499"/>
                  </a:lnTo>
                  <a:lnTo>
                    <a:pt x="3818" y="276446"/>
                  </a:lnTo>
                  <a:lnTo>
                    <a:pt x="3821" y="278393"/>
                  </a:lnTo>
                  <a:lnTo>
                    <a:pt x="3823" y="280339"/>
                  </a:lnTo>
                  <a:lnTo>
                    <a:pt x="3826" y="282286"/>
                  </a:lnTo>
                  <a:lnTo>
                    <a:pt x="3828" y="284233"/>
                  </a:lnTo>
                  <a:lnTo>
                    <a:pt x="3831" y="286180"/>
                  </a:lnTo>
                  <a:lnTo>
                    <a:pt x="3834" y="288127"/>
                  </a:lnTo>
                  <a:lnTo>
                    <a:pt x="3837" y="290073"/>
                  </a:lnTo>
                  <a:lnTo>
                    <a:pt x="3840" y="292020"/>
                  </a:lnTo>
                  <a:lnTo>
                    <a:pt x="3843" y="293967"/>
                  </a:lnTo>
                  <a:lnTo>
                    <a:pt x="3847" y="295914"/>
                  </a:lnTo>
                  <a:lnTo>
                    <a:pt x="3850" y="297861"/>
                  </a:lnTo>
                  <a:lnTo>
                    <a:pt x="3854" y="299808"/>
                  </a:lnTo>
                  <a:lnTo>
                    <a:pt x="3857" y="301754"/>
                  </a:lnTo>
                  <a:lnTo>
                    <a:pt x="3861" y="303701"/>
                  </a:lnTo>
                  <a:lnTo>
                    <a:pt x="3865" y="305648"/>
                  </a:lnTo>
                  <a:lnTo>
                    <a:pt x="3869" y="307595"/>
                  </a:lnTo>
                  <a:lnTo>
                    <a:pt x="3873" y="309542"/>
                  </a:lnTo>
                  <a:lnTo>
                    <a:pt x="3877" y="311488"/>
                  </a:lnTo>
                  <a:lnTo>
                    <a:pt x="3881" y="313435"/>
                  </a:lnTo>
                  <a:lnTo>
                    <a:pt x="3885" y="315382"/>
                  </a:lnTo>
                  <a:lnTo>
                    <a:pt x="3889" y="317329"/>
                  </a:lnTo>
                  <a:lnTo>
                    <a:pt x="3893" y="319276"/>
                  </a:lnTo>
                  <a:lnTo>
                    <a:pt x="3897" y="321222"/>
                  </a:lnTo>
                  <a:lnTo>
                    <a:pt x="3901" y="323169"/>
                  </a:lnTo>
                  <a:lnTo>
                    <a:pt x="3905" y="325116"/>
                  </a:lnTo>
                  <a:lnTo>
                    <a:pt x="3910" y="327063"/>
                  </a:lnTo>
                  <a:lnTo>
                    <a:pt x="3914" y="329010"/>
                  </a:lnTo>
                  <a:lnTo>
                    <a:pt x="3918" y="330956"/>
                  </a:lnTo>
                  <a:lnTo>
                    <a:pt x="3922" y="332903"/>
                  </a:lnTo>
                  <a:lnTo>
                    <a:pt x="3926" y="334850"/>
                  </a:lnTo>
                  <a:lnTo>
                    <a:pt x="3930" y="336797"/>
                  </a:lnTo>
                  <a:lnTo>
                    <a:pt x="3934" y="338744"/>
                  </a:lnTo>
                  <a:lnTo>
                    <a:pt x="3937" y="340690"/>
                  </a:lnTo>
                  <a:lnTo>
                    <a:pt x="3941" y="342637"/>
                  </a:lnTo>
                  <a:lnTo>
                    <a:pt x="3945" y="344584"/>
                  </a:lnTo>
                  <a:lnTo>
                    <a:pt x="3948" y="346531"/>
                  </a:lnTo>
                  <a:lnTo>
                    <a:pt x="3952" y="348478"/>
                  </a:lnTo>
                  <a:lnTo>
                    <a:pt x="3955" y="350424"/>
                  </a:lnTo>
                  <a:lnTo>
                    <a:pt x="3958" y="352371"/>
                  </a:lnTo>
                  <a:lnTo>
                    <a:pt x="3961" y="354318"/>
                  </a:lnTo>
                  <a:lnTo>
                    <a:pt x="3964" y="356265"/>
                  </a:lnTo>
                  <a:lnTo>
                    <a:pt x="3967" y="358212"/>
                  </a:lnTo>
                  <a:lnTo>
                    <a:pt x="3970" y="360158"/>
                  </a:lnTo>
                  <a:lnTo>
                    <a:pt x="3972" y="362105"/>
                  </a:lnTo>
                  <a:lnTo>
                    <a:pt x="3975" y="364052"/>
                  </a:lnTo>
                  <a:lnTo>
                    <a:pt x="3977" y="365999"/>
                  </a:lnTo>
                  <a:lnTo>
                    <a:pt x="3979" y="367946"/>
                  </a:lnTo>
                  <a:lnTo>
                    <a:pt x="3982" y="369892"/>
                  </a:lnTo>
                  <a:lnTo>
                    <a:pt x="3984" y="371839"/>
                  </a:lnTo>
                  <a:lnTo>
                    <a:pt x="3986" y="373786"/>
                  </a:lnTo>
                  <a:lnTo>
                    <a:pt x="3988" y="375733"/>
                  </a:lnTo>
                  <a:lnTo>
                    <a:pt x="3990" y="377680"/>
                  </a:lnTo>
                  <a:lnTo>
                    <a:pt x="3992" y="379627"/>
                  </a:lnTo>
                  <a:lnTo>
                    <a:pt x="3994" y="381573"/>
                  </a:lnTo>
                  <a:lnTo>
                    <a:pt x="3995" y="383520"/>
                  </a:lnTo>
                  <a:lnTo>
                    <a:pt x="3997" y="385467"/>
                  </a:lnTo>
                  <a:lnTo>
                    <a:pt x="3999" y="387414"/>
                  </a:lnTo>
                  <a:lnTo>
                    <a:pt x="4001" y="389361"/>
                  </a:lnTo>
                  <a:lnTo>
                    <a:pt x="4004" y="391307"/>
                  </a:lnTo>
                  <a:lnTo>
                    <a:pt x="4006" y="393254"/>
                  </a:lnTo>
                  <a:lnTo>
                    <a:pt x="4008" y="395201"/>
                  </a:lnTo>
                  <a:lnTo>
                    <a:pt x="4011" y="397148"/>
                  </a:lnTo>
                  <a:lnTo>
                    <a:pt x="4013" y="399095"/>
                  </a:lnTo>
                  <a:lnTo>
                    <a:pt x="4016" y="401041"/>
                  </a:lnTo>
                  <a:lnTo>
                    <a:pt x="4019" y="402988"/>
                  </a:lnTo>
                  <a:lnTo>
                    <a:pt x="4023" y="404935"/>
                  </a:lnTo>
                  <a:lnTo>
                    <a:pt x="4026" y="406882"/>
                  </a:lnTo>
                  <a:lnTo>
                    <a:pt x="4030" y="408829"/>
                  </a:lnTo>
                  <a:lnTo>
                    <a:pt x="4034" y="410775"/>
                  </a:lnTo>
                  <a:lnTo>
                    <a:pt x="4039" y="412722"/>
                  </a:lnTo>
                  <a:lnTo>
                    <a:pt x="4043" y="414669"/>
                  </a:lnTo>
                  <a:lnTo>
                    <a:pt x="4049" y="416616"/>
                  </a:lnTo>
                  <a:lnTo>
                    <a:pt x="4054" y="418563"/>
                  </a:lnTo>
                  <a:lnTo>
                    <a:pt x="4060" y="420509"/>
                  </a:lnTo>
                  <a:lnTo>
                    <a:pt x="4066" y="422456"/>
                  </a:lnTo>
                  <a:lnTo>
                    <a:pt x="4073" y="424403"/>
                  </a:lnTo>
                  <a:lnTo>
                    <a:pt x="4080" y="426350"/>
                  </a:lnTo>
                  <a:lnTo>
                    <a:pt x="4088" y="428297"/>
                  </a:lnTo>
                  <a:lnTo>
                    <a:pt x="4096" y="430243"/>
                  </a:lnTo>
                  <a:lnTo>
                    <a:pt x="4104" y="432190"/>
                  </a:lnTo>
                  <a:lnTo>
                    <a:pt x="4113" y="434137"/>
                  </a:lnTo>
                  <a:lnTo>
                    <a:pt x="4122" y="436084"/>
                  </a:lnTo>
                  <a:lnTo>
                    <a:pt x="4132" y="438031"/>
                  </a:lnTo>
                  <a:lnTo>
                    <a:pt x="4143" y="439977"/>
                  </a:lnTo>
                  <a:lnTo>
                    <a:pt x="4154" y="441924"/>
                  </a:lnTo>
                  <a:lnTo>
                    <a:pt x="4165" y="443871"/>
                  </a:lnTo>
                  <a:lnTo>
                    <a:pt x="4177" y="445818"/>
                  </a:lnTo>
                  <a:lnTo>
                    <a:pt x="4189" y="447765"/>
                  </a:lnTo>
                  <a:lnTo>
                    <a:pt x="4202" y="449712"/>
                  </a:lnTo>
                  <a:lnTo>
                    <a:pt x="4215" y="451658"/>
                  </a:lnTo>
                  <a:lnTo>
                    <a:pt x="4229" y="453605"/>
                  </a:lnTo>
                  <a:lnTo>
                    <a:pt x="4243" y="455552"/>
                  </a:lnTo>
                  <a:lnTo>
                    <a:pt x="4258" y="457499"/>
                  </a:lnTo>
                  <a:lnTo>
                    <a:pt x="4273" y="459446"/>
                  </a:lnTo>
                  <a:lnTo>
                    <a:pt x="4288" y="461392"/>
                  </a:lnTo>
                  <a:lnTo>
                    <a:pt x="4304" y="463339"/>
                  </a:lnTo>
                  <a:lnTo>
                    <a:pt x="4321" y="465286"/>
                  </a:lnTo>
                  <a:lnTo>
                    <a:pt x="4337" y="467233"/>
                  </a:lnTo>
                  <a:lnTo>
                    <a:pt x="4355" y="469180"/>
                  </a:lnTo>
                  <a:lnTo>
                    <a:pt x="4372" y="471126"/>
                  </a:lnTo>
                  <a:lnTo>
                    <a:pt x="4390" y="473073"/>
                  </a:lnTo>
                  <a:lnTo>
                    <a:pt x="4408" y="475020"/>
                  </a:lnTo>
                  <a:lnTo>
                    <a:pt x="4427" y="476967"/>
                  </a:lnTo>
                  <a:lnTo>
                    <a:pt x="4446" y="478914"/>
                  </a:lnTo>
                  <a:lnTo>
                    <a:pt x="4465" y="480860"/>
                  </a:lnTo>
                  <a:lnTo>
                    <a:pt x="4485" y="482807"/>
                  </a:lnTo>
                  <a:lnTo>
                    <a:pt x="4504" y="484754"/>
                  </a:lnTo>
                  <a:lnTo>
                    <a:pt x="4524" y="486701"/>
                  </a:lnTo>
                  <a:lnTo>
                    <a:pt x="4545" y="488648"/>
                  </a:lnTo>
                  <a:lnTo>
                    <a:pt x="4565" y="490594"/>
                  </a:lnTo>
                  <a:lnTo>
                    <a:pt x="4585" y="492541"/>
                  </a:lnTo>
                  <a:lnTo>
                    <a:pt x="4606" y="494488"/>
                  </a:lnTo>
                  <a:lnTo>
                    <a:pt x="4627" y="496435"/>
                  </a:lnTo>
                  <a:lnTo>
                    <a:pt x="4647" y="498382"/>
                  </a:lnTo>
                  <a:lnTo>
                    <a:pt x="4668" y="500328"/>
                  </a:lnTo>
                  <a:lnTo>
                    <a:pt x="4689" y="502275"/>
                  </a:lnTo>
                  <a:lnTo>
                    <a:pt x="4710" y="504222"/>
                  </a:lnTo>
                  <a:lnTo>
                    <a:pt x="4731" y="506169"/>
                  </a:lnTo>
                  <a:lnTo>
                    <a:pt x="4751" y="508116"/>
                  </a:lnTo>
                  <a:lnTo>
                    <a:pt x="4772" y="510062"/>
                  </a:lnTo>
                  <a:lnTo>
                    <a:pt x="4792" y="512009"/>
                  </a:lnTo>
                  <a:lnTo>
                    <a:pt x="4813" y="513956"/>
                  </a:lnTo>
                  <a:lnTo>
                    <a:pt x="4833" y="515903"/>
                  </a:lnTo>
                  <a:lnTo>
                    <a:pt x="4853" y="517850"/>
                  </a:lnTo>
                  <a:lnTo>
                    <a:pt x="4873" y="519797"/>
                  </a:lnTo>
                  <a:lnTo>
                    <a:pt x="4892" y="521743"/>
                  </a:lnTo>
                  <a:lnTo>
                    <a:pt x="4911" y="523690"/>
                  </a:lnTo>
                  <a:lnTo>
                    <a:pt x="4930" y="525637"/>
                  </a:lnTo>
                  <a:lnTo>
                    <a:pt x="4949" y="527584"/>
                  </a:lnTo>
                  <a:lnTo>
                    <a:pt x="4967" y="529531"/>
                  </a:lnTo>
                  <a:lnTo>
                    <a:pt x="4985" y="531477"/>
                  </a:lnTo>
                  <a:lnTo>
                    <a:pt x="5002" y="533424"/>
                  </a:lnTo>
                  <a:lnTo>
                    <a:pt x="5019" y="535371"/>
                  </a:lnTo>
                  <a:lnTo>
                    <a:pt x="5036" y="537318"/>
                  </a:lnTo>
                  <a:lnTo>
                    <a:pt x="5053" y="539265"/>
                  </a:lnTo>
                  <a:lnTo>
                    <a:pt x="5068" y="541211"/>
                  </a:lnTo>
                  <a:lnTo>
                    <a:pt x="5084" y="543158"/>
                  </a:lnTo>
                  <a:lnTo>
                    <a:pt x="5099" y="545105"/>
                  </a:lnTo>
                  <a:lnTo>
                    <a:pt x="5114" y="547052"/>
                  </a:lnTo>
                  <a:lnTo>
                    <a:pt x="5128" y="548999"/>
                  </a:lnTo>
                  <a:lnTo>
                    <a:pt x="5142" y="550945"/>
                  </a:lnTo>
                  <a:lnTo>
                    <a:pt x="5156" y="552892"/>
                  </a:lnTo>
                  <a:lnTo>
                    <a:pt x="5169" y="554839"/>
                  </a:lnTo>
                  <a:lnTo>
                    <a:pt x="5182" y="556786"/>
                  </a:lnTo>
                  <a:lnTo>
                    <a:pt x="5194" y="558733"/>
                  </a:lnTo>
                  <a:lnTo>
                    <a:pt x="5206" y="560679"/>
                  </a:lnTo>
                  <a:lnTo>
                    <a:pt x="5218" y="562626"/>
                  </a:lnTo>
                  <a:lnTo>
                    <a:pt x="5229" y="564573"/>
                  </a:lnTo>
                  <a:lnTo>
                    <a:pt x="5240" y="566520"/>
                  </a:lnTo>
                  <a:lnTo>
                    <a:pt x="5251" y="568467"/>
                  </a:lnTo>
                  <a:lnTo>
                    <a:pt x="5262" y="570413"/>
                  </a:lnTo>
                  <a:lnTo>
                    <a:pt x="5272" y="572360"/>
                  </a:lnTo>
                  <a:lnTo>
                    <a:pt x="5283" y="574307"/>
                  </a:lnTo>
                  <a:lnTo>
                    <a:pt x="5293" y="576254"/>
                  </a:lnTo>
                  <a:lnTo>
                    <a:pt x="5303" y="578201"/>
                  </a:lnTo>
                  <a:lnTo>
                    <a:pt x="5313" y="580147"/>
                  </a:lnTo>
                  <a:lnTo>
                    <a:pt x="5322" y="582094"/>
                  </a:lnTo>
                  <a:lnTo>
                    <a:pt x="5332" y="584041"/>
                  </a:lnTo>
                  <a:lnTo>
                    <a:pt x="5342" y="585988"/>
                  </a:lnTo>
                  <a:lnTo>
                    <a:pt x="5352" y="587935"/>
                  </a:lnTo>
                  <a:lnTo>
                    <a:pt x="5361" y="589881"/>
                  </a:lnTo>
                  <a:lnTo>
                    <a:pt x="5371" y="591828"/>
                  </a:lnTo>
                  <a:lnTo>
                    <a:pt x="5381" y="593775"/>
                  </a:lnTo>
                  <a:lnTo>
                    <a:pt x="5391" y="595722"/>
                  </a:lnTo>
                  <a:lnTo>
                    <a:pt x="5401" y="597669"/>
                  </a:lnTo>
                  <a:lnTo>
                    <a:pt x="5411" y="599616"/>
                  </a:lnTo>
                  <a:lnTo>
                    <a:pt x="5422" y="601562"/>
                  </a:lnTo>
                  <a:lnTo>
                    <a:pt x="5432" y="603509"/>
                  </a:lnTo>
                  <a:lnTo>
                    <a:pt x="5443" y="605456"/>
                  </a:lnTo>
                  <a:lnTo>
                    <a:pt x="5454" y="607403"/>
                  </a:lnTo>
                  <a:lnTo>
                    <a:pt x="5465" y="609350"/>
                  </a:lnTo>
                  <a:lnTo>
                    <a:pt x="5476" y="611296"/>
                  </a:lnTo>
                  <a:lnTo>
                    <a:pt x="5488" y="613243"/>
                  </a:lnTo>
                  <a:lnTo>
                    <a:pt x="5500" y="615190"/>
                  </a:lnTo>
                  <a:lnTo>
                    <a:pt x="5511" y="617137"/>
                  </a:lnTo>
                  <a:lnTo>
                    <a:pt x="5524" y="619084"/>
                  </a:lnTo>
                  <a:lnTo>
                    <a:pt x="5536" y="621030"/>
                  </a:lnTo>
                  <a:lnTo>
                    <a:pt x="5548" y="622977"/>
                  </a:lnTo>
                  <a:lnTo>
                    <a:pt x="5561" y="624924"/>
                  </a:lnTo>
                  <a:lnTo>
                    <a:pt x="5574" y="626871"/>
                  </a:lnTo>
                  <a:lnTo>
                    <a:pt x="5586" y="628818"/>
                  </a:lnTo>
                  <a:lnTo>
                    <a:pt x="5599" y="630764"/>
                  </a:lnTo>
                  <a:lnTo>
                    <a:pt x="5613" y="632711"/>
                  </a:lnTo>
                  <a:lnTo>
                    <a:pt x="5626" y="634658"/>
                  </a:lnTo>
                  <a:lnTo>
                    <a:pt x="5639" y="636605"/>
                  </a:lnTo>
                  <a:lnTo>
                    <a:pt x="5652" y="638552"/>
                  </a:lnTo>
                  <a:lnTo>
                    <a:pt x="5666" y="640498"/>
                  </a:lnTo>
                  <a:lnTo>
                    <a:pt x="5679" y="642445"/>
                  </a:lnTo>
                  <a:lnTo>
                    <a:pt x="5692" y="644392"/>
                  </a:lnTo>
                  <a:lnTo>
                    <a:pt x="5705" y="646339"/>
                  </a:lnTo>
                  <a:lnTo>
                    <a:pt x="5718" y="648286"/>
                  </a:lnTo>
                  <a:lnTo>
                    <a:pt x="5731" y="650232"/>
                  </a:lnTo>
                  <a:lnTo>
                    <a:pt x="5744" y="652179"/>
                  </a:lnTo>
                  <a:lnTo>
                    <a:pt x="5756" y="654126"/>
                  </a:lnTo>
                  <a:lnTo>
                    <a:pt x="5769" y="656073"/>
                  </a:lnTo>
                  <a:lnTo>
                    <a:pt x="5781" y="658020"/>
                  </a:lnTo>
                  <a:lnTo>
                    <a:pt x="5793" y="659966"/>
                  </a:lnTo>
                  <a:lnTo>
                    <a:pt x="5804" y="661913"/>
                  </a:lnTo>
                  <a:lnTo>
                    <a:pt x="5815" y="663860"/>
                  </a:lnTo>
                  <a:lnTo>
                    <a:pt x="5826" y="665807"/>
                  </a:lnTo>
                  <a:lnTo>
                    <a:pt x="5837" y="667754"/>
                  </a:lnTo>
                  <a:lnTo>
                    <a:pt x="5847" y="669701"/>
                  </a:lnTo>
                  <a:lnTo>
                    <a:pt x="5857" y="671647"/>
                  </a:lnTo>
                  <a:lnTo>
                    <a:pt x="5867" y="673594"/>
                  </a:lnTo>
                  <a:lnTo>
                    <a:pt x="5876" y="675541"/>
                  </a:lnTo>
                  <a:lnTo>
                    <a:pt x="5885" y="677488"/>
                  </a:lnTo>
                  <a:lnTo>
                    <a:pt x="5894" y="679435"/>
                  </a:lnTo>
                  <a:lnTo>
                    <a:pt x="5902" y="681381"/>
                  </a:lnTo>
                  <a:lnTo>
                    <a:pt x="5910" y="683328"/>
                  </a:lnTo>
                  <a:lnTo>
                    <a:pt x="5918" y="685275"/>
                  </a:lnTo>
                  <a:lnTo>
                    <a:pt x="5925" y="687222"/>
                  </a:lnTo>
                  <a:lnTo>
                    <a:pt x="5932" y="689169"/>
                  </a:lnTo>
                  <a:lnTo>
                    <a:pt x="5938" y="691115"/>
                  </a:lnTo>
                  <a:lnTo>
                    <a:pt x="5945" y="693062"/>
                  </a:lnTo>
                  <a:lnTo>
                    <a:pt x="5951" y="695009"/>
                  </a:lnTo>
                  <a:lnTo>
                    <a:pt x="5957" y="696956"/>
                  </a:lnTo>
                  <a:lnTo>
                    <a:pt x="5963" y="698903"/>
                  </a:lnTo>
                  <a:lnTo>
                    <a:pt x="5968" y="700849"/>
                  </a:lnTo>
                  <a:lnTo>
                    <a:pt x="5973" y="702796"/>
                  </a:lnTo>
                  <a:lnTo>
                    <a:pt x="5979" y="704743"/>
                  </a:lnTo>
                  <a:lnTo>
                    <a:pt x="5984" y="706690"/>
                  </a:lnTo>
                  <a:lnTo>
                    <a:pt x="5989" y="708637"/>
                  </a:lnTo>
                  <a:lnTo>
                    <a:pt x="5994" y="710583"/>
                  </a:lnTo>
                  <a:lnTo>
                    <a:pt x="5999" y="712530"/>
                  </a:lnTo>
                  <a:lnTo>
                    <a:pt x="6004" y="714477"/>
                  </a:lnTo>
                  <a:lnTo>
                    <a:pt x="6009" y="716424"/>
                  </a:lnTo>
                  <a:lnTo>
                    <a:pt x="6014" y="718371"/>
                  </a:lnTo>
                  <a:lnTo>
                    <a:pt x="6020" y="720317"/>
                  </a:lnTo>
                  <a:lnTo>
                    <a:pt x="6025" y="722264"/>
                  </a:lnTo>
                  <a:lnTo>
                    <a:pt x="6031" y="724211"/>
                  </a:lnTo>
                  <a:lnTo>
                    <a:pt x="6036" y="726158"/>
                  </a:lnTo>
                  <a:lnTo>
                    <a:pt x="6042" y="728105"/>
                  </a:lnTo>
                  <a:lnTo>
                    <a:pt x="6049" y="730051"/>
                  </a:lnTo>
                  <a:lnTo>
                    <a:pt x="6055" y="731998"/>
                  </a:lnTo>
                  <a:lnTo>
                    <a:pt x="6062" y="733945"/>
                  </a:lnTo>
                  <a:lnTo>
                    <a:pt x="6069" y="735892"/>
                  </a:lnTo>
                  <a:lnTo>
                    <a:pt x="6076" y="737839"/>
                  </a:lnTo>
                  <a:lnTo>
                    <a:pt x="6084" y="739785"/>
                  </a:lnTo>
                  <a:lnTo>
                    <a:pt x="6092" y="741732"/>
                  </a:lnTo>
                  <a:lnTo>
                    <a:pt x="6100" y="743679"/>
                  </a:lnTo>
                  <a:lnTo>
                    <a:pt x="6109" y="745626"/>
                  </a:lnTo>
                  <a:lnTo>
                    <a:pt x="6118" y="747573"/>
                  </a:lnTo>
                  <a:lnTo>
                    <a:pt x="6127" y="749520"/>
                  </a:lnTo>
                  <a:lnTo>
                    <a:pt x="6137" y="751466"/>
                  </a:lnTo>
                  <a:lnTo>
                    <a:pt x="6147" y="753413"/>
                  </a:lnTo>
                  <a:lnTo>
                    <a:pt x="6158" y="755360"/>
                  </a:lnTo>
                  <a:lnTo>
                    <a:pt x="6168" y="757307"/>
                  </a:lnTo>
                  <a:lnTo>
                    <a:pt x="6180" y="759254"/>
                  </a:lnTo>
                  <a:lnTo>
                    <a:pt x="6191" y="761200"/>
                  </a:lnTo>
                  <a:lnTo>
                    <a:pt x="6203" y="763147"/>
                  </a:lnTo>
                  <a:lnTo>
                    <a:pt x="6215" y="765094"/>
                  </a:lnTo>
                  <a:lnTo>
                    <a:pt x="6228" y="767041"/>
                  </a:lnTo>
                  <a:lnTo>
                    <a:pt x="6240" y="768988"/>
                  </a:lnTo>
                  <a:lnTo>
                    <a:pt x="6254" y="770934"/>
                  </a:lnTo>
                  <a:lnTo>
                    <a:pt x="6267" y="772881"/>
                  </a:lnTo>
                  <a:lnTo>
                    <a:pt x="6281" y="774828"/>
                  </a:lnTo>
                  <a:lnTo>
                    <a:pt x="6295" y="776775"/>
                  </a:lnTo>
                  <a:lnTo>
                    <a:pt x="6309" y="778722"/>
                  </a:lnTo>
                  <a:lnTo>
                    <a:pt x="6324" y="780668"/>
                  </a:lnTo>
                  <a:lnTo>
                    <a:pt x="6339" y="782615"/>
                  </a:lnTo>
                  <a:lnTo>
                    <a:pt x="6354" y="784562"/>
                  </a:lnTo>
                  <a:lnTo>
                    <a:pt x="6369" y="786509"/>
                  </a:lnTo>
                  <a:lnTo>
                    <a:pt x="6385" y="788456"/>
                  </a:lnTo>
                  <a:lnTo>
                    <a:pt x="6400" y="790402"/>
                  </a:lnTo>
                  <a:lnTo>
                    <a:pt x="6416" y="792349"/>
                  </a:lnTo>
                  <a:lnTo>
                    <a:pt x="6432" y="794296"/>
                  </a:lnTo>
                  <a:lnTo>
                    <a:pt x="6449" y="796243"/>
                  </a:lnTo>
                  <a:lnTo>
                    <a:pt x="6465" y="798190"/>
                  </a:lnTo>
                  <a:lnTo>
                    <a:pt x="6481" y="800136"/>
                  </a:lnTo>
                  <a:lnTo>
                    <a:pt x="6498" y="802083"/>
                  </a:lnTo>
                  <a:lnTo>
                    <a:pt x="6515" y="804030"/>
                  </a:lnTo>
                  <a:lnTo>
                    <a:pt x="6532" y="805977"/>
                  </a:lnTo>
                  <a:lnTo>
                    <a:pt x="6549" y="807924"/>
                  </a:lnTo>
                  <a:lnTo>
                    <a:pt x="6566" y="809870"/>
                  </a:lnTo>
                  <a:lnTo>
                    <a:pt x="6583" y="811817"/>
                  </a:lnTo>
                  <a:lnTo>
                    <a:pt x="6600" y="813764"/>
                  </a:lnTo>
                  <a:lnTo>
                    <a:pt x="6617" y="815711"/>
                  </a:lnTo>
                  <a:lnTo>
                    <a:pt x="6634" y="817658"/>
                  </a:lnTo>
                  <a:lnTo>
                    <a:pt x="6652" y="819605"/>
                  </a:lnTo>
                  <a:lnTo>
                    <a:pt x="6669" y="821551"/>
                  </a:lnTo>
                  <a:lnTo>
                    <a:pt x="6686" y="823498"/>
                  </a:lnTo>
                  <a:lnTo>
                    <a:pt x="6702" y="825445"/>
                  </a:lnTo>
                  <a:lnTo>
                    <a:pt x="6719" y="827392"/>
                  </a:lnTo>
                  <a:lnTo>
                    <a:pt x="6736" y="829339"/>
                  </a:lnTo>
                  <a:lnTo>
                    <a:pt x="6752" y="831285"/>
                  </a:lnTo>
                  <a:lnTo>
                    <a:pt x="6768" y="833232"/>
                  </a:lnTo>
                  <a:lnTo>
                    <a:pt x="6784" y="835179"/>
                  </a:lnTo>
                  <a:lnTo>
                    <a:pt x="6799" y="837126"/>
                  </a:lnTo>
                  <a:lnTo>
                    <a:pt x="6814" y="839073"/>
                  </a:lnTo>
                  <a:lnTo>
                    <a:pt x="6829" y="841019"/>
                  </a:lnTo>
                  <a:lnTo>
                    <a:pt x="6843" y="842966"/>
                  </a:lnTo>
                  <a:lnTo>
                    <a:pt x="6856" y="844913"/>
                  </a:lnTo>
                  <a:lnTo>
                    <a:pt x="6869" y="846860"/>
                  </a:lnTo>
                  <a:lnTo>
                    <a:pt x="6881" y="848807"/>
                  </a:lnTo>
                  <a:lnTo>
                    <a:pt x="6893" y="850753"/>
                  </a:lnTo>
                  <a:lnTo>
                    <a:pt x="6904" y="852700"/>
                  </a:lnTo>
                  <a:lnTo>
                    <a:pt x="6913" y="854647"/>
                  </a:lnTo>
                  <a:lnTo>
                    <a:pt x="6922" y="856594"/>
                  </a:lnTo>
                  <a:lnTo>
                    <a:pt x="6930" y="858541"/>
                  </a:lnTo>
                  <a:lnTo>
                    <a:pt x="6937" y="860487"/>
                  </a:lnTo>
                  <a:lnTo>
                    <a:pt x="6942" y="862434"/>
                  </a:lnTo>
                  <a:lnTo>
                    <a:pt x="6946" y="864381"/>
                  </a:lnTo>
                  <a:lnTo>
                    <a:pt x="6949" y="866328"/>
                  </a:lnTo>
                  <a:lnTo>
                    <a:pt x="6950" y="868275"/>
                  </a:lnTo>
                  <a:lnTo>
                    <a:pt x="6950" y="870221"/>
                  </a:lnTo>
                  <a:lnTo>
                    <a:pt x="6948" y="872168"/>
                  </a:lnTo>
                  <a:lnTo>
                    <a:pt x="6944" y="874115"/>
                  </a:lnTo>
                  <a:lnTo>
                    <a:pt x="6939" y="876062"/>
                  </a:lnTo>
                  <a:lnTo>
                    <a:pt x="6931" y="878009"/>
                  </a:lnTo>
                  <a:lnTo>
                    <a:pt x="6922" y="879955"/>
                  </a:lnTo>
                  <a:lnTo>
                    <a:pt x="6910" y="881902"/>
                  </a:lnTo>
                  <a:lnTo>
                    <a:pt x="6897" y="883849"/>
                  </a:lnTo>
                  <a:lnTo>
                    <a:pt x="6881" y="885796"/>
                  </a:lnTo>
                  <a:lnTo>
                    <a:pt x="6863" y="887743"/>
                  </a:lnTo>
                  <a:lnTo>
                    <a:pt x="6843" y="889690"/>
                  </a:lnTo>
                  <a:lnTo>
                    <a:pt x="6821" y="891636"/>
                  </a:lnTo>
                  <a:lnTo>
                    <a:pt x="6796" y="893583"/>
                  </a:lnTo>
                  <a:lnTo>
                    <a:pt x="6768" y="895530"/>
                  </a:lnTo>
                  <a:lnTo>
                    <a:pt x="6738" y="897477"/>
                  </a:lnTo>
                  <a:lnTo>
                    <a:pt x="6706" y="899424"/>
                  </a:lnTo>
                  <a:lnTo>
                    <a:pt x="6672" y="901370"/>
                  </a:lnTo>
                  <a:lnTo>
                    <a:pt x="6634" y="903317"/>
                  </a:lnTo>
                  <a:lnTo>
                    <a:pt x="6595" y="905264"/>
                  </a:lnTo>
                  <a:lnTo>
                    <a:pt x="6553" y="907211"/>
                  </a:lnTo>
                  <a:lnTo>
                    <a:pt x="6508" y="909158"/>
                  </a:lnTo>
                  <a:lnTo>
                    <a:pt x="6462" y="911104"/>
                  </a:lnTo>
                  <a:lnTo>
                    <a:pt x="6413" y="913051"/>
                  </a:lnTo>
                  <a:lnTo>
                    <a:pt x="6362" y="914998"/>
                  </a:lnTo>
                  <a:lnTo>
                    <a:pt x="6308" y="916945"/>
                  </a:lnTo>
                  <a:lnTo>
                    <a:pt x="6253" y="918892"/>
                  </a:lnTo>
                  <a:lnTo>
                    <a:pt x="6196" y="920838"/>
                  </a:lnTo>
                  <a:lnTo>
                    <a:pt x="6137" y="922785"/>
                  </a:lnTo>
                  <a:lnTo>
                    <a:pt x="6077" y="924732"/>
                  </a:lnTo>
                  <a:lnTo>
                    <a:pt x="6014" y="926679"/>
                  </a:lnTo>
                  <a:lnTo>
                    <a:pt x="5951" y="928626"/>
                  </a:lnTo>
                  <a:lnTo>
                    <a:pt x="5886" y="930572"/>
                  </a:lnTo>
                  <a:lnTo>
                    <a:pt x="5820" y="932519"/>
                  </a:lnTo>
                  <a:lnTo>
                    <a:pt x="5753" y="934466"/>
                  </a:lnTo>
                  <a:lnTo>
                    <a:pt x="5685" y="936413"/>
                  </a:lnTo>
                  <a:lnTo>
                    <a:pt x="5617" y="938360"/>
                  </a:lnTo>
                  <a:lnTo>
                    <a:pt x="5548" y="940306"/>
                  </a:lnTo>
                  <a:lnTo>
                    <a:pt x="5479" y="942253"/>
                  </a:lnTo>
                  <a:lnTo>
                    <a:pt x="5409" y="944200"/>
                  </a:lnTo>
                  <a:lnTo>
                    <a:pt x="5340" y="946147"/>
                  </a:lnTo>
                  <a:lnTo>
                    <a:pt x="5270" y="948094"/>
                  </a:lnTo>
                  <a:lnTo>
                    <a:pt x="5201" y="950040"/>
                  </a:lnTo>
                  <a:lnTo>
                    <a:pt x="5133" y="951987"/>
                  </a:lnTo>
                  <a:lnTo>
                    <a:pt x="5065" y="953934"/>
                  </a:lnTo>
                  <a:lnTo>
                    <a:pt x="4998" y="955881"/>
                  </a:lnTo>
                  <a:lnTo>
                    <a:pt x="4931" y="957828"/>
                  </a:lnTo>
                  <a:lnTo>
                    <a:pt x="4866" y="959774"/>
                  </a:lnTo>
                  <a:lnTo>
                    <a:pt x="4802" y="961721"/>
                  </a:lnTo>
                  <a:lnTo>
                    <a:pt x="4739" y="963668"/>
                  </a:lnTo>
                  <a:lnTo>
                    <a:pt x="4677" y="965615"/>
                  </a:lnTo>
                  <a:lnTo>
                    <a:pt x="4617" y="967562"/>
                  </a:lnTo>
                  <a:lnTo>
                    <a:pt x="4558" y="969509"/>
                  </a:lnTo>
                  <a:lnTo>
                    <a:pt x="4501" y="971455"/>
                  </a:lnTo>
                  <a:lnTo>
                    <a:pt x="4445" y="973402"/>
                  </a:lnTo>
                  <a:lnTo>
                    <a:pt x="4392" y="975349"/>
                  </a:lnTo>
                  <a:lnTo>
                    <a:pt x="4339" y="977296"/>
                  </a:lnTo>
                  <a:lnTo>
                    <a:pt x="4289" y="979243"/>
                  </a:lnTo>
                  <a:lnTo>
                    <a:pt x="4241" y="981189"/>
                  </a:lnTo>
                  <a:lnTo>
                    <a:pt x="4195" y="983136"/>
                  </a:lnTo>
                  <a:lnTo>
                    <a:pt x="4150" y="985083"/>
                  </a:lnTo>
                  <a:lnTo>
                    <a:pt x="4107" y="987030"/>
                  </a:lnTo>
                  <a:lnTo>
                    <a:pt x="4066" y="988977"/>
                  </a:lnTo>
                  <a:lnTo>
                    <a:pt x="4027" y="990923"/>
                  </a:lnTo>
                  <a:lnTo>
                    <a:pt x="3990" y="992870"/>
                  </a:lnTo>
                  <a:lnTo>
                    <a:pt x="3955" y="994817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7" name="pg27"/>
            <p:cNvSpPr/>
            <p:nvPr/>
          </p:nvSpPr>
          <p:spPr>
            <a:xfrm>
              <a:off x="2904788" y="2333032"/>
              <a:ext cx="18463" cy="708020"/>
            </a:xfrm>
            <a:custGeom>
              <a:avLst/>
              <a:gdLst/>
              <a:ahLst/>
              <a:cxnLst/>
              <a:rect l="0" t="0" r="0" b="0"/>
              <a:pathLst>
                <a:path w="18463" h="708020">
                  <a:moveTo>
                    <a:pt x="8960" y="708020"/>
                  </a:moveTo>
                  <a:lnTo>
                    <a:pt x="8933" y="706635"/>
                  </a:lnTo>
                  <a:lnTo>
                    <a:pt x="8904" y="705249"/>
                  </a:lnTo>
                  <a:lnTo>
                    <a:pt x="8872" y="703864"/>
                  </a:lnTo>
                  <a:lnTo>
                    <a:pt x="8836" y="702478"/>
                  </a:lnTo>
                  <a:lnTo>
                    <a:pt x="8797" y="701093"/>
                  </a:lnTo>
                  <a:lnTo>
                    <a:pt x="8754" y="699707"/>
                  </a:lnTo>
                  <a:lnTo>
                    <a:pt x="8707" y="698321"/>
                  </a:lnTo>
                  <a:lnTo>
                    <a:pt x="8655" y="696936"/>
                  </a:lnTo>
                  <a:lnTo>
                    <a:pt x="8600" y="695550"/>
                  </a:lnTo>
                  <a:lnTo>
                    <a:pt x="8538" y="694165"/>
                  </a:lnTo>
                  <a:lnTo>
                    <a:pt x="8470" y="692779"/>
                  </a:lnTo>
                  <a:lnTo>
                    <a:pt x="8397" y="691394"/>
                  </a:lnTo>
                  <a:lnTo>
                    <a:pt x="8318" y="690008"/>
                  </a:lnTo>
                  <a:lnTo>
                    <a:pt x="8232" y="688623"/>
                  </a:lnTo>
                  <a:lnTo>
                    <a:pt x="8140" y="687237"/>
                  </a:lnTo>
                  <a:lnTo>
                    <a:pt x="8039" y="685851"/>
                  </a:lnTo>
                  <a:lnTo>
                    <a:pt x="7931" y="684466"/>
                  </a:lnTo>
                  <a:lnTo>
                    <a:pt x="7816" y="683080"/>
                  </a:lnTo>
                  <a:lnTo>
                    <a:pt x="7693" y="681695"/>
                  </a:lnTo>
                  <a:lnTo>
                    <a:pt x="7562" y="680309"/>
                  </a:lnTo>
                  <a:lnTo>
                    <a:pt x="7424" y="678924"/>
                  </a:lnTo>
                  <a:lnTo>
                    <a:pt x="7276" y="677538"/>
                  </a:lnTo>
                  <a:lnTo>
                    <a:pt x="7120" y="676153"/>
                  </a:lnTo>
                  <a:lnTo>
                    <a:pt x="6957" y="674767"/>
                  </a:lnTo>
                  <a:lnTo>
                    <a:pt x="6786" y="673381"/>
                  </a:lnTo>
                  <a:lnTo>
                    <a:pt x="6608" y="671996"/>
                  </a:lnTo>
                  <a:lnTo>
                    <a:pt x="6422" y="670610"/>
                  </a:lnTo>
                  <a:lnTo>
                    <a:pt x="6227" y="669225"/>
                  </a:lnTo>
                  <a:lnTo>
                    <a:pt x="6026" y="667839"/>
                  </a:lnTo>
                  <a:lnTo>
                    <a:pt x="5819" y="666454"/>
                  </a:lnTo>
                  <a:lnTo>
                    <a:pt x="5606" y="665068"/>
                  </a:lnTo>
                  <a:lnTo>
                    <a:pt x="5387" y="663682"/>
                  </a:lnTo>
                  <a:lnTo>
                    <a:pt x="5163" y="662297"/>
                  </a:lnTo>
                  <a:lnTo>
                    <a:pt x="4934" y="660911"/>
                  </a:lnTo>
                  <a:lnTo>
                    <a:pt x="4701" y="659526"/>
                  </a:lnTo>
                  <a:lnTo>
                    <a:pt x="4465" y="658140"/>
                  </a:lnTo>
                  <a:lnTo>
                    <a:pt x="4227" y="656755"/>
                  </a:lnTo>
                  <a:lnTo>
                    <a:pt x="3987" y="655369"/>
                  </a:lnTo>
                  <a:lnTo>
                    <a:pt x="3746" y="653984"/>
                  </a:lnTo>
                  <a:lnTo>
                    <a:pt x="3505" y="652598"/>
                  </a:lnTo>
                  <a:lnTo>
                    <a:pt x="3265" y="651212"/>
                  </a:lnTo>
                  <a:lnTo>
                    <a:pt x="3027" y="649827"/>
                  </a:lnTo>
                  <a:lnTo>
                    <a:pt x="2791" y="648441"/>
                  </a:lnTo>
                  <a:lnTo>
                    <a:pt x="2559" y="647056"/>
                  </a:lnTo>
                  <a:lnTo>
                    <a:pt x="2333" y="645670"/>
                  </a:lnTo>
                  <a:lnTo>
                    <a:pt x="2112" y="644285"/>
                  </a:lnTo>
                  <a:lnTo>
                    <a:pt x="1899" y="642899"/>
                  </a:lnTo>
                  <a:lnTo>
                    <a:pt x="1692" y="641514"/>
                  </a:lnTo>
                  <a:lnTo>
                    <a:pt x="1494" y="640128"/>
                  </a:lnTo>
                  <a:lnTo>
                    <a:pt x="1306" y="638742"/>
                  </a:lnTo>
                  <a:lnTo>
                    <a:pt x="1129" y="637357"/>
                  </a:lnTo>
                  <a:lnTo>
                    <a:pt x="964" y="635971"/>
                  </a:lnTo>
                  <a:lnTo>
                    <a:pt x="810" y="634586"/>
                  </a:lnTo>
                  <a:lnTo>
                    <a:pt x="668" y="633200"/>
                  </a:lnTo>
                  <a:lnTo>
                    <a:pt x="539" y="631815"/>
                  </a:lnTo>
                  <a:lnTo>
                    <a:pt x="422" y="630429"/>
                  </a:lnTo>
                  <a:lnTo>
                    <a:pt x="322" y="629043"/>
                  </a:lnTo>
                  <a:lnTo>
                    <a:pt x="235" y="627658"/>
                  </a:lnTo>
                  <a:lnTo>
                    <a:pt x="162" y="626272"/>
                  </a:lnTo>
                  <a:lnTo>
                    <a:pt x="124" y="625390"/>
                  </a:lnTo>
                  <a:lnTo>
                    <a:pt x="102" y="624887"/>
                  </a:lnTo>
                  <a:lnTo>
                    <a:pt x="55" y="623501"/>
                  </a:lnTo>
                  <a:lnTo>
                    <a:pt x="22" y="622116"/>
                  </a:lnTo>
                  <a:lnTo>
                    <a:pt x="5" y="620730"/>
                  </a:lnTo>
                  <a:lnTo>
                    <a:pt x="0" y="619345"/>
                  </a:lnTo>
                  <a:lnTo>
                    <a:pt x="6" y="617959"/>
                  </a:lnTo>
                  <a:lnTo>
                    <a:pt x="25" y="616573"/>
                  </a:lnTo>
                  <a:lnTo>
                    <a:pt x="54" y="615188"/>
                  </a:lnTo>
                  <a:lnTo>
                    <a:pt x="94" y="613802"/>
                  </a:lnTo>
                  <a:lnTo>
                    <a:pt x="146" y="612417"/>
                  </a:lnTo>
                  <a:lnTo>
                    <a:pt x="207" y="611031"/>
                  </a:lnTo>
                  <a:lnTo>
                    <a:pt x="277" y="609646"/>
                  </a:lnTo>
                  <a:lnTo>
                    <a:pt x="354" y="608260"/>
                  </a:lnTo>
                  <a:lnTo>
                    <a:pt x="438" y="606875"/>
                  </a:lnTo>
                  <a:lnTo>
                    <a:pt x="530" y="605489"/>
                  </a:lnTo>
                  <a:lnTo>
                    <a:pt x="628" y="604103"/>
                  </a:lnTo>
                  <a:lnTo>
                    <a:pt x="732" y="602718"/>
                  </a:lnTo>
                  <a:lnTo>
                    <a:pt x="840" y="601332"/>
                  </a:lnTo>
                  <a:lnTo>
                    <a:pt x="952" y="599947"/>
                  </a:lnTo>
                  <a:lnTo>
                    <a:pt x="1067" y="598561"/>
                  </a:lnTo>
                  <a:lnTo>
                    <a:pt x="1186" y="597176"/>
                  </a:lnTo>
                  <a:lnTo>
                    <a:pt x="1306" y="595790"/>
                  </a:lnTo>
                  <a:lnTo>
                    <a:pt x="1429" y="594404"/>
                  </a:lnTo>
                  <a:lnTo>
                    <a:pt x="1552" y="593019"/>
                  </a:lnTo>
                  <a:lnTo>
                    <a:pt x="1676" y="591633"/>
                  </a:lnTo>
                  <a:lnTo>
                    <a:pt x="1800" y="590248"/>
                  </a:lnTo>
                  <a:lnTo>
                    <a:pt x="1923" y="588862"/>
                  </a:lnTo>
                  <a:lnTo>
                    <a:pt x="2017" y="587807"/>
                  </a:lnTo>
                  <a:lnTo>
                    <a:pt x="2046" y="587477"/>
                  </a:lnTo>
                  <a:lnTo>
                    <a:pt x="2167" y="586091"/>
                  </a:lnTo>
                  <a:lnTo>
                    <a:pt x="2287" y="584706"/>
                  </a:lnTo>
                  <a:lnTo>
                    <a:pt x="2405" y="583320"/>
                  </a:lnTo>
                  <a:lnTo>
                    <a:pt x="2521" y="581934"/>
                  </a:lnTo>
                  <a:lnTo>
                    <a:pt x="2634" y="580549"/>
                  </a:lnTo>
                  <a:lnTo>
                    <a:pt x="2744" y="579163"/>
                  </a:lnTo>
                  <a:lnTo>
                    <a:pt x="2851" y="577778"/>
                  </a:lnTo>
                  <a:lnTo>
                    <a:pt x="2955" y="576392"/>
                  </a:lnTo>
                  <a:lnTo>
                    <a:pt x="3056" y="575007"/>
                  </a:lnTo>
                  <a:lnTo>
                    <a:pt x="3155" y="573621"/>
                  </a:lnTo>
                  <a:lnTo>
                    <a:pt x="3249" y="572236"/>
                  </a:lnTo>
                  <a:lnTo>
                    <a:pt x="3341" y="570850"/>
                  </a:lnTo>
                  <a:lnTo>
                    <a:pt x="3429" y="569464"/>
                  </a:lnTo>
                  <a:lnTo>
                    <a:pt x="3515" y="568079"/>
                  </a:lnTo>
                  <a:lnTo>
                    <a:pt x="3598" y="566693"/>
                  </a:lnTo>
                  <a:lnTo>
                    <a:pt x="3678" y="565308"/>
                  </a:lnTo>
                  <a:lnTo>
                    <a:pt x="3756" y="563922"/>
                  </a:lnTo>
                  <a:lnTo>
                    <a:pt x="3831" y="562537"/>
                  </a:lnTo>
                  <a:lnTo>
                    <a:pt x="3904" y="561151"/>
                  </a:lnTo>
                  <a:lnTo>
                    <a:pt x="3976" y="559766"/>
                  </a:lnTo>
                  <a:lnTo>
                    <a:pt x="4046" y="558380"/>
                  </a:lnTo>
                  <a:lnTo>
                    <a:pt x="4114" y="556994"/>
                  </a:lnTo>
                  <a:lnTo>
                    <a:pt x="4182" y="555609"/>
                  </a:lnTo>
                  <a:lnTo>
                    <a:pt x="4248" y="554223"/>
                  </a:lnTo>
                  <a:lnTo>
                    <a:pt x="4314" y="552838"/>
                  </a:lnTo>
                  <a:lnTo>
                    <a:pt x="4380" y="551452"/>
                  </a:lnTo>
                  <a:lnTo>
                    <a:pt x="4445" y="550067"/>
                  </a:lnTo>
                  <a:lnTo>
                    <a:pt x="4510" y="548681"/>
                  </a:lnTo>
                  <a:lnTo>
                    <a:pt x="4575" y="547295"/>
                  </a:lnTo>
                  <a:lnTo>
                    <a:pt x="4640" y="545910"/>
                  </a:lnTo>
                  <a:lnTo>
                    <a:pt x="4705" y="544524"/>
                  </a:lnTo>
                  <a:lnTo>
                    <a:pt x="4771" y="543139"/>
                  </a:lnTo>
                  <a:lnTo>
                    <a:pt x="4837" y="541753"/>
                  </a:lnTo>
                  <a:lnTo>
                    <a:pt x="4903" y="540368"/>
                  </a:lnTo>
                  <a:lnTo>
                    <a:pt x="4970" y="538982"/>
                  </a:lnTo>
                  <a:lnTo>
                    <a:pt x="5037" y="537597"/>
                  </a:lnTo>
                  <a:lnTo>
                    <a:pt x="5104" y="536211"/>
                  </a:lnTo>
                  <a:lnTo>
                    <a:pt x="5171" y="534825"/>
                  </a:lnTo>
                  <a:lnTo>
                    <a:pt x="5238" y="533440"/>
                  </a:lnTo>
                  <a:lnTo>
                    <a:pt x="5304" y="532054"/>
                  </a:lnTo>
                  <a:lnTo>
                    <a:pt x="5371" y="530669"/>
                  </a:lnTo>
                  <a:lnTo>
                    <a:pt x="5436" y="529283"/>
                  </a:lnTo>
                  <a:lnTo>
                    <a:pt x="5502" y="527898"/>
                  </a:lnTo>
                  <a:lnTo>
                    <a:pt x="5566" y="526512"/>
                  </a:lnTo>
                  <a:lnTo>
                    <a:pt x="5629" y="525127"/>
                  </a:lnTo>
                  <a:lnTo>
                    <a:pt x="5691" y="523741"/>
                  </a:lnTo>
                  <a:lnTo>
                    <a:pt x="5752" y="522355"/>
                  </a:lnTo>
                  <a:lnTo>
                    <a:pt x="5811" y="520970"/>
                  </a:lnTo>
                  <a:lnTo>
                    <a:pt x="5869" y="519584"/>
                  </a:lnTo>
                  <a:lnTo>
                    <a:pt x="5925" y="518199"/>
                  </a:lnTo>
                  <a:lnTo>
                    <a:pt x="5960" y="517297"/>
                  </a:lnTo>
                  <a:lnTo>
                    <a:pt x="5980" y="516813"/>
                  </a:lnTo>
                  <a:lnTo>
                    <a:pt x="6032" y="515428"/>
                  </a:lnTo>
                  <a:lnTo>
                    <a:pt x="6083" y="514042"/>
                  </a:lnTo>
                  <a:lnTo>
                    <a:pt x="6132" y="512656"/>
                  </a:lnTo>
                  <a:lnTo>
                    <a:pt x="6180" y="511271"/>
                  </a:lnTo>
                  <a:lnTo>
                    <a:pt x="6226" y="509885"/>
                  </a:lnTo>
                  <a:lnTo>
                    <a:pt x="6271" y="508500"/>
                  </a:lnTo>
                  <a:lnTo>
                    <a:pt x="6314" y="507114"/>
                  </a:lnTo>
                  <a:lnTo>
                    <a:pt x="6356" y="505729"/>
                  </a:lnTo>
                  <a:lnTo>
                    <a:pt x="6396" y="504343"/>
                  </a:lnTo>
                  <a:lnTo>
                    <a:pt x="6436" y="502958"/>
                  </a:lnTo>
                  <a:lnTo>
                    <a:pt x="6474" y="501572"/>
                  </a:lnTo>
                  <a:lnTo>
                    <a:pt x="6512" y="500186"/>
                  </a:lnTo>
                  <a:lnTo>
                    <a:pt x="6548" y="498801"/>
                  </a:lnTo>
                  <a:lnTo>
                    <a:pt x="6584" y="497415"/>
                  </a:lnTo>
                  <a:lnTo>
                    <a:pt x="6620" y="496030"/>
                  </a:lnTo>
                  <a:lnTo>
                    <a:pt x="6655" y="494644"/>
                  </a:lnTo>
                  <a:lnTo>
                    <a:pt x="6690" y="493259"/>
                  </a:lnTo>
                  <a:lnTo>
                    <a:pt x="6724" y="491873"/>
                  </a:lnTo>
                  <a:lnTo>
                    <a:pt x="6758" y="490488"/>
                  </a:lnTo>
                  <a:lnTo>
                    <a:pt x="6791" y="489102"/>
                  </a:lnTo>
                  <a:lnTo>
                    <a:pt x="6824" y="487716"/>
                  </a:lnTo>
                  <a:lnTo>
                    <a:pt x="6857" y="486331"/>
                  </a:lnTo>
                  <a:lnTo>
                    <a:pt x="6889" y="484945"/>
                  </a:lnTo>
                  <a:lnTo>
                    <a:pt x="6921" y="483560"/>
                  </a:lnTo>
                  <a:lnTo>
                    <a:pt x="6953" y="482174"/>
                  </a:lnTo>
                  <a:lnTo>
                    <a:pt x="6983" y="480789"/>
                  </a:lnTo>
                  <a:lnTo>
                    <a:pt x="7014" y="479403"/>
                  </a:lnTo>
                  <a:lnTo>
                    <a:pt x="7043" y="478018"/>
                  </a:lnTo>
                  <a:lnTo>
                    <a:pt x="7072" y="476632"/>
                  </a:lnTo>
                  <a:lnTo>
                    <a:pt x="7099" y="475246"/>
                  </a:lnTo>
                  <a:lnTo>
                    <a:pt x="7126" y="473861"/>
                  </a:lnTo>
                  <a:lnTo>
                    <a:pt x="7151" y="472475"/>
                  </a:lnTo>
                  <a:lnTo>
                    <a:pt x="7176" y="471090"/>
                  </a:lnTo>
                  <a:lnTo>
                    <a:pt x="7199" y="469704"/>
                  </a:lnTo>
                  <a:lnTo>
                    <a:pt x="7221" y="468319"/>
                  </a:lnTo>
                  <a:lnTo>
                    <a:pt x="7242" y="466933"/>
                  </a:lnTo>
                  <a:lnTo>
                    <a:pt x="7261" y="465547"/>
                  </a:lnTo>
                  <a:lnTo>
                    <a:pt x="7280" y="464162"/>
                  </a:lnTo>
                  <a:lnTo>
                    <a:pt x="7297" y="462776"/>
                  </a:lnTo>
                  <a:lnTo>
                    <a:pt x="7313" y="461391"/>
                  </a:lnTo>
                  <a:lnTo>
                    <a:pt x="7328" y="460005"/>
                  </a:lnTo>
                  <a:lnTo>
                    <a:pt x="7342" y="458620"/>
                  </a:lnTo>
                  <a:lnTo>
                    <a:pt x="7355" y="457234"/>
                  </a:lnTo>
                  <a:lnTo>
                    <a:pt x="7368" y="455849"/>
                  </a:lnTo>
                  <a:lnTo>
                    <a:pt x="7379" y="454463"/>
                  </a:lnTo>
                  <a:lnTo>
                    <a:pt x="7390" y="453077"/>
                  </a:lnTo>
                  <a:lnTo>
                    <a:pt x="7401" y="451692"/>
                  </a:lnTo>
                  <a:lnTo>
                    <a:pt x="7411" y="450306"/>
                  </a:lnTo>
                  <a:lnTo>
                    <a:pt x="7421" y="448921"/>
                  </a:lnTo>
                  <a:lnTo>
                    <a:pt x="7432" y="447535"/>
                  </a:lnTo>
                  <a:lnTo>
                    <a:pt x="7442" y="446150"/>
                  </a:lnTo>
                  <a:lnTo>
                    <a:pt x="7452" y="444764"/>
                  </a:lnTo>
                  <a:lnTo>
                    <a:pt x="7463" y="443379"/>
                  </a:lnTo>
                  <a:lnTo>
                    <a:pt x="7474" y="441993"/>
                  </a:lnTo>
                  <a:lnTo>
                    <a:pt x="7486" y="440607"/>
                  </a:lnTo>
                  <a:lnTo>
                    <a:pt x="7498" y="439222"/>
                  </a:lnTo>
                  <a:lnTo>
                    <a:pt x="7512" y="437836"/>
                  </a:lnTo>
                  <a:lnTo>
                    <a:pt x="7526" y="436451"/>
                  </a:lnTo>
                  <a:lnTo>
                    <a:pt x="7541" y="435065"/>
                  </a:lnTo>
                  <a:lnTo>
                    <a:pt x="7557" y="433680"/>
                  </a:lnTo>
                  <a:lnTo>
                    <a:pt x="7574" y="432294"/>
                  </a:lnTo>
                  <a:lnTo>
                    <a:pt x="7592" y="430908"/>
                  </a:lnTo>
                  <a:lnTo>
                    <a:pt x="7612" y="429523"/>
                  </a:lnTo>
                  <a:lnTo>
                    <a:pt x="7632" y="428137"/>
                  </a:lnTo>
                  <a:lnTo>
                    <a:pt x="7654" y="426752"/>
                  </a:lnTo>
                  <a:lnTo>
                    <a:pt x="7676" y="425366"/>
                  </a:lnTo>
                  <a:lnTo>
                    <a:pt x="7700" y="423981"/>
                  </a:lnTo>
                  <a:lnTo>
                    <a:pt x="7725" y="422595"/>
                  </a:lnTo>
                  <a:lnTo>
                    <a:pt x="7751" y="421210"/>
                  </a:lnTo>
                  <a:lnTo>
                    <a:pt x="7777" y="419824"/>
                  </a:lnTo>
                  <a:lnTo>
                    <a:pt x="7805" y="418438"/>
                  </a:lnTo>
                  <a:lnTo>
                    <a:pt x="7833" y="417053"/>
                  </a:lnTo>
                  <a:lnTo>
                    <a:pt x="7861" y="415667"/>
                  </a:lnTo>
                  <a:lnTo>
                    <a:pt x="7890" y="414282"/>
                  </a:lnTo>
                  <a:lnTo>
                    <a:pt x="7919" y="412896"/>
                  </a:lnTo>
                  <a:lnTo>
                    <a:pt x="7949" y="411511"/>
                  </a:lnTo>
                  <a:lnTo>
                    <a:pt x="7978" y="410125"/>
                  </a:lnTo>
                  <a:lnTo>
                    <a:pt x="8007" y="408740"/>
                  </a:lnTo>
                  <a:lnTo>
                    <a:pt x="8036" y="407354"/>
                  </a:lnTo>
                  <a:lnTo>
                    <a:pt x="8064" y="405968"/>
                  </a:lnTo>
                  <a:lnTo>
                    <a:pt x="8092" y="404583"/>
                  </a:lnTo>
                  <a:lnTo>
                    <a:pt x="8120" y="403197"/>
                  </a:lnTo>
                  <a:lnTo>
                    <a:pt x="8146" y="401812"/>
                  </a:lnTo>
                  <a:lnTo>
                    <a:pt x="8171" y="400426"/>
                  </a:lnTo>
                  <a:lnTo>
                    <a:pt x="8196" y="399041"/>
                  </a:lnTo>
                  <a:lnTo>
                    <a:pt x="8219" y="397655"/>
                  </a:lnTo>
                  <a:lnTo>
                    <a:pt x="8242" y="396269"/>
                  </a:lnTo>
                  <a:lnTo>
                    <a:pt x="8263" y="394884"/>
                  </a:lnTo>
                  <a:lnTo>
                    <a:pt x="8283" y="393498"/>
                  </a:lnTo>
                  <a:lnTo>
                    <a:pt x="8302" y="392113"/>
                  </a:lnTo>
                  <a:lnTo>
                    <a:pt x="8319" y="390727"/>
                  </a:lnTo>
                  <a:lnTo>
                    <a:pt x="8336" y="389342"/>
                  </a:lnTo>
                  <a:lnTo>
                    <a:pt x="8351" y="387956"/>
                  </a:lnTo>
                  <a:lnTo>
                    <a:pt x="8366" y="386571"/>
                  </a:lnTo>
                  <a:lnTo>
                    <a:pt x="8379" y="385185"/>
                  </a:lnTo>
                  <a:lnTo>
                    <a:pt x="8391" y="383799"/>
                  </a:lnTo>
                  <a:lnTo>
                    <a:pt x="8402" y="382414"/>
                  </a:lnTo>
                  <a:lnTo>
                    <a:pt x="8413" y="381028"/>
                  </a:lnTo>
                  <a:lnTo>
                    <a:pt x="8423" y="379643"/>
                  </a:lnTo>
                  <a:lnTo>
                    <a:pt x="8432" y="378257"/>
                  </a:lnTo>
                  <a:lnTo>
                    <a:pt x="8441" y="376872"/>
                  </a:lnTo>
                  <a:lnTo>
                    <a:pt x="8450" y="375486"/>
                  </a:lnTo>
                  <a:lnTo>
                    <a:pt x="8458" y="374101"/>
                  </a:lnTo>
                  <a:lnTo>
                    <a:pt x="8465" y="372715"/>
                  </a:lnTo>
                  <a:lnTo>
                    <a:pt x="8473" y="371329"/>
                  </a:lnTo>
                  <a:lnTo>
                    <a:pt x="8480" y="369944"/>
                  </a:lnTo>
                  <a:lnTo>
                    <a:pt x="8487" y="368558"/>
                  </a:lnTo>
                  <a:lnTo>
                    <a:pt x="8495" y="367173"/>
                  </a:lnTo>
                  <a:lnTo>
                    <a:pt x="8502" y="365787"/>
                  </a:lnTo>
                  <a:lnTo>
                    <a:pt x="8509" y="364402"/>
                  </a:lnTo>
                  <a:lnTo>
                    <a:pt x="8516" y="363016"/>
                  </a:lnTo>
                  <a:lnTo>
                    <a:pt x="8523" y="361631"/>
                  </a:lnTo>
                  <a:lnTo>
                    <a:pt x="8530" y="360245"/>
                  </a:lnTo>
                  <a:lnTo>
                    <a:pt x="8537" y="358859"/>
                  </a:lnTo>
                  <a:lnTo>
                    <a:pt x="8544" y="357474"/>
                  </a:lnTo>
                  <a:lnTo>
                    <a:pt x="8551" y="356088"/>
                  </a:lnTo>
                  <a:lnTo>
                    <a:pt x="8558" y="354703"/>
                  </a:lnTo>
                  <a:lnTo>
                    <a:pt x="8565" y="353317"/>
                  </a:lnTo>
                  <a:lnTo>
                    <a:pt x="8573" y="351932"/>
                  </a:lnTo>
                  <a:lnTo>
                    <a:pt x="8580" y="350546"/>
                  </a:lnTo>
                  <a:lnTo>
                    <a:pt x="8588" y="349160"/>
                  </a:lnTo>
                  <a:lnTo>
                    <a:pt x="8596" y="347775"/>
                  </a:lnTo>
                  <a:lnTo>
                    <a:pt x="8604" y="346389"/>
                  </a:lnTo>
                  <a:lnTo>
                    <a:pt x="8612" y="345004"/>
                  </a:lnTo>
                  <a:lnTo>
                    <a:pt x="8621" y="343618"/>
                  </a:lnTo>
                  <a:lnTo>
                    <a:pt x="8630" y="342233"/>
                  </a:lnTo>
                  <a:lnTo>
                    <a:pt x="8640" y="340847"/>
                  </a:lnTo>
                  <a:lnTo>
                    <a:pt x="8650" y="339462"/>
                  </a:lnTo>
                  <a:lnTo>
                    <a:pt x="8660" y="338076"/>
                  </a:lnTo>
                  <a:lnTo>
                    <a:pt x="8671" y="336690"/>
                  </a:lnTo>
                  <a:lnTo>
                    <a:pt x="8682" y="335305"/>
                  </a:lnTo>
                  <a:lnTo>
                    <a:pt x="8694" y="333919"/>
                  </a:lnTo>
                  <a:lnTo>
                    <a:pt x="8706" y="332534"/>
                  </a:lnTo>
                  <a:lnTo>
                    <a:pt x="8718" y="331148"/>
                  </a:lnTo>
                  <a:lnTo>
                    <a:pt x="8731" y="329763"/>
                  </a:lnTo>
                  <a:lnTo>
                    <a:pt x="8744" y="328377"/>
                  </a:lnTo>
                  <a:lnTo>
                    <a:pt x="8757" y="326992"/>
                  </a:lnTo>
                  <a:lnTo>
                    <a:pt x="8770" y="325606"/>
                  </a:lnTo>
                  <a:lnTo>
                    <a:pt x="8783" y="324220"/>
                  </a:lnTo>
                  <a:lnTo>
                    <a:pt x="8795" y="322835"/>
                  </a:lnTo>
                  <a:lnTo>
                    <a:pt x="8807" y="321449"/>
                  </a:lnTo>
                  <a:lnTo>
                    <a:pt x="8819" y="320064"/>
                  </a:lnTo>
                  <a:lnTo>
                    <a:pt x="8830" y="318678"/>
                  </a:lnTo>
                  <a:lnTo>
                    <a:pt x="8840" y="317293"/>
                  </a:lnTo>
                  <a:lnTo>
                    <a:pt x="8850" y="315907"/>
                  </a:lnTo>
                  <a:lnTo>
                    <a:pt x="8858" y="314521"/>
                  </a:lnTo>
                  <a:lnTo>
                    <a:pt x="8866" y="313136"/>
                  </a:lnTo>
                  <a:lnTo>
                    <a:pt x="8872" y="311750"/>
                  </a:lnTo>
                  <a:lnTo>
                    <a:pt x="8878" y="310365"/>
                  </a:lnTo>
                  <a:lnTo>
                    <a:pt x="8882" y="308979"/>
                  </a:lnTo>
                  <a:lnTo>
                    <a:pt x="8885" y="307594"/>
                  </a:lnTo>
                  <a:lnTo>
                    <a:pt x="8887" y="306208"/>
                  </a:lnTo>
                  <a:lnTo>
                    <a:pt x="8888" y="304823"/>
                  </a:lnTo>
                  <a:lnTo>
                    <a:pt x="8888" y="303437"/>
                  </a:lnTo>
                  <a:lnTo>
                    <a:pt x="8886" y="302051"/>
                  </a:lnTo>
                  <a:lnTo>
                    <a:pt x="8884" y="300666"/>
                  </a:lnTo>
                  <a:lnTo>
                    <a:pt x="8881" y="299280"/>
                  </a:lnTo>
                  <a:lnTo>
                    <a:pt x="8878" y="297895"/>
                  </a:lnTo>
                  <a:lnTo>
                    <a:pt x="8874" y="296509"/>
                  </a:lnTo>
                  <a:lnTo>
                    <a:pt x="8869" y="295124"/>
                  </a:lnTo>
                  <a:lnTo>
                    <a:pt x="8865" y="293738"/>
                  </a:lnTo>
                  <a:lnTo>
                    <a:pt x="8860" y="292353"/>
                  </a:lnTo>
                  <a:lnTo>
                    <a:pt x="8855" y="290967"/>
                  </a:lnTo>
                  <a:lnTo>
                    <a:pt x="8850" y="289581"/>
                  </a:lnTo>
                  <a:lnTo>
                    <a:pt x="8846" y="288196"/>
                  </a:lnTo>
                  <a:lnTo>
                    <a:pt x="8842" y="286810"/>
                  </a:lnTo>
                  <a:lnTo>
                    <a:pt x="8839" y="285425"/>
                  </a:lnTo>
                  <a:lnTo>
                    <a:pt x="8836" y="284039"/>
                  </a:lnTo>
                  <a:lnTo>
                    <a:pt x="8834" y="282654"/>
                  </a:lnTo>
                  <a:lnTo>
                    <a:pt x="8832" y="281268"/>
                  </a:lnTo>
                  <a:lnTo>
                    <a:pt x="8831" y="279883"/>
                  </a:lnTo>
                  <a:lnTo>
                    <a:pt x="8831" y="278497"/>
                  </a:lnTo>
                  <a:lnTo>
                    <a:pt x="8832" y="277111"/>
                  </a:lnTo>
                  <a:lnTo>
                    <a:pt x="8834" y="275726"/>
                  </a:lnTo>
                  <a:lnTo>
                    <a:pt x="8836" y="274340"/>
                  </a:lnTo>
                  <a:lnTo>
                    <a:pt x="8839" y="272955"/>
                  </a:lnTo>
                  <a:lnTo>
                    <a:pt x="8842" y="271569"/>
                  </a:lnTo>
                  <a:lnTo>
                    <a:pt x="8846" y="270184"/>
                  </a:lnTo>
                  <a:lnTo>
                    <a:pt x="8851" y="268798"/>
                  </a:lnTo>
                  <a:lnTo>
                    <a:pt x="8856" y="267412"/>
                  </a:lnTo>
                  <a:lnTo>
                    <a:pt x="8861" y="266027"/>
                  </a:lnTo>
                  <a:lnTo>
                    <a:pt x="8866" y="264641"/>
                  </a:lnTo>
                  <a:lnTo>
                    <a:pt x="8871" y="263256"/>
                  </a:lnTo>
                  <a:lnTo>
                    <a:pt x="8876" y="261870"/>
                  </a:lnTo>
                  <a:lnTo>
                    <a:pt x="8881" y="260485"/>
                  </a:lnTo>
                  <a:lnTo>
                    <a:pt x="8886" y="259099"/>
                  </a:lnTo>
                  <a:lnTo>
                    <a:pt x="8891" y="257714"/>
                  </a:lnTo>
                  <a:lnTo>
                    <a:pt x="8895" y="256328"/>
                  </a:lnTo>
                  <a:lnTo>
                    <a:pt x="8899" y="254942"/>
                  </a:lnTo>
                  <a:lnTo>
                    <a:pt x="8902" y="253557"/>
                  </a:lnTo>
                  <a:lnTo>
                    <a:pt x="8905" y="252171"/>
                  </a:lnTo>
                  <a:lnTo>
                    <a:pt x="8908" y="250786"/>
                  </a:lnTo>
                  <a:lnTo>
                    <a:pt x="8911" y="249400"/>
                  </a:lnTo>
                  <a:lnTo>
                    <a:pt x="8913" y="248015"/>
                  </a:lnTo>
                  <a:lnTo>
                    <a:pt x="8915" y="246629"/>
                  </a:lnTo>
                  <a:lnTo>
                    <a:pt x="8916" y="245244"/>
                  </a:lnTo>
                  <a:lnTo>
                    <a:pt x="8918" y="243858"/>
                  </a:lnTo>
                  <a:lnTo>
                    <a:pt x="8920" y="242472"/>
                  </a:lnTo>
                  <a:lnTo>
                    <a:pt x="8921" y="241087"/>
                  </a:lnTo>
                  <a:lnTo>
                    <a:pt x="8923" y="239701"/>
                  </a:lnTo>
                  <a:lnTo>
                    <a:pt x="8925" y="238316"/>
                  </a:lnTo>
                  <a:lnTo>
                    <a:pt x="8927" y="236930"/>
                  </a:lnTo>
                  <a:lnTo>
                    <a:pt x="8930" y="235545"/>
                  </a:lnTo>
                  <a:lnTo>
                    <a:pt x="8933" y="234159"/>
                  </a:lnTo>
                  <a:lnTo>
                    <a:pt x="8936" y="232773"/>
                  </a:lnTo>
                  <a:lnTo>
                    <a:pt x="8940" y="231388"/>
                  </a:lnTo>
                  <a:lnTo>
                    <a:pt x="8945" y="230002"/>
                  </a:lnTo>
                  <a:lnTo>
                    <a:pt x="8950" y="228617"/>
                  </a:lnTo>
                  <a:lnTo>
                    <a:pt x="8956" y="227231"/>
                  </a:lnTo>
                  <a:lnTo>
                    <a:pt x="8962" y="225846"/>
                  </a:lnTo>
                  <a:lnTo>
                    <a:pt x="8969" y="224460"/>
                  </a:lnTo>
                  <a:lnTo>
                    <a:pt x="8976" y="223075"/>
                  </a:lnTo>
                  <a:lnTo>
                    <a:pt x="8984" y="221689"/>
                  </a:lnTo>
                  <a:lnTo>
                    <a:pt x="8992" y="220303"/>
                  </a:lnTo>
                  <a:lnTo>
                    <a:pt x="9001" y="218918"/>
                  </a:lnTo>
                  <a:lnTo>
                    <a:pt x="9009" y="217532"/>
                  </a:lnTo>
                  <a:lnTo>
                    <a:pt x="9018" y="216147"/>
                  </a:lnTo>
                  <a:lnTo>
                    <a:pt x="9027" y="214761"/>
                  </a:lnTo>
                  <a:lnTo>
                    <a:pt x="9037" y="213376"/>
                  </a:lnTo>
                  <a:lnTo>
                    <a:pt x="9046" y="211990"/>
                  </a:lnTo>
                  <a:lnTo>
                    <a:pt x="9055" y="210605"/>
                  </a:lnTo>
                  <a:lnTo>
                    <a:pt x="9064" y="209219"/>
                  </a:lnTo>
                  <a:lnTo>
                    <a:pt x="9073" y="207833"/>
                  </a:lnTo>
                  <a:lnTo>
                    <a:pt x="9081" y="206448"/>
                  </a:lnTo>
                  <a:lnTo>
                    <a:pt x="9089" y="205062"/>
                  </a:lnTo>
                  <a:lnTo>
                    <a:pt x="9097" y="203677"/>
                  </a:lnTo>
                  <a:lnTo>
                    <a:pt x="9104" y="202291"/>
                  </a:lnTo>
                  <a:lnTo>
                    <a:pt x="9111" y="200906"/>
                  </a:lnTo>
                  <a:lnTo>
                    <a:pt x="9117" y="199520"/>
                  </a:lnTo>
                  <a:lnTo>
                    <a:pt x="9123" y="198134"/>
                  </a:lnTo>
                  <a:lnTo>
                    <a:pt x="9128" y="196749"/>
                  </a:lnTo>
                  <a:lnTo>
                    <a:pt x="9133" y="195363"/>
                  </a:lnTo>
                  <a:lnTo>
                    <a:pt x="9137" y="193978"/>
                  </a:lnTo>
                  <a:lnTo>
                    <a:pt x="9140" y="192592"/>
                  </a:lnTo>
                  <a:lnTo>
                    <a:pt x="9143" y="191207"/>
                  </a:lnTo>
                  <a:lnTo>
                    <a:pt x="9145" y="189821"/>
                  </a:lnTo>
                  <a:lnTo>
                    <a:pt x="9146" y="188436"/>
                  </a:lnTo>
                  <a:lnTo>
                    <a:pt x="9147" y="187050"/>
                  </a:lnTo>
                  <a:lnTo>
                    <a:pt x="9147" y="185664"/>
                  </a:lnTo>
                  <a:lnTo>
                    <a:pt x="9147" y="184279"/>
                  </a:lnTo>
                  <a:lnTo>
                    <a:pt x="9146" y="182893"/>
                  </a:lnTo>
                  <a:lnTo>
                    <a:pt x="9145" y="181508"/>
                  </a:lnTo>
                  <a:lnTo>
                    <a:pt x="9143" y="180122"/>
                  </a:lnTo>
                  <a:lnTo>
                    <a:pt x="9140" y="178737"/>
                  </a:lnTo>
                  <a:lnTo>
                    <a:pt x="9138" y="177351"/>
                  </a:lnTo>
                  <a:lnTo>
                    <a:pt x="9134" y="175966"/>
                  </a:lnTo>
                  <a:lnTo>
                    <a:pt x="9130" y="174580"/>
                  </a:lnTo>
                  <a:lnTo>
                    <a:pt x="9126" y="173194"/>
                  </a:lnTo>
                  <a:lnTo>
                    <a:pt x="9122" y="171809"/>
                  </a:lnTo>
                  <a:lnTo>
                    <a:pt x="9117" y="170423"/>
                  </a:lnTo>
                  <a:lnTo>
                    <a:pt x="9112" y="169038"/>
                  </a:lnTo>
                  <a:lnTo>
                    <a:pt x="9107" y="167652"/>
                  </a:lnTo>
                  <a:lnTo>
                    <a:pt x="9101" y="166267"/>
                  </a:lnTo>
                  <a:lnTo>
                    <a:pt x="9096" y="164881"/>
                  </a:lnTo>
                  <a:lnTo>
                    <a:pt x="9091" y="163496"/>
                  </a:lnTo>
                  <a:lnTo>
                    <a:pt x="9085" y="162110"/>
                  </a:lnTo>
                  <a:lnTo>
                    <a:pt x="9080" y="160724"/>
                  </a:lnTo>
                  <a:lnTo>
                    <a:pt x="9075" y="159339"/>
                  </a:lnTo>
                  <a:lnTo>
                    <a:pt x="9071" y="157953"/>
                  </a:lnTo>
                  <a:lnTo>
                    <a:pt x="9066" y="156568"/>
                  </a:lnTo>
                  <a:lnTo>
                    <a:pt x="9063" y="155182"/>
                  </a:lnTo>
                  <a:lnTo>
                    <a:pt x="9059" y="153797"/>
                  </a:lnTo>
                  <a:lnTo>
                    <a:pt x="9056" y="152411"/>
                  </a:lnTo>
                  <a:lnTo>
                    <a:pt x="9054" y="151025"/>
                  </a:lnTo>
                  <a:lnTo>
                    <a:pt x="9052" y="149640"/>
                  </a:lnTo>
                  <a:lnTo>
                    <a:pt x="9051" y="148254"/>
                  </a:lnTo>
                  <a:lnTo>
                    <a:pt x="9051" y="146869"/>
                  </a:lnTo>
                  <a:lnTo>
                    <a:pt x="9051" y="145483"/>
                  </a:lnTo>
                  <a:lnTo>
                    <a:pt x="9052" y="144098"/>
                  </a:lnTo>
                  <a:lnTo>
                    <a:pt x="9053" y="142712"/>
                  </a:lnTo>
                  <a:lnTo>
                    <a:pt x="9055" y="141327"/>
                  </a:lnTo>
                  <a:lnTo>
                    <a:pt x="9058" y="139941"/>
                  </a:lnTo>
                  <a:lnTo>
                    <a:pt x="9061" y="138555"/>
                  </a:lnTo>
                  <a:lnTo>
                    <a:pt x="9065" y="137170"/>
                  </a:lnTo>
                  <a:lnTo>
                    <a:pt x="9070" y="135784"/>
                  </a:lnTo>
                  <a:lnTo>
                    <a:pt x="9074" y="134399"/>
                  </a:lnTo>
                  <a:lnTo>
                    <a:pt x="9079" y="133013"/>
                  </a:lnTo>
                  <a:lnTo>
                    <a:pt x="9085" y="131628"/>
                  </a:lnTo>
                  <a:lnTo>
                    <a:pt x="9090" y="130242"/>
                  </a:lnTo>
                  <a:lnTo>
                    <a:pt x="9096" y="128857"/>
                  </a:lnTo>
                  <a:lnTo>
                    <a:pt x="9102" y="127471"/>
                  </a:lnTo>
                  <a:lnTo>
                    <a:pt x="9108" y="126085"/>
                  </a:lnTo>
                  <a:lnTo>
                    <a:pt x="9114" y="124700"/>
                  </a:lnTo>
                  <a:lnTo>
                    <a:pt x="9119" y="123314"/>
                  </a:lnTo>
                  <a:lnTo>
                    <a:pt x="9125" y="121929"/>
                  </a:lnTo>
                  <a:lnTo>
                    <a:pt x="9130" y="120543"/>
                  </a:lnTo>
                  <a:lnTo>
                    <a:pt x="9136" y="119158"/>
                  </a:lnTo>
                  <a:lnTo>
                    <a:pt x="9141" y="117772"/>
                  </a:lnTo>
                  <a:lnTo>
                    <a:pt x="9145" y="116386"/>
                  </a:lnTo>
                  <a:lnTo>
                    <a:pt x="9149" y="115001"/>
                  </a:lnTo>
                  <a:lnTo>
                    <a:pt x="9153" y="113615"/>
                  </a:lnTo>
                  <a:lnTo>
                    <a:pt x="9157" y="112230"/>
                  </a:lnTo>
                  <a:lnTo>
                    <a:pt x="9161" y="110844"/>
                  </a:lnTo>
                  <a:lnTo>
                    <a:pt x="9164" y="109459"/>
                  </a:lnTo>
                  <a:lnTo>
                    <a:pt x="9166" y="108073"/>
                  </a:lnTo>
                  <a:lnTo>
                    <a:pt x="9169" y="106688"/>
                  </a:lnTo>
                  <a:lnTo>
                    <a:pt x="9171" y="105302"/>
                  </a:lnTo>
                  <a:lnTo>
                    <a:pt x="9173" y="103916"/>
                  </a:lnTo>
                  <a:lnTo>
                    <a:pt x="9175" y="102531"/>
                  </a:lnTo>
                  <a:lnTo>
                    <a:pt x="9176" y="101145"/>
                  </a:lnTo>
                  <a:lnTo>
                    <a:pt x="9177" y="99760"/>
                  </a:lnTo>
                  <a:lnTo>
                    <a:pt x="9178" y="98374"/>
                  </a:lnTo>
                  <a:lnTo>
                    <a:pt x="9179" y="96989"/>
                  </a:lnTo>
                  <a:lnTo>
                    <a:pt x="9179" y="95603"/>
                  </a:lnTo>
                  <a:lnTo>
                    <a:pt x="9180" y="94218"/>
                  </a:lnTo>
                  <a:lnTo>
                    <a:pt x="9180" y="92832"/>
                  </a:lnTo>
                  <a:lnTo>
                    <a:pt x="9180" y="91446"/>
                  </a:lnTo>
                  <a:lnTo>
                    <a:pt x="9180" y="90061"/>
                  </a:lnTo>
                  <a:lnTo>
                    <a:pt x="9180" y="88675"/>
                  </a:lnTo>
                  <a:lnTo>
                    <a:pt x="9180" y="87290"/>
                  </a:lnTo>
                  <a:lnTo>
                    <a:pt x="9180" y="85904"/>
                  </a:lnTo>
                  <a:lnTo>
                    <a:pt x="9180" y="84519"/>
                  </a:lnTo>
                  <a:lnTo>
                    <a:pt x="9180" y="83133"/>
                  </a:lnTo>
                  <a:lnTo>
                    <a:pt x="9180" y="81748"/>
                  </a:lnTo>
                  <a:lnTo>
                    <a:pt x="9179" y="80362"/>
                  </a:lnTo>
                  <a:lnTo>
                    <a:pt x="9179" y="78976"/>
                  </a:lnTo>
                  <a:lnTo>
                    <a:pt x="9179" y="77591"/>
                  </a:lnTo>
                  <a:lnTo>
                    <a:pt x="9179" y="76205"/>
                  </a:lnTo>
                  <a:lnTo>
                    <a:pt x="9179" y="74820"/>
                  </a:lnTo>
                  <a:lnTo>
                    <a:pt x="9179" y="73434"/>
                  </a:lnTo>
                  <a:lnTo>
                    <a:pt x="9179" y="72049"/>
                  </a:lnTo>
                  <a:lnTo>
                    <a:pt x="9179" y="70663"/>
                  </a:lnTo>
                  <a:lnTo>
                    <a:pt x="9179" y="69277"/>
                  </a:lnTo>
                  <a:lnTo>
                    <a:pt x="9179" y="67892"/>
                  </a:lnTo>
                  <a:lnTo>
                    <a:pt x="9180" y="66506"/>
                  </a:lnTo>
                  <a:lnTo>
                    <a:pt x="9181" y="65121"/>
                  </a:lnTo>
                  <a:lnTo>
                    <a:pt x="9181" y="63735"/>
                  </a:lnTo>
                  <a:lnTo>
                    <a:pt x="9182" y="62350"/>
                  </a:lnTo>
                  <a:lnTo>
                    <a:pt x="9183" y="60964"/>
                  </a:lnTo>
                  <a:lnTo>
                    <a:pt x="9184" y="59579"/>
                  </a:lnTo>
                  <a:lnTo>
                    <a:pt x="9186" y="58193"/>
                  </a:lnTo>
                  <a:lnTo>
                    <a:pt x="9187" y="56807"/>
                  </a:lnTo>
                  <a:lnTo>
                    <a:pt x="9188" y="55422"/>
                  </a:lnTo>
                  <a:lnTo>
                    <a:pt x="9190" y="54036"/>
                  </a:lnTo>
                  <a:lnTo>
                    <a:pt x="9192" y="52651"/>
                  </a:lnTo>
                  <a:lnTo>
                    <a:pt x="9193" y="51265"/>
                  </a:lnTo>
                  <a:lnTo>
                    <a:pt x="9195" y="49880"/>
                  </a:lnTo>
                  <a:lnTo>
                    <a:pt x="9197" y="48494"/>
                  </a:lnTo>
                  <a:lnTo>
                    <a:pt x="9198" y="47109"/>
                  </a:lnTo>
                  <a:lnTo>
                    <a:pt x="9200" y="45723"/>
                  </a:lnTo>
                  <a:lnTo>
                    <a:pt x="9202" y="44337"/>
                  </a:lnTo>
                  <a:lnTo>
                    <a:pt x="9204" y="42952"/>
                  </a:lnTo>
                  <a:lnTo>
                    <a:pt x="9205" y="41566"/>
                  </a:lnTo>
                  <a:lnTo>
                    <a:pt x="9207" y="40181"/>
                  </a:lnTo>
                  <a:lnTo>
                    <a:pt x="9208" y="38795"/>
                  </a:lnTo>
                  <a:lnTo>
                    <a:pt x="9209" y="37410"/>
                  </a:lnTo>
                  <a:lnTo>
                    <a:pt x="9210" y="36024"/>
                  </a:lnTo>
                  <a:lnTo>
                    <a:pt x="9211" y="34638"/>
                  </a:lnTo>
                  <a:lnTo>
                    <a:pt x="9212" y="33253"/>
                  </a:lnTo>
                  <a:lnTo>
                    <a:pt x="9213" y="31867"/>
                  </a:lnTo>
                  <a:lnTo>
                    <a:pt x="9213" y="30482"/>
                  </a:lnTo>
                  <a:lnTo>
                    <a:pt x="9213" y="29096"/>
                  </a:lnTo>
                  <a:lnTo>
                    <a:pt x="9214" y="27711"/>
                  </a:lnTo>
                  <a:lnTo>
                    <a:pt x="9213" y="26325"/>
                  </a:lnTo>
                  <a:lnTo>
                    <a:pt x="9213" y="24940"/>
                  </a:lnTo>
                  <a:lnTo>
                    <a:pt x="9213" y="23554"/>
                  </a:lnTo>
                  <a:lnTo>
                    <a:pt x="9212" y="22168"/>
                  </a:lnTo>
                  <a:lnTo>
                    <a:pt x="9212" y="20783"/>
                  </a:lnTo>
                  <a:lnTo>
                    <a:pt x="9211" y="19397"/>
                  </a:lnTo>
                  <a:lnTo>
                    <a:pt x="9210" y="18012"/>
                  </a:lnTo>
                  <a:lnTo>
                    <a:pt x="9209" y="16626"/>
                  </a:lnTo>
                  <a:lnTo>
                    <a:pt x="9208" y="15241"/>
                  </a:lnTo>
                  <a:lnTo>
                    <a:pt x="9208" y="13855"/>
                  </a:lnTo>
                  <a:lnTo>
                    <a:pt x="9207" y="12470"/>
                  </a:lnTo>
                  <a:lnTo>
                    <a:pt x="9206" y="11084"/>
                  </a:lnTo>
                  <a:lnTo>
                    <a:pt x="9205" y="9698"/>
                  </a:lnTo>
                  <a:lnTo>
                    <a:pt x="9204" y="8313"/>
                  </a:lnTo>
                  <a:lnTo>
                    <a:pt x="9203" y="6927"/>
                  </a:lnTo>
                  <a:lnTo>
                    <a:pt x="9203" y="5542"/>
                  </a:lnTo>
                  <a:lnTo>
                    <a:pt x="9202" y="4156"/>
                  </a:lnTo>
                  <a:lnTo>
                    <a:pt x="9202" y="2771"/>
                  </a:lnTo>
                  <a:lnTo>
                    <a:pt x="9202" y="1385"/>
                  </a:lnTo>
                  <a:lnTo>
                    <a:pt x="9261" y="0"/>
                  </a:lnTo>
                  <a:lnTo>
                    <a:pt x="9261" y="1385"/>
                  </a:lnTo>
                  <a:lnTo>
                    <a:pt x="9261" y="2771"/>
                  </a:lnTo>
                  <a:lnTo>
                    <a:pt x="9260" y="4156"/>
                  </a:lnTo>
                  <a:lnTo>
                    <a:pt x="9260" y="5542"/>
                  </a:lnTo>
                  <a:lnTo>
                    <a:pt x="9259" y="6927"/>
                  </a:lnTo>
                  <a:lnTo>
                    <a:pt x="9258" y="8313"/>
                  </a:lnTo>
                  <a:lnTo>
                    <a:pt x="9258" y="9698"/>
                  </a:lnTo>
                  <a:lnTo>
                    <a:pt x="9257" y="11084"/>
                  </a:lnTo>
                  <a:lnTo>
                    <a:pt x="9256" y="12470"/>
                  </a:lnTo>
                  <a:lnTo>
                    <a:pt x="9255" y="13855"/>
                  </a:lnTo>
                  <a:lnTo>
                    <a:pt x="9254" y="15241"/>
                  </a:lnTo>
                  <a:lnTo>
                    <a:pt x="9253" y="16626"/>
                  </a:lnTo>
                  <a:lnTo>
                    <a:pt x="9252" y="18012"/>
                  </a:lnTo>
                  <a:lnTo>
                    <a:pt x="9251" y="19397"/>
                  </a:lnTo>
                  <a:lnTo>
                    <a:pt x="9251" y="20783"/>
                  </a:lnTo>
                  <a:lnTo>
                    <a:pt x="9250" y="22168"/>
                  </a:lnTo>
                  <a:lnTo>
                    <a:pt x="9250" y="23554"/>
                  </a:lnTo>
                  <a:lnTo>
                    <a:pt x="9249" y="24940"/>
                  </a:lnTo>
                  <a:lnTo>
                    <a:pt x="9249" y="26325"/>
                  </a:lnTo>
                  <a:lnTo>
                    <a:pt x="9249" y="27711"/>
                  </a:lnTo>
                  <a:lnTo>
                    <a:pt x="9249" y="29096"/>
                  </a:lnTo>
                  <a:lnTo>
                    <a:pt x="9249" y="30482"/>
                  </a:lnTo>
                  <a:lnTo>
                    <a:pt x="9250" y="31867"/>
                  </a:lnTo>
                  <a:lnTo>
                    <a:pt x="9250" y="33253"/>
                  </a:lnTo>
                  <a:lnTo>
                    <a:pt x="9251" y="34638"/>
                  </a:lnTo>
                  <a:lnTo>
                    <a:pt x="9252" y="36024"/>
                  </a:lnTo>
                  <a:lnTo>
                    <a:pt x="9253" y="37410"/>
                  </a:lnTo>
                  <a:lnTo>
                    <a:pt x="9255" y="38795"/>
                  </a:lnTo>
                  <a:lnTo>
                    <a:pt x="9256" y="40181"/>
                  </a:lnTo>
                  <a:lnTo>
                    <a:pt x="9257" y="41566"/>
                  </a:lnTo>
                  <a:lnTo>
                    <a:pt x="9259" y="42952"/>
                  </a:lnTo>
                  <a:lnTo>
                    <a:pt x="9261" y="44337"/>
                  </a:lnTo>
                  <a:lnTo>
                    <a:pt x="9262" y="45723"/>
                  </a:lnTo>
                  <a:lnTo>
                    <a:pt x="9264" y="47109"/>
                  </a:lnTo>
                  <a:lnTo>
                    <a:pt x="9266" y="48494"/>
                  </a:lnTo>
                  <a:lnTo>
                    <a:pt x="9267" y="49880"/>
                  </a:lnTo>
                  <a:lnTo>
                    <a:pt x="9269" y="51265"/>
                  </a:lnTo>
                  <a:lnTo>
                    <a:pt x="9271" y="52651"/>
                  </a:lnTo>
                  <a:lnTo>
                    <a:pt x="9272" y="54036"/>
                  </a:lnTo>
                  <a:lnTo>
                    <a:pt x="9274" y="55422"/>
                  </a:lnTo>
                  <a:lnTo>
                    <a:pt x="9275" y="56807"/>
                  </a:lnTo>
                  <a:lnTo>
                    <a:pt x="9277" y="58193"/>
                  </a:lnTo>
                  <a:lnTo>
                    <a:pt x="9278" y="59579"/>
                  </a:lnTo>
                  <a:lnTo>
                    <a:pt x="9279" y="60964"/>
                  </a:lnTo>
                  <a:lnTo>
                    <a:pt x="9280" y="62350"/>
                  </a:lnTo>
                  <a:lnTo>
                    <a:pt x="9281" y="63735"/>
                  </a:lnTo>
                  <a:lnTo>
                    <a:pt x="9282" y="65121"/>
                  </a:lnTo>
                  <a:lnTo>
                    <a:pt x="9283" y="66506"/>
                  </a:lnTo>
                  <a:lnTo>
                    <a:pt x="9283" y="67892"/>
                  </a:lnTo>
                  <a:lnTo>
                    <a:pt x="9283" y="69277"/>
                  </a:lnTo>
                  <a:lnTo>
                    <a:pt x="9284" y="70663"/>
                  </a:lnTo>
                  <a:lnTo>
                    <a:pt x="9284" y="72049"/>
                  </a:lnTo>
                  <a:lnTo>
                    <a:pt x="9284" y="73434"/>
                  </a:lnTo>
                  <a:lnTo>
                    <a:pt x="9284" y="74820"/>
                  </a:lnTo>
                  <a:lnTo>
                    <a:pt x="9284" y="76205"/>
                  </a:lnTo>
                  <a:lnTo>
                    <a:pt x="9284" y="77591"/>
                  </a:lnTo>
                  <a:lnTo>
                    <a:pt x="9283" y="78976"/>
                  </a:lnTo>
                  <a:lnTo>
                    <a:pt x="9283" y="80362"/>
                  </a:lnTo>
                  <a:lnTo>
                    <a:pt x="9283" y="81748"/>
                  </a:lnTo>
                  <a:lnTo>
                    <a:pt x="9283" y="83133"/>
                  </a:lnTo>
                  <a:lnTo>
                    <a:pt x="9283" y="84519"/>
                  </a:lnTo>
                  <a:lnTo>
                    <a:pt x="9282" y="85904"/>
                  </a:lnTo>
                  <a:lnTo>
                    <a:pt x="9282" y="87290"/>
                  </a:lnTo>
                  <a:lnTo>
                    <a:pt x="9282" y="88675"/>
                  </a:lnTo>
                  <a:lnTo>
                    <a:pt x="9282" y="90061"/>
                  </a:lnTo>
                  <a:lnTo>
                    <a:pt x="9282" y="91446"/>
                  </a:lnTo>
                  <a:lnTo>
                    <a:pt x="9282" y="92832"/>
                  </a:lnTo>
                  <a:lnTo>
                    <a:pt x="9283" y="94218"/>
                  </a:lnTo>
                  <a:lnTo>
                    <a:pt x="9283" y="95603"/>
                  </a:lnTo>
                  <a:lnTo>
                    <a:pt x="9284" y="96989"/>
                  </a:lnTo>
                  <a:lnTo>
                    <a:pt x="9284" y="98374"/>
                  </a:lnTo>
                  <a:lnTo>
                    <a:pt x="9285" y="99760"/>
                  </a:lnTo>
                  <a:lnTo>
                    <a:pt x="9287" y="101145"/>
                  </a:lnTo>
                  <a:lnTo>
                    <a:pt x="9288" y="102531"/>
                  </a:lnTo>
                  <a:lnTo>
                    <a:pt x="9290" y="103916"/>
                  </a:lnTo>
                  <a:lnTo>
                    <a:pt x="9292" y="105302"/>
                  </a:lnTo>
                  <a:lnTo>
                    <a:pt x="9294" y="106688"/>
                  </a:lnTo>
                  <a:lnTo>
                    <a:pt x="9296" y="108073"/>
                  </a:lnTo>
                  <a:lnTo>
                    <a:pt x="9299" y="109459"/>
                  </a:lnTo>
                  <a:lnTo>
                    <a:pt x="9302" y="110844"/>
                  </a:lnTo>
                  <a:lnTo>
                    <a:pt x="9305" y="112230"/>
                  </a:lnTo>
                  <a:lnTo>
                    <a:pt x="9309" y="113615"/>
                  </a:lnTo>
                  <a:lnTo>
                    <a:pt x="9313" y="115001"/>
                  </a:lnTo>
                  <a:lnTo>
                    <a:pt x="9317" y="116386"/>
                  </a:lnTo>
                  <a:lnTo>
                    <a:pt x="9322" y="117772"/>
                  </a:lnTo>
                  <a:lnTo>
                    <a:pt x="9327" y="119158"/>
                  </a:lnTo>
                  <a:lnTo>
                    <a:pt x="9332" y="120543"/>
                  </a:lnTo>
                  <a:lnTo>
                    <a:pt x="9337" y="121929"/>
                  </a:lnTo>
                  <a:lnTo>
                    <a:pt x="9343" y="123314"/>
                  </a:lnTo>
                  <a:lnTo>
                    <a:pt x="9349" y="124700"/>
                  </a:lnTo>
                  <a:lnTo>
                    <a:pt x="9355" y="126085"/>
                  </a:lnTo>
                  <a:lnTo>
                    <a:pt x="9360" y="127471"/>
                  </a:lnTo>
                  <a:lnTo>
                    <a:pt x="9366" y="128857"/>
                  </a:lnTo>
                  <a:lnTo>
                    <a:pt x="9372" y="130242"/>
                  </a:lnTo>
                  <a:lnTo>
                    <a:pt x="9378" y="131628"/>
                  </a:lnTo>
                  <a:lnTo>
                    <a:pt x="9383" y="133013"/>
                  </a:lnTo>
                  <a:lnTo>
                    <a:pt x="9388" y="134399"/>
                  </a:lnTo>
                  <a:lnTo>
                    <a:pt x="9393" y="135784"/>
                  </a:lnTo>
                  <a:lnTo>
                    <a:pt x="9397" y="137170"/>
                  </a:lnTo>
                  <a:lnTo>
                    <a:pt x="9401" y="138555"/>
                  </a:lnTo>
                  <a:lnTo>
                    <a:pt x="9404" y="139941"/>
                  </a:lnTo>
                  <a:lnTo>
                    <a:pt x="9407" y="141327"/>
                  </a:lnTo>
                  <a:lnTo>
                    <a:pt x="9409" y="142712"/>
                  </a:lnTo>
                  <a:lnTo>
                    <a:pt x="9411" y="144098"/>
                  </a:lnTo>
                  <a:lnTo>
                    <a:pt x="9412" y="145483"/>
                  </a:lnTo>
                  <a:lnTo>
                    <a:pt x="9412" y="146869"/>
                  </a:lnTo>
                  <a:lnTo>
                    <a:pt x="9411" y="148254"/>
                  </a:lnTo>
                  <a:lnTo>
                    <a:pt x="9410" y="149640"/>
                  </a:lnTo>
                  <a:lnTo>
                    <a:pt x="9409" y="151025"/>
                  </a:lnTo>
                  <a:lnTo>
                    <a:pt x="9406" y="152411"/>
                  </a:lnTo>
                  <a:lnTo>
                    <a:pt x="9403" y="153797"/>
                  </a:lnTo>
                  <a:lnTo>
                    <a:pt x="9400" y="155182"/>
                  </a:lnTo>
                  <a:lnTo>
                    <a:pt x="9396" y="156568"/>
                  </a:lnTo>
                  <a:lnTo>
                    <a:pt x="9392" y="157953"/>
                  </a:lnTo>
                  <a:lnTo>
                    <a:pt x="9387" y="159339"/>
                  </a:lnTo>
                  <a:lnTo>
                    <a:pt x="9382" y="160724"/>
                  </a:lnTo>
                  <a:lnTo>
                    <a:pt x="9377" y="162110"/>
                  </a:lnTo>
                  <a:lnTo>
                    <a:pt x="9372" y="163496"/>
                  </a:lnTo>
                  <a:lnTo>
                    <a:pt x="9366" y="164881"/>
                  </a:lnTo>
                  <a:lnTo>
                    <a:pt x="9361" y="166267"/>
                  </a:lnTo>
                  <a:lnTo>
                    <a:pt x="9356" y="167652"/>
                  </a:lnTo>
                  <a:lnTo>
                    <a:pt x="9351" y="169038"/>
                  </a:lnTo>
                  <a:lnTo>
                    <a:pt x="9346" y="170423"/>
                  </a:lnTo>
                  <a:lnTo>
                    <a:pt x="9341" y="171809"/>
                  </a:lnTo>
                  <a:lnTo>
                    <a:pt x="9336" y="173194"/>
                  </a:lnTo>
                  <a:lnTo>
                    <a:pt x="9332" y="174580"/>
                  </a:lnTo>
                  <a:lnTo>
                    <a:pt x="9328" y="175966"/>
                  </a:lnTo>
                  <a:lnTo>
                    <a:pt x="9325" y="177351"/>
                  </a:lnTo>
                  <a:lnTo>
                    <a:pt x="9322" y="178737"/>
                  </a:lnTo>
                  <a:lnTo>
                    <a:pt x="9320" y="180122"/>
                  </a:lnTo>
                  <a:lnTo>
                    <a:pt x="9318" y="181508"/>
                  </a:lnTo>
                  <a:lnTo>
                    <a:pt x="9316" y="182893"/>
                  </a:lnTo>
                  <a:lnTo>
                    <a:pt x="9315" y="184279"/>
                  </a:lnTo>
                  <a:lnTo>
                    <a:pt x="9315" y="185664"/>
                  </a:lnTo>
                  <a:lnTo>
                    <a:pt x="9315" y="187050"/>
                  </a:lnTo>
                  <a:lnTo>
                    <a:pt x="9316" y="188436"/>
                  </a:lnTo>
                  <a:lnTo>
                    <a:pt x="9318" y="189821"/>
                  </a:lnTo>
                  <a:lnTo>
                    <a:pt x="9320" y="191207"/>
                  </a:lnTo>
                  <a:lnTo>
                    <a:pt x="9323" y="192592"/>
                  </a:lnTo>
                  <a:lnTo>
                    <a:pt x="9326" y="193978"/>
                  </a:lnTo>
                  <a:lnTo>
                    <a:pt x="9330" y="195363"/>
                  </a:lnTo>
                  <a:lnTo>
                    <a:pt x="9334" y="196749"/>
                  </a:lnTo>
                  <a:lnTo>
                    <a:pt x="9340" y="198134"/>
                  </a:lnTo>
                  <a:lnTo>
                    <a:pt x="9345" y="199520"/>
                  </a:lnTo>
                  <a:lnTo>
                    <a:pt x="9352" y="200906"/>
                  </a:lnTo>
                  <a:lnTo>
                    <a:pt x="9358" y="202291"/>
                  </a:lnTo>
                  <a:lnTo>
                    <a:pt x="9366" y="203677"/>
                  </a:lnTo>
                  <a:lnTo>
                    <a:pt x="9373" y="205062"/>
                  </a:lnTo>
                  <a:lnTo>
                    <a:pt x="9381" y="206448"/>
                  </a:lnTo>
                  <a:lnTo>
                    <a:pt x="9390" y="207833"/>
                  </a:lnTo>
                  <a:lnTo>
                    <a:pt x="9399" y="209219"/>
                  </a:lnTo>
                  <a:lnTo>
                    <a:pt x="9408" y="210605"/>
                  </a:lnTo>
                  <a:lnTo>
                    <a:pt x="9417" y="211990"/>
                  </a:lnTo>
                  <a:lnTo>
                    <a:pt x="9426" y="213376"/>
                  </a:lnTo>
                  <a:lnTo>
                    <a:pt x="9435" y="214761"/>
                  </a:lnTo>
                  <a:lnTo>
                    <a:pt x="9444" y="216147"/>
                  </a:lnTo>
                  <a:lnTo>
                    <a:pt x="9453" y="217532"/>
                  </a:lnTo>
                  <a:lnTo>
                    <a:pt x="9462" y="218918"/>
                  </a:lnTo>
                  <a:lnTo>
                    <a:pt x="9471" y="220303"/>
                  </a:lnTo>
                  <a:lnTo>
                    <a:pt x="9479" y="221689"/>
                  </a:lnTo>
                  <a:lnTo>
                    <a:pt x="9486" y="223075"/>
                  </a:lnTo>
                  <a:lnTo>
                    <a:pt x="9494" y="224460"/>
                  </a:lnTo>
                  <a:lnTo>
                    <a:pt x="9501" y="225846"/>
                  </a:lnTo>
                  <a:lnTo>
                    <a:pt x="9507" y="227231"/>
                  </a:lnTo>
                  <a:lnTo>
                    <a:pt x="9512" y="228617"/>
                  </a:lnTo>
                  <a:lnTo>
                    <a:pt x="9518" y="230002"/>
                  </a:lnTo>
                  <a:lnTo>
                    <a:pt x="9522" y="231388"/>
                  </a:lnTo>
                  <a:lnTo>
                    <a:pt x="9526" y="232773"/>
                  </a:lnTo>
                  <a:lnTo>
                    <a:pt x="9530" y="234159"/>
                  </a:lnTo>
                  <a:lnTo>
                    <a:pt x="9533" y="235545"/>
                  </a:lnTo>
                  <a:lnTo>
                    <a:pt x="9535" y="236930"/>
                  </a:lnTo>
                  <a:lnTo>
                    <a:pt x="9538" y="238316"/>
                  </a:lnTo>
                  <a:lnTo>
                    <a:pt x="9540" y="239701"/>
                  </a:lnTo>
                  <a:lnTo>
                    <a:pt x="9541" y="241087"/>
                  </a:lnTo>
                  <a:lnTo>
                    <a:pt x="9543" y="242472"/>
                  </a:lnTo>
                  <a:lnTo>
                    <a:pt x="9544" y="243858"/>
                  </a:lnTo>
                  <a:lnTo>
                    <a:pt x="9546" y="245244"/>
                  </a:lnTo>
                  <a:lnTo>
                    <a:pt x="9548" y="246629"/>
                  </a:lnTo>
                  <a:lnTo>
                    <a:pt x="9550" y="248015"/>
                  </a:lnTo>
                  <a:lnTo>
                    <a:pt x="9552" y="249400"/>
                  </a:lnTo>
                  <a:lnTo>
                    <a:pt x="9554" y="250786"/>
                  </a:lnTo>
                  <a:lnTo>
                    <a:pt x="9557" y="252171"/>
                  </a:lnTo>
                  <a:lnTo>
                    <a:pt x="9560" y="253557"/>
                  </a:lnTo>
                  <a:lnTo>
                    <a:pt x="9564" y="254942"/>
                  </a:lnTo>
                  <a:lnTo>
                    <a:pt x="9568" y="256328"/>
                  </a:lnTo>
                  <a:lnTo>
                    <a:pt x="9572" y="257714"/>
                  </a:lnTo>
                  <a:lnTo>
                    <a:pt x="9576" y="259099"/>
                  </a:lnTo>
                  <a:lnTo>
                    <a:pt x="9581" y="260485"/>
                  </a:lnTo>
                  <a:lnTo>
                    <a:pt x="9586" y="261870"/>
                  </a:lnTo>
                  <a:lnTo>
                    <a:pt x="9591" y="263256"/>
                  </a:lnTo>
                  <a:lnTo>
                    <a:pt x="9597" y="264641"/>
                  </a:lnTo>
                  <a:lnTo>
                    <a:pt x="9602" y="266027"/>
                  </a:lnTo>
                  <a:lnTo>
                    <a:pt x="9607" y="267412"/>
                  </a:lnTo>
                  <a:lnTo>
                    <a:pt x="9612" y="268798"/>
                  </a:lnTo>
                  <a:lnTo>
                    <a:pt x="9616" y="270184"/>
                  </a:lnTo>
                  <a:lnTo>
                    <a:pt x="9620" y="271569"/>
                  </a:lnTo>
                  <a:lnTo>
                    <a:pt x="9624" y="272955"/>
                  </a:lnTo>
                  <a:lnTo>
                    <a:pt x="9627" y="274340"/>
                  </a:lnTo>
                  <a:lnTo>
                    <a:pt x="9629" y="275726"/>
                  </a:lnTo>
                  <a:lnTo>
                    <a:pt x="9630" y="277111"/>
                  </a:lnTo>
                  <a:lnTo>
                    <a:pt x="9631" y="278497"/>
                  </a:lnTo>
                  <a:lnTo>
                    <a:pt x="9631" y="279883"/>
                  </a:lnTo>
                  <a:lnTo>
                    <a:pt x="9630" y="281268"/>
                  </a:lnTo>
                  <a:lnTo>
                    <a:pt x="9629" y="282654"/>
                  </a:lnTo>
                  <a:lnTo>
                    <a:pt x="9627" y="284039"/>
                  </a:lnTo>
                  <a:lnTo>
                    <a:pt x="9624" y="285425"/>
                  </a:lnTo>
                  <a:lnTo>
                    <a:pt x="9620" y="286810"/>
                  </a:lnTo>
                  <a:lnTo>
                    <a:pt x="9616" y="288196"/>
                  </a:lnTo>
                  <a:lnTo>
                    <a:pt x="9612" y="289581"/>
                  </a:lnTo>
                  <a:lnTo>
                    <a:pt x="9607" y="290967"/>
                  </a:lnTo>
                  <a:lnTo>
                    <a:pt x="9603" y="292353"/>
                  </a:lnTo>
                  <a:lnTo>
                    <a:pt x="9598" y="293738"/>
                  </a:lnTo>
                  <a:lnTo>
                    <a:pt x="9593" y="295124"/>
                  </a:lnTo>
                  <a:lnTo>
                    <a:pt x="9589" y="296509"/>
                  </a:lnTo>
                  <a:lnTo>
                    <a:pt x="9585" y="297895"/>
                  </a:lnTo>
                  <a:lnTo>
                    <a:pt x="9581" y="299280"/>
                  </a:lnTo>
                  <a:lnTo>
                    <a:pt x="9578" y="300666"/>
                  </a:lnTo>
                  <a:lnTo>
                    <a:pt x="9576" y="302051"/>
                  </a:lnTo>
                  <a:lnTo>
                    <a:pt x="9575" y="303437"/>
                  </a:lnTo>
                  <a:lnTo>
                    <a:pt x="9575" y="304823"/>
                  </a:lnTo>
                  <a:lnTo>
                    <a:pt x="9575" y="306208"/>
                  </a:lnTo>
                  <a:lnTo>
                    <a:pt x="9577" y="307594"/>
                  </a:lnTo>
                  <a:lnTo>
                    <a:pt x="9581" y="308979"/>
                  </a:lnTo>
                  <a:lnTo>
                    <a:pt x="9585" y="310365"/>
                  </a:lnTo>
                  <a:lnTo>
                    <a:pt x="9590" y="311750"/>
                  </a:lnTo>
                  <a:lnTo>
                    <a:pt x="9596" y="313136"/>
                  </a:lnTo>
                  <a:lnTo>
                    <a:pt x="9604" y="314521"/>
                  </a:lnTo>
                  <a:lnTo>
                    <a:pt x="9613" y="315907"/>
                  </a:lnTo>
                  <a:lnTo>
                    <a:pt x="9622" y="317293"/>
                  </a:lnTo>
                  <a:lnTo>
                    <a:pt x="9632" y="318678"/>
                  </a:lnTo>
                  <a:lnTo>
                    <a:pt x="9644" y="320064"/>
                  </a:lnTo>
                  <a:lnTo>
                    <a:pt x="9655" y="321449"/>
                  </a:lnTo>
                  <a:lnTo>
                    <a:pt x="9667" y="322835"/>
                  </a:lnTo>
                  <a:lnTo>
                    <a:pt x="9680" y="324220"/>
                  </a:lnTo>
                  <a:lnTo>
                    <a:pt x="9693" y="325606"/>
                  </a:lnTo>
                  <a:lnTo>
                    <a:pt x="9706" y="326992"/>
                  </a:lnTo>
                  <a:lnTo>
                    <a:pt x="9719" y="328377"/>
                  </a:lnTo>
                  <a:lnTo>
                    <a:pt x="9731" y="329763"/>
                  </a:lnTo>
                  <a:lnTo>
                    <a:pt x="9744" y="331148"/>
                  </a:lnTo>
                  <a:lnTo>
                    <a:pt x="9756" y="332534"/>
                  </a:lnTo>
                  <a:lnTo>
                    <a:pt x="9769" y="333919"/>
                  </a:lnTo>
                  <a:lnTo>
                    <a:pt x="9780" y="335305"/>
                  </a:lnTo>
                  <a:lnTo>
                    <a:pt x="9792" y="336690"/>
                  </a:lnTo>
                  <a:lnTo>
                    <a:pt x="9802" y="338076"/>
                  </a:lnTo>
                  <a:lnTo>
                    <a:pt x="9813" y="339462"/>
                  </a:lnTo>
                  <a:lnTo>
                    <a:pt x="9823" y="340847"/>
                  </a:lnTo>
                  <a:lnTo>
                    <a:pt x="9832" y="342233"/>
                  </a:lnTo>
                  <a:lnTo>
                    <a:pt x="9841" y="343618"/>
                  </a:lnTo>
                  <a:lnTo>
                    <a:pt x="9850" y="345004"/>
                  </a:lnTo>
                  <a:lnTo>
                    <a:pt x="9859" y="346389"/>
                  </a:lnTo>
                  <a:lnTo>
                    <a:pt x="9867" y="347775"/>
                  </a:lnTo>
                  <a:lnTo>
                    <a:pt x="9875" y="349160"/>
                  </a:lnTo>
                  <a:lnTo>
                    <a:pt x="9882" y="350546"/>
                  </a:lnTo>
                  <a:lnTo>
                    <a:pt x="9890" y="351932"/>
                  </a:lnTo>
                  <a:lnTo>
                    <a:pt x="9897" y="353317"/>
                  </a:lnTo>
                  <a:lnTo>
                    <a:pt x="9904" y="354703"/>
                  </a:lnTo>
                  <a:lnTo>
                    <a:pt x="9912" y="356088"/>
                  </a:lnTo>
                  <a:lnTo>
                    <a:pt x="9919" y="357474"/>
                  </a:lnTo>
                  <a:lnTo>
                    <a:pt x="9926" y="358859"/>
                  </a:lnTo>
                  <a:lnTo>
                    <a:pt x="9933" y="360245"/>
                  </a:lnTo>
                  <a:lnTo>
                    <a:pt x="9940" y="361631"/>
                  </a:lnTo>
                  <a:lnTo>
                    <a:pt x="9947" y="363016"/>
                  </a:lnTo>
                  <a:lnTo>
                    <a:pt x="9954" y="364402"/>
                  </a:lnTo>
                  <a:lnTo>
                    <a:pt x="9961" y="365787"/>
                  </a:lnTo>
                  <a:lnTo>
                    <a:pt x="9968" y="367173"/>
                  </a:lnTo>
                  <a:lnTo>
                    <a:pt x="9975" y="368558"/>
                  </a:lnTo>
                  <a:lnTo>
                    <a:pt x="9982" y="369944"/>
                  </a:lnTo>
                  <a:lnTo>
                    <a:pt x="9990" y="371329"/>
                  </a:lnTo>
                  <a:lnTo>
                    <a:pt x="9997" y="372715"/>
                  </a:lnTo>
                  <a:lnTo>
                    <a:pt x="10005" y="374101"/>
                  </a:lnTo>
                  <a:lnTo>
                    <a:pt x="10013" y="375486"/>
                  </a:lnTo>
                  <a:lnTo>
                    <a:pt x="10021" y="376872"/>
                  </a:lnTo>
                  <a:lnTo>
                    <a:pt x="10030" y="378257"/>
                  </a:lnTo>
                  <a:lnTo>
                    <a:pt x="10039" y="379643"/>
                  </a:lnTo>
                  <a:lnTo>
                    <a:pt x="10049" y="381028"/>
                  </a:lnTo>
                  <a:lnTo>
                    <a:pt x="10060" y="382414"/>
                  </a:lnTo>
                  <a:lnTo>
                    <a:pt x="10072" y="383799"/>
                  </a:lnTo>
                  <a:lnTo>
                    <a:pt x="10084" y="385185"/>
                  </a:lnTo>
                  <a:lnTo>
                    <a:pt x="10097" y="386571"/>
                  </a:lnTo>
                  <a:lnTo>
                    <a:pt x="10111" y="387956"/>
                  </a:lnTo>
                  <a:lnTo>
                    <a:pt x="10127" y="389342"/>
                  </a:lnTo>
                  <a:lnTo>
                    <a:pt x="10143" y="390727"/>
                  </a:lnTo>
                  <a:lnTo>
                    <a:pt x="10161" y="392113"/>
                  </a:lnTo>
                  <a:lnTo>
                    <a:pt x="10179" y="393498"/>
                  </a:lnTo>
                  <a:lnTo>
                    <a:pt x="10199" y="394884"/>
                  </a:lnTo>
                  <a:lnTo>
                    <a:pt x="10221" y="396269"/>
                  </a:lnTo>
                  <a:lnTo>
                    <a:pt x="10243" y="397655"/>
                  </a:lnTo>
                  <a:lnTo>
                    <a:pt x="10267" y="399041"/>
                  </a:lnTo>
                  <a:lnTo>
                    <a:pt x="10291" y="400426"/>
                  </a:lnTo>
                  <a:lnTo>
                    <a:pt x="10317" y="401812"/>
                  </a:lnTo>
                  <a:lnTo>
                    <a:pt x="10343" y="403197"/>
                  </a:lnTo>
                  <a:lnTo>
                    <a:pt x="10370" y="404583"/>
                  </a:lnTo>
                  <a:lnTo>
                    <a:pt x="10398" y="405968"/>
                  </a:lnTo>
                  <a:lnTo>
                    <a:pt x="10427" y="407354"/>
                  </a:lnTo>
                  <a:lnTo>
                    <a:pt x="10456" y="408740"/>
                  </a:lnTo>
                  <a:lnTo>
                    <a:pt x="10485" y="410125"/>
                  </a:lnTo>
                  <a:lnTo>
                    <a:pt x="10514" y="411511"/>
                  </a:lnTo>
                  <a:lnTo>
                    <a:pt x="10543" y="412896"/>
                  </a:lnTo>
                  <a:lnTo>
                    <a:pt x="10572" y="414282"/>
                  </a:lnTo>
                  <a:lnTo>
                    <a:pt x="10601" y="415667"/>
                  </a:lnTo>
                  <a:lnTo>
                    <a:pt x="10630" y="417053"/>
                  </a:lnTo>
                  <a:lnTo>
                    <a:pt x="10658" y="418438"/>
                  </a:lnTo>
                  <a:lnTo>
                    <a:pt x="10685" y="419824"/>
                  </a:lnTo>
                  <a:lnTo>
                    <a:pt x="10712" y="421210"/>
                  </a:lnTo>
                  <a:lnTo>
                    <a:pt x="10737" y="422595"/>
                  </a:lnTo>
                  <a:lnTo>
                    <a:pt x="10762" y="423981"/>
                  </a:lnTo>
                  <a:lnTo>
                    <a:pt x="10786" y="425366"/>
                  </a:lnTo>
                  <a:lnTo>
                    <a:pt x="10809" y="426752"/>
                  </a:lnTo>
                  <a:lnTo>
                    <a:pt x="10830" y="428137"/>
                  </a:lnTo>
                  <a:lnTo>
                    <a:pt x="10851" y="429523"/>
                  </a:lnTo>
                  <a:lnTo>
                    <a:pt x="10870" y="430908"/>
                  </a:lnTo>
                  <a:lnTo>
                    <a:pt x="10888" y="432294"/>
                  </a:lnTo>
                  <a:lnTo>
                    <a:pt x="10906" y="433680"/>
                  </a:lnTo>
                  <a:lnTo>
                    <a:pt x="10922" y="435065"/>
                  </a:lnTo>
                  <a:lnTo>
                    <a:pt x="10937" y="436451"/>
                  </a:lnTo>
                  <a:lnTo>
                    <a:pt x="10951" y="437836"/>
                  </a:lnTo>
                  <a:lnTo>
                    <a:pt x="10964" y="439222"/>
                  </a:lnTo>
                  <a:lnTo>
                    <a:pt x="10977" y="440607"/>
                  </a:lnTo>
                  <a:lnTo>
                    <a:pt x="10988" y="441993"/>
                  </a:lnTo>
                  <a:lnTo>
                    <a:pt x="11000" y="443379"/>
                  </a:lnTo>
                  <a:lnTo>
                    <a:pt x="11010" y="444764"/>
                  </a:lnTo>
                  <a:lnTo>
                    <a:pt x="11021" y="446150"/>
                  </a:lnTo>
                  <a:lnTo>
                    <a:pt x="11031" y="447535"/>
                  </a:lnTo>
                  <a:lnTo>
                    <a:pt x="11041" y="448921"/>
                  </a:lnTo>
                  <a:lnTo>
                    <a:pt x="11051" y="450306"/>
                  </a:lnTo>
                  <a:lnTo>
                    <a:pt x="11062" y="451692"/>
                  </a:lnTo>
                  <a:lnTo>
                    <a:pt x="11072" y="453077"/>
                  </a:lnTo>
                  <a:lnTo>
                    <a:pt x="11083" y="454463"/>
                  </a:lnTo>
                  <a:lnTo>
                    <a:pt x="11095" y="455849"/>
                  </a:lnTo>
                  <a:lnTo>
                    <a:pt x="11107" y="457234"/>
                  </a:lnTo>
                  <a:lnTo>
                    <a:pt x="11120" y="458620"/>
                  </a:lnTo>
                  <a:lnTo>
                    <a:pt x="11134" y="460005"/>
                  </a:lnTo>
                  <a:lnTo>
                    <a:pt x="11149" y="461391"/>
                  </a:lnTo>
                  <a:lnTo>
                    <a:pt x="11166" y="462776"/>
                  </a:lnTo>
                  <a:lnTo>
                    <a:pt x="11183" y="464162"/>
                  </a:lnTo>
                  <a:lnTo>
                    <a:pt x="11201" y="465547"/>
                  </a:lnTo>
                  <a:lnTo>
                    <a:pt x="11221" y="466933"/>
                  </a:lnTo>
                  <a:lnTo>
                    <a:pt x="11241" y="468319"/>
                  </a:lnTo>
                  <a:lnTo>
                    <a:pt x="11264" y="469704"/>
                  </a:lnTo>
                  <a:lnTo>
                    <a:pt x="11287" y="471090"/>
                  </a:lnTo>
                  <a:lnTo>
                    <a:pt x="11311" y="472475"/>
                  </a:lnTo>
                  <a:lnTo>
                    <a:pt x="11337" y="473861"/>
                  </a:lnTo>
                  <a:lnTo>
                    <a:pt x="11363" y="475246"/>
                  </a:lnTo>
                  <a:lnTo>
                    <a:pt x="11391" y="476632"/>
                  </a:lnTo>
                  <a:lnTo>
                    <a:pt x="11420" y="478018"/>
                  </a:lnTo>
                  <a:lnTo>
                    <a:pt x="11449" y="479403"/>
                  </a:lnTo>
                  <a:lnTo>
                    <a:pt x="11479" y="480789"/>
                  </a:lnTo>
                  <a:lnTo>
                    <a:pt x="11510" y="482174"/>
                  </a:lnTo>
                  <a:lnTo>
                    <a:pt x="11541" y="483560"/>
                  </a:lnTo>
                  <a:lnTo>
                    <a:pt x="11573" y="484945"/>
                  </a:lnTo>
                  <a:lnTo>
                    <a:pt x="11605" y="486331"/>
                  </a:lnTo>
                  <a:lnTo>
                    <a:pt x="11638" y="487716"/>
                  </a:lnTo>
                  <a:lnTo>
                    <a:pt x="11671" y="489102"/>
                  </a:lnTo>
                  <a:lnTo>
                    <a:pt x="11705" y="490488"/>
                  </a:lnTo>
                  <a:lnTo>
                    <a:pt x="11739" y="491873"/>
                  </a:lnTo>
                  <a:lnTo>
                    <a:pt x="11773" y="493259"/>
                  </a:lnTo>
                  <a:lnTo>
                    <a:pt x="11808" y="494644"/>
                  </a:lnTo>
                  <a:lnTo>
                    <a:pt x="11843" y="496030"/>
                  </a:lnTo>
                  <a:lnTo>
                    <a:pt x="11878" y="497415"/>
                  </a:lnTo>
                  <a:lnTo>
                    <a:pt x="11914" y="498801"/>
                  </a:lnTo>
                  <a:lnTo>
                    <a:pt x="11951" y="500186"/>
                  </a:lnTo>
                  <a:lnTo>
                    <a:pt x="11988" y="501572"/>
                  </a:lnTo>
                  <a:lnTo>
                    <a:pt x="12027" y="502958"/>
                  </a:lnTo>
                  <a:lnTo>
                    <a:pt x="12066" y="504343"/>
                  </a:lnTo>
                  <a:lnTo>
                    <a:pt x="12107" y="505729"/>
                  </a:lnTo>
                  <a:lnTo>
                    <a:pt x="12149" y="507114"/>
                  </a:lnTo>
                  <a:lnTo>
                    <a:pt x="12192" y="508500"/>
                  </a:lnTo>
                  <a:lnTo>
                    <a:pt x="12236" y="509885"/>
                  </a:lnTo>
                  <a:lnTo>
                    <a:pt x="12282" y="511271"/>
                  </a:lnTo>
                  <a:lnTo>
                    <a:pt x="12330" y="512656"/>
                  </a:lnTo>
                  <a:lnTo>
                    <a:pt x="12379" y="514042"/>
                  </a:lnTo>
                  <a:lnTo>
                    <a:pt x="12430" y="515428"/>
                  </a:lnTo>
                  <a:lnTo>
                    <a:pt x="12483" y="516813"/>
                  </a:lnTo>
                  <a:lnTo>
                    <a:pt x="12502" y="517297"/>
                  </a:lnTo>
                  <a:lnTo>
                    <a:pt x="12538" y="518199"/>
                  </a:lnTo>
                  <a:lnTo>
                    <a:pt x="12594" y="519584"/>
                  </a:lnTo>
                  <a:lnTo>
                    <a:pt x="12652" y="520970"/>
                  </a:lnTo>
                  <a:lnTo>
                    <a:pt x="12711" y="522355"/>
                  </a:lnTo>
                  <a:lnTo>
                    <a:pt x="12771" y="523741"/>
                  </a:lnTo>
                  <a:lnTo>
                    <a:pt x="12833" y="525127"/>
                  </a:lnTo>
                  <a:lnTo>
                    <a:pt x="12897" y="526512"/>
                  </a:lnTo>
                  <a:lnTo>
                    <a:pt x="12961" y="527898"/>
                  </a:lnTo>
                  <a:lnTo>
                    <a:pt x="13026" y="529283"/>
                  </a:lnTo>
                  <a:lnTo>
                    <a:pt x="13092" y="530669"/>
                  </a:lnTo>
                  <a:lnTo>
                    <a:pt x="13158" y="532054"/>
                  </a:lnTo>
                  <a:lnTo>
                    <a:pt x="13225" y="533440"/>
                  </a:lnTo>
                  <a:lnTo>
                    <a:pt x="13292" y="534825"/>
                  </a:lnTo>
                  <a:lnTo>
                    <a:pt x="13359" y="536211"/>
                  </a:lnTo>
                  <a:lnTo>
                    <a:pt x="13426" y="537597"/>
                  </a:lnTo>
                  <a:lnTo>
                    <a:pt x="13493" y="538982"/>
                  </a:lnTo>
                  <a:lnTo>
                    <a:pt x="13559" y="540368"/>
                  </a:lnTo>
                  <a:lnTo>
                    <a:pt x="13626" y="541753"/>
                  </a:lnTo>
                  <a:lnTo>
                    <a:pt x="13692" y="543139"/>
                  </a:lnTo>
                  <a:lnTo>
                    <a:pt x="13757" y="544524"/>
                  </a:lnTo>
                  <a:lnTo>
                    <a:pt x="13823" y="545910"/>
                  </a:lnTo>
                  <a:lnTo>
                    <a:pt x="13888" y="547295"/>
                  </a:lnTo>
                  <a:lnTo>
                    <a:pt x="13953" y="548681"/>
                  </a:lnTo>
                  <a:lnTo>
                    <a:pt x="14018" y="550067"/>
                  </a:lnTo>
                  <a:lnTo>
                    <a:pt x="14083" y="551452"/>
                  </a:lnTo>
                  <a:lnTo>
                    <a:pt x="14148" y="552838"/>
                  </a:lnTo>
                  <a:lnTo>
                    <a:pt x="14214" y="554223"/>
                  </a:lnTo>
                  <a:lnTo>
                    <a:pt x="14281" y="555609"/>
                  </a:lnTo>
                  <a:lnTo>
                    <a:pt x="14348" y="556994"/>
                  </a:lnTo>
                  <a:lnTo>
                    <a:pt x="14417" y="558380"/>
                  </a:lnTo>
                  <a:lnTo>
                    <a:pt x="14487" y="559766"/>
                  </a:lnTo>
                  <a:lnTo>
                    <a:pt x="14558" y="561151"/>
                  </a:lnTo>
                  <a:lnTo>
                    <a:pt x="14632" y="562537"/>
                  </a:lnTo>
                  <a:lnTo>
                    <a:pt x="14707" y="563922"/>
                  </a:lnTo>
                  <a:lnTo>
                    <a:pt x="14784" y="565308"/>
                  </a:lnTo>
                  <a:lnTo>
                    <a:pt x="14865" y="566693"/>
                  </a:lnTo>
                  <a:lnTo>
                    <a:pt x="14948" y="568079"/>
                  </a:lnTo>
                  <a:lnTo>
                    <a:pt x="15033" y="569464"/>
                  </a:lnTo>
                  <a:lnTo>
                    <a:pt x="15122" y="570850"/>
                  </a:lnTo>
                  <a:lnTo>
                    <a:pt x="15213" y="572236"/>
                  </a:lnTo>
                  <a:lnTo>
                    <a:pt x="15308" y="573621"/>
                  </a:lnTo>
                  <a:lnTo>
                    <a:pt x="15406" y="575007"/>
                  </a:lnTo>
                  <a:lnTo>
                    <a:pt x="15508" y="576392"/>
                  </a:lnTo>
                  <a:lnTo>
                    <a:pt x="15612" y="577778"/>
                  </a:lnTo>
                  <a:lnTo>
                    <a:pt x="15719" y="579163"/>
                  </a:lnTo>
                  <a:lnTo>
                    <a:pt x="15829" y="580549"/>
                  </a:lnTo>
                  <a:lnTo>
                    <a:pt x="15942" y="581934"/>
                  </a:lnTo>
                  <a:lnTo>
                    <a:pt x="16058" y="583320"/>
                  </a:lnTo>
                  <a:lnTo>
                    <a:pt x="16175" y="584706"/>
                  </a:lnTo>
                  <a:lnTo>
                    <a:pt x="16295" y="586091"/>
                  </a:lnTo>
                  <a:lnTo>
                    <a:pt x="16416" y="587477"/>
                  </a:lnTo>
                  <a:lnTo>
                    <a:pt x="16446" y="587807"/>
                  </a:lnTo>
                  <a:lnTo>
                    <a:pt x="16539" y="588862"/>
                  </a:lnTo>
                  <a:lnTo>
                    <a:pt x="16663" y="590248"/>
                  </a:lnTo>
                  <a:lnTo>
                    <a:pt x="16787" y="591633"/>
                  </a:lnTo>
                  <a:lnTo>
                    <a:pt x="16911" y="593019"/>
                  </a:lnTo>
                  <a:lnTo>
                    <a:pt x="17034" y="594404"/>
                  </a:lnTo>
                  <a:lnTo>
                    <a:pt x="17156" y="595790"/>
                  </a:lnTo>
                  <a:lnTo>
                    <a:pt x="17277" y="597176"/>
                  </a:lnTo>
                  <a:lnTo>
                    <a:pt x="17395" y="598561"/>
                  </a:lnTo>
                  <a:lnTo>
                    <a:pt x="17511" y="599947"/>
                  </a:lnTo>
                  <a:lnTo>
                    <a:pt x="17623" y="601332"/>
                  </a:lnTo>
                  <a:lnTo>
                    <a:pt x="17731" y="602718"/>
                  </a:lnTo>
                  <a:lnTo>
                    <a:pt x="17834" y="604103"/>
                  </a:lnTo>
                  <a:lnTo>
                    <a:pt x="17933" y="605489"/>
                  </a:lnTo>
                  <a:lnTo>
                    <a:pt x="18024" y="606875"/>
                  </a:lnTo>
                  <a:lnTo>
                    <a:pt x="18109" y="608260"/>
                  </a:lnTo>
                  <a:lnTo>
                    <a:pt x="18186" y="609646"/>
                  </a:lnTo>
                  <a:lnTo>
                    <a:pt x="18255" y="611031"/>
                  </a:lnTo>
                  <a:lnTo>
                    <a:pt x="18316" y="612417"/>
                  </a:lnTo>
                  <a:lnTo>
                    <a:pt x="18368" y="613802"/>
                  </a:lnTo>
                  <a:lnTo>
                    <a:pt x="18409" y="615188"/>
                  </a:lnTo>
                  <a:lnTo>
                    <a:pt x="18438" y="616573"/>
                  </a:lnTo>
                  <a:lnTo>
                    <a:pt x="18456" y="617959"/>
                  </a:lnTo>
                  <a:lnTo>
                    <a:pt x="18463" y="619345"/>
                  </a:lnTo>
                  <a:lnTo>
                    <a:pt x="18458" y="620730"/>
                  </a:lnTo>
                  <a:lnTo>
                    <a:pt x="18441" y="622116"/>
                  </a:lnTo>
                  <a:lnTo>
                    <a:pt x="18407" y="623501"/>
                  </a:lnTo>
                  <a:lnTo>
                    <a:pt x="18361" y="624887"/>
                  </a:lnTo>
                  <a:lnTo>
                    <a:pt x="18339" y="625390"/>
                  </a:lnTo>
                  <a:lnTo>
                    <a:pt x="18301" y="626272"/>
                  </a:lnTo>
                  <a:lnTo>
                    <a:pt x="18227" y="627658"/>
                  </a:lnTo>
                  <a:lnTo>
                    <a:pt x="18141" y="629043"/>
                  </a:lnTo>
                  <a:lnTo>
                    <a:pt x="18040" y="630429"/>
                  </a:lnTo>
                  <a:lnTo>
                    <a:pt x="17924" y="631815"/>
                  </a:lnTo>
                  <a:lnTo>
                    <a:pt x="17795" y="633200"/>
                  </a:lnTo>
                  <a:lnTo>
                    <a:pt x="17653" y="634586"/>
                  </a:lnTo>
                  <a:lnTo>
                    <a:pt x="17499" y="635971"/>
                  </a:lnTo>
                  <a:lnTo>
                    <a:pt x="17334" y="637357"/>
                  </a:lnTo>
                  <a:lnTo>
                    <a:pt x="17157" y="638742"/>
                  </a:lnTo>
                  <a:lnTo>
                    <a:pt x="16968" y="640128"/>
                  </a:lnTo>
                  <a:lnTo>
                    <a:pt x="16770" y="641514"/>
                  </a:lnTo>
                  <a:lnTo>
                    <a:pt x="16564" y="642899"/>
                  </a:lnTo>
                  <a:lnTo>
                    <a:pt x="16350" y="644285"/>
                  </a:lnTo>
                  <a:lnTo>
                    <a:pt x="16130" y="645670"/>
                  </a:lnTo>
                  <a:lnTo>
                    <a:pt x="15903" y="647056"/>
                  </a:lnTo>
                  <a:lnTo>
                    <a:pt x="15671" y="648441"/>
                  </a:lnTo>
                  <a:lnTo>
                    <a:pt x="15436" y="649827"/>
                  </a:lnTo>
                  <a:lnTo>
                    <a:pt x="15198" y="651212"/>
                  </a:lnTo>
                  <a:lnTo>
                    <a:pt x="14958" y="652598"/>
                  </a:lnTo>
                  <a:lnTo>
                    <a:pt x="14717" y="653984"/>
                  </a:lnTo>
                  <a:lnTo>
                    <a:pt x="14475" y="655369"/>
                  </a:lnTo>
                  <a:lnTo>
                    <a:pt x="14235" y="656755"/>
                  </a:lnTo>
                  <a:lnTo>
                    <a:pt x="13997" y="658140"/>
                  </a:lnTo>
                  <a:lnTo>
                    <a:pt x="13761" y="659526"/>
                  </a:lnTo>
                  <a:lnTo>
                    <a:pt x="13529" y="660911"/>
                  </a:lnTo>
                  <a:lnTo>
                    <a:pt x="13299" y="662297"/>
                  </a:lnTo>
                  <a:lnTo>
                    <a:pt x="13075" y="663682"/>
                  </a:lnTo>
                  <a:lnTo>
                    <a:pt x="12857" y="665068"/>
                  </a:lnTo>
                  <a:lnTo>
                    <a:pt x="12644" y="666454"/>
                  </a:lnTo>
                  <a:lnTo>
                    <a:pt x="12436" y="667839"/>
                  </a:lnTo>
                  <a:lnTo>
                    <a:pt x="12235" y="669225"/>
                  </a:lnTo>
                  <a:lnTo>
                    <a:pt x="12041" y="670610"/>
                  </a:lnTo>
                  <a:lnTo>
                    <a:pt x="11855" y="671996"/>
                  </a:lnTo>
                  <a:lnTo>
                    <a:pt x="11677" y="673381"/>
                  </a:lnTo>
                  <a:lnTo>
                    <a:pt x="11506" y="674767"/>
                  </a:lnTo>
                  <a:lnTo>
                    <a:pt x="11342" y="676153"/>
                  </a:lnTo>
                  <a:lnTo>
                    <a:pt x="11187" y="677538"/>
                  </a:lnTo>
                  <a:lnTo>
                    <a:pt x="11039" y="678924"/>
                  </a:lnTo>
                  <a:lnTo>
                    <a:pt x="10900" y="680309"/>
                  </a:lnTo>
                  <a:lnTo>
                    <a:pt x="10770" y="681695"/>
                  </a:lnTo>
                  <a:lnTo>
                    <a:pt x="10647" y="683080"/>
                  </a:lnTo>
                  <a:lnTo>
                    <a:pt x="10531" y="684466"/>
                  </a:lnTo>
                  <a:lnTo>
                    <a:pt x="10423" y="685851"/>
                  </a:lnTo>
                  <a:lnTo>
                    <a:pt x="10323" y="687237"/>
                  </a:lnTo>
                  <a:lnTo>
                    <a:pt x="10230" y="688623"/>
                  </a:lnTo>
                  <a:lnTo>
                    <a:pt x="10145" y="690008"/>
                  </a:lnTo>
                  <a:lnTo>
                    <a:pt x="10066" y="691394"/>
                  </a:lnTo>
                  <a:lnTo>
                    <a:pt x="9992" y="692779"/>
                  </a:lnTo>
                  <a:lnTo>
                    <a:pt x="9925" y="694165"/>
                  </a:lnTo>
                  <a:lnTo>
                    <a:pt x="9863" y="695550"/>
                  </a:lnTo>
                  <a:lnTo>
                    <a:pt x="9807" y="696936"/>
                  </a:lnTo>
                  <a:lnTo>
                    <a:pt x="9756" y="698321"/>
                  </a:lnTo>
                  <a:lnTo>
                    <a:pt x="9709" y="699707"/>
                  </a:lnTo>
                  <a:lnTo>
                    <a:pt x="9666" y="701093"/>
                  </a:lnTo>
                  <a:lnTo>
                    <a:pt x="9627" y="702478"/>
                  </a:lnTo>
                  <a:lnTo>
                    <a:pt x="9591" y="703864"/>
                  </a:lnTo>
                  <a:lnTo>
                    <a:pt x="9559" y="705249"/>
                  </a:lnTo>
                  <a:lnTo>
                    <a:pt x="9529" y="706635"/>
                  </a:lnTo>
                  <a:lnTo>
                    <a:pt x="9502" y="708020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8" name="pg28"/>
            <p:cNvSpPr/>
            <p:nvPr/>
          </p:nvSpPr>
          <p:spPr>
            <a:xfrm>
              <a:off x="3334316" y="2718261"/>
              <a:ext cx="36502" cy="305769"/>
            </a:xfrm>
            <a:custGeom>
              <a:avLst/>
              <a:gdLst/>
              <a:ahLst/>
              <a:cxnLst/>
              <a:rect l="0" t="0" r="0" b="0"/>
              <a:pathLst>
                <a:path w="36502" h="305769">
                  <a:moveTo>
                    <a:pt x="13818" y="305769"/>
                  </a:moveTo>
                  <a:lnTo>
                    <a:pt x="13486" y="305171"/>
                  </a:lnTo>
                  <a:lnTo>
                    <a:pt x="13151" y="304572"/>
                  </a:lnTo>
                  <a:lnTo>
                    <a:pt x="12814" y="303974"/>
                  </a:lnTo>
                  <a:lnTo>
                    <a:pt x="12479" y="303375"/>
                  </a:lnTo>
                  <a:lnTo>
                    <a:pt x="12146" y="302777"/>
                  </a:lnTo>
                  <a:lnTo>
                    <a:pt x="11817" y="302179"/>
                  </a:lnTo>
                  <a:lnTo>
                    <a:pt x="11494" y="301580"/>
                  </a:lnTo>
                  <a:lnTo>
                    <a:pt x="11176" y="300982"/>
                  </a:lnTo>
                  <a:lnTo>
                    <a:pt x="10865" y="300384"/>
                  </a:lnTo>
                  <a:lnTo>
                    <a:pt x="10561" y="299785"/>
                  </a:lnTo>
                  <a:lnTo>
                    <a:pt x="10266" y="299187"/>
                  </a:lnTo>
                  <a:lnTo>
                    <a:pt x="9977" y="298588"/>
                  </a:lnTo>
                  <a:lnTo>
                    <a:pt x="9695" y="297990"/>
                  </a:lnTo>
                  <a:lnTo>
                    <a:pt x="9419" y="297392"/>
                  </a:lnTo>
                  <a:lnTo>
                    <a:pt x="9147" y="296793"/>
                  </a:lnTo>
                  <a:lnTo>
                    <a:pt x="8878" y="296195"/>
                  </a:lnTo>
                  <a:lnTo>
                    <a:pt x="8612" y="295597"/>
                  </a:lnTo>
                  <a:lnTo>
                    <a:pt x="8347" y="294998"/>
                  </a:lnTo>
                  <a:lnTo>
                    <a:pt x="8081" y="294400"/>
                  </a:lnTo>
                  <a:lnTo>
                    <a:pt x="7813" y="293801"/>
                  </a:lnTo>
                  <a:lnTo>
                    <a:pt x="7542" y="293203"/>
                  </a:lnTo>
                  <a:lnTo>
                    <a:pt x="7267" y="292605"/>
                  </a:lnTo>
                  <a:lnTo>
                    <a:pt x="6987" y="292006"/>
                  </a:lnTo>
                  <a:lnTo>
                    <a:pt x="6700" y="291408"/>
                  </a:lnTo>
                  <a:lnTo>
                    <a:pt x="6406" y="290810"/>
                  </a:lnTo>
                  <a:lnTo>
                    <a:pt x="6107" y="290211"/>
                  </a:lnTo>
                  <a:lnTo>
                    <a:pt x="5801" y="289613"/>
                  </a:lnTo>
                  <a:lnTo>
                    <a:pt x="5489" y="289014"/>
                  </a:lnTo>
                  <a:lnTo>
                    <a:pt x="5172" y="288416"/>
                  </a:lnTo>
                  <a:lnTo>
                    <a:pt x="4851" y="287818"/>
                  </a:lnTo>
                  <a:lnTo>
                    <a:pt x="4526" y="287219"/>
                  </a:lnTo>
                  <a:lnTo>
                    <a:pt x="4201" y="286621"/>
                  </a:lnTo>
                  <a:lnTo>
                    <a:pt x="3876" y="286023"/>
                  </a:lnTo>
                  <a:lnTo>
                    <a:pt x="3553" y="285424"/>
                  </a:lnTo>
                  <a:lnTo>
                    <a:pt x="3234" y="284826"/>
                  </a:lnTo>
                  <a:lnTo>
                    <a:pt x="2923" y="284227"/>
                  </a:lnTo>
                  <a:lnTo>
                    <a:pt x="2619" y="283629"/>
                  </a:lnTo>
                  <a:lnTo>
                    <a:pt x="2327" y="283031"/>
                  </a:lnTo>
                  <a:lnTo>
                    <a:pt x="2046" y="282432"/>
                  </a:lnTo>
                  <a:lnTo>
                    <a:pt x="1779" y="281834"/>
                  </a:lnTo>
                  <a:lnTo>
                    <a:pt x="1527" y="281236"/>
                  </a:lnTo>
                  <a:lnTo>
                    <a:pt x="1294" y="280637"/>
                  </a:lnTo>
                  <a:lnTo>
                    <a:pt x="1081" y="280039"/>
                  </a:lnTo>
                  <a:lnTo>
                    <a:pt x="886" y="279440"/>
                  </a:lnTo>
                  <a:lnTo>
                    <a:pt x="711" y="278842"/>
                  </a:lnTo>
                  <a:lnTo>
                    <a:pt x="556" y="278244"/>
                  </a:lnTo>
                  <a:lnTo>
                    <a:pt x="420" y="277645"/>
                  </a:lnTo>
                  <a:lnTo>
                    <a:pt x="305" y="277047"/>
                  </a:lnTo>
                  <a:lnTo>
                    <a:pt x="212" y="276449"/>
                  </a:lnTo>
                  <a:lnTo>
                    <a:pt x="137" y="275850"/>
                  </a:lnTo>
                  <a:lnTo>
                    <a:pt x="79" y="275252"/>
                  </a:lnTo>
                  <a:lnTo>
                    <a:pt x="38" y="274653"/>
                  </a:lnTo>
                  <a:lnTo>
                    <a:pt x="12" y="274055"/>
                  </a:lnTo>
                  <a:lnTo>
                    <a:pt x="0" y="273457"/>
                  </a:lnTo>
                  <a:lnTo>
                    <a:pt x="3" y="272858"/>
                  </a:lnTo>
                  <a:lnTo>
                    <a:pt x="19" y="272260"/>
                  </a:lnTo>
                  <a:lnTo>
                    <a:pt x="45" y="271662"/>
                  </a:lnTo>
                  <a:lnTo>
                    <a:pt x="81" y="271063"/>
                  </a:lnTo>
                  <a:lnTo>
                    <a:pt x="126" y="270465"/>
                  </a:lnTo>
                  <a:lnTo>
                    <a:pt x="180" y="269866"/>
                  </a:lnTo>
                  <a:lnTo>
                    <a:pt x="244" y="269268"/>
                  </a:lnTo>
                  <a:lnTo>
                    <a:pt x="318" y="268670"/>
                  </a:lnTo>
                  <a:lnTo>
                    <a:pt x="399" y="268071"/>
                  </a:lnTo>
                  <a:lnTo>
                    <a:pt x="489" y="267473"/>
                  </a:lnTo>
                  <a:lnTo>
                    <a:pt x="588" y="266875"/>
                  </a:lnTo>
                  <a:lnTo>
                    <a:pt x="697" y="266276"/>
                  </a:lnTo>
                  <a:lnTo>
                    <a:pt x="816" y="265678"/>
                  </a:lnTo>
                  <a:lnTo>
                    <a:pt x="946" y="265079"/>
                  </a:lnTo>
                  <a:lnTo>
                    <a:pt x="1087" y="264481"/>
                  </a:lnTo>
                  <a:lnTo>
                    <a:pt x="1238" y="263883"/>
                  </a:lnTo>
                  <a:lnTo>
                    <a:pt x="1400" y="263284"/>
                  </a:lnTo>
                  <a:lnTo>
                    <a:pt x="1573" y="262686"/>
                  </a:lnTo>
                  <a:lnTo>
                    <a:pt x="1755" y="262088"/>
                  </a:lnTo>
                  <a:lnTo>
                    <a:pt x="1949" y="261489"/>
                  </a:lnTo>
                  <a:lnTo>
                    <a:pt x="2151" y="260891"/>
                  </a:lnTo>
                  <a:lnTo>
                    <a:pt x="2360" y="260292"/>
                  </a:lnTo>
                  <a:lnTo>
                    <a:pt x="2477" y="259966"/>
                  </a:lnTo>
                  <a:lnTo>
                    <a:pt x="2575" y="259694"/>
                  </a:lnTo>
                  <a:lnTo>
                    <a:pt x="2794" y="259096"/>
                  </a:lnTo>
                  <a:lnTo>
                    <a:pt x="3017" y="258497"/>
                  </a:lnTo>
                  <a:lnTo>
                    <a:pt x="3240" y="257899"/>
                  </a:lnTo>
                  <a:lnTo>
                    <a:pt x="3462" y="257301"/>
                  </a:lnTo>
                  <a:lnTo>
                    <a:pt x="3681" y="256702"/>
                  </a:lnTo>
                  <a:lnTo>
                    <a:pt x="3894" y="256104"/>
                  </a:lnTo>
                  <a:lnTo>
                    <a:pt x="4100" y="255505"/>
                  </a:lnTo>
                  <a:lnTo>
                    <a:pt x="4298" y="254907"/>
                  </a:lnTo>
                  <a:lnTo>
                    <a:pt x="4483" y="254309"/>
                  </a:lnTo>
                  <a:lnTo>
                    <a:pt x="4655" y="253710"/>
                  </a:lnTo>
                  <a:lnTo>
                    <a:pt x="4814" y="253112"/>
                  </a:lnTo>
                  <a:lnTo>
                    <a:pt x="4957" y="252514"/>
                  </a:lnTo>
                  <a:lnTo>
                    <a:pt x="5085" y="251915"/>
                  </a:lnTo>
                  <a:lnTo>
                    <a:pt x="5197" y="251317"/>
                  </a:lnTo>
                  <a:lnTo>
                    <a:pt x="5292" y="250718"/>
                  </a:lnTo>
                  <a:lnTo>
                    <a:pt x="5366" y="250120"/>
                  </a:lnTo>
                  <a:lnTo>
                    <a:pt x="5425" y="249522"/>
                  </a:lnTo>
                  <a:lnTo>
                    <a:pt x="5467" y="248923"/>
                  </a:lnTo>
                  <a:lnTo>
                    <a:pt x="5494" y="248325"/>
                  </a:lnTo>
                  <a:lnTo>
                    <a:pt x="5507" y="247727"/>
                  </a:lnTo>
                  <a:lnTo>
                    <a:pt x="5507" y="247128"/>
                  </a:lnTo>
                  <a:lnTo>
                    <a:pt x="5492" y="246530"/>
                  </a:lnTo>
                  <a:lnTo>
                    <a:pt x="5468" y="245931"/>
                  </a:lnTo>
                  <a:lnTo>
                    <a:pt x="5436" y="245333"/>
                  </a:lnTo>
                  <a:lnTo>
                    <a:pt x="5398" y="244735"/>
                  </a:lnTo>
                  <a:lnTo>
                    <a:pt x="5357" y="244136"/>
                  </a:lnTo>
                  <a:lnTo>
                    <a:pt x="5314" y="243538"/>
                  </a:lnTo>
                  <a:lnTo>
                    <a:pt x="5273" y="242940"/>
                  </a:lnTo>
                  <a:lnTo>
                    <a:pt x="5236" y="242341"/>
                  </a:lnTo>
                  <a:lnTo>
                    <a:pt x="5208" y="241743"/>
                  </a:lnTo>
                  <a:lnTo>
                    <a:pt x="5188" y="241144"/>
                  </a:lnTo>
                  <a:lnTo>
                    <a:pt x="5181" y="240546"/>
                  </a:lnTo>
                  <a:lnTo>
                    <a:pt x="5188" y="239948"/>
                  </a:lnTo>
                  <a:lnTo>
                    <a:pt x="5214" y="239349"/>
                  </a:lnTo>
                  <a:lnTo>
                    <a:pt x="5261" y="238751"/>
                  </a:lnTo>
                  <a:lnTo>
                    <a:pt x="5329" y="238153"/>
                  </a:lnTo>
                  <a:lnTo>
                    <a:pt x="5419" y="237554"/>
                  </a:lnTo>
                  <a:lnTo>
                    <a:pt x="5533" y="236956"/>
                  </a:lnTo>
                  <a:lnTo>
                    <a:pt x="5669" y="236357"/>
                  </a:lnTo>
                  <a:lnTo>
                    <a:pt x="5830" y="235759"/>
                  </a:lnTo>
                  <a:lnTo>
                    <a:pt x="6018" y="235161"/>
                  </a:lnTo>
                  <a:lnTo>
                    <a:pt x="6135" y="234829"/>
                  </a:lnTo>
                  <a:lnTo>
                    <a:pt x="6229" y="234562"/>
                  </a:lnTo>
                  <a:lnTo>
                    <a:pt x="6460" y="233964"/>
                  </a:lnTo>
                  <a:lnTo>
                    <a:pt x="6710" y="233366"/>
                  </a:lnTo>
                  <a:lnTo>
                    <a:pt x="6977" y="232767"/>
                  </a:lnTo>
                  <a:lnTo>
                    <a:pt x="7259" y="232169"/>
                  </a:lnTo>
                  <a:lnTo>
                    <a:pt x="7553" y="231570"/>
                  </a:lnTo>
                  <a:lnTo>
                    <a:pt x="7857" y="230972"/>
                  </a:lnTo>
                  <a:lnTo>
                    <a:pt x="8165" y="230374"/>
                  </a:lnTo>
                  <a:lnTo>
                    <a:pt x="8475" y="229775"/>
                  </a:lnTo>
                  <a:lnTo>
                    <a:pt x="8783" y="229177"/>
                  </a:lnTo>
                  <a:lnTo>
                    <a:pt x="9089" y="228579"/>
                  </a:lnTo>
                  <a:lnTo>
                    <a:pt x="9386" y="227980"/>
                  </a:lnTo>
                  <a:lnTo>
                    <a:pt x="9673" y="227382"/>
                  </a:lnTo>
                  <a:lnTo>
                    <a:pt x="9947" y="226783"/>
                  </a:lnTo>
                  <a:lnTo>
                    <a:pt x="10208" y="226185"/>
                  </a:lnTo>
                  <a:lnTo>
                    <a:pt x="10453" y="225587"/>
                  </a:lnTo>
                  <a:lnTo>
                    <a:pt x="10682" y="224988"/>
                  </a:lnTo>
                  <a:lnTo>
                    <a:pt x="10893" y="224390"/>
                  </a:lnTo>
                  <a:lnTo>
                    <a:pt x="11082" y="223792"/>
                  </a:lnTo>
                  <a:lnTo>
                    <a:pt x="11253" y="223193"/>
                  </a:lnTo>
                  <a:lnTo>
                    <a:pt x="11406" y="222595"/>
                  </a:lnTo>
                  <a:lnTo>
                    <a:pt x="11542" y="221996"/>
                  </a:lnTo>
                  <a:lnTo>
                    <a:pt x="11662" y="221398"/>
                  </a:lnTo>
                  <a:lnTo>
                    <a:pt x="11765" y="220800"/>
                  </a:lnTo>
                  <a:lnTo>
                    <a:pt x="11852" y="220201"/>
                  </a:lnTo>
                  <a:lnTo>
                    <a:pt x="11925" y="219603"/>
                  </a:lnTo>
                  <a:lnTo>
                    <a:pt x="11986" y="219005"/>
                  </a:lnTo>
                  <a:lnTo>
                    <a:pt x="12038" y="218406"/>
                  </a:lnTo>
                  <a:lnTo>
                    <a:pt x="12081" y="217808"/>
                  </a:lnTo>
                  <a:lnTo>
                    <a:pt x="12116" y="217209"/>
                  </a:lnTo>
                  <a:lnTo>
                    <a:pt x="12145" y="216611"/>
                  </a:lnTo>
                  <a:lnTo>
                    <a:pt x="12169" y="216013"/>
                  </a:lnTo>
                  <a:lnTo>
                    <a:pt x="12191" y="215414"/>
                  </a:lnTo>
                  <a:lnTo>
                    <a:pt x="12211" y="214816"/>
                  </a:lnTo>
                  <a:lnTo>
                    <a:pt x="12230" y="214218"/>
                  </a:lnTo>
                  <a:lnTo>
                    <a:pt x="12249" y="213619"/>
                  </a:lnTo>
                  <a:lnTo>
                    <a:pt x="12270" y="213021"/>
                  </a:lnTo>
                  <a:lnTo>
                    <a:pt x="12294" y="212422"/>
                  </a:lnTo>
                  <a:lnTo>
                    <a:pt x="12320" y="211824"/>
                  </a:lnTo>
                  <a:lnTo>
                    <a:pt x="12350" y="211226"/>
                  </a:lnTo>
                  <a:lnTo>
                    <a:pt x="12383" y="210627"/>
                  </a:lnTo>
                  <a:lnTo>
                    <a:pt x="12421" y="210029"/>
                  </a:lnTo>
                  <a:lnTo>
                    <a:pt x="12462" y="209431"/>
                  </a:lnTo>
                  <a:lnTo>
                    <a:pt x="12509" y="208832"/>
                  </a:lnTo>
                  <a:lnTo>
                    <a:pt x="12560" y="208234"/>
                  </a:lnTo>
                  <a:lnTo>
                    <a:pt x="12616" y="207635"/>
                  </a:lnTo>
                  <a:lnTo>
                    <a:pt x="12675" y="207037"/>
                  </a:lnTo>
                  <a:lnTo>
                    <a:pt x="12738" y="206439"/>
                  </a:lnTo>
                  <a:lnTo>
                    <a:pt x="12804" y="205840"/>
                  </a:lnTo>
                  <a:lnTo>
                    <a:pt x="12874" y="205242"/>
                  </a:lnTo>
                  <a:lnTo>
                    <a:pt x="12946" y="204644"/>
                  </a:lnTo>
                  <a:lnTo>
                    <a:pt x="13021" y="204045"/>
                  </a:lnTo>
                  <a:lnTo>
                    <a:pt x="13098" y="203447"/>
                  </a:lnTo>
                  <a:lnTo>
                    <a:pt x="13175" y="202848"/>
                  </a:lnTo>
                  <a:lnTo>
                    <a:pt x="13254" y="202250"/>
                  </a:lnTo>
                  <a:lnTo>
                    <a:pt x="13334" y="201652"/>
                  </a:lnTo>
                  <a:lnTo>
                    <a:pt x="13414" y="201053"/>
                  </a:lnTo>
                  <a:lnTo>
                    <a:pt x="13494" y="200455"/>
                  </a:lnTo>
                  <a:lnTo>
                    <a:pt x="13573" y="199857"/>
                  </a:lnTo>
                  <a:lnTo>
                    <a:pt x="13653" y="199258"/>
                  </a:lnTo>
                  <a:lnTo>
                    <a:pt x="13732" y="198660"/>
                  </a:lnTo>
                  <a:lnTo>
                    <a:pt x="13811" y="198061"/>
                  </a:lnTo>
                  <a:lnTo>
                    <a:pt x="13889" y="197463"/>
                  </a:lnTo>
                  <a:lnTo>
                    <a:pt x="13967" y="196865"/>
                  </a:lnTo>
                  <a:lnTo>
                    <a:pt x="14044" y="196266"/>
                  </a:lnTo>
                  <a:lnTo>
                    <a:pt x="14122" y="195668"/>
                  </a:lnTo>
                  <a:lnTo>
                    <a:pt x="14200" y="195070"/>
                  </a:lnTo>
                  <a:lnTo>
                    <a:pt x="14279" y="194471"/>
                  </a:lnTo>
                  <a:lnTo>
                    <a:pt x="14358" y="193873"/>
                  </a:lnTo>
                  <a:lnTo>
                    <a:pt x="14437" y="193274"/>
                  </a:lnTo>
                  <a:lnTo>
                    <a:pt x="14518" y="192676"/>
                  </a:lnTo>
                  <a:lnTo>
                    <a:pt x="14599" y="192078"/>
                  </a:lnTo>
                  <a:lnTo>
                    <a:pt x="14682" y="191479"/>
                  </a:lnTo>
                  <a:lnTo>
                    <a:pt x="14765" y="190881"/>
                  </a:lnTo>
                  <a:lnTo>
                    <a:pt x="14850" y="190283"/>
                  </a:lnTo>
                  <a:lnTo>
                    <a:pt x="14936" y="189684"/>
                  </a:lnTo>
                  <a:lnTo>
                    <a:pt x="15022" y="189086"/>
                  </a:lnTo>
                  <a:lnTo>
                    <a:pt x="15109" y="188487"/>
                  </a:lnTo>
                  <a:lnTo>
                    <a:pt x="15196" y="187889"/>
                  </a:lnTo>
                  <a:lnTo>
                    <a:pt x="15284" y="187291"/>
                  </a:lnTo>
                  <a:lnTo>
                    <a:pt x="15372" y="186692"/>
                  </a:lnTo>
                  <a:lnTo>
                    <a:pt x="15459" y="186094"/>
                  </a:lnTo>
                  <a:lnTo>
                    <a:pt x="15545" y="185496"/>
                  </a:lnTo>
                  <a:lnTo>
                    <a:pt x="15631" y="184897"/>
                  </a:lnTo>
                  <a:lnTo>
                    <a:pt x="15715" y="184299"/>
                  </a:lnTo>
                  <a:lnTo>
                    <a:pt x="15798" y="183700"/>
                  </a:lnTo>
                  <a:lnTo>
                    <a:pt x="15879" y="183102"/>
                  </a:lnTo>
                  <a:lnTo>
                    <a:pt x="15959" y="182504"/>
                  </a:lnTo>
                  <a:lnTo>
                    <a:pt x="16036" y="181905"/>
                  </a:lnTo>
                  <a:lnTo>
                    <a:pt x="16111" y="181307"/>
                  </a:lnTo>
                  <a:lnTo>
                    <a:pt x="16185" y="180709"/>
                  </a:lnTo>
                  <a:lnTo>
                    <a:pt x="16256" y="180110"/>
                  </a:lnTo>
                  <a:lnTo>
                    <a:pt x="16325" y="179512"/>
                  </a:lnTo>
                  <a:lnTo>
                    <a:pt x="16391" y="178914"/>
                  </a:lnTo>
                  <a:lnTo>
                    <a:pt x="16455" y="178315"/>
                  </a:lnTo>
                  <a:lnTo>
                    <a:pt x="16517" y="177717"/>
                  </a:lnTo>
                  <a:lnTo>
                    <a:pt x="16576" y="177118"/>
                  </a:lnTo>
                  <a:lnTo>
                    <a:pt x="16634" y="176520"/>
                  </a:lnTo>
                  <a:lnTo>
                    <a:pt x="16690" y="175922"/>
                  </a:lnTo>
                  <a:lnTo>
                    <a:pt x="16744" y="175323"/>
                  </a:lnTo>
                  <a:lnTo>
                    <a:pt x="16797" y="174725"/>
                  </a:lnTo>
                  <a:lnTo>
                    <a:pt x="16848" y="174127"/>
                  </a:lnTo>
                  <a:lnTo>
                    <a:pt x="16897" y="173528"/>
                  </a:lnTo>
                  <a:lnTo>
                    <a:pt x="16945" y="172930"/>
                  </a:lnTo>
                  <a:lnTo>
                    <a:pt x="16993" y="172331"/>
                  </a:lnTo>
                  <a:lnTo>
                    <a:pt x="17039" y="171733"/>
                  </a:lnTo>
                  <a:lnTo>
                    <a:pt x="17084" y="171135"/>
                  </a:lnTo>
                  <a:lnTo>
                    <a:pt x="17128" y="170536"/>
                  </a:lnTo>
                  <a:lnTo>
                    <a:pt x="17172" y="169938"/>
                  </a:lnTo>
                  <a:lnTo>
                    <a:pt x="17215" y="169340"/>
                  </a:lnTo>
                  <a:lnTo>
                    <a:pt x="17257" y="168741"/>
                  </a:lnTo>
                  <a:lnTo>
                    <a:pt x="17298" y="168143"/>
                  </a:lnTo>
                  <a:lnTo>
                    <a:pt x="17339" y="167544"/>
                  </a:lnTo>
                  <a:lnTo>
                    <a:pt x="17378" y="166946"/>
                  </a:lnTo>
                  <a:lnTo>
                    <a:pt x="17417" y="166348"/>
                  </a:lnTo>
                  <a:lnTo>
                    <a:pt x="17455" y="165749"/>
                  </a:lnTo>
                  <a:lnTo>
                    <a:pt x="17492" y="165151"/>
                  </a:lnTo>
                  <a:lnTo>
                    <a:pt x="17528" y="164553"/>
                  </a:lnTo>
                  <a:lnTo>
                    <a:pt x="17563" y="163954"/>
                  </a:lnTo>
                  <a:lnTo>
                    <a:pt x="17596" y="163356"/>
                  </a:lnTo>
                  <a:lnTo>
                    <a:pt x="17628" y="162757"/>
                  </a:lnTo>
                  <a:lnTo>
                    <a:pt x="17658" y="162159"/>
                  </a:lnTo>
                  <a:lnTo>
                    <a:pt x="17687" y="161561"/>
                  </a:lnTo>
                  <a:lnTo>
                    <a:pt x="17714" y="160962"/>
                  </a:lnTo>
                  <a:lnTo>
                    <a:pt x="17739" y="160364"/>
                  </a:lnTo>
                  <a:lnTo>
                    <a:pt x="17763" y="159766"/>
                  </a:lnTo>
                  <a:lnTo>
                    <a:pt x="17785" y="159167"/>
                  </a:lnTo>
                  <a:lnTo>
                    <a:pt x="17804" y="158569"/>
                  </a:lnTo>
                  <a:lnTo>
                    <a:pt x="17822" y="157970"/>
                  </a:lnTo>
                  <a:lnTo>
                    <a:pt x="17838" y="157372"/>
                  </a:lnTo>
                  <a:lnTo>
                    <a:pt x="17853" y="156774"/>
                  </a:lnTo>
                  <a:lnTo>
                    <a:pt x="17865" y="156175"/>
                  </a:lnTo>
                  <a:lnTo>
                    <a:pt x="17875" y="155577"/>
                  </a:lnTo>
                  <a:lnTo>
                    <a:pt x="17883" y="154979"/>
                  </a:lnTo>
                  <a:lnTo>
                    <a:pt x="17889" y="154380"/>
                  </a:lnTo>
                  <a:lnTo>
                    <a:pt x="17893" y="153782"/>
                  </a:lnTo>
                  <a:lnTo>
                    <a:pt x="17896" y="153183"/>
                  </a:lnTo>
                  <a:lnTo>
                    <a:pt x="17897" y="152585"/>
                  </a:lnTo>
                  <a:lnTo>
                    <a:pt x="17896" y="151987"/>
                  </a:lnTo>
                  <a:lnTo>
                    <a:pt x="17893" y="151388"/>
                  </a:lnTo>
                  <a:lnTo>
                    <a:pt x="17889" y="150790"/>
                  </a:lnTo>
                  <a:lnTo>
                    <a:pt x="17883" y="150192"/>
                  </a:lnTo>
                  <a:lnTo>
                    <a:pt x="17877" y="149593"/>
                  </a:lnTo>
                  <a:lnTo>
                    <a:pt x="17869" y="148995"/>
                  </a:lnTo>
                  <a:lnTo>
                    <a:pt x="17860" y="148396"/>
                  </a:lnTo>
                  <a:lnTo>
                    <a:pt x="17851" y="147798"/>
                  </a:lnTo>
                  <a:lnTo>
                    <a:pt x="17841" y="147200"/>
                  </a:lnTo>
                  <a:lnTo>
                    <a:pt x="17830" y="146601"/>
                  </a:lnTo>
                  <a:lnTo>
                    <a:pt x="17820" y="146003"/>
                  </a:lnTo>
                  <a:lnTo>
                    <a:pt x="17810" y="145405"/>
                  </a:lnTo>
                  <a:lnTo>
                    <a:pt x="17801" y="144806"/>
                  </a:lnTo>
                  <a:lnTo>
                    <a:pt x="17792" y="144208"/>
                  </a:lnTo>
                  <a:lnTo>
                    <a:pt x="17784" y="143609"/>
                  </a:lnTo>
                  <a:lnTo>
                    <a:pt x="17777" y="143011"/>
                  </a:lnTo>
                  <a:lnTo>
                    <a:pt x="17771" y="142413"/>
                  </a:lnTo>
                  <a:lnTo>
                    <a:pt x="17766" y="141814"/>
                  </a:lnTo>
                  <a:lnTo>
                    <a:pt x="17764" y="141216"/>
                  </a:lnTo>
                  <a:lnTo>
                    <a:pt x="17762" y="140618"/>
                  </a:lnTo>
                  <a:lnTo>
                    <a:pt x="17763" y="140019"/>
                  </a:lnTo>
                  <a:lnTo>
                    <a:pt x="17765" y="139421"/>
                  </a:lnTo>
                  <a:lnTo>
                    <a:pt x="17769" y="138822"/>
                  </a:lnTo>
                  <a:lnTo>
                    <a:pt x="17774" y="138224"/>
                  </a:lnTo>
                  <a:lnTo>
                    <a:pt x="17781" y="137626"/>
                  </a:lnTo>
                  <a:lnTo>
                    <a:pt x="17790" y="137027"/>
                  </a:lnTo>
                  <a:lnTo>
                    <a:pt x="17799" y="136429"/>
                  </a:lnTo>
                  <a:lnTo>
                    <a:pt x="17810" y="135831"/>
                  </a:lnTo>
                  <a:lnTo>
                    <a:pt x="17821" y="135232"/>
                  </a:lnTo>
                  <a:lnTo>
                    <a:pt x="17833" y="134634"/>
                  </a:lnTo>
                  <a:lnTo>
                    <a:pt x="17846" y="134035"/>
                  </a:lnTo>
                  <a:lnTo>
                    <a:pt x="17859" y="133437"/>
                  </a:lnTo>
                  <a:lnTo>
                    <a:pt x="17872" y="132839"/>
                  </a:lnTo>
                  <a:lnTo>
                    <a:pt x="17886" y="132240"/>
                  </a:lnTo>
                  <a:lnTo>
                    <a:pt x="17899" y="131642"/>
                  </a:lnTo>
                  <a:lnTo>
                    <a:pt x="17911" y="131044"/>
                  </a:lnTo>
                  <a:lnTo>
                    <a:pt x="17924" y="130445"/>
                  </a:lnTo>
                  <a:lnTo>
                    <a:pt x="17936" y="129847"/>
                  </a:lnTo>
                  <a:lnTo>
                    <a:pt x="17947" y="129248"/>
                  </a:lnTo>
                  <a:lnTo>
                    <a:pt x="17958" y="128650"/>
                  </a:lnTo>
                  <a:lnTo>
                    <a:pt x="17968" y="128052"/>
                  </a:lnTo>
                  <a:lnTo>
                    <a:pt x="17978" y="127453"/>
                  </a:lnTo>
                  <a:lnTo>
                    <a:pt x="17987" y="126855"/>
                  </a:lnTo>
                  <a:lnTo>
                    <a:pt x="17995" y="126257"/>
                  </a:lnTo>
                  <a:lnTo>
                    <a:pt x="18003" y="125658"/>
                  </a:lnTo>
                  <a:lnTo>
                    <a:pt x="18011" y="125060"/>
                  </a:lnTo>
                  <a:lnTo>
                    <a:pt x="18018" y="124461"/>
                  </a:lnTo>
                  <a:lnTo>
                    <a:pt x="18024" y="123863"/>
                  </a:lnTo>
                  <a:lnTo>
                    <a:pt x="18031" y="123265"/>
                  </a:lnTo>
                  <a:lnTo>
                    <a:pt x="18036" y="122666"/>
                  </a:lnTo>
                  <a:lnTo>
                    <a:pt x="18042" y="122068"/>
                  </a:lnTo>
                  <a:lnTo>
                    <a:pt x="18047" y="121470"/>
                  </a:lnTo>
                  <a:lnTo>
                    <a:pt x="18051" y="120871"/>
                  </a:lnTo>
                  <a:lnTo>
                    <a:pt x="18055" y="120273"/>
                  </a:lnTo>
                  <a:lnTo>
                    <a:pt x="18059" y="119674"/>
                  </a:lnTo>
                  <a:lnTo>
                    <a:pt x="18062" y="119076"/>
                  </a:lnTo>
                  <a:lnTo>
                    <a:pt x="18065" y="118478"/>
                  </a:lnTo>
                  <a:lnTo>
                    <a:pt x="18067" y="117879"/>
                  </a:lnTo>
                  <a:lnTo>
                    <a:pt x="18068" y="117281"/>
                  </a:lnTo>
                  <a:lnTo>
                    <a:pt x="18069" y="116683"/>
                  </a:lnTo>
                  <a:lnTo>
                    <a:pt x="18070" y="116084"/>
                  </a:lnTo>
                  <a:lnTo>
                    <a:pt x="18070" y="115486"/>
                  </a:lnTo>
                  <a:lnTo>
                    <a:pt x="18069" y="114887"/>
                  </a:lnTo>
                  <a:lnTo>
                    <a:pt x="18068" y="114289"/>
                  </a:lnTo>
                  <a:lnTo>
                    <a:pt x="18066" y="113691"/>
                  </a:lnTo>
                  <a:lnTo>
                    <a:pt x="18064" y="113092"/>
                  </a:lnTo>
                  <a:lnTo>
                    <a:pt x="18062" y="112494"/>
                  </a:lnTo>
                  <a:lnTo>
                    <a:pt x="18060" y="111896"/>
                  </a:lnTo>
                  <a:lnTo>
                    <a:pt x="18058" y="111297"/>
                  </a:lnTo>
                  <a:lnTo>
                    <a:pt x="18056" y="110699"/>
                  </a:lnTo>
                  <a:lnTo>
                    <a:pt x="18053" y="110100"/>
                  </a:lnTo>
                  <a:lnTo>
                    <a:pt x="18052" y="109502"/>
                  </a:lnTo>
                  <a:lnTo>
                    <a:pt x="18050" y="108904"/>
                  </a:lnTo>
                  <a:lnTo>
                    <a:pt x="18049" y="108305"/>
                  </a:lnTo>
                  <a:lnTo>
                    <a:pt x="18049" y="107707"/>
                  </a:lnTo>
                  <a:lnTo>
                    <a:pt x="18049" y="107109"/>
                  </a:lnTo>
                  <a:lnTo>
                    <a:pt x="18050" y="106510"/>
                  </a:lnTo>
                  <a:lnTo>
                    <a:pt x="18051" y="105912"/>
                  </a:lnTo>
                  <a:lnTo>
                    <a:pt x="18054" y="105313"/>
                  </a:lnTo>
                  <a:lnTo>
                    <a:pt x="18056" y="104715"/>
                  </a:lnTo>
                  <a:lnTo>
                    <a:pt x="18060" y="104117"/>
                  </a:lnTo>
                  <a:lnTo>
                    <a:pt x="18064" y="103518"/>
                  </a:lnTo>
                  <a:lnTo>
                    <a:pt x="18070" y="102920"/>
                  </a:lnTo>
                  <a:lnTo>
                    <a:pt x="18075" y="102322"/>
                  </a:lnTo>
                  <a:lnTo>
                    <a:pt x="18081" y="101723"/>
                  </a:lnTo>
                  <a:lnTo>
                    <a:pt x="18088" y="101125"/>
                  </a:lnTo>
                  <a:lnTo>
                    <a:pt x="18095" y="100526"/>
                  </a:lnTo>
                  <a:lnTo>
                    <a:pt x="18103" y="99928"/>
                  </a:lnTo>
                  <a:lnTo>
                    <a:pt x="18111" y="99330"/>
                  </a:lnTo>
                  <a:lnTo>
                    <a:pt x="18119" y="98731"/>
                  </a:lnTo>
                  <a:lnTo>
                    <a:pt x="18127" y="98133"/>
                  </a:lnTo>
                  <a:lnTo>
                    <a:pt x="18135" y="97535"/>
                  </a:lnTo>
                  <a:lnTo>
                    <a:pt x="18143" y="96936"/>
                  </a:lnTo>
                  <a:lnTo>
                    <a:pt x="18150" y="96338"/>
                  </a:lnTo>
                  <a:lnTo>
                    <a:pt x="18158" y="95739"/>
                  </a:lnTo>
                  <a:lnTo>
                    <a:pt x="18165" y="95141"/>
                  </a:lnTo>
                  <a:lnTo>
                    <a:pt x="18172" y="94543"/>
                  </a:lnTo>
                  <a:lnTo>
                    <a:pt x="18178" y="93944"/>
                  </a:lnTo>
                  <a:lnTo>
                    <a:pt x="18184" y="93346"/>
                  </a:lnTo>
                  <a:lnTo>
                    <a:pt x="18190" y="92748"/>
                  </a:lnTo>
                  <a:lnTo>
                    <a:pt x="18194" y="92149"/>
                  </a:lnTo>
                  <a:lnTo>
                    <a:pt x="18198" y="91551"/>
                  </a:lnTo>
                  <a:lnTo>
                    <a:pt x="18202" y="90952"/>
                  </a:lnTo>
                  <a:lnTo>
                    <a:pt x="18204" y="90354"/>
                  </a:lnTo>
                  <a:lnTo>
                    <a:pt x="18207" y="89756"/>
                  </a:lnTo>
                  <a:lnTo>
                    <a:pt x="18208" y="89157"/>
                  </a:lnTo>
                  <a:lnTo>
                    <a:pt x="18209" y="88559"/>
                  </a:lnTo>
                  <a:lnTo>
                    <a:pt x="18209" y="87961"/>
                  </a:lnTo>
                  <a:lnTo>
                    <a:pt x="18209" y="87362"/>
                  </a:lnTo>
                  <a:lnTo>
                    <a:pt x="18208" y="86764"/>
                  </a:lnTo>
                  <a:lnTo>
                    <a:pt x="18207" y="86165"/>
                  </a:lnTo>
                  <a:lnTo>
                    <a:pt x="18205" y="85567"/>
                  </a:lnTo>
                  <a:lnTo>
                    <a:pt x="18203" y="84969"/>
                  </a:lnTo>
                  <a:lnTo>
                    <a:pt x="18201" y="84370"/>
                  </a:lnTo>
                  <a:lnTo>
                    <a:pt x="18198" y="83772"/>
                  </a:lnTo>
                  <a:lnTo>
                    <a:pt x="18195" y="83174"/>
                  </a:lnTo>
                  <a:lnTo>
                    <a:pt x="18193" y="82575"/>
                  </a:lnTo>
                  <a:lnTo>
                    <a:pt x="18190" y="81977"/>
                  </a:lnTo>
                  <a:lnTo>
                    <a:pt x="18187" y="81378"/>
                  </a:lnTo>
                  <a:lnTo>
                    <a:pt x="18185" y="80780"/>
                  </a:lnTo>
                  <a:lnTo>
                    <a:pt x="18182" y="80182"/>
                  </a:lnTo>
                  <a:lnTo>
                    <a:pt x="18181" y="79583"/>
                  </a:lnTo>
                  <a:lnTo>
                    <a:pt x="18179" y="78985"/>
                  </a:lnTo>
                  <a:lnTo>
                    <a:pt x="18178" y="78387"/>
                  </a:lnTo>
                  <a:lnTo>
                    <a:pt x="18177" y="77788"/>
                  </a:lnTo>
                  <a:lnTo>
                    <a:pt x="18177" y="77190"/>
                  </a:lnTo>
                  <a:lnTo>
                    <a:pt x="18177" y="76591"/>
                  </a:lnTo>
                  <a:lnTo>
                    <a:pt x="18178" y="75993"/>
                  </a:lnTo>
                  <a:lnTo>
                    <a:pt x="18179" y="75395"/>
                  </a:lnTo>
                  <a:lnTo>
                    <a:pt x="18180" y="74796"/>
                  </a:lnTo>
                  <a:lnTo>
                    <a:pt x="18182" y="74198"/>
                  </a:lnTo>
                  <a:lnTo>
                    <a:pt x="18185" y="73600"/>
                  </a:lnTo>
                  <a:lnTo>
                    <a:pt x="18187" y="73001"/>
                  </a:lnTo>
                  <a:lnTo>
                    <a:pt x="18190" y="72403"/>
                  </a:lnTo>
                  <a:lnTo>
                    <a:pt x="18194" y="71804"/>
                  </a:lnTo>
                  <a:lnTo>
                    <a:pt x="18197" y="71206"/>
                  </a:lnTo>
                  <a:lnTo>
                    <a:pt x="18201" y="70608"/>
                  </a:lnTo>
                  <a:lnTo>
                    <a:pt x="18205" y="70009"/>
                  </a:lnTo>
                  <a:lnTo>
                    <a:pt x="18208" y="69411"/>
                  </a:lnTo>
                  <a:lnTo>
                    <a:pt x="18212" y="68813"/>
                  </a:lnTo>
                  <a:lnTo>
                    <a:pt x="18216" y="68214"/>
                  </a:lnTo>
                  <a:lnTo>
                    <a:pt x="18219" y="67616"/>
                  </a:lnTo>
                  <a:lnTo>
                    <a:pt x="18222" y="67017"/>
                  </a:lnTo>
                  <a:lnTo>
                    <a:pt x="18226" y="66419"/>
                  </a:lnTo>
                  <a:lnTo>
                    <a:pt x="18228" y="65821"/>
                  </a:lnTo>
                  <a:lnTo>
                    <a:pt x="18231" y="65222"/>
                  </a:lnTo>
                  <a:lnTo>
                    <a:pt x="18234" y="64624"/>
                  </a:lnTo>
                  <a:lnTo>
                    <a:pt x="18236" y="64026"/>
                  </a:lnTo>
                  <a:lnTo>
                    <a:pt x="18238" y="63427"/>
                  </a:lnTo>
                  <a:lnTo>
                    <a:pt x="18240" y="62829"/>
                  </a:lnTo>
                  <a:lnTo>
                    <a:pt x="18242" y="62230"/>
                  </a:lnTo>
                  <a:lnTo>
                    <a:pt x="18243" y="61632"/>
                  </a:lnTo>
                  <a:lnTo>
                    <a:pt x="18244" y="61034"/>
                  </a:lnTo>
                  <a:lnTo>
                    <a:pt x="18245" y="60435"/>
                  </a:lnTo>
                  <a:lnTo>
                    <a:pt x="18246" y="59837"/>
                  </a:lnTo>
                  <a:lnTo>
                    <a:pt x="18247" y="59239"/>
                  </a:lnTo>
                  <a:lnTo>
                    <a:pt x="18247" y="58640"/>
                  </a:lnTo>
                  <a:lnTo>
                    <a:pt x="18248" y="58042"/>
                  </a:lnTo>
                  <a:lnTo>
                    <a:pt x="18248" y="57443"/>
                  </a:lnTo>
                  <a:lnTo>
                    <a:pt x="18248" y="56845"/>
                  </a:lnTo>
                  <a:lnTo>
                    <a:pt x="18248" y="56247"/>
                  </a:lnTo>
                  <a:lnTo>
                    <a:pt x="18248" y="55648"/>
                  </a:lnTo>
                  <a:lnTo>
                    <a:pt x="18248" y="55050"/>
                  </a:lnTo>
                  <a:lnTo>
                    <a:pt x="18248" y="54452"/>
                  </a:lnTo>
                  <a:lnTo>
                    <a:pt x="18247" y="53853"/>
                  </a:lnTo>
                  <a:lnTo>
                    <a:pt x="18246" y="53255"/>
                  </a:lnTo>
                  <a:lnTo>
                    <a:pt x="18246" y="52656"/>
                  </a:lnTo>
                  <a:lnTo>
                    <a:pt x="18245" y="52058"/>
                  </a:lnTo>
                  <a:lnTo>
                    <a:pt x="18244" y="51460"/>
                  </a:lnTo>
                  <a:lnTo>
                    <a:pt x="18242" y="50861"/>
                  </a:lnTo>
                  <a:lnTo>
                    <a:pt x="18241" y="50263"/>
                  </a:lnTo>
                  <a:lnTo>
                    <a:pt x="18239" y="49665"/>
                  </a:lnTo>
                  <a:lnTo>
                    <a:pt x="18237" y="49066"/>
                  </a:lnTo>
                  <a:lnTo>
                    <a:pt x="18235" y="48468"/>
                  </a:lnTo>
                  <a:lnTo>
                    <a:pt x="18232" y="47869"/>
                  </a:lnTo>
                  <a:lnTo>
                    <a:pt x="18230" y="47271"/>
                  </a:lnTo>
                  <a:lnTo>
                    <a:pt x="18227" y="46673"/>
                  </a:lnTo>
                  <a:lnTo>
                    <a:pt x="18224" y="46074"/>
                  </a:lnTo>
                  <a:lnTo>
                    <a:pt x="18221" y="45476"/>
                  </a:lnTo>
                  <a:lnTo>
                    <a:pt x="18217" y="44878"/>
                  </a:lnTo>
                  <a:lnTo>
                    <a:pt x="18214" y="44279"/>
                  </a:lnTo>
                  <a:lnTo>
                    <a:pt x="18210" y="43681"/>
                  </a:lnTo>
                  <a:lnTo>
                    <a:pt x="18206" y="43082"/>
                  </a:lnTo>
                  <a:lnTo>
                    <a:pt x="18203" y="42484"/>
                  </a:lnTo>
                  <a:lnTo>
                    <a:pt x="18199" y="41886"/>
                  </a:lnTo>
                  <a:lnTo>
                    <a:pt x="18195" y="41287"/>
                  </a:lnTo>
                  <a:lnTo>
                    <a:pt x="18192" y="40689"/>
                  </a:lnTo>
                  <a:lnTo>
                    <a:pt x="18189" y="40091"/>
                  </a:lnTo>
                  <a:lnTo>
                    <a:pt x="18186" y="39492"/>
                  </a:lnTo>
                  <a:lnTo>
                    <a:pt x="18183" y="38894"/>
                  </a:lnTo>
                  <a:lnTo>
                    <a:pt x="18181" y="38295"/>
                  </a:lnTo>
                  <a:lnTo>
                    <a:pt x="18179" y="37697"/>
                  </a:lnTo>
                  <a:lnTo>
                    <a:pt x="18178" y="37099"/>
                  </a:lnTo>
                  <a:lnTo>
                    <a:pt x="18177" y="36500"/>
                  </a:lnTo>
                  <a:lnTo>
                    <a:pt x="18177" y="35902"/>
                  </a:lnTo>
                  <a:lnTo>
                    <a:pt x="18177" y="35304"/>
                  </a:lnTo>
                  <a:lnTo>
                    <a:pt x="18178" y="34705"/>
                  </a:lnTo>
                  <a:lnTo>
                    <a:pt x="18179" y="34107"/>
                  </a:lnTo>
                  <a:lnTo>
                    <a:pt x="18181" y="33508"/>
                  </a:lnTo>
                  <a:lnTo>
                    <a:pt x="18183" y="32910"/>
                  </a:lnTo>
                  <a:lnTo>
                    <a:pt x="18185" y="32312"/>
                  </a:lnTo>
                  <a:lnTo>
                    <a:pt x="18188" y="31713"/>
                  </a:lnTo>
                  <a:lnTo>
                    <a:pt x="18191" y="31115"/>
                  </a:lnTo>
                  <a:lnTo>
                    <a:pt x="18194" y="30517"/>
                  </a:lnTo>
                  <a:lnTo>
                    <a:pt x="18198" y="29918"/>
                  </a:lnTo>
                  <a:lnTo>
                    <a:pt x="18201" y="29320"/>
                  </a:lnTo>
                  <a:lnTo>
                    <a:pt x="18205" y="28721"/>
                  </a:lnTo>
                  <a:lnTo>
                    <a:pt x="18209" y="28123"/>
                  </a:lnTo>
                  <a:lnTo>
                    <a:pt x="18212" y="27525"/>
                  </a:lnTo>
                  <a:lnTo>
                    <a:pt x="18216" y="26926"/>
                  </a:lnTo>
                  <a:lnTo>
                    <a:pt x="18219" y="26328"/>
                  </a:lnTo>
                  <a:lnTo>
                    <a:pt x="18223" y="25730"/>
                  </a:lnTo>
                  <a:lnTo>
                    <a:pt x="18226" y="25131"/>
                  </a:lnTo>
                  <a:lnTo>
                    <a:pt x="18228" y="24533"/>
                  </a:lnTo>
                  <a:lnTo>
                    <a:pt x="18231" y="23934"/>
                  </a:lnTo>
                  <a:lnTo>
                    <a:pt x="18233" y="23336"/>
                  </a:lnTo>
                  <a:lnTo>
                    <a:pt x="18235" y="22738"/>
                  </a:lnTo>
                  <a:lnTo>
                    <a:pt x="18237" y="22139"/>
                  </a:lnTo>
                  <a:lnTo>
                    <a:pt x="18238" y="21541"/>
                  </a:lnTo>
                  <a:lnTo>
                    <a:pt x="18239" y="20943"/>
                  </a:lnTo>
                  <a:lnTo>
                    <a:pt x="18239" y="20344"/>
                  </a:lnTo>
                  <a:lnTo>
                    <a:pt x="18240" y="19746"/>
                  </a:lnTo>
                  <a:lnTo>
                    <a:pt x="18239" y="19147"/>
                  </a:lnTo>
                  <a:lnTo>
                    <a:pt x="18239" y="18549"/>
                  </a:lnTo>
                  <a:lnTo>
                    <a:pt x="18238" y="17951"/>
                  </a:lnTo>
                  <a:lnTo>
                    <a:pt x="18237" y="17352"/>
                  </a:lnTo>
                  <a:lnTo>
                    <a:pt x="18235" y="16754"/>
                  </a:lnTo>
                  <a:lnTo>
                    <a:pt x="18233" y="16156"/>
                  </a:lnTo>
                  <a:lnTo>
                    <a:pt x="18230" y="15557"/>
                  </a:lnTo>
                  <a:lnTo>
                    <a:pt x="18227" y="14959"/>
                  </a:lnTo>
                  <a:lnTo>
                    <a:pt x="18224" y="14360"/>
                  </a:lnTo>
                  <a:lnTo>
                    <a:pt x="18220" y="13762"/>
                  </a:lnTo>
                  <a:lnTo>
                    <a:pt x="18216" y="13164"/>
                  </a:lnTo>
                  <a:lnTo>
                    <a:pt x="18211" y="12565"/>
                  </a:lnTo>
                  <a:lnTo>
                    <a:pt x="18205" y="11967"/>
                  </a:lnTo>
                  <a:lnTo>
                    <a:pt x="18199" y="11369"/>
                  </a:lnTo>
                  <a:lnTo>
                    <a:pt x="18193" y="10770"/>
                  </a:lnTo>
                  <a:lnTo>
                    <a:pt x="18186" y="10172"/>
                  </a:lnTo>
                  <a:lnTo>
                    <a:pt x="18180" y="9573"/>
                  </a:lnTo>
                  <a:lnTo>
                    <a:pt x="18172" y="8975"/>
                  </a:lnTo>
                  <a:lnTo>
                    <a:pt x="18165" y="8377"/>
                  </a:lnTo>
                  <a:lnTo>
                    <a:pt x="18158" y="7778"/>
                  </a:lnTo>
                  <a:lnTo>
                    <a:pt x="18151" y="7180"/>
                  </a:lnTo>
                  <a:lnTo>
                    <a:pt x="18144" y="6582"/>
                  </a:lnTo>
                  <a:lnTo>
                    <a:pt x="18137" y="5983"/>
                  </a:lnTo>
                  <a:lnTo>
                    <a:pt x="18130" y="5385"/>
                  </a:lnTo>
                  <a:lnTo>
                    <a:pt x="18124" y="4786"/>
                  </a:lnTo>
                  <a:lnTo>
                    <a:pt x="18119" y="4188"/>
                  </a:lnTo>
                  <a:lnTo>
                    <a:pt x="18114" y="3590"/>
                  </a:lnTo>
                  <a:lnTo>
                    <a:pt x="18111" y="2991"/>
                  </a:lnTo>
                  <a:lnTo>
                    <a:pt x="18107" y="2393"/>
                  </a:lnTo>
                  <a:lnTo>
                    <a:pt x="18105" y="1795"/>
                  </a:lnTo>
                  <a:lnTo>
                    <a:pt x="18104" y="1196"/>
                  </a:lnTo>
                  <a:lnTo>
                    <a:pt x="18104" y="598"/>
                  </a:lnTo>
                  <a:lnTo>
                    <a:pt x="18105" y="0"/>
                  </a:lnTo>
                  <a:lnTo>
                    <a:pt x="18396" y="0"/>
                  </a:lnTo>
                  <a:lnTo>
                    <a:pt x="18397" y="598"/>
                  </a:lnTo>
                  <a:lnTo>
                    <a:pt x="18397" y="1196"/>
                  </a:lnTo>
                  <a:lnTo>
                    <a:pt x="18396" y="1795"/>
                  </a:lnTo>
                  <a:lnTo>
                    <a:pt x="18394" y="2393"/>
                  </a:lnTo>
                  <a:lnTo>
                    <a:pt x="18391" y="2991"/>
                  </a:lnTo>
                  <a:lnTo>
                    <a:pt x="18387" y="3590"/>
                  </a:lnTo>
                  <a:lnTo>
                    <a:pt x="18383" y="4188"/>
                  </a:lnTo>
                  <a:lnTo>
                    <a:pt x="18377" y="4786"/>
                  </a:lnTo>
                  <a:lnTo>
                    <a:pt x="18371" y="5385"/>
                  </a:lnTo>
                  <a:lnTo>
                    <a:pt x="18365" y="5983"/>
                  </a:lnTo>
                  <a:lnTo>
                    <a:pt x="18358" y="6582"/>
                  </a:lnTo>
                  <a:lnTo>
                    <a:pt x="18351" y="7180"/>
                  </a:lnTo>
                  <a:lnTo>
                    <a:pt x="18344" y="7778"/>
                  </a:lnTo>
                  <a:lnTo>
                    <a:pt x="18336" y="8377"/>
                  </a:lnTo>
                  <a:lnTo>
                    <a:pt x="18329" y="8975"/>
                  </a:lnTo>
                  <a:lnTo>
                    <a:pt x="18322" y="9573"/>
                  </a:lnTo>
                  <a:lnTo>
                    <a:pt x="18315" y="10172"/>
                  </a:lnTo>
                  <a:lnTo>
                    <a:pt x="18309" y="10770"/>
                  </a:lnTo>
                  <a:lnTo>
                    <a:pt x="18302" y="11369"/>
                  </a:lnTo>
                  <a:lnTo>
                    <a:pt x="18297" y="11967"/>
                  </a:lnTo>
                  <a:lnTo>
                    <a:pt x="18291" y="12565"/>
                  </a:lnTo>
                  <a:lnTo>
                    <a:pt x="18286" y="13164"/>
                  </a:lnTo>
                  <a:lnTo>
                    <a:pt x="18282" y="13762"/>
                  </a:lnTo>
                  <a:lnTo>
                    <a:pt x="18278" y="14360"/>
                  </a:lnTo>
                  <a:lnTo>
                    <a:pt x="18274" y="14959"/>
                  </a:lnTo>
                  <a:lnTo>
                    <a:pt x="18271" y="15557"/>
                  </a:lnTo>
                  <a:lnTo>
                    <a:pt x="18269" y="16156"/>
                  </a:lnTo>
                  <a:lnTo>
                    <a:pt x="18266" y="16754"/>
                  </a:lnTo>
                  <a:lnTo>
                    <a:pt x="18265" y="17352"/>
                  </a:lnTo>
                  <a:lnTo>
                    <a:pt x="18263" y="17951"/>
                  </a:lnTo>
                  <a:lnTo>
                    <a:pt x="18263" y="18549"/>
                  </a:lnTo>
                  <a:lnTo>
                    <a:pt x="18262" y="19147"/>
                  </a:lnTo>
                  <a:lnTo>
                    <a:pt x="18262" y="19746"/>
                  </a:lnTo>
                  <a:lnTo>
                    <a:pt x="18262" y="20344"/>
                  </a:lnTo>
                  <a:lnTo>
                    <a:pt x="18263" y="20943"/>
                  </a:lnTo>
                  <a:lnTo>
                    <a:pt x="18264" y="21541"/>
                  </a:lnTo>
                  <a:lnTo>
                    <a:pt x="18265" y="22139"/>
                  </a:lnTo>
                  <a:lnTo>
                    <a:pt x="18267" y="22738"/>
                  </a:lnTo>
                  <a:lnTo>
                    <a:pt x="18269" y="23336"/>
                  </a:lnTo>
                  <a:lnTo>
                    <a:pt x="18271" y="23934"/>
                  </a:lnTo>
                  <a:lnTo>
                    <a:pt x="18273" y="24533"/>
                  </a:lnTo>
                  <a:lnTo>
                    <a:pt x="18276" y="25131"/>
                  </a:lnTo>
                  <a:lnTo>
                    <a:pt x="18279" y="25730"/>
                  </a:lnTo>
                  <a:lnTo>
                    <a:pt x="18282" y="26328"/>
                  </a:lnTo>
                  <a:lnTo>
                    <a:pt x="18286" y="26926"/>
                  </a:lnTo>
                  <a:lnTo>
                    <a:pt x="18289" y="27525"/>
                  </a:lnTo>
                  <a:lnTo>
                    <a:pt x="18293" y="28123"/>
                  </a:lnTo>
                  <a:lnTo>
                    <a:pt x="18296" y="28721"/>
                  </a:lnTo>
                  <a:lnTo>
                    <a:pt x="18300" y="29320"/>
                  </a:lnTo>
                  <a:lnTo>
                    <a:pt x="18304" y="29918"/>
                  </a:lnTo>
                  <a:lnTo>
                    <a:pt x="18307" y="30517"/>
                  </a:lnTo>
                  <a:lnTo>
                    <a:pt x="18311" y="31115"/>
                  </a:lnTo>
                  <a:lnTo>
                    <a:pt x="18314" y="31713"/>
                  </a:lnTo>
                  <a:lnTo>
                    <a:pt x="18316" y="32312"/>
                  </a:lnTo>
                  <a:lnTo>
                    <a:pt x="18319" y="32910"/>
                  </a:lnTo>
                  <a:lnTo>
                    <a:pt x="18321" y="33508"/>
                  </a:lnTo>
                  <a:lnTo>
                    <a:pt x="18323" y="34107"/>
                  </a:lnTo>
                  <a:lnTo>
                    <a:pt x="18324" y="34705"/>
                  </a:lnTo>
                  <a:lnTo>
                    <a:pt x="18324" y="35304"/>
                  </a:lnTo>
                  <a:lnTo>
                    <a:pt x="18325" y="35902"/>
                  </a:lnTo>
                  <a:lnTo>
                    <a:pt x="18324" y="36500"/>
                  </a:lnTo>
                  <a:lnTo>
                    <a:pt x="18323" y="37099"/>
                  </a:lnTo>
                  <a:lnTo>
                    <a:pt x="18322" y="37697"/>
                  </a:lnTo>
                  <a:lnTo>
                    <a:pt x="18320" y="38295"/>
                  </a:lnTo>
                  <a:lnTo>
                    <a:pt x="18318" y="38894"/>
                  </a:lnTo>
                  <a:lnTo>
                    <a:pt x="18316" y="39492"/>
                  </a:lnTo>
                  <a:lnTo>
                    <a:pt x="18313" y="40091"/>
                  </a:lnTo>
                  <a:lnTo>
                    <a:pt x="18310" y="40689"/>
                  </a:lnTo>
                  <a:lnTo>
                    <a:pt x="18306" y="41287"/>
                  </a:lnTo>
                  <a:lnTo>
                    <a:pt x="18303" y="41886"/>
                  </a:lnTo>
                  <a:lnTo>
                    <a:pt x="18299" y="42484"/>
                  </a:lnTo>
                  <a:lnTo>
                    <a:pt x="18295" y="43082"/>
                  </a:lnTo>
                  <a:lnTo>
                    <a:pt x="18292" y="43681"/>
                  </a:lnTo>
                  <a:lnTo>
                    <a:pt x="18288" y="44279"/>
                  </a:lnTo>
                  <a:lnTo>
                    <a:pt x="18284" y="44878"/>
                  </a:lnTo>
                  <a:lnTo>
                    <a:pt x="18281" y="45476"/>
                  </a:lnTo>
                  <a:lnTo>
                    <a:pt x="18278" y="46074"/>
                  </a:lnTo>
                  <a:lnTo>
                    <a:pt x="18275" y="46673"/>
                  </a:lnTo>
                  <a:lnTo>
                    <a:pt x="18272" y="47271"/>
                  </a:lnTo>
                  <a:lnTo>
                    <a:pt x="18269" y="47869"/>
                  </a:lnTo>
                  <a:lnTo>
                    <a:pt x="18267" y="48468"/>
                  </a:lnTo>
                  <a:lnTo>
                    <a:pt x="18265" y="49066"/>
                  </a:lnTo>
                  <a:lnTo>
                    <a:pt x="18263" y="49665"/>
                  </a:lnTo>
                  <a:lnTo>
                    <a:pt x="18261" y="50263"/>
                  </a:lnTo>
                  <a:lnTo>
                    <a:pt x="18259" y="50861"/>
                  </a:lnTo>
                  <a:lnTo>
                    <a:pt x="18258" y="51460"/>
                  </a:lnTo>
                  <a:lnTo>
                    <a:pt x="18257" y="52058"/>
                  </a:lnTo>
                  <a:lnTo>
                    <a:pt x="18256" y="52656"/>
                  </a:lnTo>
                  <a:lnTo>
                    <a:pt x="18255" y="53255"/>
                  </a:lnTo>
                  <a:lnTo>
                    <a:pt x="18255" y="53853"/>
                  </a:lnTo>
                  <a:lnTo>
                    <a:pt x="18254" y="54452"/>
                  </a:lnTo>
                  <a:lnTo>
                    <a:pt x="18254" y="55050"/>
                  </a:lnTo>
                  <a:lnTo>
                    <a:pt x="18253" y="55648"/>
                  </a:lnTo>
                  <a:lnTo>
                    <a:pt x="18253" y="56247"/>
                  </a:lnTo>
                  <a:lnTo>
                    <a:pt x="18253" y="56845"/>
                  </a:lnTo>
                  <a:lnTo>
                    <a:pt x="18254" y="57443"/>
                  </a:lnTo>
                  <a:lnTo>
                    <a:pt x="18254" y="58042"/>
                  </a:lnTo>
                  <a:lnTo>
                    <a:pt x="18254" y="58640"/>
                  </a:lnTo>
                  <a:lnTo>
                    <a:pt x="18255" y="59239"/>
                  </a:lnTo>
                  <a:lnTo>
                    <a:pt x="18256" y="59837"/>
                  </a:lnTo>
                  <a:lnTo>
                    <a:pt x="18256" y="60435"/>
                  </a:lnTo>
                  <a:lnTo>
                    <a:pt x="18257" y="61034"/>
                  </a:lnTo>
                  <a:lnTo>
                    <a:pt x="18259" y="61632"/>
                  </a:lnTo>
                  <a:lnTo>
                    <a:pt x="18260" y="62230"/>
                  </a:lnTo>
                  <a:lnTo>
                    <a:pt x="18262" y="62829"/>
                  </a:lnTo>
                  <a:lnTo>
                    <a:pt x="18264" y="63427"/>
                  </a:lnTo>
                  <a:lnTo>
                    <a:pt x="18266" y="64026"/>
                  </a:lnTo>
                  <a:lnTo>
                    <a:pt x="18268" y="64624"/>
                  </a:lnTo>
                  <a:lnTo>
                    <a:pt x="18270" y="65222"/>
                  </a:lnTo>
                  <a:lnTo>
                    <a:pt x="18273" y="65821"/>
                  </a:lnTo>
                  <a:lnTo>
                    <a:pt x="18276" y="66419"/>
                  </a:lnTo>
                  <a:lnTo>
                    <a:pt x="18279" y="67017"/>
                  </a:lnTo>
                  <a:lnTo>
                    <a:pt x="18283" y="67616"/>
                  </a:lnTo>
                  <a:lnTo>
                    <a:pt x="18286" y="68214"/>
                  </a:lnTo>
                  <a:lnTo>
                    <a:pt x="18290" y="68813"/>
                  </a:lnTo>
                  <a:lnTo>
                    <a:pt x="18293" y="69411"/>
                  </a:lnTo>
                  <a:lnTo>
                    <a:pt x="18297" y="70009"/>
                  </a:lnTo>
                  <a:lnTo>
                    <a:pt x="18301" y="70608"/>
                  </a:lnTo>
                  <a:lnTo>
                    <a:pt x="18304" y="71206"/>
                  </a:lnTo>
                  <a:lnTo>
                    <a:pt x="18308" y="71804"/>
                  </a:lnTo>
                  <a:lnTo>
                    <a:pt x="18311" y="72403"/>
                  </a:lnTo>
                  <a:lnTo>
                    <a:pt x="18314" y="73001"/>
                  </a:lnTo>
                  <a:lnTo>
                    <a:pt x="18317" y="73600"/>
                  </a:lnTo>
                  <a:lnTo>
                    <a:pt x="18319" y="74198"/>
                  </a:lnTo>
                  <a:lnTo>
                    <a:pt x="18321" y="74796"/>
                  </a:lnTo>
                  <a:lnTo>
                    <a:pt x="18323" y="75395"/>
                  </a:lnTo>
                  <a:lnTo>
                    <a:pt x="18324" y="75993"/>
                  </a:lnTo>
                  <a:lnTo>
                    <a:pt x="18325" y="76591"/>
                  </a:lnTo>
                  <a:lnTo>
                    <a:pt x="18325" y="77190"/>
                  </a:lnTo>
                  <a:lnTo>
                    <a:pt x="18325" y="77788"/>
                  </a:lnTo>
                  <a:lnTo>
                    <a:pt x="18324" y="78387"/>
                  </a:lnTo>
                  <a:lnTo>
                    <a:pt x="18323" y="78985"/>
                  </a:lnTo>
                  <a:lnTo>
                    <a:pt x="18321" y="79583"/>
                  </a:lnTo>
                  <a:lnTo>
                    <a:pt x="18319" y="80182"/>
                  </a:lnTo>
                  <a:lnTo>
                    <a:pt x="18317" y="80780"/>
                  </a:lnTo>
                  <a:lnTo>
                    <a:pt x="18314" y="81378"/>
                  </a:lnTo>
                  <a:lnTo>
                    <a:pt x="18312" y="81977"/>
                  </a:lnTo>
                  <a:lnTo>
                    <a:pt x="18309" y="82575"/>
                  </a:lnTo>
                  <a:lnTo>
                    <a:pt x="18306" y="83174"/>
                  </a:lnTo>
                  <a:lnTo>
                    <a:pt x="18303" y="83772"/>
                  </a:lnTo>
                  <a:lnTo>
                    <a:pt x="18301" y="84370"/>
                  </a:lnTo>
                  <a:lnTo>
                    <a:pt x="18299" y="84969"/>
                  </a:lnTo>
                  <a:lnTo>
                    <a:pt x="18296" y="85567"/>
                  </a:lnTo>
                  <a:lnTo>
                    <a:pt x="18295" y="86165"/>
                  </a:lnTo>
                  <a:lnTo>
                    <a:pt x="18293" y="86764"/>
                  </a:lnTo>
                  <a:lnTo>
                    <a:pt x="18293" y="87362"/>
                  </a:lnTo>
                  <a:lnTo>
                    <a:pt x="18292" y="87961"/>
                  </a:lnTo>
                  <a:lnTo>
                    <a:pt x="18293" y="88559"/>
                  </a:lnTo>
                  <a:lnTo>
                    <a:pt x="18293" y="89157"/>
                  </a:lnTo>
                  <a:lnTo>
                    <a:pt x="18295" y="89756"/>
                  </a:lnTo>
                  <a:lnTo>
                    <a:pt x="18297" y="90354"/>
                  </a:lnTo>
                  <a:lnTo>
                    <a:pt x="18300" y="90952"/>
                  </a:lnTo>
                  <a:lnTo>
                    <a:pt x="18303" y="91551"/>
                  </a:lnTo>
                  <a:lnTo>
                    <a:pt x="18307" y="92149"/>
                  </a:lnTo>
                  <a:lnTo>
                    <a:pt x="18312" y="92748"/>
                  </a:lnTo>
                  <a:lnTo>
                    <a:pt x="18317" y="93346"/>
                  </a:lnTo>
                  <a:lnTo>
                    <a:pt x="18323" y="93944"/>
                  </a:lnTo>
                  <a:lnTo>
                    <a:pt x="18330" y="94543"/>
                  </a:lnTo>
                  <a:lnTo>
                    <a:pt x="18336" y="95141"/>
                  </a:lnTo>
                  <a:lnTo>
                    <a:pt x="18344" y="95739"/>
                  </a:lnTo>
                  <a:lnTo>
                    <a:pt x="18351" y="96338"/>
                  </a:lnTo>
                  <a:lnTo>
                    <a:pt x="18359" y="96936"/>
                  </a:lnTo>
                  <a:lnTo>
                    <a:pt x="18367" y="97535"/>
                  </a:lnTo>
                  <a:lnTo>
                    <a:pt x="18375" y="98133"/>
                  </a:lnTo>
                  <a:lnTo>
                    <a:pt x="18383" y="98731"/>
                  </a:lnTo>
                  <a:lnTo>
                    <a:pt x="18391" y="99330"/>
                  </a:lnTo>
                  <a:lnTo>
                    <a:pt x="18399" y="99928"/>
                  </a:lnTo>
                  <a:lnTo>
                    <a:pt x="18406" y="100526"/>
                  </a:lnTo>
                  <a:lnTo>
                    <a:pt x="18413" y="101125"/>
                  </a:lnTo>
                  <a:lnTo>
                    <a:pt x="18420" y="101723"/>
                  </a:lnTo>
                  <a:lnTo>
                    <a:pt x="18426" y="102322"/>
                  </a:lnTo>
                  <a:lnTo>
                    <a:pt x="18432" y="102920"/>
                  </a:lnTo>
                  <a:lnTo>
                    <a:pt x="18437" y="103518"/>
                  </a:lnTo>
                  <a:lnTo>
                    <a:pt x="18442" y="104117"/>
                  </a:lnTo>
                  <a:lnTo>
                    <a:pt x="18445" y="104715"/>
                  </a:lnTo>
                  <a:lnTo>
                    <a:pt x="18448" y="105313"/>
                  </a:lnTo>
                  <a:lnTo>
                    <a:pt x="18450" y="105912"/>
                  </a:lnTo>
                  <a:lnTo>
                    <a:pt x="18452" y="106510"/>
                  </a:lnTo>
                  <a:lnTo>
                    <a:pt x="18453" y="107109"/>
                  </a:lnTo>
                  <a:lnTo>
                    <a:pt x="18453" y="107707"/>
                  </a:lnTo>
                  <a:lnTo>
                    <a:pt x="18452" y="108305"/>
                  </a:lnTo>
                  <a:lnTo>
                    <a:pt x="18451" y="108904"/>
                  </a:lnTo>
                  <a:lnTo>
                    <a:pt x="18450" y="109502"/>
                  </a:lnTo>
                  <a:lnTo>
                    <a:pt x="18448" y="110100"/>
                  </a:lnTo>
                  <a:lnTo>
                    <a:pt x="18446" y="110699"/>
                  </a:lnTo>
                  <a:lnTo>
                    <a:pt x="18444" y="111297"/>
                  </a:lnTo>
                  <a:lnTo>
                    <a:pt x="18442" y="111896"/>
                  </a:lnTo>
                  <a:lnTo>
                    <a:pt x="18439" y="112494"/>
                  </a:lnTo>
                  <a:lnTo>
                    <a:pt x="18437" y="113092"/>
                  </a:lnTo>
                  <a:lnTo>
                    <a:pt x="18435" y="113691"/>
                  </a:lnTo>
                  <a:lnTo>
                    <a:pt x="18434" y="114289"/>
                  </a:lnTo>
                  <a:lnTo>
                    <a:pt x="18433" y="114887"/>
                  </a:lnTo>
                  <a:lnTo>
                    <a:pt x="18432" y="115486"/>
                  </a:lnTo>
                  <a:lnTo>
                    <a:pt x="18432" y="116084"/>
                  </a:lnTo>
                  <a:lnTo>
                    <a:pt x="18432" y="116683"/>
                  </a:lnTo>
                  <a:lnTo>
                    <a:pt x="18433" y="117281"/>
                  </a:lnTo>
                  <a:lnTo>
                    <a:pt x="18435" y="117879"/>
                  </a:lnTo>
                  <a:lnTo>
                    <a:pt x="18437" y="118478"/>
                  </a:lnTo>
                  <a:lnTo>
                    <a:pt x="18439" y="119076"/>
                  </a:lnTo>
                  <a:lnTo>
                    <a:pt x="18443" y="119674"/>
                  </a:lnTo>
                  <a:lnTo>
                    <a:pt x="18446" y="120273"/>
                  </a:lnTo>
                  <a:lnTo>
                    <a:pt x="18450" y="120871"/>
                  </a:lnTo>
                  <a:lnTo>
                    <a:pt x="18455" y="121470"/>
                  </a:lnTo>
                  <a:lnTo>
                    <a:pt x="18460" y="122068"/>
                  </a:lnTo>
                  <a:lnTo>
                    <a:pt x="18465" y="122666"/>
                  </a:lnTo>
                  <a:lnTo>
                    <a:pt x="18471" y="123265"/>
                  </a:lnTo>
                  <a:lnTo>
                    <a:pt x="18477" y="123863"/>
                  </a:lnTo>
                  <a:lnTo>
                    <a:pt x="18484" y="124461"/>
                  </a:lnTo>
                  <a:lnTo>
                    <a:pt x="18491" y="125060"/>
                  </a:lnTo>
                  <a:lnTo>
                    <a:pt x="18498" y="125658"/>
                  </a:lnTo>
                  <a:lnTo>
                    <a:pt x="18506" y="126257"/>
                  </a:lnTo>
                  <a:lnTo>
                    <a:pt x="18515" y="126855"/>
                  </a:lnTo>
                  <a:lnTo>
                    <a:pt x="18524" y="127453"/>
                  </a:lnTo>
                  <a:lnTo>
                    <a:pt x="18533" y="128052"/>
                  </a:lnTo>
                  <a:lnTo>
                    <a:pt x="18544" y="128650"/>
                  </a:lnTo>
                  <a:lnTo>
                    <a:pt x="18554" y="129248"/>
                  </a:lnTo>
                  <a:lnTo>
                    <a:pt x="18566" y="129847"/>
                  </a:lnTo>
                  <a:lnTo>
                    <a:pt x="18578" y="130445"/>
                  </a:lnTo>
                  <a:lnTo>
                    <a:pt x="18590" y="131044"/>
                  </a:lnTo>
                  <a:lnTo>
                    <a:pt x="18603" y="131642"/>
                  </a:lnTo>
                  <a:lnTo>
                    <a:pt x="18616" y="132240"/>
                  </a:lnTo>
                  <a:lnTo>
                    <a:pt x="18629" y="132839"/>
                  </a:lnTo>
                  <a:lnTo>
                    <a:pt x="18642" y="133437"/>
                  </a:lnTo>
                  <a:lnTo>
                    <a:pt x="18656" y="134035"/>
                  </a:lnTo>
                  <a:lnTo>
                    <a:pt x="18668" y="134634"/>
                  </a:lnTo>
                  <a:lnTo>
                    <a:pt x="18680" y="135232"/>
                  </a:lnTo>
                  <a:lnTo>
                    <a:pt x="18692" y="135831"/>
                  </a:lnTo>
                  <a:lnTo>
                    <a:pt x="18703" y="136429"/>
                  </a:lnTo>
                  <a:lnTo>
                    <a:pt x="18712" y="137027"/>
                  </a:lnTo>
                  <a:lnTo>
                    <a:pt x="18721" y="137626"/>
                  </a:lnTo>
                  <a:lnTo>
                    <a:pt x="18727" y="138224"/>
                  </a:lnTo>
                  <a:lnTo>
                    <a:pt x="18733" y="138822"/>
                  </a:lnTo>
                  <a:lnTo>
                    <a:pt x="18736" y="139421"/>
                  </a:lnTo>
                  <a:lnTo>
                    <a:pt x="18739" y="140019"/>
                  </a:lnTo>
                  <a:lnTo>
                    <a:pt x="18739" y="140618"/>
                  </a:lnTo>
                  <a:lnTo>
                    <a:pt x="18738" y="141216"/>
                  </a:lnTo>
                  <a:lnTo>
                    <a:pt x="18735" y="141814"/>
                  </a:lnTo>
                  <a:lnTo>
                    <a:pt x="18731" y="142413"/>
                  </a:lnTo>
                  <a:lnTo>
                    <a:pt x="18725" y="143011"/>
                  </a:lnTo>
                  <a:lnTo>
                    <a:pt x="18718" y="143609"/>
                  </a:lnTo>
                  <a:lnTo>
                    <a:pt x="18710" y="144208"/>
                  </a:lnTo>
                  <a:lnTo>
                    <a:pt x="18701" y="144806"/>
                  </a:lnTo>
                  <a:lnTo>
                    <a:pt x="18691" y="145405"/>
                  </a:lnTo>
                  <a:lnTo>
                    <a:pt x="18681" y="146003"/>
                  </a:lnTo>
                  <a:lnTo>
                    <a:pt x="18671" y="146601"/>
                  </a:lnTo>
                  <a:lnTo>
                    <a:pt x="18661" y="147200"/>
                  </a:lnTo>
                  <a:lnTo>
                    <a:pt x="18651" y="147798"/>
                  </a:lnTo>
                  <a:lnTo>
                    <a:pt x="18641" y="148396"/>
                  </a:lnTo>
                  <a:lnTo>
                    <a:pt x="18633" y="148995"/>
                  </a:lnTo>
                  <a:lnTo>
                    <a:pt x="18625" y="149593"/>
                  </a:lnTo>
                  <a:lnTo>
                    <a:pt x="18618" y="150192"/>
                  </a:lnTo>
                  <a:lnTo>
                    <a:pt x="18613" y="150790"/>
                  </a:lnTo>
                  <a:lnTo>
                    <a:pt x="18609" y="151388"/>
                  </a:lnTo>
                  <a:lnTo>
                    <a:pt x="18606" y="151987"/>
                  </a:lnTo>
                  <a:lnTo>
                    <a:pt x="18605" y="152585"/>
                  </a:lnTo>
                  <a:lnTo>
                    <a:pt x="18606" y="153183"/>
                  </a:lnTo>
                  <a:lnTo>
                    <a:pt x="18608" y="153782"/>
                  </a:lnTo>
                  <a:lnTo>
                    <a:pt x="18613" y="154380"/>
                  </a:lnTo>
                  <a:lnTo>
                    <a:pt x="18619" y="154979"/>
                  </a:lnTo>
                  <a:lnTo>
                    <a:pt x="18627" y="155577"/>
                  </a:lnTo>
                  <a:lnTo>
                    <a:pt x="18637" y="156175"/>
                  </a:lnTo>
                  <a:lnTo>
                    <a:pt x="18649" y="156774"/>
                  </a:lnTo>
                  <a:lnTo>
                    <a:pt x="18663" y="157372"/>
                  </a:lnTo>
                  <a:lnTo>
                    <a:pt x="18679" y="157970"/>
                  </a:lnTo>
                  <a:lnTo>
                    <a:pt x="18697" y="158569"/>
                  </a:lnTo>
                  <a:lnTo>
                    <a:pt x="18717" y="159167"/>
                  </a:lnTo>
                  <a:lnTo>
                    <a:pt x="18739" y="159766"/>
                  </a:lnTo>
                  <a:lnTo>
                    <a:pt x="18762" y="160364"/>
                  </a:lnTo>
                  <a:lnTo>
                    <a:pt x="18788" y="160962"/>
                  </a:lnTo>
                  <a:lnTo>
                    <a:pt x="18815" y="161561"/>
                  </a:lnTo>
                  <a:lnTo>
                    <a:pt x="18844" y="162159"/>
                  </a:lnTo>
                  <a:lnTo>
                    <a:pt x="18874" y="162757"/>
                  </a:lnTo>
                  <a:lnTo>
                    <a:pt x="18906" y="163356"/>
                  </a:lnTo>
                  <a:lnTo>
                    <a:pt x="18939" y="163954"/>
                  </a:lnTo>
                  <a:lnTo>
                    <a:pt x="18974" y="164553"/>
                  </a:lnTo>
                  <a:lnTo>
                    <a:pt x="19009" y="165151"/>
                  </a:lnTo>
                  <a:lnTo>
                    <a:pt x="19046" y="165749"/>
                  </a:lnTo>
                  <a:lnTo>
                    <a:pt x="19084" y="166348"/>
                  </a:lnTo>
                  <a:lnTo>
                    <a:pt x="19123" y="166946"/>
                  </a:lnTo>
                  <a:lnTo>
                    <a:pt x="19163" y="167544"/>
                  </a:lnTo>
                  <a:lnTo>
                    <a:pt x="19203" y="168143"/>
                  </a:lnTo>
                  <a:lnTo>
                    <a:pt x="19245" y="168741"/>
                  </a:lnTo>
                  <a:lnTo>
                    <a:pt x="19287" y="169340"/>
                  </a:lnTo>
                  <a:lnTo>
                    <a:pt x="19330" y="169938"/>
                  </a:lnTo>
                  <a:lnTo>
                    <a:pt x="19373" y="170536"/>
                  </a:lnTo>
                  <a:lnTo>
                    <a:pt x="19418" y="171135"/>
                  </a:lnTo>
                  <a:lnTo>
                    <a:pt x="19463" y="171733"/>
                  </a:lnTo>
                  <a:lnTo>
                    <a:pt x="19509" y="172331"/>
                  </a:lnTo>
                  <a:lnTo>
                    <a:pt x="19556" y="172930"/>
                  </a:lnTo>
                  <a:lnTo>
                    <a:pt x="19605" y="173528"/>
                  </a:lnTo>
                  <a:lnTo>
                    <a:pt x="19654" y="174127"/>
                  </a:lnTo>
                  <a:lnTo>
                    <a:pt x="19705" y="174725"/>
                  </a:lnTo>
                  <a:lnTo>
                    <a:pt x="19757" y="175323"/>
                  </a:lnTo>
                  <a:lnTo>
                    <a:pt x="19811" y="175922"/>
                  </a:lnTo>
                  <a:lnTo>
                    <a:pt x="19867" y="176520"/>
                  </a:lnTo>
                  <a:lnTo>
                    <a:pt x="19925" y="177118"/>
                  </a:lnTo>
                  <a:lnTo>
                    <a:pt x="19985" y="177717"/>
                  </a:lnTo>
                  <a:lnTo>
                    <a:pt x="20047" y="178315"/>
                  </a:lnTo>
                  <a:lnTo>
                    <a:pt x="20111" y="178914"/>
                  </a:lnTo>
                  <a:lnTo>
                    <a:pt x="20177" y="179512"/>
                  </a:lnTo>
                  <a:lnTo>
                    <a:pt x="20246" y="180110"/>
                  </a:lnTo>
                  <a:lnTo>
                    <a:pt x="20317" y="180709"/>
                  </a:lnTo>
                  <a:lnTo>
                    <a:pt x="20390" y="181307"/>
                  </a:lnTo>
                  <a:lnTo>
                    <a:pt x="20465" y="181905"/>
                  </a:lnTo>
                  <a:lnTo>
                    <a:pt x="20543" y="182504"/>
                  </a:lnTo>
                  <a:lnTo>
                    <a:pt x="20622" y="183102"/>
                  </a:lnTo>
                  <a:lnTo>
                    <a:pt x="20704" y="183700"/>
                  </a:lnTo>
                  <a:lnTo>
                    <a:pt x="20787" y="184299"/>
                  </a:lnTo>
                  <a:lnTo>
                    <a:pt x="20871" y="184897"/>
                  </a:lnTo>
                  <a:lnTo>
                    <a:pt x="20957" y="185496"/>
                  </a:lnTo>
                  <a:lnTo>
                    <a:pt x="21043" y="186094"/>
                  </a:lnTo>
                  <a:lnTo>
                    <a:pt x="21130" y="186692"/>
                  </a:lnTo>
                  <a:lnTo>
                    <a:pt x="21218" y="187291"/>
                  </a:lnTo>
                  <a:lnTo>
                    <a:pt x="21305" y="187889"/>
                  </a:lnTo>
                  <a:lnTo>
                    <a:pt x="21393" y="188487"/>
                  </a:lnTo>
                  <a:lnTo>
                    <a:pt x="21480" y="189086"/>
                  </a:lnTo>
                  <a:lnTo>
                    <a:pt x="21566" y="189684"/>
                  </a:lnTo>
                  <a:lnTo>
                    <a:pt x="21652" y="190283"/>
                  </a:lnTo>
                  <a:lnTo>
                    <a:pt x="21736" y="190881"/>
                  </a:lnTo>
                  <a:lnTo>
                    <a:pt x="21820" y="191479"/>
                  </a:lnTo>
                  <a:lnTo>
                    <a:pt x="21902" y="192078"/>
                  </a:lnTo>
                  <a:lnTo>
                    <a:pt x="21984" y="192676"/>
                  </a:lnTo>
                  <a:lnTo>
                    <a:pt x="22064" y="193274"/>
                  </a:lnTo>
                  <a:lnTo>
                    <a:pt x="22144" y="193873"/>
                  </a:lnTo>
                  <a:lnTo>
                    <a:pt x="22223" y="194471"/>
                  </a:lnTo>
                  <a:lnTo>
                    <a:pt x="22301" y="195070"/>
                  </a:lnTo>
                  <a:lnTo>
                    <a:pt x="22379" y="195668"/>
                  </a:lnTo>
                  <a:lnTo>
                    <a:pt x="22457" y="196266"/>
                  </a:lnTo>
                  <a:lnTo>
                    <a:pt x="22535" y="196865"/>
                  </a:lnTo>
                  <a:lnTo>
                    <a:pt x="22613" y="197463"/>
                  </a:lnTo>
                  <a:lnTo>
                    <a:pt x="22691" y="198061"/>
                  </a:lnTo>
                  <a:lnTo>
                    <a:pt x="22770" y="198660"/>
                  </a:lnTo>
                  <a:lnTo>
                    <a:pt x="22849" y="199258"/>
                  </a:lnTo>
                  <a:lnTo>
                    <a:pt x="22928" y="199857"/>
                  </a:lnTo>
                  <a:lnTo>
                    <a:pt x="23008" y="200455"/>
                  </a:lnTo>
                  <a:lnTo>
                    <a:pt x="23088" y="201053"/>
                  </a:lnTo>
                  <a:lnTo>
                    <a:pt x="23168" y="201652"/>
                  </a:lnTo>
                  <a:lnTo>
                    <a:pt x="23247" y="202250"/>
                  </a:lnTo>
                  <a:lnTo>
                    <a:pt x="23326" y="202848"/>
                  </a:lnTo>
                  <a:lnTo>
                    <a:pt x="23404" y="203447"/>
                  </a:lnTo>
                  <a:lnTo>
                    <a:pt x="23480" y="204045"/>
                  </a:lnTo>
                  <a:lnTo>
                    <a:pt x="23555" y="204644"/>
                  </a:lnTo>
                  <a:lnTo>
                    <a:pt x="23628" y="205242"/>
                  </a:lnTo>
                  <a:lnTo>
                    <a:pt x="23698" y="205840"/>
                  </a:lnTo>
                  <a:lnTo>
                    <a:pt x="23764" y="206439"/>
                  </a:lnTo>
                  <a:lnTo>
                    <a:pt x="23827" y="207037"/>
                  </a:lnTo>
                  <a:lnTo>
                    <a:pt x="23886" y="207635"/>
                  </a:lnTo>
                  <a:lnTo>
                    <a:pt x="23941" y="208234"/>
                  </a:lnTo>
                  <a:lnTo>
                    <a:pt x="23992" y="208832"/>
                  </a:lnTo>
                  <a:lnTo>
                    <a:pt x="24039" y="209431"/>
                  </a:lnTo>
                  <a:lnTo>
                    <a:pt x="24081" y="210029"/>
                  </a:lnTo>
                  <a:lnTo>
                    <a:pt x="24118" y="210627"/>
                  </a:lnTo>
                  <a:lnTo>
                    <a:pt x="24152" y="211226"/>
                  </a:lnTo>
                  <a:lnTo>
                    <a:pt x="24181" y="211824"/>
                  </a:lnTo>
                  <a:lnTo>
                    <a:pt x="24208" y="212422"/>
                  </a:lnTo>
                  <a:lnTo>
                    <a:pt x="24231" y="213021"/>
                  </a:lnTo>
                  <a:lnTo>
                    <a:pt x="24252" y="213619"/>
                  </a:lnTo>
                  <a:lnTo>
                    <a:pt x="24272" y="214218"/>
                  </a:lnTo>
                  <a:lnTo>
                    <a:pt x="24291" y="214816"/>
                  </a:lnTo>
                  <a:lnTo>
                    <a:pt x="24311" y="215414"/>
                  </a:lnTo>
                  <a:lnTo>
                    <a:pt x="24332" y="216013"/>
                  </a:lnTo>
                  <a:lnTo>
                    <a:pt x="24357" y="216611"/>
                  </a:lnTo>
                  <a:lnTo>
                    <a:pt x="24386" y="217209"/>
                  </a:lnTo>
                  <a:lnTo>
                    <a:pt x="24421" y="217808"/>
                  </a:lnTo>
                  <a:lnTo>
                    <a:pt x="24464" y="218406"/>
                  </a:lnTo>
                  <a:lnTo>
                    <a:pt x="24515" y="219005"/>
                  </a:lnTo>
                  <a:lnTo>
                    <a:pt x="24577" y="219603"/>
                  </a:lnTo>
                  <a:lnTo>
                    <a:pt x="24650" y="220201"/>
                  </a:lnTo>
                  <a:lnTo>
                    <a:pt x="24736" y="220800"/>
                  </a:lnTo>
                  <a:lnTo>
                    <a:pt x="24840" y="221398"/>
                  </a:lnTo>
                  <a:lnTo>
                    <a:pt x="24959" y="221996"/>
                  </a:lnTo>
                  <a:lnTo>
                    <a:pt x="25095" y="222595"/>
                  </a:lnTo>
                  <a:lnTo>
                    <a:pt x="25249" y="223193"/>
                  </a:lnTo>
                  <a:lnTo>
                    <a:pt x="25420" y="223792"/>
                  </a:lnTo>
                  <a:lnTo>
                    <a:pt x="25609" y="224390"/>
                  </a:lnTo>
                  <a:lnTo>
                    <a:pt x="25820" y="224988"/>
                  </a:lnTo>
                  <a:lnTo>
                    <a:pt x="26048" y="225587"/>
                  </a:lnTo>
                  <a:lnTo>
                    <a:pt x="26294" y="226185"/>
                  </a:lnTo>
                  <a:lnTo>
                    <a:pt x="26554" y="226783"/>
                  </a:lnTo>
                  <a:lnTo>
                    <a:pt x="26829" y="227382"/>
                  </a:lnTo>
                  <a:lnTo>
                    <a:pt x="27115" y="227980"/>
                  </a:lnTo>
                  <a:lnTo>
                    <a:pt x="27413" y="228579"/>
                  </a:lnTo>
                  <a:lnTo>
                    <a:pt x="27718" y="229177"/>
                  </a:lnTo>
                  <a:lnTo>
                    <a:pt x="28027" y="229775"/>
                  </a:lnTo>
                  <a:lnTo>
                    <a:pt x="28337" y="230374"/>
                  </a:lnTo>
                  <a:lnTo>
                    <a:pt x="28645" y="230972"/>
                  </a:lnTo>
                  <a:lnTo>
                    <a:pt x="28948" y="231570"/>
                  </a:lnTo>
                  <a:lnTo>
                    <a:pt x="29243" y="232169"/>
                  </a:lnTo>
                  <a:lnTo>
                    <a:pt x="29525" y="232767"/>
                  </a:lnTo>
                  <a:lnTo>
                    <a:pt x="29791" y="233366"/>
                  </a:lnTo>
                  <a:lnTo>
                    <a:pt x="30041" y="233964"/>
                  </a:lnTo>
                  <a:lnTo>
                    <a:pt x="30273" y="234562"/>
                  </a:lnTo>
                  <a:lnTo>
                    <a:pt x="30367" y="234829"/>
                  </a:lnTo>
                  <a:lnTo>
                    <a:pt x="30483" y="235161"/>
                  </a:lnTo>
                  <a:lnTo>
                    <a:pt x="30672" y="235759"/>
                  </a:lnTo>
                  <a:lnTo>
                    <a:pt x="30832" y="236357"/>
                  </a:lnTo>
                  <a:lnTo>
                    <a:pt x="30969" y="236956"/>
                  </a:lnTo>
                  <a:lnTo>
                    <a:pt x="31082" y="237554"/>
                  </a:lnTo>
                  <a:lnTo>
                    <a:pt x="31173" y="238153"/>
                  </a:lnTo>
                  <a:lnTo>
                    <a:pt x="31241" y="238751"/>
                  </a:lnTo>
                  <a:lnTo>
                    <a:pt x="31288" y="239349"/>
                  </a:lnTo>
                  <a:lnTo>
                    <a:pt x="31313" y="239948"/>
                  </a:lnTo>
                  <a:lnTo>
                    <a:pt x="31320" y="240546"/>
                  </a:lnTo>
                  <a:lnTo>
                    <a:pt x="31313" y="241144"/>
                  </a:lnTo>
                  <a:lnTo>
                    <a:pt x="31294" y="241743"/>
                  </a:lnTo>
                  <a:lnTo>
                    <a:pt x="31265" y="242341"/>
                  </a:lnTo>
                  <a:lnTo>
                    <a:pt x="31229" y="242940"/>
                  </a:lnTo>
                  <a:lnTo>
                    <a:pt x="31188" y="243538"/>
                  </a:lnTo>
                  <a:lnTo>
                    <a:pt x="31145" y="244136"/>
                  </a:lnTo>
                  <a:lnTo>
                    <a:pt x="31104" y="244735"/>
                  </a:lnTo>
                  <a:lnTo>
                    <a:pt x="31066" y="245333"/>
                  </a:lnTo>
                  <a:lnTo>
                    <a:pt x="31034" y="245931"/>
                  </a:lnTo>
                  <a:lnTo>
                    <a:pt x="31010" y="246530"/>
                  </a:lnTo>
                  <a:lnTo>
                    <a:pt x="30995" y="247128"/>
                  </a:lnTo>
                  <a:lnTo>
                    <a:pt x="30994" y="247727"/>
                  </a:lnTo>
                  <a:lnTo>
                    <a:pt x="31007" y="248325"/>
                  </a:lnTo>
                  <a:lnTo>
                    <a:pt x="31034" y="248923"/>
                  </a:lnTo>
                  <a:lnTo>
                    <a:pt x="31077" y="249522"/>
                  </a:lnTo>
                  <a:lnTo>
                    <a:pt x="31135" y="250120"/>
                  </a:lnTo>
                  <a:lnTo>
                    <a:pt x="31210" y="250718"/>
                  </a:lnTo>
                  <a:lnTo>
                    <a:pt x="31304" y="251317"/>
                  </a:lnTo>
                  <a:lnTo>
                    <a:pt x="31416" y="251915"/>
                  </a:lnTo>
                  <a:lnTo>
                    <a:pt x="31544" y="252514"/>
                  </a:lnTo>
                  <a:lnTo>
                    <a:pt x="31688" y="253112"/>
                  </a:lnTo>
                  <a:lnTo>
                    <a:pt x="31846" y="253710"/>
                  </a:lnTo>
                  <a:lnTo>
                    <a:pt x="32018" y="254309"/>
                  </a:lnTo>
                  <a:lnTo>
                    <a:pt x="32204" y="254907"/>
                  </a:lnTo>
                  <a:lnTo>
                    <a:pt x="32402" y="255505"/>
                  </a:lnTo>
                  <a:lnTo>
                    <a:pt x="32608" y="256104"/>
                  </a:lnTo>
                  <a:lnTo>
                    <a:pt x="32821" y="256702"/>
                  </a:lnTo>
                  <a:lnTo>
                    <a:pt x="33040" y="257301"/>
                  </a:lnTo>
                  <a:lnTo>
                    <a:pt x="33261" y="257899"/>
                  </a:lnTo>
                  <a:lnTo>
                    <a:pt x="33485" y="258497"/>
                  </a:lnTo>
                  <a:lnTo>
                    <a:pt x="33707" y="259096"/>
                  </a:lnTo>
                  <a:lnTo>
                    <a:pt x="33927" y="259694"/>
                  </a:lnTo>
                  <a:lnTo>
                    <a:pt x="34025" y="259966"/>
                  </a:lnTo>
                  <a:lnTo>
                    <a:pt x="34142" y="260292"/>
                  </a:lnTo>
                  <a:lnTo>
                    <a:pt x="34351" y="260891"/>
                  </a:lnTo>
                  <a:lnTo>
                    <a:pt x="34553" y="261489"/>
                  </a:lnTo>
                  <a:lnTo>
                    <a:pt x="34747" y="262088"/>
                  </a:lnTo>
                  <a:lnTo>
                    <a:pt x="34929" y="262686"/>
                  </a:lnTo>
                  <a:lnTo>
                    <a:pt x="35101" y="263284"/>
                  </a:lnTo>
                  <a:lnTo>
                    <a:pt x="35263" y="263883"/>
                  </a:lnTo>
                  <a:lnTo>
                    <a:pt x="35415" y="264481"/>
                  </a:lnTo>
                  <a:lnTo>
                    <a:pt x="35555" y="265079"/>
                  </a:lnTo>
                  <a:lnTo>
                    <a:pt x="35686" y="265678"/>
                  </a:lnTo>
                  <a:lnTo>
                    <a:pt x="35805" y="266276"/>
                  </a:lnTo>
                  <a:lnTo>
                    <a:pt x="35913" y="266875"/>
                  </a:lnTo>
                  <a:lnTo>
                    <a:pt x="36012" y="267473"/>
                  </a:lnTo>
                  <a:lnTo>
                    <a:pt x="36103" y="268071"/>
                  </a:lnTo>
                  <a:lnTo>
                    <a:pt x="36184" y="268670"/>
                  </a:lnTo>
                  <a:lnTo>
                    <a:pt x="36257" y="269268"/>
                  </a:lnTo>
                  <a:lnTo>
                    <a:pt x="36321" y="269866"/>
                  </a:lnTo>
                  <a:lnTo>
                    <a:pt x="36376" y="270465"/>
                  </a:lnTo>
                  <a:lnTo>
                    <a:pt x="36421" y="271063"/>
                  </a:lnTo>
                  <a:lnTo>
                    <a:pt x="36457" y="271662"/>
                  </a:lnTo>
                  <a:lnTo>
                    <a:pt x="36483" y="272260"/>
                  </a:lnTo>
                  <a:lnTo>
                    <a:pt x="36498" y="272858"/>
                  </a:lnTo>
                  <a:lnTo>
                    <a:pt x="36502" y="273457"/>
                  </a:lnTo>
                  <a:lnTo>
                    <a:pt x="36490" y="274055"/>
                  </a:lnTo>
                  <a:lnTo>
                    <a:pt x="36464" y="274653"/>
                  </a:lnTo>
                  <a:lnTo>
                    <a:pt x="36422" y="275252"/>
                  </a:lnTo>
                  <a:lnTo>
                    <a:pt x="36365" y="275850"/>
                  </a:lnTo>
                  <a:lnTo>
                    <a:pt x="36290" y="276449"/>
                  </a:lnTo>
                  <a:lnTo>
                    <a:pt x="36197" y="277047"/>
                  </a:lnTo>
                  <a:lnTo>
                    <a:pt x="36069" y="277700"/>
                  </a:lnTo>
                  <a:lnTo>
                    <a:pt x="35946" y="278244"/>
                  </a:lnTo>
                  <a:lnTo>
                    <a:pt x="35790" y="278842"/>
                  </a:lnTo>
                  <a:lnTo>
                    <a:pt x="35615" y="279440"/>
                  </a:lnTo>
                  <a:lnTo>
                    <a:pt x="35421" y="280039"/>
                  </a:lnTo>
                  <a:lnTo>
                    <a:pt x="35207" y="280637"/>
                  </a:lnTo>
                  <a:lnTo>
                    <a:pt x="34975" y="281236"/>
                  </a:lnTo>
                  <a:lnTo>
                    <a:pt x="34723" y="281834"/>
                  </a:lnTo>
                  <a:lnTo>
                    <a:pt x="34456" y="282432"/>
                  </a:lnTo>
                  <a:lnTo>
                    <a:pt x="34175" y="283031"/>
                  </a:lnTo>
                  <a:lnTo>
                    <a:pt x="33882" y="283629"/>
                  </a:lnTo>
                  <a:lnTo>
                    <a:pt x="33579" y="284227"/>
                  </a:lnTo>
                  <a:lnTo>
                    <a:pt x="33267" y="284826"/>
                  </a:lnTo>
                  <a:lnTo>
                    <a:pt x="32948" y="285424"/>
                  </a:lnTo>
                  <a:lnTo>
                    <a:pt x="32625" y="286023"/>
                  </a:lnTo>
                  <a:lnTo>
                    <a:pt x="32301" y="286621"/>
                  </a:lnTo>
                  <a:lnTo>
                    <a:pt x="31975" y="287219"/>
                  </a:lnTo>
                  <a:lnTo>
                    <a:pt x="31651" y="287818"/>
                  </a:lnTo>
                  <a:lnTo>
                    <a:pt x="31329" y="288416"/>
                  </a:lnTo>
                  <a:lnTo>
                    <a:pt x="31012" y="289014"/>
                  </a:lnTo>
                  <a:lnTo>
                    <a:pt x="30701" y="289613"/>
                  </a:lnTo>
                  <a:lnTo>
                    <a:pt x="30395" y="290211"/>
                  </a:lnTo>
                  <a:lnTo>
                    <a:pt x="30095" y="290810"/>
                  </a:lnTo>
                  <a:lnTo>
                    <a:pt x="29802" y="291408"/>
                  </a:lnTo>
                  <a:lnTo>
                    <a:pt x="29515" y="292006"/>
                  </a:lnTo>
                  <a:lnTo>
                    <a:pt x="29234" y="292605"/>
                  </a:lnTo>
                  <a:lnTo>
                    <a:pt x="28959" y="293203"/>
                  </a:lnTo>
                  <a:lnTo>
                    <a:pt x="28688" y="293801"/>
                  </a:lnTo>
                  <a:lnTo>
                    <a:pt x="28420" y="294400"/>
                  </a:lnTo>
                  <a:lnTo>
                    <a:pt x="28154" y="294998"/>
                  </a:lnTo>
                  <a:lnTo>
                    <a:pt x="27889" y="295597"/>
                  </a:lnTo>
                  <a:lnTo>
                    <a:pt x="27623" y="296195"/>
                  </a:lnTo>
                  <a:lnTo>
                    <a:pt x="27355" y="296793"/>
                  </a:lnTo>
                  <a:lnTo>
                    <a:pt x="27083" y="297392"/>
                  </a:lnTo>
                  <a:lnTo>
                    <a:pt x="26806" y="297990"/>
                  </a:lnTo>
                  <a:lnTo>
                    <a:pt x="26524" y="298588"/>
                  </a:lnTo>
                  <a:lnTo>
                    <a:pt x="26236" y="299187"/>
                  </a:lnTo>
                  <a:lnTo>
                    <a:pt x="25940" y="299785"/>
                  </a:lnTo>
                  <a:lnTo>
                    <a:pt x="25637" y="300384"/>
                  </a:lnTo>
                  <a:lnTo>
                    <a:pt x="25326" y="300982"/>
                  </a:lnTo>
                  <a:lnTo>
                    <a:pt x="25008" y="301580"/>
                  </a:lnTo>
                  <a:lnTo>
                    <a:pt x="24684" y="302179"/>
                  </a:lnTo>
                  <a:lnTo>
                    <a:pt x="24356" y="302777"/>
                  </a:lnTo>
                  <a:lnTo>
                    <a:pt x="24023" y="303375"/>
                  </a:lnTo>
                  <a:lnTo>
                    <a:pt x="23687" y="303974"/>
                  </a:lnTo>
                  <a:lnTo>
                    <a:pt x="23351" y="304572"/>
                  </a:lnTo>
                  <a:lnTo>
                    <a:pt x="23016" y="305171"/>
                  </a:lnTo>
                  <a:lnTo>
                    <a:pt x="22683" y="305769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9" name="pg29"/>
            <p:cNvSpPr/>
            <p:nvPr/>
          </p:nvSpPr>
          <p:spPr>
            <a:xfrm>
              <a:off x="3764276" y="2989490"/>
              <a:ext cx="53675" cy="93195"/>
            </a:xfrm>
            <a:custGeom>
              <a:avLst/>
              <a:gdLst/>
              <a:ahLst/>
              <a:cxnLst/>
              <a:rect l="0" t="0" r="0" b="0"/>
              <a:pathLst>
                <a:path w="53675" h="93195">
                  <a:moveTo>
                    <a:pt x="26064" y="93195"/>
                  </a:moveTo>
                  <a:lnTo>
                    <a:pt x="26046" y="93013"/>
                  </a:lnTo>
                  <a:lnTo>
                    <a:pt x="26028" y="92830"/>
                  </a:lnTo>
                  <a:lnTo>
                    <a:pt x="26011" y="92648"/>
                  </a:lnTo>
                  <a:lnTo>
                    <a:pt x="25995" y="92465"/>
                  </a:lnTo>
                  <a:lnTo>
                    <a:pt x="25980" y="92283"/>
                  </a:lnTo>
                  <a:lnTo>
                    <a:pt x="25966" y="92101"/>
                  </a:lnTo>
                  <a:lnTo>
                    <a:pt x="25953" y="91918"/>
                  </a:lnTo>
                  <a:lnTo>
                    <a:pt x="25941" y="91736"/>
                  </a:lnTo>
                  <a:lnTo>
                    <a:pt x="25930" y="91553"/>
                  </a:lnTo>
                  <a:lnTo>
                    <a:pt x="25920" y="91371"/>
                  </a:lnTo>
                  <a:lnTo>
                    <a:pt x="25912" y="91189"/>
                  </a:lnTo>
                  <a:lnTo>
                    <a:pt x="25904" y="91006"/>
                  </a:lnTo>
                  <a:lnTo>
                    <a:pt x="25897" y="90824"/>
                  </a:lnTo>
                  <a:lnTo>
                    <a:pt x="25892" y="90642"/>
                  </a:lnTo>
                  <a:lnTo>
                    <a:pt x="25888" y="90459"/>
                  </a:lnTo>
                  <a:lnTo>
                    <a:pt x="25884" y="90277"/>
                  </a:lnTo>
                  <a:lnTo>
                    <a:pt x="25882" y="90094"/>
                  </a:lnTo>
                  <a:lnTo>
                    <a:pt x="25881" y="89912"/>
                  </a:lnTo>
                  <a:lnTo>
                    <a:pt x="25880" y="89730"/>
                  </a:lnTo>
                  <a:lnTo>
                    <a:pt x="25881" y="89547"/>
                  </a:lnTo>
                  <a:lnTo>
                    <a:pt x="25882" y="89365"/>
                  </a:lnTo>
                  <a:lnTo>
                    <a:pt x="25885" y="89183"/>
                  </a:lnTo>
                  <a:lnTo>
                    <a:pt x="25887" y="89000"/>
                  </a:lnTo>
                  <a:lnTo>
                    <a:pt x="25891" y="88818"/>
                  </a:lnTo>
                  <a:lnTo>
                    <a:pt x="25895" y="88635"/>
                  </a:lnTo>
                  <a:lnTo>
                    <a:pt x="25899" y="88453"/>
                  </a:lnTo>
                  <a:lnTo>
                    <a:pt x="25904" y="88271"/>
                  </a:lnTo>
                  <a:lnTo>
                    <a:pt x="25909" y="88088"/>
                  </a:lnTo>
                  <a:lnTo>
                    <a:pt x="25914" y="87906"/>
                  </a:lnTo>
                  <a:lnTo>
                    <a:pt x="25920" y="87724"/>
                  </a:lnTo>
                  <a:lnTo>
                    <a:pt x="25925" y="87541"/>
                  </a:lnTo>
                  <a:lnTo>
                    <a:pt x="25930" y="87359"/>
                  </a:lnTo>
                  <a:lnTo>
                    <a:pt x="25935" y="87176"/>
                  </a:lnTo>
                  <a:lnTo>
                    <a:pt x="25939" y="86994"/>
                  </a:lnTo>
                  <a:lnTo>
                    <a:pt x="25943" y="86812"/>
                  </a:lnTo>
                  <a:lnTo>
                    <a:pt x="25946" y="86629"/>
                  </a:lnTo>
                  <a:lnTo>
                    <a:pt x="25949" y="86447"/>
                  </a:lnTo>
                  <a:lnTo>
                    <a:pt x="25950" y="86265"/>
                  </a:lnTo>
                  <a:lnTo>
                    <a:pt x="25951" y="86082"/>
                  </a:lnTo>
                  <a:lnTo>
                    <a:pt x="25951" y="85900"/>
                  </a:lnTo>
                  <a:lnTo>
                    <a:pt x="25949" y="85717"/>
                  </a:lnTo>
                  <a:lnTo>
                    <a:pt x="25946" y="85535"/>
                  </a:lnTo>
                  <a:lnTo>
                    <a:pt x="25942" y="85353"/>
                  </a:lnTo>
                  <a:lnTo>
                    <a:pt x="25937" y="85170"/>
                  </a:lnTo>
                  <a:lnTo>
                    <a:pt x="25929" y="84988"/>
                  </a:lnTo>
                  <a:lnTo>
                    <a:pt x="25920" y="84805"/>
                  </a:lnTo>
                  <a:lnTo>
                    <a:pt x="25910" y="84623"/>
                  </a:lnTo>
                  <a:lnTo>
                    <a:pt x="25898" y="84441"/>
                  </a:lnTo>
                  <a:lnTo>
                    <a:pt x="25883" y="84258"/>
                  </a:lnTo>
                  <a:lnTo>
                    <a:pt x="25867" y="84076"/>
                  </a:lnTo>
                  <a:lnTo>
                    <a:pt x="25849" y="83894"/>
                  </a:lnTo>
                  <a:lnTo>
                    <a:pt x="25828" y="83711"/>
                  </a:lnTo>
                  <a:lnTo>
                    <a:pt x="25805" y="83529"/>
                  </a:lnTo>
                  <a:lnTo>
                    <a:pt x="25780" y="83346"/>
                  </a:lnTo>
                  <a:lnTo>
                    <a:pt x="25754" y="83164"/>
                  </a:lnTo>
                  <a:lnTo>
                    <a:pt x="25724" y="82982"/>
                  </a:lnTo>
                  <a:lnTo>
                    <a:pt x="25692" y="82799"/>
                  </a:lnTo>
                  <a:lnTo>
                    <a:pt x="25658" y="82617"/>
                  </a:lnTo>
                  <a:lnTo>
                    <a:pt x="25621" y="82435"/>
                  </a:lnTo>
                  <a:lnTo>
                    <a:pt x="25582" y="82252"/>
                  </a:lnTo>
                  <a:lnTo>
                    <a:pt x="25540" y="82070"/>
                  </a:lnTo>
                  <a:lnTo>
                    <a:pt x="25496" y="81887"/>
                  </a:lnTo>
                  <a:lnTo>
                    <a:pt x="25450" y="81705"/>
                  </a:lnTo>
                  <a:lnTo>
                    <a:pt x="25400" y="81523"/>
                  </a:lnTo>
                  <a:lnTo>
                    <a:pt x="25348" y="81340"/>
                  </a:lnTo>
                  <a:lnTo>
                    <a:pt x="25294" y="81158"/>
                  </a:lnTo>
                  <a:lnTo>
                    <a:pt x="25238" y="80976"/>
                  </a:lnTo>
                  <a:lnTo>
                    <a:pt x="25178" y="80793"/>
                  </a:lnTo>
                  <a:lnTo>
                    <a:pt x="25116" y="80611"/>
                  </a:lnTo>
                  <a:lnTo>
                    <a:pt x="25051" y="80428"/>
                  </a:lnTo>
                  <a:lnTo>
                    <a:pt x="24985" y="80246"/>
                  </a:lnTo>
                  <a:lnTo>
                    <a:pt x="24914" y="80064"/>
                  </a:lnTo>
                  <a:lnTo>
                    <a:pt x="24842" y="79881"/>
                  </a:lnTo>
                  <a:lnTo>
                    <a:pt x="24768" y="79699"/>
                  </a:lnTo>
                  <a:lnTo>
                    <a:pt x="24691" y="79517"/>
                  </a:lnTo>
                  <a:lnTo>
                    <a:pt x="24610" y="79334"/>
                  </a:lnTo>
                  <a:lnTo>
                    <a:pt x="24528" y="79152"/>
                  </a:lnTo>
                  <a:lnTo>
                    <a:pt x="24444" y="78969"/>
                  </a:lnTo>
                  <a:lnTo>
                    <a:pt x="24357" y="78787"/>
                  </a:lnTo>
                  <a:lnTo>
                    <a:pt x="24267" y="78605"/>
                  </a:lnTo>
                  <a:lnTo>
                    <a:pt x="24174" y="78422"/>
                  </a:lnTo>
                  <a:lnTo>
                    <a:pt x="24080" y="78240"/>
                  </a:lnTo>
                  <a:lnTo>
                    <a:pt x="23983" y="78057"/>
                  </a:lnTo>
                  <a:lnTo>
                    <a:pt x="23884" y="77875"/>
                  </a:lnTo>
                  <a:lnTo>
                    <a:pt x="23782" y="77693"/>
                  </a:lnTo>
                  <a:lnTo>
                    <a:pt x="23679" y="77510"/>
                  </a:lnTo>
                  <a:lnTo>
                    <a:pt x="23572" y="77328"/>
                  </a:lnTo>
                  <a:lnTo>
                    <a:pt x="23464" y="77146"/>
                  </a:lnTo>
                  <a:lnTo>
                    <a:pt x="23354" y="76963"/>
                  </a:lnTo>
                  <a:lnTo>
                    <a:pt x="23241" y="76781"/>
                  </a:lnTo>
                  <a:lnTo>
                    <a:pt x="23127" y="76598"/>
                  </a:lnTo>
                  <a:lnTo>
                    <a:pt x="23010" y="76416"/>
                  </a:lnTo>
                  <a:lnTo>
                    <a:pt x="22892" y="76234"/>
                  </a:lnTo>
                  <a:lnTo>
                    <a:pt x="22772" y="76051"/>
                  </a:lnTo>
                  <a:lnTo>
                    <a:pt x="22649" y="75869"/>
                  </a:lnTo>
                  <a:lnTo>
                    <a:pt x="22526" y="75687"/>
                  </a:lnTo>
                  <a:lnTo>
                    <a:pt x="22400" y="75504"/>
                  </a:lnTo>
                  <a:lnTo>
                    <a:pt x="22274" y="75322"/>
                  </a:lnTo>
                  <a:lnTo>
                    <a:pt x="22146" y="75139"/>
                  </a:lnTo>
                  <a:lnTo>
                    <a:pt x="22017" y="74957"/>
                  </a:lnTo>
                  <a:lnTo>
                    <a:pt x="21886" y="74775"/>
                  </a:lnTo>
                  <a:lnTo>
                    <a:pt x="21755" y="74592"/>
                  </a:lnTo>
                  <a:lnTo>
                    <a:pt x="21623" y="74410"/>
                  </a:lnTo>
                  <a:lnTo>
                    <a:pt x="21490" y="74228"/>
                  </a:lnTo>
                  <a:lnTo>
                    <a:pt x="21357" y="74045"/>
                  </a:lnTo>
                  <a:lnTo>
                    <a:pt x="21222" y="73863"/>
                  </a:lnTo>
                  <a:lnTo>
                    <a:pt x="21088" y="73680"/>
                  </a:lnTo>
                  <a:lnTo>
                    <a:pt x="20953" y="73498"/>
                  </a:lnTo>
                  <a:lnTo>
                    <a:pt x="20819" y="73316"/>
                  </a:lnTo>
                  <a:lnTo>
                    <a:pt x="20684" y="73133"/>
                  </a:lnTo>
                  <a:lnTo>
                    <a:pt x="20549" y="72951"/>
                  </a:lnTo>
                  <a:lnTo>
                    <a:pt x="20414" y="72769"/>
                  </a:lnTo>
                  <a:lnTo>
                    <a:pt x="20280" y="72586"/>
                  </a:lnTo>
                  <a:lnTo>
                    <a:pt x="20146" y="72404"/>
                  </a:lnTo>
                  <a:lnTo>
                    <a:pt x="20013" y="72221"/>
                  </a:lnTo>
                  <a:lnTo>
                    <a:pt x="19880" y="72039"/>
                  </a:lnTo>
                  <a:lnTo>
                    <a:pt x="19747" y="71857"/>
                  </a:lnTo>
                  <a:lnTo>
                    <a:pt x="19615" y="71674"/>
                  </a:lnTo>
                  <a:lnTo>
                    <a:pt x="19483" y="71492"/>
                  </a:lnTo>
                  <a:lnTo>
                    <a:pt x="19352" y="71309"/>
                  </a:lnTo>
                  <a:lnTo>
                    <a:pt x="19222" y="71127"/>
                  </a:lnTo>
                  <a:lnTo>
                    <a:pt x="19092" y="70945"/>
                  </a:lnTo>
                  <a:lnTo>
                    <a:pt x="18962" y="70762"/>
                  </a:lnTo>
                  <a:lnTo>
                    <a:pt x="18833" y="70580"/>
                  </a:lnTo>
                  <a:lnTo>
                    <a:pt x="18704" y="70398"/>
                  </a:lnTo>
                  <a:lnTo>
                    <a:pt x="18575" y="70215"/>
                  </a:lnTo>
                  <a:lnTo>
                    <a:pt x="18447" y="70033"/>
                  </a:lnTo>
                  <a:lnTo>
                    <a:pt x="18319" y="69850"/>
                  </a:lnTo>
                  <a:lnTo>
                    <a:pt x="18190" y="69668"/>
                  </a:lnTo>
                  <a:lnTo>
                    <a:pt x="18061" y="69486"/>
                  </a:lnTo>
                  <a:lnTo>
                    <a:pt x="17932" y="69303"/>
                  </a:lnTo>
                  <a:lnTo>
                    <a:pt x="17803" y="69121"/>
                  </a:lnTo>
                  <a:lnTo>
                    <a:pt x="17673" y="68939"/>
                  </a:lnTo>
                  <a:lnTo>
                    <a:pt x="17542" y="68756"/>
                  </a:lnTo>
                  <a:lnTo>
                    <a:pt x="17411" y="68574"/>
                  </a:lnTo>
                  <a:lnTo>
                    <a:pt x="17278" y="68391"/>
                  </a:lnTo>
                  <a:lnTo>
                    <a:pt x="17145" y="68209"/>
                  </a:lnTo>
                  <a:lnTo>
                    <a:pt x="17010" y="68027"/>
                  </a:lnTo>
                  <a:lnTo>
                    <a:pt x="16874" y="67844"/>
                  </a:lnTo>
                  <a:lnTo>
                    <a:pt x="16737" y="67662"/>
                  </a:lnTo>
                  <a:lnTo>
                    <a:pt x="16598" y="67480"/>
                  </a:lnTo>
                  <a:lnTo>
                    <a:pt x="16457" y="67297"/>
                  </a:lnTo>
                  <a:lnTo>
                    <a:pt x="16316" y="67115"/>
                  </a:lnTo>
                  <a:lnTo>
                    <a:pt x="16172" y="66932"/>
                  </a:lnTo>
                  <a:lnTo>
                    <a:pt x="16027" y="66750"/>
                  </a:lnTo>
                  <a:lnTo>
                    <a:pt x="15880" y="66568"/>
                  </a:lnTo>
                  <a:lnTo>
                    <a:pt x="15732" y="66385"/>
                  </a:lnTo>
                  <a:lnTo>
                    <a:pt x="15582" y="66203"/>
                  </a:lnTo>
                  <a:lnTo>
                    <a:pt x="15430" y="66020"/>
                  </a:lnTo>
                  <a:lnTo>
                    <a:pt x="15277" y="65838"/>
                  </a:lnTo>
                  <a:lnTo>
                    <a:pt x="15122" y="65656"/>
                  </a:lnTo>
                  <a:lnTo>
                    <a:pt x="14966" y="65473"/>
                  </a:lnTo>
                  <a:lnTo>
                    <a:pt x="14808" y="65291"/>
                  </a:lnTo>
                  <a:lnTo>
                    <a:pt x="14649" y="65109"/>
                  </a:lnTo>
                  <a:lnTo>
                    <a:pt x="14490" y="64926"/>
                  </a:lnTo>
                  <a:lnTo>
                    <a:pt x="14328" y="64744"/>
                  </a:lnTo>
                  <a:lnTo>
                    <a:pt x="14166" y="64561"/>
                  </a:lnTo>
                  <a:lnTo>
                    <a:pt x="14003" y="64379"/>
                  </a:lnTo>
                  <a:lnTo>
                    <a:pt x="13840" y="64197"/>
                  </a:lnTo>
                  <a:lnTo>
                    <a:pt x="13675" y="64014"/>
                  </a:lnTo>
                  <a:lnTo>
                    <a:pt x="13510" y="63832"/>
                  </a:lnTo>
                  <a:lnTo>
                    <a:pt x="13345" y="63650"/>
                  </a:lnTo>
                  <a:lnTo>
                    <a:pt x="13179" y="63467"/>
                  </a:lnTo>
                  <a:lnTo>
                    <a:pt x="13013" y="63285"/>
                  </a:lnTo>
                  <a:lnTo>
                    <a:pt x="12847" y="63102"/>
                  </a:lnTo>
                  <a:lnTo>
                    <a:pt x="12681" y="62920"/>
                  </a:lnTo>
                  <a:lnTo>
                    <a:pt x="12515" y="62738"/>
                  </a:lnTo>
                  <a:lnTo>
                    <a:pt x="12349" y="62555"/>
                  </a:lnTo>
                  <a:lnTo>
                    <a:pt x="12183" y="62373"/>
                  </a:lnTo>
                  <a:lnTo>
                    <a:pt x="12018" y="62191"/>
                  </a:lnTo>
                  <a:lnTo>
                    <a:pt x="11852" y="62008"/>
                  </a:lnTo>
                  <a:lnTo>
                    <a:pt x="11688" y="61826"/>
                  </a:lnTo>
                  <a:lnTo>
                    <a:pt x="11523" y="61643"/>
                  </a:lnTo>
                  <a:lnTo>
                    <a:pt x="11359" y="61461"/>
                  </a:lnTo>
                  <a:lnTo>
                    <a:pt x="11196" y="61279"/>
                  </a:lnTo>
                  <a:lnTo>
                    <a:pt x="11033" y="61096"/>
                  </a:lnTo>
                  <a:lnTo>
                    <a:pt x="10871" y="60914"/>
                  </a:lnTo>
                  <a:lnTo>
                    <a:pt x="10709" y="60732"/>
                  </a:lnTo>
                  <a:lnTo>
                    <a:pt x="10548" y="60549"/>
                  </a:lnTo>
                  <a:lnTo>
                    <a:pt x="10388" y="60367"/>
                  </a:lnTo>
                  <a:lnTo>
                    <a:pt x="10228" y="60184"/>
                  </a:lnTo>
                  <a:lnTo>
                    <a:pt x="10069" y="60002"/>
                  </a:lnTo>
                  <a:lnTo>
                    <a:pt x="9911" y="59820"/>
                  </a:lnTo>
                  <a:lnTo>
                    <a:pt x="9753" y="59637"/>
                  </a:lnTo>
                  <a:lnTo>
                    <a:pt x="9597" y="59455"/>
                  </a:lnTo>
                  <a:lnTo>
                    <a:pt x="9440" y="59272"/>
                  </a:lnTo>
                  <a:lnTo>
                    <a:pt x="9285" y="59090"/>
                  </a:lnTo>
                  <a:lnTo>
                    <a:pt x="9131" y="58908"/>
                  </a:lnTo>
                  <a:lnTo>
                    <a:pt x="8977" y="58725"/>
                  </a:lnTo>
                  <a:lnTo>
                    <a:pt x="8825" y="58543"/>
                  </a:lnTo>
                  <a:lnTo>
                    <a:pt x="8673" y="58361"/>
                  </a:lnTo>
                  <a:lnTo>
                    <a:pt x="8523" y="58178"/>
                  </a:lnTo>
                  <a:lnTo>
                    <a:pt x="8373" y="57996"/>
                  </a:lnTo>
                  <a:lnTo>
                    <a:pt x="8224" y="57813"/>
                  </a:lnTo>
                  <a:lnTo>
                    <a:pt x="8077" y="57631"/>
                  </a:lnTo>
                  <a:lnTo>
                    <a:pt x="7931" y="57449"/>
                  </a:lnTo>
                  <a:lnTo>
                    <a:pt x="7785" y="57266"/>
                  </a:lnTo>
                  <a:lnTo>
                    <a:pt x="7641" y="57084"/>
                  </a:lnTo>
                  <a:lnTo>
                    <a:pt x="7499" y="56902"/>
                  </a:lnTo>
                  <a:lnTo>
                    <a:pt x="7357" y="56719"/>
                  </a:lnTo>
                  <a:lnTo>
                    <a:pt x="7216" y="56537"/>
                  </a:lnTo>
                  <a:lnTo>
                    <a:pt x="7077" y="56354"/>
                  </a:lnTo>
                  <a:lnTo>
                    <a:pt x="6939" y="56172"/>
                  </a:lnTo>
                  <a:lnTo>
                    <a:pt x="6803" y="55990"/>
                  </a:lnTo>
                  <a:lnTo>
                    <a:pt x="6667" y="55807"/>
                  </a:lnTo>
                  <a:lnTo>
                    <a:pt x="6532" y="55625"/>
                  </a:lnTo>
                  <a:lnTo>
                    <a:pt x="6399" y="55443"/>
                  </a:lnTo>
                  <a:lnTo>
                    <a:pt x="6267" y="55260"/>
                  </a:lnTo>
                  <a:lnTo>
                    <a:pt x="6136" y="55078"/>
                  </a:lnTo>
                  <a:lnTo>
                    <a:pt x="6006" y="54895"/>
                  </a:lnTo>
                  <a:lnTo>
                    <a:pt x="5877" y="54713"/>
                  </a:lnTo>
                  <a:lnTo>
                    <a:pt x="5748" y="54531"/>
                  </a:lnTo>
                  <a:lnTo>
                    <a:pt x="5621" y="54348"/>
                  </a:lnTo>
                  <a:lnTo>
                    <a:pt x="5494" y="54166"/>
                  </a:lnTo>
                  <a:lnTo>
                    <a:pt x="5367" y="53984"/>
                  </a:lnTo>
                  <a:lnTo>
                    <a:pt x="5241" y="53801"/>
                  </a:lnTo>
                  <a:lnTo>
                    <a:pt x="5116" y="53619"/>
                  </a:lnTo>
                  <a:lnTo>
                    <a:pt x="4991" y="53436"/>
                  </a:lnTo>
                  <a:lnTo>
                    <a:pt x="4866" y="53254"/>
                  </a:lnTo>
                  <a:lnTo>
                    <a:pt x="4741" y="53072"/>
                  </a:lnTo>
                  <a:lnTo>
                    <a:pt x="4616" y="52889"/>
                  </a:lnTo>
                  <a:lnTo>
                    <a:pt x="4491" y="52707"/>
                  </a:lnTo>
                  <a:lnTo>
                    <a:pt x="4366" y="52524"/>
                  </a:lnTo>
                  <a:lnTo>
                    <a:pt x="4218" y="52310"/>
                  </a:lnTo>
                  <a:lnTo>
                    <a:pt x="4115" y="52160"/>
                  </a:lnTo>
                  <a:lnTo>
                    <a:pt x="3989" y="51977"/>
                  </a:lnTo>
                  <a:lnTo>
                    <a:pt x="3863" y="51795"/>
                  </a:lnTo>
                  <a:lnTo>
                    <a:pt x="3736" y="51613"/>
                  </a:lnTo>
                  <a:lnTo>
                    <a:pt x="3609" y="51430"/>
                  </a:lnTo>
                  <a:lnTo>
                    <a:pt x="3482" y="51248"/>
                  </a:lnTo>
                  <a:lnTo>
                    <a:pt x="3354" y="51065"/>
                  </a:lnTo>
                  <a:lnTo>
                    <a:pt x="3226" y="50883"/>
                  </a:lnTo>
                  <a:lnTo>
                    <a:pt x="3098" y="50701"/>
                  </a:lnTo>
                  <a:lnTo>
                    <a:pt x="2969" y="50518"/>
                  </a:lnTo>
                  <a:lnTo>
                    <a:pt x="2841" y="50336"/>
                  </a:lnTo>
                  <a:lnTo>
                    <a:pt x="2713" y="50154"/>
                  </a:lnTo>
                  <a:lnTo>
                    <a:pt x="2585" y="49971"/>
                  </a:lnTo>
                  <a:lnTo>
                    <a:pt x="2457" y="49789"/>
                  </a:lnTo>
                  <a:lnTo>
                    <a:pt x="2330" y="49606"/>
                  </a:lnTo>
                  <a:lnTo>
                    <a:pt x="2203" y="49424"/>
                  </a:lnTo>
                  <a:lnTo>
                    <a:pt x="2078" y="49242"/>
                  </a:lnTo>
                  <a:lnTo>
                    <a:pt x="1954" y="49059"/>
                  </a:lnTo>
                  <a:lnTo>
                    <a:pt x="1831" y="48877"/>
                  </a:lnTo>
                  <a:lnTo>
                    <a:pt x="1710" y="48695"/>
                  </a:lnTo>
                  <a:lnTo>
                    <a:pt x="1591" y="48512"/>
                  </a:lnTo>
                  <a:lnTo>
                    <a:pt x="1475" y="48330"/>
                  </a:lnTo>
                  <a:lnTo>
                    <a:pt x="1360" y="48147"/>
                  </a:lnTo>
                  <a:lnTo>
                    <a:pt x="1249" y="47965"/>
                  </a:lnTo>
                  <a:lnTo>
                    <a:pt x="1141" y="47783"/>
                  </a:lnTo>
                  <a:lnTo>
                    <a:pt x="1036" y="47600"/>
                  </a:lnTo>
                  <a:lnTo>
                    <a:pt x="934" y="47418"/>
                  </a:lnTo>
                  <a:lnTo>
                    <a:pt x="837" y="47236"/>
                  </a:lnTo>
                  <a:lnTo>
                    <a:pt x="744" y="47053"/>
                  </a:lnTo>
                  <a:lnTo>
                    <a:pt x="656" y="46871"/>
                  </a:lnTo>
                  <a:lnTo>
                    <a:pt x="572" y="46688"/>
                  </a:lnTo>
                  <a:lnTo>
                    <a:pt x="493" y="46506"/>
                  </a:lnTo>
                  <a:lnTo>
                    <a:pt x="420" y="46324"/>
                  </a:lnTo>
                  <a:lnTo>
                    <a:pt x="352" y="46141"/>
                  </a:lnTo>
                  <a:lnTo>
                    <a:pt x="289" y="45959"/>
                  </a:lnTo>
                  <a:lnTo>
                    <a:pt x="232" y="45776"/>
                  </a:lnTo>
                  <a:lnTo>
                    <a:pt x="182" y="45594"/>
                  </a:lnTo>
                  <a:lnTo>
                    <a:pt x="138" y="45412"/>
                  </a:lnTo>
                  <a:lnTo>
                    <a:pt x="99" y="45229"/>
                  </a:lnTo>
                  <a:lnTo>
                    <a:pt x="67" y="45047"/>
                  </a:lnTo>
                  <a:lnTo>
                    <a:pt x="42" y="44865"/>
                  </a:lnTo>
                  <a:lnTo>
                    <a:pt x="22" y="44682"/>
                  </a:lnTo>
                  <a:lnTo>
                    <a:pt x="7" y="44500"/>
                  </a:lnTo>
                  <a:lnTo>
                    <a:pt x="1" y="44317"/>
                  </a:lnTo>
                  <a:lnTo>
                    <a:pt x="0" y="44135"/>
                  </a:lnTo>
                  <a:lnTo>
                    <a:pt x="3" y="43953"/>
                  </a:lnTo>
                  <a:lnTo>
                    <a:pt x="13" y="43770"/>
                  </a:lnTo>
                  <a:lnTo>
                    <a:pt x="29" y="43588"/>
                  </a:lnTo>
                  <a:lnTo>
                    <a:pt x="49" y="43406"/>
                  </a:lnTo>
                  <a:lnTo>
                    <a:pt x="74" y="43223"/>
                  </a:lnTo>
                  <a:lnTo>
                    <a:pt x="103" y="43041"/>
                  </a:lnTo>
                  <a:lnTo>
                    <a:pt x="138" y="42858"/>
                  </a:lnTo>
                  <a:lnTo>
                    <a:pt x="175" y="42676"/>
                  </a:lnTo>
                  <a:lnTo>
                    <a:pt x="216" y="42494"/>
                  </a:lnTo>
                  <a:lnTo>
                    <a:pt x="259" y="42311"/>
                  </a:lnTo>
                  <a:lnTo>
                    <a:pt x="305" y="42129"/>
                  </a:lnTo>
                  <a:lnTo>
                    <a:pt x="353" y="41947"/>
                  </a:lnTo>
                  <a:lnTo>
                    <a:pt x="402" y="41764"/>
                  </a:lnTo>
                  <a:lnTo>
                    <a:pt x="452" y="41582"/>
                  </a:lnTo>
                  <a:lnTo>
                    <a:pt x="503" y="41399"/>
                  </a:lnTo>
                  <a:lnTo>
                    <a:pt x="553" y="41217"/>
                  </a:lnTo>
                  <a:lnTo>
                    <a:pt x="603" y="41035"/>
                  </a:lnTo>
                  <a:lnTo>
                    <a:pt x="652" y="40852"/>
                  </a:lnTo>
                  <a:lnTo>
                    <a:pt x="700" y="40670"/>
                  </a:lnTo>
                  <a:lnTo>
                    <a:pt x="745" y="40488"/>
                  </a:lnTo>
                  <a:lnTo>
                    <a:pt x="789" y="40305"/>
                  </a:lnTo>
                  <a:lnTo>
                    <a:pt x="829" y="40123"/>
                  </a:lnTo>
                  <a:lnTo>
                    <a:pt x="901" y="39758"/>
                  </a:lnTo>
                  <a:lnTo>
                    <a:pt x="932" y="39576"/>
                  </a:lnTo>
                  <a:lnTo>
                    <a:pt x="958" y="39393"/>
                  </a:lnTo>
                  <a:lnTo>
                    <a:pt x="981" y="39211"/>
                  </a:lnTo>
                  <a:lnTo>
                    <a:pt x="1000" y="39028"/>
                  </a:lnTo>
                  <a:lnTo>
                    <a:pt x="1015" y="38846"/>
                  </a:lnTo>
                  <a:lnTo>
                    <a:pt x="1025" y="38664"/>
                  </a:lnTo>
                  <a:lnTo>
                    <a:pt x="1032" y="38481"/>
                  </a:lnTo>
                  <a:lnTo>
                    <a:pt x="1035" y="38299"/>
                  </a:lnTo>
                  <a:lnTo>
                    <a:pt x="1034" y="38117"/>
                  </a:lnTo>
                  <a:lnTo>
                    <a:pt x="1029" y="37934"/>
                  </a:lnTo>
                  <a:lnTo>
                    <a:pt x="1021" y="37752"/>
                  </a:lnTo>
                  <a:lnTo>
                    <a:pt x="1011" y="37569"/>
                  </a:lnTo>
                  <a:lnTo>
                    <a:pt x="998" y="37387"/>
                  </a:lnTo>
                  <a:lnTo>
                    <a:pt x="982" y="37205"/>
                  </a:lnTo>
                  <a:lnTo>
                    <a:pt x="965" y="37022"/>
                  </a:lnTo>
                  <a:lnTo>
                    <a:pt x="947" y="36840"/>
                  </a:lnTo>
                  <a:lnTo>
                    <a:pt x="928" y="36658"/>
                  </a:lnTo>
                  <a:lnTo>
                    <a:pt x="908" y="36475"/>
                  </a:lnTo>
                  <a:lnTo>
                    <a:pt x="889" y="36293"/>
                  </a:lnTo>
                  <a:lnTo>
                    <a:pt x="871" y="36110"/>
                  </a:lnTo>
                  <a:lnTo>
                    <a:pt x="854" y="35928"/>
                  </a:lnTo>
                  <a:lnTo>
                    <a:pt x="840" y="35746"/>
                  </a:lnTo>
                  <a:lnTo>
                    <a:pt x="827" y="35563"/>
                  </a:lnTo>
                  <a:lnTo>
                    <a:pt x="817" y="35381"/>
                  </a:lnTo>
                  <a:lnTo>
                    <a:pt x="812" y="35199"/>
                  </a:lnTo>
                  <a:lnTo>
                    <a:pt x="811" y="35016"/>
                  </a:lnTo>
                  <a:lnTo>
                    <a:pt x="813" y="34834"/>
                  </a:lnTo>
                  <a:lnTo>
                    <a:pt x="820" y="34651"/>
                  </a:lnTo>
                  <a:lnTo>
                    <a:pt x="834" y="34469"/>
                  </a:lnTo>
                  <a:lnTo>
                    <a:pt x="853" y="34287"/>
                  </a:lnTo>
                  <a:lnTo>
                    <a:pt x="877" y="34104"/>
                  </a:lnTo>
                  <a:lnTo>
                    <a:pt x="907" y="33922"/>
                  </a:lnTo>
                  <a:lnTo>
                    <a:pt x="945" y="33740"/>
                  </a:lnTo>
                  <a:lnTo>
                    <a:pt x="989" y="33557"/>
                  </a:lnTo>
                  <a:lnTo>
                    <a:pt x="1038" y="33375"/>
                  </a:lnTo>
                  <a:lnTo>
                    <a:pt x="1095" y="33192"/>
                  </a:lnTo>
                  <a:lnTo>
                    <a:pt x="1160" y="33010"/>
                  </a:lnTo>
                  <a:lnTo>
                    <a:pt x="1231" y="32828"/>
                  </a:lnTo>
                  <a:lnTo>
                    <a:pt x="1308" y="32645"/>
                  </a:lnTo>
                  <a:lnTo>
                    <a:pt x="1393" y="32463"/>
                  </a:lnTo>
                  <a:lnTo>
                    <a:pt x="1484" y="32280"/>
                  </a:lnTo>
                  <a:lnTo>
                    <a:pt x="1581" y="32098"/>
                  </a:lnTo>
                  <a:lnTo>
                    <a:pt x="1684" y="31916"/>
                  </a:lnTo>
                  <a:lnTo>
                    <a:pt x="1793" y="31733"/>
                  </a:lnTo>
                  <a:lnTo>
                    <a:pt x="1909" y="31551"/>
                  </a:lnTo>
                  <a:lnTo>
                    <a:pt x="2028" y="31369"/>
                  </a:lnTo>
                  <a:lnTo>
                    <a:pt x="2153" y="31186"/>
                  </a:lnTo>
                  <a:lnTo>
                    <a:pt x="2283" y="31004"/>
                  </a:lnTo>
                  <a:lnTo>
                    <a:pt x="2418" y="30821"/>
                  </a:lnTo>
                  <a:lnTo>
                    <a:pt x="2556" y="30639"/>
                  </a:lnTo>
                  <a:lnTo>
                    <a:pt x="2697" y="30457"/>
                  </a:lnTo>
                  <a:lnTo>
                    <a:pt x="2843" y="30274"/>
                  </a:lnTo>
                  <a:lnTo>
                    <a:pt x="2991" y="30092"/>
                  </a:lnTo>
                  <a:lnTo>
                    <a:pt x="3142" y="29910"/>
                  </a:lnTo>
                  <a:lnTo>
                    <a:pt x="3295" y="29727"/>
                  </a:lnTo>
                  <a:lnTo>
                    <a:pt x="3450" y="29545"/>
                  </a:lnTo>
                  <a:lnTo>
                    <a:pt x="3607" y="29362"/>
                  </a:lnTo>
                  <a:lnTo>
                    <a:pt x="3765" y="29180"/>
                  </a:lnTo>
                  <a:lnTo>
                    <a:pt x="3924" y="28998"/>
                  </a:lnTo>
                  <a:lnTo>
                    <a:pt x="4083" y="28815"/>
                  </a:lnTo>
                  <a:lnTo>
                    <a:pt x="4244" y="28633"/>
                  </a:lnTo>
                  <a:lnTo>
                    <a:pt x="4404" y="28451"/>
                  </a:lnTo>
                  <a:lnTo>
                    <a:pt x="4564" y="28268"/>
                  </a:lnTo>
                  <a:lnTo>
                    <a:pt x="4724" y="28086"/>
                  </a:lnTo>
                  <a:lnTo>
                    <a:pt x="4884" y="27903"/>
                  </a:lnTo>
                  <a:lnTo>
                    <a:pt x="5043" y="27721"/>
                  </a:lnTo>
                  <a:lnTo>
                    <a:pt x="5201" y="27539"/>
                  </a:lnTo>
                  <a:lnTo>
                    <a:pt x="5358" y="27356"/>
                  </a:lnTo>
                  <a:lnTo>
                    <a:pt x="5514" y="27174"/>
                  </a:lnTo>
                  <a:lnTo>
                    <a:pt x="5669" y="26992"/>
                  </a:lnTo>
                  <a:lnTo>
                    <a:pt x="5821" y="26809"/>
                  </a:lnTo>
                  <a:lnTo>
                    <a:pt x="5973" y="26627"/>
                  </a:lnTo>
                  <a:lnTo>
                    <a:pt x="6122" y="26444"/>
                  </a:lnTo>
                  <a:lnTo>
                    <a:pt x="6416" y="26080"/>
                  </a:lnTo>
                  <a:lnTo>
                    <a:pt x="6559" y="25897"/>
                  </a:lnTo>
                  <a:lnTo>
                    <a:pt x="6701" y="25715"/>
                  </a:lnTo>
                  <a:lnTo>
                    <a:pt x="6841" y="25532"/>
                  </a:lnTo>
                  <a:lnTo>
                    <a:pt x="6977" y="25350"/>
                  </a:lnTo>
                  <a:lnTo>
                    <a:pt x="7112" y="25168"/>
                  </a:lnTo>
                  <a:lnTo>
                    <a:pt x="7244" y="24985"/>
                  </a:lnTo>
                  <a:lnTo>
                    <a:pt x="7373" y="24803"/>
                  </a:lnTo>
                  <a:lnTo>
                    <a:pt x="7500" y="24621"/>
                  </a:lnTo>
                  <a:lnTo>
                    <a:pt x="7624" y="24438"/>
                  </a:lnTo>
                  <a:lnTo>
                    <a:pt x="7745" y="24256"/>
                  </a:lnTo>
                  <a:lnTo>
                    <a:pt x="7864" y="24073"/>
                  </a:lnTo>
                  <a:lnTo>
                    <a:pt x="7978" y="23891"/>
                  </a:lnTo>
                  <a:lnTo>
                    <a:pt x="8091" y="23709"/>
                  </a:lnTo>
                  <a:lnTo>
                    <a:pt x="8200" y="23526"/>
                  </a:lnTo>
                  <a:lnTo>
                    <a:pt x="8306" y="23344"/>
                  </a:lnTo>
                  <a:lnTo>
                    <a:pt x="8408" y="23162"/>
                  </a:lnTo>
                  <a:lnTo>
                    <a:pt x="8507" y="22979"/>
                  </a:lnTo>
                  <a:lnTo>
                    <a:pt x="8604" y="22797"/>
                  </a:lnTo>
                  <a:lnTo>
                    <a:pt x="8696" y="22614"/>
                  </a:lnTo>
                  <a:lnTo>
                    <a:pt x="8784" y="22432"/>
                  </a:lnTo>
                  <a:lnTo>
                    <a:pt x="8869" y="22250"/>
                  </a:lnTo>
                  <a:lnTo>
                    <a:pt x="8951" y="22067"/>
                  </a:lnTo>
                  <a:lnTo>
                    <a:pt x="9028" y="21885"/>
                  </a:lnTo>
                  <a:lnTo>
                    <a:pt x="9102" y="21703"/>
                  </a:lnTo>
                  <a:lnTo>
                    <a:pt x="9172" y="21520"/>
                  </a:lnTo>
                  <a:lnTo>
                    <a:pt x="9238" y="21338"/>
                  </a:lnTo>
                  <a:lnTo>
                    <a:pt x="9299" y="21155"/>
                  </a:lnTo>
                  <a:lnTo>
                    <a:pt x="9357" y="20973"/>
                  </a:lnTo>
                  <a:lnTo>
                    <a:pt x="9411" y="20791"/>
                  </a:lnTo>
                  <a:lnTo>
                    <a:pt x="9461" y="20608"/>
                  </a:lnTo>
                  <a:lnTo>
                    <a:pt x="9506" y="20426"/>
                  </a:lnTo>
                  <a:lnTo>
                    <a:pt x="9547" y="20244"/>
                  </a:lnTo>
                  <a:lnTo>
                    <a:pt x="9585" y="20061"/>
                  </a:lnTo>
                  <a:lnTo>
                    <a:pt x="9619" y="19879"/>
                  </a:lnTo>
                  <a:lnTo>
                    <a:pt x="9647" y="19696"/>
                  </a:lnTo>
                  <a:lnTo>
                    <a:pt x="9673" y="19514"/>
                  </a:lnTo>
                  <a:lnTo>
                    <a:pt x="9694" y="19332"/>
                  </a:lnTo>
                  <a:lnTo>
                    <a:pt x="9712" y="19149"/>
                  </a:lnTo>
                  <a:lnTo>
                    <a:pt x="9725" y="18967"/>
                  </a:lnTo>
                  <a:lnTo>
                    <a:pt x="9736" y="18784"/>
                  </a:lnTo>
                  <a:lnTo>
                    <a:pt x="9743" y="18602"/>
                  </a:lnTo>
                  <a:lnTo>
                    <a:pt x="9747" y="18420"/>
                  </a:lnTo>
                  <a:lnTo>
                    <a:pt x="9747" y="18237"/>
                  </a:lnTo>
                  <a:lnTo>
                    <a:pt x="9745" y="18055"/>
                  </a:lnTo>
                  <a:lnTo>
                    <a:pt x="9741" y="17873"/>
                  </a:lnTo>
                  <a:lnTo>
                    <a:pt x="9734" y="17690"/>
                  </a:lnTo>
                  <a:lnTo>
                    <a:pt x="9725" y="17508"/>
                  </a:lnTo>
                  <a:lnTo>
                    <a:pt x="9715" y="17325"/>
                  </a:lnTo>
                  <a:lnTo>
                    <a:pt x="9704" y="17143"/>
                  </a:lnTo>
                  <a:lnTo>
                    <a:pt x="9692" y="16961"/>
                  </a:lnTo>
                  <a:lnTo>
                    <a:pt x="9679" y="16778"/>
                  </a:lnTo>
                  <a:lnTo>
                    <a:pt x="9667" y="16596"/>
                  </a:lnTo>
                  <a:lnTo>
                    <a:pt x="9655" y="16414"/>
                  </a:lnTo>
                  <a:lnTo>
                    <a:pt x="9644" y="16231"/>
                  </a:lnTo>
                  <a:lnTo>
                    <a:pt x="9634" y="16049"/>
                  </a:lnTo>
                  <a:lnTo>
                    <a:pt x="9627" y="15866"/>
                  </a:lnTo>
                  <a:lnTo>
                    <a:pt x="9621" y="15684"/>
                  </a:lnTo>
                  <a:lnTo>
                    <a:pt x="9620" y="15502"/>
                  </a:lnTo>
                  <a:lnTo>
                    <a:pt x="9621" y="15319"/>
                  </a:lnTo>
                  <a:lnTo>
                    <a:pt x="9627" y="15137"/>
                  </a:lnTo>
                  <a:lnTo>
                    <a:pt x="9637" y="14955"/>
                  </a:lnTo>
                  <a:lnTo>
                    <a:pt x="9653" y="14772"/>
                  </a:lnTo>
                  <a:lnTo>
                    <a:pt x="9674" y="14590"/>
                  </a:lnTo>
                  <a:lnTo>
                    <a:pt x="9700" y="14407"/>
                  </a:lnTo>
                  <a:lnTo>
                    <a:pt x="9734" y="14225"/>
                  </a:lnTo>
                  <a:lnTo>
                    <a:pt x="9776" y="14043"/>
                  </a:lnTo>
                  <a:lnTo>
                    <a:pt x="9824" y="13860"/>
                  </a:lnTo>
                  <a:lnTo>
                    <a:pt x="9879" y="13678"/>
                  </a:lnTo>
                  <a:lnTo>
                    <a:pt x="9945" y="13496"/>
                  </a:lnTo>
                  <a:lnTo>
                    <a:pt x="10019" y="13313"/>
                  </a:lnTo>
                  <a:lnTo>
                    <a:pt x="10101" y="13131"/>
                  </a:lnTo>
                  <a:lnTo>
                    <a:pt x="10191" y="12948"/>
                  </a:lnTo>
                  <a:lnTo>
                    <a:pt x="10294" y="12766"/>
                  </a:lnTo>
                  <a:lnTo>
                    <a:pt x="10405" y="12584"/>
                  </a:lnTo>
                  <a:lnTo>
                    <a:pt x="10525" y="12401"/>
                  </a:lnTo>
                  <a:lnTo>
                    <a:pt x="10654" y="12219"/>
                  </a:lnTo>
                  <a:lnTo>
                    <a:pt x="10796" y="12036"/>
                  </a:lnTo>
                  <a:lnTo>
                    <a:pt x="10946" y="11854"/>
                  </a:lnTo>
                  <a:lnTo>
                    <a:pt x="11106" y="11672"/>
                  </a:lnTo>
                  <a:lnTo>
                    <a:pt x="11275" y="11489"/>
                  </a:lnTo>
                  <a:lnTo>
                    <a:pt x="11455" y="11307"/>
                  </a:lnTo>
                  <a:lnTo>
                    <a:pt x="11644" y="11125"/>
                  </a:lnTo>
                  <a:lnTo>
                    <a:pt x="11841" y="10942"/>
                  </a:lnTo>
                  <a:lnTo>
                    <a:pt x="12048" y="10760"/>
                  </a:lnTo>
                  <a:lnTo>
                    <a:pt x="12264" y="10577"/>
                  </a:lnTo>
                  <a:lnTo>
                    <a:pt x="12487" y="10395"/>
                  </a:lnTo>
                  <a:lnTo>
                    <a:pt x="12717" y="10213"/>
                  </a:lnTo>
                  <a:lnTo>
                    <a:pt x="12956" y="10030"/>
                  </a:lnTo>
                  <a:lnTo>
                    <a:pt x="13201" y="9848"/>
                  </a:lnTo>
                  <a:lnTo>
                    <a:pt x="13453" y="9666"/>
                  </a:lnTo>
                  <a:lnTo>
                    <a:pt x="13709" y="9483"/>
                  </a:lnTo>
                  <a:lnTo>
                    <a:pt x="13972" y="9301"/>
                  </a:lnTo>
                  <a:lnTo>
                    <a:pt x="14240" y="9118"/>
                  </a:lnTo>
                  <a:lnTo>
                    <a:pt x="14511" y="8936"/>
                  </a:lnTo>
                  <a:lnTo>
                    <a:pt x="14786" y="8754"/>
                  </a:lnTo>
                  <a:lnTo>
                    <a:pt x="15064" y="8571"/>
                  </a:lnTo>
                  <a:lnTo>
                    <a:pt x="15345" y="8389"/>
                  </a:lnTo>
                  <a:lnTo>
                    <a:pt x="15627" y="8207"/>
                  </a:lnTo>
                  <a:lnTo>
                    <a:pt x="15911" y="8024"/>
                  </a:lnTo>
                  <a:lnTo>
                    <a:pt x="16196" y="7842"/>
                  </a:lnTo>
                  <a:lnTo>
                    <a:pt x="16481" y="7659"/>
                  </a:lnTo>
                  <a:lnTo>
                    <a:pt x="16766" y="7477"/>
                  </a:lnTo>
                  <a:lnTo>
                    <a:pt x="17051" y="7295"/>
                  </a:lnTo>
                  <a:lnTo>
                    <a:pt x="17334" y="7112"/>
                  </a:lnTo>
                  <a:lnTo>
                    <a:pt x="17616" y="6930"/>
                  </a:lnTo>
                  <a:lnTo>
                    <a:pt x="17896" y="6748"/>
                  </a:lnTo>
                  <a:lnTo>
                    <a:pt x="18173" y="6565"/>
                  </a:lnTo>
                  <a:lnTo>
                    <a:pt x="18447" y="6383"/>
                  </a:lnTo>
                  <a:lnTo>
                    <a:pt x="18719" y="6200"/>
                  </a:lnTo>
                  <a:lnTo>
                    <a:pt x="18987" y="6018"/>
                  </a:lnTo>
                  <a:lnTo>
                    <a:pt x="19251" y="5836"/>
                  </a:lnTo>
                  <a:lnTo>
                    <a:pt x="19511" y="5653"/>
                  </a:lnTo>
                  <a:lnTo>
                    <a:pt x="19767" y="5471"/>
                  </a:lnTo>
                  <a:lnTo>
                    <a:pt x="20020" y="5288"/>
                  </a:lnTo>
                  <a:lnTo>
                    <a:pt x="20266" y="5106"/>
                  </a:lnTo>
                  <a:lnTo>
                    <a:pt x="20508" y="4924"/>
                  </a:lnTo>
                  <a:lnTo>
                    <a:pt x="20745" y="4741"/>
                  </a:lnTo>
                  <a:lnTo>
                    <a:pt x="20978" y="4559"/>
                  </a:lnTo>
                  <a:lnTo>
                    <a:pt x="21205" y="4377"/>
                  </a:lnTo>
                  <a:lnTo>
                    <a:pt x="21426" y="4194"/>
                  </a:lnTo>
                  <a:lnTo>
                    <a:pt x="21642" y="4012"/>
                  </a:lnTo>
                  <a:lnTo>
                    <a:pt x="21854" y="3829"/>
                  </a:lnTo>
                  <a:lnTo>
                    <a:pt x="22059" y="3647"/>
                  </a:lnTo>
                  <a:lnTo>
                    <a:pt x="22259" y="3465"/>
                  </a:lnTo>
                  <a:lnTo>
                    <a:pt x="22454" y="3282"/>
                  </a:lnTo>
                  <a:lnTo>
                    <a:pt x="22644" y="3100"/>
                  </a:lnTo>
                  <a:lnTo>
                    <a:pt x="22827" y="2918"/>
                  </a:lnTo>
                  <a:lnTo>
                    <a:pt x="23005" y="2735"/>
                  </a:lnTo>
                  <a:lnTo>
                    <a:pt x="23178" y="2553"/>
                  </a:lnTo>
                  <a:lnTo>
                    <a:pt x="23346" y="2370"/>
                  </a:lnTo>
                  <a:lnTo>
                    <a:pt x="23508" y="2188"/>
                  </a:lnTo>
                  <a:lnTo>
                    <a:pt x="23665" y="2006"/>
                  </a:lnTo>
                  <a:lnTo>
                    <a:pt x="23818" y="1823"/>
                  </a:lnTo>
                  <a:lnTo>
                    <a:pt x="23965" y="1641"/>
                  </a:lnTo>
                  <a:lnTo>
                    <a:pt x="24106" y="1459"/>
                  </a:lnTo>
                  <a:lnTo>
                    <a:pt x="24243" y="1276"/>
                  </a:lnTo>
                  <a:lnTo>
                    <a:pt x="24376" y="1094"/>
                  </a:lnTo>
                  <a:lnTo>
                    <a:pt x="24503" y="911"/>
                  </a:lnTo>
                  <a:lnTo>
                    <a:pt x="24625" y="729"/>
                  </a:lnTo>
                  <a:lnTo>
                    <a:pt x="24743" y="547"/>
                  </a:lnTo>
                  <a:lnTo>
                    <a:pt x="24857" y="364"/>
                  </a:lnTo>
                  <a:lnTo>
                    <a:pt x="24966" y="182"/>
                  </a:lnTo>
                  <a:lnTo>
                    <a:pt x="25070" y="0"/>
                  </a:lnTo>
                  <a:lnTo>
                    <a:pt x="28605" y="0"/>
                  </a:lnTo>
                  <a:lnTo>
                    <a:pt x="28709" y="182"/>
                  </a:lnTo>
                  <a:lnTo>
                    <a:pt x="28818" y="364"/>
                  </a:lnTo>
                  <a:lnTo>
                    <a:pt x="28932" y="547"/>
                  </a:lnTo>
                  <a:lnTo>
                    <a:pt x="29050" y="729"/>
                  </a:lnTo>
                  <a:lnTo>
                    <a:pt x="29172" y="911"/>
                  </a:lnTo>
                  <a:lnTo>
                    <a:pt x="29299" y="1094"/>
                  </a:lnTo>
                  <a:lnTo>
                    <a:pt x="29431" y="1276"/>
                  </a:lnTo>
                  <a:lnTo>
                    <a:pt x="29568" y="1459"/>
                  </a:lnTo>
                  <a:lnTo>
                    <a:pt x="29710" y="1641"/>
                  </a:lnTo>
                  <a:lnTo>
                    <a:pt x="29857" y="1823"/>
                  </a:lnTo>
                  <a:lnTo>
                    <a:pt x="30009" y="2006"/>
                  </a:lnTo>
                  <a:lnTo>
                    <a:pt x="30167" y="2188"/>
                  </a:lnTo>
                  <a:lnTo>
                    <a:pt x="30328" y="2370"/>
                  </a:lnTo>
                  <a:lnTo>
                    <a:pt x="30496" y="2553"/>
                  </a:lnTo>
                  <a:lnTo>
                    <a:pt x="30670" y="2735"/>
                  </a:lnTo>
                  <a:lnTo>
                    <a:pt x="30848" y="2918"/>
                  </a:lnTo>
                  <a:lnTo>
                    <a:pt x="31031" y="3100"/>
                  </a:lnTo>
                  <a:lnTo>
                    <a:pt x="31221" y="3282"/>
                  </a:lnTo>
                  <a:lnTo>
                    <a:pt x="31416" y="3465"/>
                  </a:lnTo>
                  <a:lnTo>
                    <a:pt x="31616" y="3647"/>
                  </a:lnTo>
                  <a:lnTo>
                    <a:pt x="31820" y="3829"/>
                  </a:lnTo>
                  <a:lnTo>
                    <a:pt x="32032" y="4012"/>
                  </a:lnTo>
                  <a:lnTo>
                    <a:pt x="32249" y="4194"/>
                  </a:lnTo>
                  <a:lnTo>
                    <a:pt x="32470" y="4377"/>
                  </a:lnTo>
                  <a:lnTo>
                    <a:pt x="32696" y="4559"/>
                  </a:lnTo>
                  <a:lnTo>
                    <a:pt x="32929" y="4741"/>
                  </a:lnTo>
                  <a:lnTo>
                    <a:pt x="33167" y="4924"/>
                  </a:lnTo>
                  <a:lnTo>
                    <a:pt x="33408" y="5106"/>
                  </a:lnTo>
                  <a:lnTo>
                    <a:pt x="33655" y="5288"/>
                  </a:lnTo>
                  <a:lnTo>
                    <a:pt x="33907" y="5471"/>
                  </a:lnTo>
                  <a:lnTo>
                    <a:pt x="34163" y="5653"/>
                  </a:lnTo>
                  <a:lnTo>
                    <a:pt x="34423" y="5836"/>
                  </a:lnTo>
                  <a:lnTo>
                    <a:pt x="34688" y="6018"/>
                  </a:lnTo>
                  <a:lnTo>
                    <a:pt x="34956" y="6200"/>
                  </a:lnTo>
                  <a:lnTo>
                    <a:pt x="35227" y="6383"/>
                  </a:lnTo>
                  <a:lnTo>
                    <a:pt x="35502" y="6565"/>
                  </a:lnTo>
                  <a:lnTo>
                    <a:pt x="35779" y="6748"/>
                  </a:lnTo>
                  <a:lnTo>
                    <a:pt x="36059" y="6930"/>
                  </a:lnTo>
                  <a:lnTo>
                    <a:pt x="36341" y="7112"/>
                  </a:lnTo>
                  <a:lnTo>
                    <a:pt x="36624" y="7295"/>
                  </a:lnTo>
                  <a:lnTo>
                    <a:pt x="36908" y="7477"/>
                  </a:lnTo>
                  <a:lnTo>
                    <a:pt x="37193" y="7659"/>
                  </a:lnTo>
                  <a:lnTo>
                    <a:pt x="37478" y="7842"/>
                  </a:lnTo>
                  <a:lnTo>
                    <a:pt x="37764" y="8024"/>
                  </a:lnTo>
                  <a:lnTo>
                    <a:pt x="38047" y="8207"/>
                  </a:lnTo>
                  <a:lnTo>
                    <a:pt x="38330" y="8389"/>
                  </a:lnTo>
                  <a:lnTo>
                    <a:pt x="38611" y="8571"/>
                  </a:lnTo>
                  <a:lnTo>
                    <a:pt x="38889" y="8754"/>
                  </a:lnTo>
                  <a:lnTo>
                    <a:pt x="39164" y="8936"/>
                  </a:lnTo>
                  <a:lnTo>
                    <a:pt x="39435" y="9118"/>
                  </a:lnTo>
                  <a:lnTo>
                    <a:pt x="39703" y="9301"/>
                  </a:lnTo>
                  <a:lnTo>
                    <a:pt x="39966" y="9483"/>
                  </a:lnTo>
                  <a:lnTo>
                    <a:pt x="40222" y="9666"/>
                  </a:lnTo>
                  <a:lnTo>
                    <a:pt x="40473" y="9848"/>
                  </a:lnTo>
                  <a:lnTo>
                    <a:pt x="40719" y="10030"/>
                  </a:lnTo>
                  <a:lnTo>
                    <a:pt x="40958" y="10213"/>
                  </a:lnTo>
                  <a:lnTo>
                    <a:pt x="41188" y="10395"/>
                  </a:lnTo>
                  <a:lnTo>
                    <a:pt x="41411" y="10577"/>
                  </a:lnTo>
                  <a:lnTo>
                    <a:pt x="41627" y="10760"/>
                  </a:lnTo>
                  <a:lnTo>
                    <a:pt x="41833" y="10942"/>
                  </a:lnTo>
                  <a:lnTo>
                    <a:pt x="42030" y="11125"/>
                  </a:lnTo>
                  <a:lnTo>
                    <a:pt x="42219" y="11307"/>
                  </a:lnTo>
                  <a:lnTo>
                    <a:pt x="42400" y="11489"/>
                  </a:lnTo>
                  <a:lnTo>
                    <a:pt x="42569" y="11672"/>
                  </a:lnTo>
                  <a:lnTo>
                    <a:pt x="42728" y="11854"/>
                  </a:lnTo>
                  <a:lnTo>
                    <a:pt x="42879" y="12036"/>
                  </a:lnTo>
                  <a:lnTo>
                    <a:pt x="43021" y="12219"/>
                  </a:lnTo>
                  <a:lnTo>
                    <a:pt x="43150" y="12401"/>
                  </a:lnTo>
                  <a:lnTo>
                    <a:pt x="43270" y="12584"/>
                  </a:lnTo>
                  <a:lnTo>
                    <a:pt x="43381" y="12766"/>
                  </a:lnTo>
                  <a:lnTo>
                    <a:pt x="43484" y="12948"/>
                  </a:lnTo>
                  <a:lnTo>
                    <a:pt x="43574" y="13131"/>
                  </a:lnTo>
                  <a:lnTo>
                    <a:pt x="43656" y="13313"/>
                  </a:lnTo>
                  <a:lnTo>
                    <a:pt x="43730" y="13496"/>
                  </a:lnTo>
                  <a:lnTo>
                    <a:pt x="43795" y="13678"/>
                  </a:lnTo>
                  <a:lnTo>
                    <a:pt x="43851" y="13860"/>
                  </a:lnTo>
                  <a:lnTo>
                    <a:pt x="43899" y="14043"/>
                  </a:lnTo>
                  <a:lnTo>
                    <a:pt x="43941" y="14225"/>
                  </a:lnTo>
                  <a:lnTo>
                    <a:pt x="43975" y="14407"/>
                  </a:lnTo>
                  <a:lnTo>
                    <a:pt x="44001" y="14590"/>
                  </a:lnTo>
                  <a:lnTo>
                    <a:pt x="44022" y="14772"/>
                  </a:lnTo>
                  <a:lnTo>
                    <a:pt x="44038" y="14955"/>
                  </a:lnTo>
                  <a:lnTo>
                    <a:pt x="44048" y="15137"/>
                  </a:lnTo>
                  <a:lnTo>
                    <a:pt x="44053" y="15319"/>
                  </a:lnTo>
                  <a:lnTo>
                    <a:pt x="44055" y="15502"/>
                  </a:lnTo>
                  <a:lnTo>
                    <a:pt x="44053" y="15684"/>
                  </a:lnTo>
                  <a:lnTo>
                    <a:pt x="44048" y="15866"/>
                  </a:lnTo>
                  <a:lnTo>
                    <a:pt x="44040" y="16049"/>
                  </a:lnTo>
                  <a:lnTo>
                    <a:pt x="44031" y="16231"/>
                  </a:lnTo>
                  <a:lnTo>
                    <a:pt x="44020" y="16414"/>
                  </a:lnTo>
                  <a:lnTo>
                    <a:pt x="44008" y="16596"/>
                  </a:lnTo>
                  <a:lnTo>
                    <a:pt x="43995" y="16778"/>
                  </a:lnTo>
                  <a:lnTo>
                    <a:pt x="43983" y="16961"/>
                  </a:lnTo>
                  <a:lnTo>
                    <a:pt x="43971" y="17143"/>
                  </a:lnTo>
                  <a:lnTo>
                    <a:pt x="43959" y="17325"/>
                  </a:lnTo>
                  <a:lnTo>
                    <a:pt x="43949" y="17508"/>
                  </a:lnTo>
                  <a:lnTo>
                    <a:pt x="43941" y="17690"/>
                  </a:lnTo>
                  <a:lnTo>
                    <a:pt x="43934" y="17873"/>
                  </a:lnTo>
                  <a:lnTo>
                    <a:pt x="43930" y="18055"/>
                  </a:lnTo>
                  <a:lnTo>
                    <a:pt x="43928" y="18237"/>
                  </a:lnTo>
                  <a:lnTo>
                    <a:pt x="43928" y="18420"/>
                  </a:lnTo>
                  <a:lnTo>
                    <a:pt x="43932" y="18602"/>
                  </a:lnTo>
                  <a:lnTo>
                    <a:pt x="43939" y="18784"/>
                  </a:lnTo>
                  <a:lnTo>
                    <a:pt x="43949" y="18967"/>
                  </a:lnTo>
                  <a:lnTo>
                    <a:pt x="43963" y="19149"/>
                  </a:lnTo>
                  <a:lnTo>
                    <a:pt x="43980" y="19332"/>
                  </a:lnTo>
                  <a:lnTo>
                    <a:pt x="44002" y="19514"/>
                  </a:lnTo>
                  <a:lnTo>
                    <a:pt x="44027" y="19696"/>
                  </a:lnTo>
                  <a:lnTo>
                    <a:pt x="44056" y="19879"/>
                  </a:lnTo>
                  <a:lnTo>
                    <a:pt x="44090" y="20061"/>
                  </a:lnTo>
                  <a:lnTo>
                    <a:pt x="44127" y="20244"/>
                  </a:lnTo>
                  <a:lnTo>
                    <a:pt x="44169" y="20426"/>
                  </a:lnTo>
                  <a:lnTo>
                    <a:pt x="44214" y="20608"/>
                  </a:lnTo>
                  <a:lnTo>
                    <a:pt x="44264" y="20791"/>
                  </a:lnTo>
                  <a:lnTo>
                    <a:pt x="44318" y="20973"/>
                  </a:lnTo>
                  <a:lnTo>
                    <a:pt x="44375" y="21155"/>
                  </a:lnTo>
                  <a:lnTo>
                    <a:pt x="44436" y="21338"/>
                  </a:lnTo>
                  <a:lnTo>
                    <a:pt x="44503" y="21520"/>
                  </a:lnTo>
                  <a:lnTo>
                    <a:pt x="44573" y="21703"/>
                  </a:lnTo>
                  <a:lnTo>
                    <a:pt x="44646" y="21885"/>
                  </a:lnTo>
                  <a:lnTo>
                    <a:pt x="44723" y="22067"/>
                  </a:lnTo>
                  <a:lnTo>
                    <a:pt x="44805" y="22250"/>
                  </a:lnTo>
                  <a:lnTo>
                    <a:pt x="44891" y="22432"/>
                  </a:lnTo>
                  <a:lnTo>
                    <a:pt x="44979" y="22614"/>
                  </a:lnTo>
                  <a:lnTo>
                    <a:pt x="45071" y="22797"/>
                  </a:lnTo>
                  <a:lnTo>
                    <a:pt x="45167" y="22979"/>
                  </a:lnTo>
                  <a:lnTo>
                    <a:pt x="45267" y="23162"/>
                  </a:lnTo>
                  <a:lnTo>
                    <a:pt x="45369" y="23344"/>
                  </a:lnTo>
                  <a:lnTo>
                    <a:pt x="45475" y="23526"/>
                  </a:lnTo>
                  <a:lnTo>
                    <a:pt x="45584" y="23709"/>
                  </a:lnTo>
                  <a:lnTo>
                    <a:pt x="45696" y="23891"/>
                  </a:lnTo>
                  <a:lnTo>
                    <a:pt x="45811" y="24073"/>
                  </a:lnTo>
                  <a:lnTo>
                    <a:pt x="45929" y="24256"/>
                  </a:lnTo>
                  <a:lnTo>
                    <a:pt x="46051" y="24438"/>
                  </a:lnTo>
                  <a:lnTo>
                    <a:pt x="46175" y="24621"/>
                  </a:lnTo>
                  <a:lnTo>
                    <a:pt x="46301" y="24803"/>
                  </a:lnTo>
                  <a:lnTo>
                    <a:pt x="46431" y="24985"/>
                  </a:lnTo>
                  <a:lnTo>
                    <a:pt x="46563" y="25168"/>
                  </a:lnTo>
                  <a:lnTo>
                    <a:pt x="46697" y="25350"/>
                  </a:lnTo>
                  <a:lnTo>
                    <a:pt x="46834" y="25532"/>
                  </a:lnTo>
                  <a:lnTo>
                    <a:pt x="46974" y="25715"/>
                  </a:lnTo>
                  <a:lnTo>
                    <a:pt x="47115" y="25897"/>
                  </a:lnTo>
                  <a:lnTo>
                    <a:pt x="47404" y="26262"/>
                  </a:lnTo>
                  <a:lnTo>
                    <a:pt x="47552" y="26444"/>
                  </a:lnTo>
                  <a:lnTo>
                    <a:pt x="47702" y="26627"/>
                  </a:lnTo>
                  <a:lnTo>
                    <a:pt x="47853" y="26809"/>
                  </a:lnTo>
                  <a:lnTo>
                    <a:pt x="48006" y="26992"/>
                  </a:lnTo>
                  <a:lnTo>
                    <a:pt x="48161" y="27174"/>
                  </a:lnTo>
                  <a:lnTo>
                    <a:pt x="48317" y="27356"/>
                  </a:lnTo>
                  <a:lnTo>
                    <a:pt x="48474" y="27539"/>
                  </a:lnTo>
                  <a:lnTo>
                    <a:pt x="48632" y="27721"/>
                  </a:lnTo>
                  <a:lnTo>
                    <a:pt x="48791" y="27903"/>
                  </a:lnTo>
                  <a:lnTo>
                    <a:pt x="48950" y="28086"/>
                  </a:lnTo>
                  <a:lnTo>
                    <a:pt x="49110" y="28268"/>
                  </a:lnTo>
                  <a:lnTo>
                    <a:pt x="49271" y="28451"/>
                  </a:lnTo>
                  <a:lnTo>
                    <a:pt x="49431" y="28633"/>
                  </a:lnTo>
                  <a:lnTo>
                    <a:pt x="49591" y="28815"/>
                  </a:lnTo>
                  <a:lnTo>
                    <a:pt x="49751" y="28998"/>
                  </a:lnTo>
                  <a:lnTo>
                    <a:pt x="49910" y="29180"/>
                  </a:lnTo>
                  <a:lnTo>
                    <a:pt x="50068" y="29362"/>
                  </a:lnTo>
                  <a:lnTo>
                    <a:pt x="50225" y="29545"/>
                  </a:lnTo>
                  <a:lnTo>
                    <a:pt x="50380" y="29727"/>
                  </a:lnTo>
                  <a:lnTo>
                    <a:pt x="50533" y="29910"/>
                  </a:lnTo>
                  <a:lnTo>
                    <a:pt x="50683" y="30092"/>
                  </a:lnTo>
                  <a:lnTo>
                    <a:pt x="50832" y="30274"/>
                  </a:lnTo>
                  <a:lnTo>
                    <a:pt x="50978" y="30457"/>
                  </a:lnTo>
                  <a:lnTo>
                    <a:pt x="51119" y="30639"/>
                  </a:lnTo>
                  <a:lnTo>
                    <a:pt x="51257" y="30821"/>
                  </a:lnTo>
                  <a:lnTo>
                    <a:pt x="51391" y="31004"/>
                  </a:lnTo>
                  <a:lnTo>
                    <a:pt x="51522" y="31186"/>
                  </a:lnTo>
                  <a:lnTo>
                    <a:pt x="51646" y="31369"/>
                  </a:lnTo>
                  <a:lnTo>
                    <a:pt x="51766" y="31551"/>
                  </a:lnTo>
                  <a:lnTo>
                    <a:pt x="51881" y="31733"/>
                  </a:lnTo>
                  <a:lnTo>
                    <a:pt x="51991" y="31916"/>
                  </a:lnTo>
                  <a:lnTo>
                    <a:pt x="52094" y="32098"/>
                  </a:lnTo>
                  <a:lnTo>
                    <a:pt x="52191" y="32280"/>
                  </a:lnTo>
                  <a:lnTo>
                    <a:pt x="52282" y="32463"/>
                  </a:lnTo>
                  <a:lnTo>
                    <a:pt x="52367" y="32645"/>
                  </a:lnTo>
                  <a:lnTo>
                    <a:pt x="52443" y="32828"/>
                  </a:lnTo>
                  <a:lnTo>
                    <a:pt x="52514" y="33010"/>
                  </a:lnTo>
                  <a:lnTo>
                    <a:pt x="52579" y="33192"/>
                  </a:lnTo>
                  <a:lnTo>
                    <a:pt x="52636" y="33375"/>
                  </a:lnTo>
                  <a:lnTo>
                    <a:pt x="52686" y="33557"/>
                  </a:lnTo>
                  <a:lnTo>
                    <a:pt x="52730" y="33740"/>
                  </a:lnTo>
                  <a:lnTo>
                    <a:pt x="52768" y="33922"/>
                  </a:lnTo>
                  <a:lnTo>
                    <a:pt x="52798" y="34104"/>
                  </a:lnTo>
                  <a:lnTo>
                    <a:pt x="52822" y="34287"/>
                  </a:lnTo>
                  <a:lnTo>
                    <a:pt x="52841" y="34469"/>
                  </a:lnTo>
                  <a:lnTo>
                    <a:pt x="52855" y="34651"/>
                  </a:lnTo>
                  <a:lnTo>
                    <a:pt x="52862" y="34834"/>
                  </a:lnTo>
                  <a:lnTo>
                    <a:pt x="52864" y="35016"/>
                  </a:lnTo>
                  <a:lnTo>
                    <a:pt x="52862" y="35199"/>
                  </a:lnTo>
                  <a:lnTo>
                    <a:pt x="52857" y="35381"/>
                  </a:lnTo>
                  <a:lnTo>
                    <a:pt x="52847" y="35563"/>
                  </a:lnTo>
                  <a:lnTo>
                    <a:pt x="52835" y="35746"/>
                  </a:lnTo>
                  <a:lnTo>
                    <a:pt x="52820" y="35928"/>
                  </a:lnTo>
                  <a:lnTo>
                    <a:pt x="52804" y="36110"/>
                  </a:lnTo>
                  <a:lnTo>
                    <a:pt x="52785" y="36293"/>
                  </a:lnTo>
                  <a:lnTo>
                    <a:pt x="52766" y="36475"/>
                  </a:lnTo>
                  <a:lnTo>
                    <a:pt x="52747" y="36658"/>
                  </a:lnTo>
                  <a:lnTo>
                    <a:pt x="52728" y="36840"/>
                  </a:lnTo>
                  <a:lnTo>
                    <a:pt x="52709" y="37022"/>
                  </a:lnTo>
                  <a:lnTo>
                    <a:pt x="52692" y="37205"/>
                  </a:lnTo>
                  <a:lnTo>
                    <a:pt x="52677" y="37387"/>
                  </a:lnTo>
                  <a:lnTo>
                    <a:pt x="52664" y="37569"/>
                  </a:lnTo>
                  <a:lnTo>
                    <a:pt x="52653" y="37752"/>
                  </a:lnTo>
                  <a:lnTo>
                    <a:pt x="52645" y="37934"/>
                  </a:lnTo>
                  <a:lnTo>
                    <a:pt x="52641" y="38117"/>
                  </a:lnTo>
                  <a:lnTo>
                    <a:pt x="52640" y="38299"/>
                  </a:lnTo>
                  <a:lnTo>
                    <a:pt x="52643" y="38481"/>
                  </a:lnTo>
                  <a:lnTo>
                    <a:pt x="52649" y="38664"/>
                  </a:lnTo>
                  <a:lnTo>
                    <a:pt x="52660" y="38846"/>
                  </a:lnTo>
                  <a:lnTo>
                    <a:pt x="52675" y="39028"/>
                  </a:lnTo>
                  <a:lnTo>
                    <a:pt x="52694" y="39211"/>
                  </a:lnTo>
                  <a:lnTo>
                    <a:pt x="52717" y="39393"/>
                  </a:lnTo>
                  <a:lnTo>
                    <a:pt x="52743" y="39576"/>
                  </a:lnTo>
                  <a:lnTo>
                    <a:pt x="52808" y="39940"/>
                  </a:lnTo>
                  <a:lnTo>
                    <a:pt x="52846" y="40123"/>
                  </a:lnTo>
                  <a:lnTo>
                    <a:pt x="52886" y="40305"/>
                  </a:lnTo>
                  <a:lnTo>
                    <a:pt x="52930" y="40488"/>
                  </a:lnTo>
                  <a:lnTo>
                    <a:pt x="52975" y="40670"/>
                  </a:lnTo>
                  <a:lnTo>
                    <a:pt x="53022" y="40852"/>
                  </a:lnTo>
                  <a:lnTo>
                    <a:pt x="53071" y="41035"/>
                  </a:lnTo>
                  <a:lnTo>
                    <a:pt x="53121" y="41217"/>
                  </a:lnTo>
                  <a:lnTo>
                    <a:pt x="53172" y="41399"/>
                  </a:lnTo>
                  <a:lnTo>
                    <a:pt x="53222" y="41582"/>
                  </a:lnTo>
                  <a:lnTo>
                    <a:pt x="53273" y="41764"/>
                  </a:lnTo>
                  <a:lnTo>
                    <a:pt x="53322" y="41947"/>
                  </a:lnTo>
                  <a:lnTo>
                    <a:pt x="53369" y="42129"/>
                  </a:lnTo>
                  <a:lnTo>
                    <a:pt x="53416" y="42311"/>
                  </a:lnTo>
                  <a:lnTo>
                    <a:pt x="53459" y="42494"/>
                  </a:lnTo>
                  <a:lnTo>
                    <a:pt x="53500" y="42676"/>
                  </a:lnTo>
                  <a:lnTo>
                    <a:pt x="53537" y="42858"/>
                  </a:lnTo>
                  <a:lnTo>
                    <a:pt x="53571" y="43041"/>
                  </a:lnTo>
                  <a:lnTo>
                    <a:pt x="53601" y="43223"/>
                  </a:lnTo>
                  <a:lnTo>
                    <a:pt x="53625" y="43406"/>
                  </a:lnTo>
                  <a:lnTo>
                    <a:pt x="53646" y="43588"/>
                  </a:lnTo>
                  <a:lnTo>
                    <a:pt x="53662" y="43770"/>
                  </a:lnTo>
                  <a:lnTo>
                    <a:pt x="53671" y="43953"/>
                  </a:lnTo>
                  <a:lnTo>
                    <a:pt x="53675" y="44135"/>
                  </a:lnTo>
                  <a:lnTo>
                    <a:pt x="53674" y="44317"/>
                  </a:lnTo>
                  <a:lnTo>
                    <a:pt x="53668" y="44500"/>
                  </a:lnTo>
                  <a:lnTo>
                    <a:pt x="53653" y="44682"/>
                  </a:lnTo>
                  <a:lnTo>
                    <a:pt x="53633" y="44865"/>
                  </a:lnTo>
                  <a:lnTo>
                    <a:pt x="53608" y="45047"/>
                  </a:lnTo>
                  <a:lnTo>
                    <a:pt x="53576" y="45229"/>
                  </a:lnTo>
                  <a:lnTo>
                    <a:pt x="53537" y="45412"/>
                  </a:lnTo>
                  <a:lnTo>
                    <a:pt x="53492" y="45594"/>
                  </a:lnTo>
                  <a:lnTo>
                    <a:pt x="53442" y="45776"/>
                  </a:lnTo>
                  <a:lnTo>
                    <a:pt x="53386" y="45959"/>
                  </a:lnTo>
                  <a:lnTo>
                    <a:pt x="53323" y="46141"/>
                  </a:lnTo>
                  <a:lnTo>
                    <a:pt x="53255" y="46324"/>
                  </a:lnTo>
                  <a:lnTo>
                    <a:pt x="53182" y="46506"/>
                  </a:lnTo>
                  <a:lnTo>
                    <a:pt x="53103" y="46688"/>
                  </a:lnTo>
                  <a:lnTo>
                    <a:pt x="53019" y="46871"/>
                  </a:lnTo>
                  <a:lnTo>
                    <a:pt x="52930" y="47053"/>
                  </a:lnTo>
                  <a:lnTo>
                    <a:pt x="52838" y="47236"/>
                  </a:lnTo>
                  <a:lnTo>
                    <a:pt x="52740" y="47418"/>
                  </a:lnTo>
                  <a:lnTo>
                    <a:pt x="52639" y="47600"/>
                  </a:lnTo>
                  <a:lnTo>
                    <a:pt x="52534" y="47783"/>
                  </a:lnTo>
                  <a:lnTo>
                    <a:pt x="52426" y="47965"/>
                  </a:lnTo>
                  <a:lnTo>
                    <a:pt x="52314" y="48147"/>
                  </a:lnTo>
                  <a:lnTo>
                    <a:pt x="52200" y="48330"/>
                  </a:lnTo>
                  <a:lnTo>
                    <a:pt x="52083" y="48512"/>
                  </a:lnTo>
                  <a:lnTo>
                    <a:pt x="51965" y="48695"/>
                  </a:lnTo>
                  <a:lnTo>
                    <a:pt x="51843" y="48877"/>
                  </a:lnTo>
                  <a:lnTo>
                    <a:pt x="51720" y="49059"/>
                  </a:lnTo>
                  <a:lnTo>
                    <a:pt x="51596" y="49242"/>
                  </a:lnTo>
                  <a:lnTo>
                    <a:pt x="51471" y="49424"/>
                  </a:lnTo>
                  <a:lnTo>
                    <a:pt x="51345" y="49606"/>
                  </a:lnTo>
                  <a:lnTo>
                    <a:pt x="51218" y="49789"/>
                  </a:lnTo>
                  <a:lnTo>
                    <a:pt x="51090" y="49971"/>
                  </a:lnTo>
                  <a:lnTo>
                    <a:pt x="50962" y="50154"/>
                  </a:lnTo>
                  <a:lnTo>
                    <a:pt x="50834" y="50336"/>
                  </a:lnTo>
                  <a:lnTo>
                    <a:pt x="50705" y="50518"/>
                  </a:lnTo>
                  <a:lnTo>
                    <a:pt x="50577" y="50701"/>
                  </a:lnTo>
                  <a:lnTo>
                    <a:pt x="50449" y="50883"/>
                  </a:lnTo>
                  <a:lnTo>
                    <a:pt x="50321" y="51065"/>
                  </a:lnTo>
                  <a:lnTo>
                    <a:pt x="50193" y="51248"/>
                  </a:lnTo>
                  <a:lnTo>
                    <a:pt x="50066" y="51430"/>
                  </a:lnTo>
                  <a:lnTo>
                    <a:pt x="49939" y="51613"/>
                  </a:lnTo>
                  <a:lnTo>
                    <a:pt x="49812" y="51795"/>
                  </a:lnTo>
                  <a:lnTo>
                    <a:pt x="49686" y="51977"/>
                  </a:lnTo>
                  <a:lnTo>
                    <a:pt x="49560" y="52160"/>
                  </a:lnTo>
                  <a:lnTo>
                    <a:pt x="49434" y="52342"/>
                  </a:lnTo>
                  <a:lnTo>
                    <a:pt x="49309" y="52524"/>
                  </a:lnTo>
                  <a:lnTo>
                    <a:pt x="49184" y="52707"/>
                  </a:lnTo>
                  <a:lnTo>
                    <a:pt x="49059" y="52889"/>
                  </a:lnTo>
                  <a:lnTo>
                    <a:pt x="48934" y="53072"/>
                  </a:lnTo>
                  <a:lnTo>
                    <a:pt x="48809" y="53254"/>
                  </a:lnTo>
                  <a:lnTo>
                    <a:pt x="48684" y="53436"/>
                  </a:lnTo>
                  <a:lnTo>
                    <a:pt x="48559" y="53619"/>
                  </a:lnTo>
                  <a:lnTo>
                    <a:pt x="48433" y="53801"/>
                  </a:lnTo>
                  <a:lnTo>
                    <a:pt x="48307" y="53984"/>
                  </a:lnTo>
                  <a:lnTo>
                    <a:pt x="48181" y="54166"/>
                  </a:lnTo>
                  <a:lnTo>
                    <a:pt x="48054" y="54348"/>
                  </a:lnTo>
                  <a:lnTo>
                    <a:pt x="47926" y="54531"/>
                  </a:lnTo>
                  <a:lnTo>
                    <a:pt x="47798" y="54713"/>
                  </a:lnTo>
                  <a:lnTo>
                    <a:pt x="47669" y="54895"/>
                  </a:lnTo>
                  <a:lnTo>
                    <a:pt x="47539" y="55078"/>
                  </a:lnTo>
                  <a:lnTo>
                    <a:pt x="47408" y="55260"/>
                  </a:lnTo>
                  <a:lnTo>
                    <a:pt x="47275" y="55443"/>
                  </a:lnTo>
                  <a:lnTo>
                    <a:pt x="47142" y="55625"/>
                  </a:lnTo>
                  <a:lnTo>
                    <a:pt x="47008" y="55807"/>
                  </a:lnTo>
                  <a:lnTo>
                    <a:pt x="46872" y="55990"/>
                  </a:lnTo>
                  <a:lnTo>
                    <a:pt x="46735" y="56172"/>
                  </a:lnTo>
                  <a:lnTo>
                    <a:pt x="46598" y="56354"/>
                  </a:lnTo>
                  <a:lnTo>
                    <a:pt x="46458" y="56537"/>
                  </a:lnTo>
                  <a:lnTo>
                    <a:pt x="46318" y="56719"/>
                  </a:lnTo>
                  <a:lnTo>
                    <a:pt x="46176" y="56902"/>
                  </a:lnTo>
                  <a:lnTo>
                    <a:pt x="46033" y="57084"/>
                  </a:lnTo>
                  <a:lnTo>
                    <a:pt x="45889" y="57266"/>
                  </a:lnTo>
                  <a:lnTo>
                    <a:pt x="45744" y="57449"/>
                  </a:lnTo>
                  <a:lnTo>
                    <a:pt x="45598" y="57631"/>
                  </a:lnTo>
                  <a:lnTo>
                    <a:pt x="45450" y="57813"/>
                  </a:lnTo>
                  <a:lnTo>
                    <a:pt x="45302" y="57996"/>
                  </a:lnTo>
                  <a:lnTo>
                    <a:pt x="45152" y="58178"/>
                  </a:lnTo>
                  <a:lnTo>
                    <a:pt x="45001" y="58361"/>
                  </a:lnTo>
                  <a:lnTo>
                    <a:pt x="44850" y="58543"/>
                  </a:lnTo>
                  <a:lnTo>
                    <a:pt x="44697" y="58725"/>
                  </a:lnTo>
                  <a:lnTo>
                    <a:pt x="44544" y="58908"/>
                  </a:lnTo>
                  <a:lnTo>
                    <a:pt x="44389" y="59090"/>
                  </a:lnTo>
                  <a:lnTo>
                    <a:pt x="44234" y="59272"/>
                  </a:lnTo>
                  <a:lnTo>
                    <a:pt x="44078" y="59455"/>
                  </a:lnTo>
                  <a:lnTo>
                    <a:pt x="43921" y="59637"/>
                  </a:lnTo>
                  <a:lnTo>
                    <a:pt x="43764" y="59820"/>
                  </a:lnTo>
                  <a:lnTo>
                    <a:pt x="43606" y="60002"/>
                  </a:lnTo>
                  <a:lnTo>
                    <a:pt x="43446" y="60184"/>
                  </a:lnTo>
                  <a:lnTo>
                    <a:pt x="43287" y="60367"/>
                  </a:lnTo>
                  <a:lnTo>
                    <a:pt x="43126" y="60549"/>
                  </a:lnTo>
                  <a:lnTo>
                    <a:pt x="42965" y="60732"/>
                  </a:lnTo>
                  <a:lnTo>
                    <a:pt x="42804" y="60914"/>
                  </a:lnTo>
                  <a:lnTo>
                    <a:pt x="42641" y="61096"/>
                  </a:lnTo>
                  <a:lnTo>
                    <a:pt x="42479" y="61279"/>
                  </a:lnTo>
                  <a:lnTo>
                    <a:pt x="42315" y="61461"/>
                  </a:lnTo>
                  <a:lnTo>
                    <a:pt x="42151" y="61643"/>
                  </a:lnTo>
                  <a:lnTo>
                    <a:pt x="41987" y="61826"/>
                  </a:lnTo>
                  <a:lnTo>
                    <a:pt x="41822" y="62008"/>
                  </a:lnTo>
                  <a:lnTo>
                    <a:pt x="41657" y="62191"/>
                  </a:lnTo>
                  <a:lnTo>
                    <a:pt x="41492" y="62373"/>
                  </a:lnTo>
                  <a:lnTo>
                    <a:pt x="41326" y="62555"/>
                  </a:lnTo>
                  <a:lnTo>
                    <a:pt x="41160" y="62738"/>
                  </a:lnTo>
                  <a:lnTo>
                    <a:pt x="40994" y="62920"/>
                  </a:lnTo>
                  <a:lnTo>
                    <a:pt x="40828" y="63102"/>
                  </a:lnTo>
                  <a:lnTo>
                    <a:pt x="40662" y="63285"/>
                  </a:lnTo>
                  <a:lnTo>
                    <a:pt x="40496" y="63467"/>
                  </a:lnTo>
                  <a:lnTo>
                    <a:pt x="40330" y="63650"/>
                  </a:lnTo>
                  <a:lnTo>
                    <a:pt x="40165" y="63832"/>
                  </a:lnTo>
                  <a:lnTo>
                    <a:pt x="40000" y="64014"/>
                  </a:lnTo>
                  <a:lnTo>
                    <a:pt x="39835" y="64197"/>
                  </a:lnTo>
                  <a:lnTo>
                    <a:pt x="39672" y="64379"/>
                  </a:lnTo>
                  <a:lnTo>
                    <a:pt x="39509" y="64561"/>
                  </a:lnTo>
                  <a:lnTo>
                    <a:pt x="39346" y="64744"/>
                  </a:lnTo>
                  <a:lnTo>
                    <a:pt x="39185" y="64926"/>
                  </a:lnTo>
                  <a:lnTo>
                    <a:pt x="39025" y="65109"/>
                  </a:lnTo>
                  <a:lnTo>
                    <a:pt x="38866" y="65291"/>
                  </a:lnTo>
                  <a:lnTo>
                    <a:pt x="38709" y="65473"/>
                  </a:lnTo>
                  <a:lnTo>
                    <a:pt x="38553" y="65656"/>
                  </a:lnTo>
                  <a:lnTo>
                    <a:pt x="38398" y="65838"/>
                  </a:lnTo>
                  <a:lnTo>
                    <a:pt x="38245" y="66020"/>
                  </a:lnTo>
                  <a:lnTo>
                    <a:pt x="38093" y="66203"/>
                  </a:lnTo>
                  <a:lnTo>
                    <a:pt x="37943" y="66385"/>
                  </a:lnTo>
                  <a:lnTo>
                    <a:pt x="37794" y="66568"/>
                  </a:lnTo>
                  <a:lnTo>
                    <a:pt x="37648" y="66750"/>
                  </a:lnTo>
                  <a:lnTo>
                    <a:pt x="37502" y="66932"/>
                  </a:lnTo>
                  <a:lnTo>
                    <a:pt x="37359" y="67115"/>
                  </a:lnTo>
                  <a:lnTo>
                    <a:pt x="37217" y="67297"/>
                  </a:lnTo>
                  <a:lnTo>
                    <a:pt x="37077" y="67480"/>
                  </a:lnTo>
                  <a:lnTo>
                    <a:pt x="36938" y="67662"/>
                  </a:lnTo>
                  <a:lnTo>
                    <a:pt x="36801" y="67844"/>
                  </a:lnTo>
                  <a:lnTo>
                    <a:pt x="36665" y="68027"/>
                  </a:lnTo>
                  <a:lnTo>
                    <a:pt x="36530" y="68209"/>
                  </a:lnTo>
                  <a:lnTo>
                    <a:pt x="36396" y="68391"/>
                  </a:lnTo>
                  <a:lnTo>
                    <a:pt x="36264" y="68574"/>
                  </a:lnTo>
                  <a:lnTo>
                    <a:pt x="36133" y="68756"/>
                  </a:lnTo>
                  <a:lnTo>
                    <a:pt x="36002" y="68939"/>
                  </a:lnTo>
                  <a:lnTo>
                    <a:pt x="35872" y="69121"/>
                  </a:lnTo>
                  <a:lnTo>
                    <a:pt x="35742" y="69303"/>
                  </a:lnTo>
                  <a:lnTo>
                    <a:pt x="35613" y="69486"/>
                  </a:lnTo>
                  <a:lnTo>
                    <a:pt x="35485" y="69668"/>
                  </a:lnTo>
                  <a:lnTo>
                    <a:pt x="35356" y="69850"/>
                  </a:lnTo>
                  <a:lnTo>
                    <a:pt x="35228" y="70033"/>
                  </a:lnTo>
                  <a:lnTo>
                    <a:pt x="35099" y="70215"/>
                  </a:lnTo>
                  <a:lnTo>
                    <a:pt x="34971" y="70398"/>
                  </a:lnTo>
                  <a:lnTo>
                    <a:pt x="34842" y="70580"/>
                  </a:lnTo>
                  <a:lnTo>
                    <a:pt x="34713" y="70762"/>
                  </a:lnTo>
                  <a:lnTo>
                    <a:pt x="34583" y="70945"/>
                  </a:lnTo>
                  <a:lnTo>
                    <a:pt x="34453" y="71127"/>
                  </a:lnTo>
                  <a:lnTo>
                    <a:pt x="34322" y="71309"/>
                  </a:lnTo>
                  <a:lnTo>
                    <a:pt x="34191" y="71492"/>
                  </a:lnTo>
                  <a:lnTo>
                    <a:pt x="34060" y="71674"/>
                  </a:lnTo>
                  <a:lnTo>
                    <a:pt x="33928" y="71857"/>
                  </a:lnTo>
                  <a:lnTo>
                    <a:pt x="33795" y="72039"/>
                  </a:lnTo>
                  <a:lnTo>
                    <a:pt x="33662" y="72221"/>
                  </a:lnTo>
                  <a:lnTo>
                    <a:pt x="33528" y="72404"/>
                  </a:lnTo>
                  <a:lnTo>
                    <a:pt x="33395" y="72586"/>
                  </a:lnTo>
                  <a:lnTo>
                    <a:pt x="33260" y="72769"/>
                  </a:lnTo>
                  <a:lnTo>
                    <a:pt x="33126" y="72951"/>
                  </a:lnTo>
                  <a:lnTo>
                    <a:pt x="32991" y="73133"/>
                  </a:lnTo>
                  <a:lnTo>
                    <a:pt x="32856" y="73316"/>
                  </a:lnTo>
                  <a:lnTo>
                    <a:pt x="32721" y="73498"/>
                  </a:lnTo>
                  <a:lnTo>
                    <a:pt x="32587" y="73680"/>
                  </a:lnTo>
                  <a:lnTo>
                    <a:pt x="32452" y="73863"/>
                  </a:lnTo>
                  <a:lnTo>
                    <a:pt x="32318" y="74045"/>
                  </a:lnTo>
                  <a:lnTo>
                    <a:pt x="32185" y="74228"/>
                  </a:lnTo>
                  <a:lnTo>
                    <a:pt x="32052" y="74410"/>
                  </a:lnTo>
                  <a:lnTo>
                    <a:pt x="31920" y="74592"/>
                  </a:lnTo>
                  <a:lnTo>
                    <a:pt x="31788" y="74775"/>
                  </a:lnTo>
                  <a:lnTo>
                    <a:pt x="31658" y="74957"/>
                  </a:lnTo>
                  <a:lnTo>
                    <a:pt x="31529" y="75139"/>
                  </a:lnTo>
                  <a:lnTo>
                    <a:pt x="31401" y="75322"/>
                  </a:lnTo>
                  <a:lnTo>
                    <a:pt x="31274" y="75504"/>
                  </a:lnTo>
                  <a:lnTo>
                    <a:pt x="31149" y="75687"/>
                  </a:lnTo>
                  <a:lnTo>
                    <a:pt x="31025" y="75869"/>
                  </a:lnTo>
                  <a:lnTo>
                    <a:pt x="30903" y="76051"/>
                  </a:lnTo>
                  <a:lnTo>
                    <a:pt x="30783" y="76234"/>
                  </a:lnTo>
                  <a:lnTo>
                    <a:pt x="30665" y="76416"/>
                  </a:lnTo>
                  <a:lnTo>
                    <a:pt x="30548" y="76598"/>
                  </a:lnTo>
                  <a:lnTo>
                    <a:pt x="30433" y="76781"/>
                  </a:lnTo>
                  <a:lnTo>
                    <a:pt x="30321" y="76963"/>
                  </a:lnTo>
                  <a:lnTo>
                    <a:pt x="30211" y="77146"/>
                  </a:lnTo>
                  <a:lnTo>
                    <a:pt x="30102" y="77328"/>
                  </a:lnTo>
                  <a:lnTo>
                    <a:pt x="29996" y="77510"/>
                  </a:lnTo>
                  <a:lnTo>
                    <a:pt x="29892" y="77693"/>
                  </a:lnTo>
                  <a:lnTo>
                    <a:pt x="29791" y="77875"/>
                  </a:lnTo>
                  <a:lnTo>
                    <a:pt x="29691" y="78057"/>
                  </a:lnTo>
                  <a:lnTo>
                    <a:pt x="29594" y="78240"/>
                  </a:lnTo>
                  <a:lnTo>
                    <a:pt x="29500" y="78422"/>
                  </a:lnTo>
                  <a:lnTo>
                    <a:pt x="29408" y="78605"/>
                  </a:lnTo>
                  <a:lnTo>
                    <a:pt x="29318" y="78787"/>
                  </a:lnTo>
                  <a:lnTo>
                    <a:pt x="29231" y="78969"/>
                  </a:lnTo>
                  <a:lnTo>
                    <a:pt x="29147" y="79152"/>
                  </a:lnTo>
                  <a:lnTo>
                    <a:pt x="29064" y="79334"/>
                  </a:lnTo>
                  <a:lnTo>
                    <a:pt x="28984" y="79517"/>
                  </a:lnTo>
                  <a:lnTo>
                    <a:pt x="28907" y="79699"/>
                  </a:lnTo>
                  <a:lnTo>
                    <a:pt x="28833" y="79881"/>
                  </a:lnTo>
                  <a:lnTo>
                    <a:pt x="28760" y="80064"/>
                  </a:lnTo>
                  <a:lnTo>
                    <a:pt x="28690" y="80246"/>
                  </a:lnTo>
                  <a:lnTo>
                    <a:pt x="28623" y="80428"/>
                  </a:lnTo>
                  <a:lnTo>
                    <a:pt x="28559" y="80611"/>
                  </a:lnTo>
                  <a:lnTo>
                    <a:pt x="28497" y="80793"/>
                  </a:lnTo>
                  <a:lnTo>
                    <a:pt x="28437" y="80976"/>
                  </a:lnTo>
                  <a:lnTo>
                    <a:pt x="28381" y="81158"/>
                  </a:lnTo>
                  <a:lnTo>
                    <a:pt x="28326" y="81340"/>
                  </a:lnTo>
                  <a:lnTo>
                    <a:pt x="28274" y="81523"/>
                  </a:lnTo>
                  <a:lnTo>
                    <a:pt x="28225" y="81705"/>
                  </a:lnTo>
                  <a:lnTo>
                    <a:pt x="28179" y="81887"/>
                  </a:lnTo>
                  <a:lnTo>
                    <a:pt x="28135" y="82070"/>
                  </a:lnTo>
                  <a:lnTo>
                    <a:pt x="28093" y="82252"/>
                  </a:lnTo>
                  <a:lnTo>
                    <a:pt x="28053" y="82435"/>
                  </a:lnTo>
                  <a:lnTo>
                    <a:pt x="28017" y="82617"/>
                  </a:lnTo>
                  <a:lnTo>
                    <a:pt x="27983" y="82799"/>
                  </a:lnTo>
                  <a:lnTo>
                    <a:pt x="27951" y="82982"/>
                  </a:lnTo>
                  <a:lnTo>
                    <a:pt x="27921" y="83164"/>
                  </a:lnTo>
                  <a:lnTo>
                    <a:pt x="27894" y="83346"/>
                  </a:lnTo>
                  <a:lnTo>
                    <a:pt x="27869" y="83529"/>
                  </a:lnTo>
                  <a:lnTo>
                    <a:pt x="27846" y="83711"/>
                  </a:lnTo>
                  <a:lnTo>
                    <a:pt x="27826" y="83894"/>
                  </a:lnTo>
                  <a:lnTo>
                    <a:pt x="27808" y="84076"/>
                  </a:lnTo>
                  <a:lnTo>
                    <a:pt x="27792" y="84258"/>
                  </a:lnTo>
                  <a:lnTo>
                    <a:pt x="27777" y="84441"/>
                  </a:lnTo>
                  <a:lnTo>
                    <a:pt x="27765" y="84623"/>
                  </a:lnTo>
                  <a:lnTo>
                    <a:pt x="27754" y="84805"/>
                  </a:lnTo>
                  <a:lnTo>
                    <a:pt x="27745" y="84988"/>
                  </a:lnTo>
                  <a:lnTo>
                    <a:pt x="27738" y="85170"/>
                  </a:lnTo>
                  <a:lnTo>
                    <a:pt x="27733" y="85353"/>
                  </a:lnTo>
                  <a:lnTo>
                    <a:pt x="27728" y="85535"/>
                  </a:lnTo>
                  <a:lnTo>
                    <a:pt x="27726" y="85717"/>
                  </a:lnTo>
                  <a:lnTo>
                    <a:pt x="27724" y="85900"/>
                  </a:lnTo>
                  <a:lnTo>
                    <a:pt x="27724" y="86082"/>
                  </a:lnTo>
                  <a:lnTo>
                    <a:pt x="27725" y="86265"/>
                  </a:lnTo>
                  <a:lnTo>
                    <a:pt x="27726" y="86447"/>
                  </a:lnTo>
                  <a:lnTo>
                    <a:pt x="27729" y="86629"/>
                  </a:lnTo>
                  <a:lnTo>
                    <a:pt x="27732" y="86812"/>
                  </a:lnTo>
                  <a:lnTo>
                    <a:pt x="27736" y="86994"/>
                  </a:lnTo>
                  <a:lnTo>
                    <a:pt x="27740" y="87176"/>
                  </a:lnTo>
                  <a:lnTo>
                    <a:pt x="27745" y="87359"/>
                  </a:lnTo>
                  <a:lnTo>
                    <a:pt x="27750" y="87541"/>
                  </a:lnTo>
                  <a:lnTo>
                    <a:pt x="27755" y="87724"/>
                  </a:lnTo>
                  <a:lnTo>
                    <a:pt x="27760" y="87906"/>
                  </a:lnTo>
                  <a:lnTo>
                    <a:pt x="27766" y="88088"/>
                  </a:lnTo>
                  <a:lnTo>
                    <a:pt x="27771" y="88271"/>
                  </a:lnTo>
                  <a:lnTo>
                    <a:pt x="27775" y="88453"/>
                  </a:lnTo>
                  <a:lnTo>
                    <a:pt x="27780" y="88635"/>
                  </a:lnTo>
                  <a:lnTo>
                    <a:pt x="27784" y="88818"/>
                  </a:lnTo>
                  <a:lnTo>
                    <a:pt x="27787" y="89000"/>
                  </a:lnTo>
                  <a:lnTo>
                    <a:pt x="27790" y="89183"/>
                  </a:lnTo>
                  <a:lnTo>
                    <a:pt x="27792" y="89365"/>
                  </a:lnTo>
                  <a:lnTo>
                    <a:pt x="27794" y="89547"/>
                  </a:lnTo>
                  <a:lnTo>
                    <a:pt x="27794" y="89730"/>
                  </a:lnTo>
                  <a:lnTo>
                    <a:pt x="27794" y="89912"/>
                  </a:lnTo>
                  <a:lnTo>
                    <a:pt x="27793" y="90094"/>
                  </a:lnTo>
                  <a:lnTo>
                    <a:pt x="27790" y="90277"/>
                  </a:lnTo>
                  <a:lnTo>
                    <a:pt x="27787" y="90459"/>
                  </a:lnTo>
                  <a:lnTo>
                    <a:pt x="27783" y="90642"/>
                  </a:lnTo>
                  <a:lnTo>
                    <a:pt x="27778" y="90824"/>
                  </a:lnTo>
                  <a:lnTo>
                    <a:pt x="27771" y="91006"/>
                  </a:lnTo>
                  <a:lnTo>
                    <a:pt x="27763" y="91189"/>
                  </a:lnTo>
                  <a:lnTo>
                    <a:pt x="27755" y="91371"/>
                  </a:lnTo>
                  <a:lnTo>
                    <a:pt x="27745" y="91553"/>
                  </a:lnTo>
                  <a:lnTo>
                    <a:pt x="27734" y="91736"/>
                  </a:lnTo>
                  <a:lnTo>
                    <a:pt x="27722" y="91918"/>
                  </a:lnTo>
                  <a:lnTo>
                    <a:pt x="27709" y="92101"/>
                  </a:lnTo>
                  <a:lnTo>
                    <a:pt x="27695" y="92283"/>
                  </a:lnTo>
                  <a:lnTo>
                    <a:pt x="27679" y="92465"/>
                  </a:lnTo>
                  <a:lnTo>
                    <a:pt x="27663" y="92648"/>
                  </a:lnTo>
                  <a:lnTo>
                    <a:pt x="27647" y="92830"/>
                  </a:lnTo>
                  <a:lnTo>
                    <a:pt x="27629" y="93013"/>
                  </a:lnTo>
                  <a:lnTo>
                    <a:pt x="27610" y="93195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0" name="pg30"/>
            <p:cNvSpPr/>
            <p:nvPr/>
          </p:nvSpPr>
          <p:spPr>
            <a:xfrm>
              <a:off x="4197311" y="2982057"/>
              <a:ext cx="64699" cy="110968"/>
            </a:xfrm>
            <a:custGeom>
              <a:avLst/>
              <a:gdLst/>
              <a:ahLst/>
              <a:cxnLst/>
              <a:rect l="0" t="0" r="0" b="0"/>
              <a:pathLst>
                <a:path w="64699" h="110968">
                  <a:moveTo>
                    <a:pt x="31213" y="110968"/>
                  </a:moveTo>
                  <a:lnTo>
                    <a:pt x="31194" y="110750"/>
                  </a:lnTo>
                  <a:lnTo>
                    <a:pt x="31177" y="110533"/>
                  </a:lnTo>
                  <a:lnTo>
                    <a:pt x="31162" y="110316"/>
                  </a:lnTo>
                  <a:lnTo>
                    <a:pt x="31148" y="110099"/>
                  </a:lnTo>
                  <a:lnTo>
                    <a:pt x="31135" y="109882"/>
                  </a:lnTo>
                  <a:lnTo>
                    <a:pt x="31124" y="109665"/>
                  </a:lnTo>
                  <a:lnTo>
                    <a:pt x="31114" y="109447"/>
                  </a:lnTo>
                  <a:lnTo>
                    <a:pt x="31105" y="109230"/>
                  </a:lnTo>
                  <a:lnTo>
                    <a:pt x="31097" y="109013"/>
                  </a:lnTo>
                  <a:lnTo>
                    <a:pt x="31090" y="108796"/>
                  </a:lnTo>
                  <a:lnTo>
                    <a:pt x="31082" y="108579"/>
                  </a:lnTo>
                  <a:lnTo>
                    <a:pt x="31075" y="108362"/>
                  </a:lnTo>
                  <a:lnTo>
                    <a:pt x="31068" y="108145"/>
                  </a:lnTo>
                  <a:lnTo>
                    <a:pt x="31060" y="107927"/>
                  </a:lnTo>
                  <a:lnTo>
                    <a:pt x="31052" y="107710"/>
                  </a:lnTo>
                  <a:lnTo>
                    <a:pt x="31042" y="107493"/>
                  </a:lnTo>
                  <a:lnTo>
                    <a:pt x="31031" y="107276"/>
                  </a:lnTo>
                  <a:lnTo>
                    <a:pt x="31018" y="107059"/>
                  </a:lnTo>
                  <a:lnTo>
                    <a:pt x="31003" y="106842"/>
                  </a:lnTo>
                  <a:lnTo>
                    <a:pt x="30985" y="106624"/>
                  </a:lnTo>
                  <a:lnTo>
                    <a:pt x="30965" y="106407"/>
                  </a:lnTo>
                  <a:lnTo>
                    <a:pt x="30941" y="106190"/>
                  </a:lnTo>
                  <a:lnTo>
                    <a:pt x="30914" y="105973"/>
                  </a:lnTo>
                  <a:lnTo>
                    <a:pt x="30884" y="105756"/>
                  </a:lnTo>
                  <a:lnTo>
                    <a:pt x="30850" y="105539"/>
                  </a:lnTo>
                  <a:lnTo>
                    <a:pt x="30810" y="105321"/>
                  </a:lnTo>
                  <a:lnTo>
                    <a:pt x="30767" y="105104"/>
                  </a:lnTo>
                  <a:lnTo>
                    <a:pt x="30719" y="104887"/>
                  </a:lnTo>
                  <a:lnTo>
                    <a:pt x="30667" y="104670"/>
                  </a:lnTo>
                  <a:lnTo>
                    <a:pt x="30608" y="104453"/>
                  </a:lnTo>
                  <a:lnTo>
                    <a:pt x="30544" y="104236"/>
                  </a:lnTo>
                  <a:lnTo>
                    <a:pt x="30476" y="104019"/>
                  </a:lnTo>
                  <a:lnTo>
                    <a:pt x="30403" y="103801"/>
                  </a:lnTo>
                  <a:lnTo>
                    <a:pt x="30324" y="103584"/>
                  </a:lnTo>
                  <a:lnTo>
                    <a:pt x="30239" y="103367"/>
                  </a:lnTo>
                  <a:lnTo>
                    <a:pt x="30149" y="103150"/>
                  </a:lnTo>
                  <a:lnTo>
                    <a:pt x="30054" y="102933"/>
                  </a:lnTo>
                  <a:lnTo>
                    <a:pt x="29954" y="102716"/>
                  </a:lnTo>
                  <a:lnTo>
                    <a:pt x="29848" y="102498"/>
                  </a:lnTo>
                  <a:lnTo>
                    <a:pt x="29738" y="102281"/>
                  </a:lnTo>
                  <a:lnTo>
                    <a:pt x="29623" y="102064"/>
                  </a:lnTo>
                  <a:lnTo>
                    <a:pt x="29503" y="101847"/>
                  </a:lnTo>
                  <a:lnTo>
                    <a:pt x="29379" y="101630"/>
                  </a:lnTo>
                  <a:lnTo>
                    <a:pt x="29250" y="101413"/>
                  </a:lnTo>
                  <a:lnTo>
                    <a:pt x="29117" y="101195"/>
                  </a:lnTo>
                  <a:lnTo>
                    <a:pt x="28981" y="100978"/>
                  </a:lnTo>
                  <a:lnTo>
                    <a:pt x="28841" y="100761"/>
                  </a:lnTo>
                  <a:lnTo>
                    <a:pt x="28697" y="100544"/>
                  </a:lnTo>
                  <a:lnTo>
                    <a:pt x="28551" y="100327"/>
                  </a:lnTo>
                  <a:lnTo>
                    <a:pt x="28402" y="100110"/>
                  </a:lnTo>
                  <a:lnTo>
                    <a:pt x="28251" y="99893"/>
                  </a:lnTo>
                  <a:lnTo>
                    <a:pt x="28096" y="99675"/>
                  </a:lnTo>
                  <a:lnTo>
                    <a:pt x="27941" y="99458"/>
                  </a:lnTo>
                  <a:lnTo>
                    <a:pt x="27783" y="99241"/>
                  </a:lnTo>
                  <a:lnTo>
                    <a:pt x="27624" y="99024"/>
                  </a:lnTo>
                  <a:lnTo>
                    <a:pt x="27464" y="98807"/>
                  </a:lnTo>
                  <a:lnTo>
                    <a:pt x="27302" y="98590"/>
                  </a:lnTo>
                  <a:lnTo>
                    <a:pt x="27140" y="98372"/>
                  </a:lnTo>
                  <a:lnTo>
                    <a:pt x="26978" y="98155"/>
                  </a:lnTo>
                  <a:lnTo>
                    <a:pt x="26815" y="97938"/>
                  </a:lnTo>
                  <a:lnTo>
                    <a:pt x="26652" y="97721"/>
                  </a:lnTo>
                  <a:lnTo>
                    <a:pt x="26490" y="97504"/>
                  </a:lnTo>
                  <a:lnTo>
                    <a:pt x="26327" y="97287"/>
                  </a:lnTo>
                  <a:lnTo>
                    <a:pt x="26166" y="97069"/>
                  </a:lnTo>
                  <a:lnTo>
                    <a:pt x="26005" y="96852"/>
                  </a:lnTo>
                  <a:lnTo>
                    <a:pt x="25845" y="96635"/>
                  </a:lnTo>
                  <a:lnTo>
                    <a:pt x="25687" y="96418"/>
                  </a:lnTo>
                  <a:lnTo>
                    <a:pt x="25530" y="96201"/>
                  </a:lnTo>
                  <a:lnTo>
                    <a:pt x="25374" y="95984"/>
                  </a:lnTo>
                  <a:lnTo>
                    <a:pt x="25221" y="95766"/>
                  </a:lnTo>
                  <a:lnTo>
                    <a:pt x="25069" y="95549"/>
                  </a:lnTo>
                  <a:lnTo>
                    <a:pt x="24919" y="95332"/>
                  </a:lnTo>
                  <a:lnTo>
                    <a:pt x="24772" y="95115"/>
                  </a:lnTo>
                  <a:lnTo>
                    <a:pt x="24627" y="94898"/>
                  </a:lnTo>
                  <a:lnTo>
                    <a:pt x="24485" y="94681"/>
                  </a:lnTo>
                  <a:lnTo>
                    <a:pt x="24345" y="94464"/>
                  </a:lnTo>
                  <a:lnTo>
                    <a:pt x="24209" y="94246"/>
                  </a:lnTo>
                  <a:lnTo>
                    <a:pt x="24076" y="94029"/>
                  </a:lnTo>
                  <a:lnTo>
                    <a:pt x="23946" y="93812"/>
                  </a:lnTo>
                  <a:lnTo>
                    <a:pt x="23819" y="93595"/>
                  </a:lnTo>
                  <a:lnTo>
                    <a:pt x="23695" y="93378"/>
                  </a:lnTo>
                  <a:lnTo>
                    <a:pt x="23576" y="93161"/>
                  </a:lnTo>
                  <a:lnTo>
                    <a:pt x="23459" y="92943"/>
                  </a:lnTo>
                  <a:lnTo>
                    <a:pt x="23346" y="92726"/>
                  </a:lnTo>
                  <a:lnTo>
                    <a:pt x="23237" y="92509"/>
                  </a:lnTo>
                  <a:lnTo>
                    <a:pt x="23131" y="92292"/>
                  </a:lnTo>
                  <a:lnTo>
                    <a:pt x="23029" y="92075"/>
                  </a:lnTo>
                  <a:lnTo>
                    <a:pt x="22931" y="91858"/>
                  </a:lnTo>
                  <a:lnTo>
                    <a:pt x="22836" y="91640"/>
                  </a:lnTo>
                  <a:lnTo>
                    <a:pt x="22745" y="91423"/>
                  </a:lnTo>
                  <a:lnTo>
                    <a:pt x="22657" y="91206"/>
                  </a:lnTo>
                  <a:lnTo>
                    <a:pt x="22573" y="90989"/>
                  </a:lnTo>
                  <a:lnTo>
                    <a:pt x="22491" y="90772"/>
                  </a:lnTo>
                  <a:lnTo>
                    <a:pt x="22414" y="90555"/>
                  </a:lnTo>
                  <a:lnTo>
                    <a:pt x="22339" y="90338"/>
                  </a:lnTo>
                  <a:lnTo>
                    <a:pt x="22266" y="90120"/>
                  </a:lnTo>
                  <a:lnTo>
                    <a:pt x="22196" y="89903"/>
                  </a:lnTo>
                  <a:lnTo>
                    <a:pt x="22129" y="89686"/>
                  </a:lnTo>
                  <a:lnTo>
                    <a:pt x="22064" y="89469"/>
                  </a:lnTo>
                  <a:lnTo>
                    <a:pt x="22001" y="89252"/>
                  </a:lnTo>
                  <a:lnTo>
                    <a:pt x="21940" y="89035"/>
                  </a:lnTo>
                  <a:lnTo>
                    <a:pt x="21880" y="88817"/>
                  </a:lnTo>
                  <a:lnTo>
                    <a:pt x="21822" y="88600"/>
                  </a:lnTo>
                  <a:lnTo>
                    <a:pt x="21765" y="88383"/>
                  </a:lnTo>
                  <a:lnTo>
                    <a:pt x="21709" y="88166"/>
                  </a:lnTo>
                  <a:lnTo>
                    <a:pt x="21653" y="87949"/>
                  </a:lnTo>
                  <a:lnTo>
                    <a:pt x="21598" y="87732"/>
                  </a:lnTo>
                  <a:lnTo>
                    <a:pt x="21543" y="87514"/>
                  </a:lnTo>
                  <a:lnTo>
                    <a:pt x="21488" y="87297"/>
                  </a:lnTo>
                  <a:lnTo>
                    <a:pt x="21433" y="87080"/>
                  </a:lnTo>
                  <a:lnTo>
                    <a:pt x="21378" y="86863"/>
                  </a:lnTo>
                  <a:lnTo>
                    <a:pt x="21323" y="86646"/>
                  </a:lnTo>
                  <a:lnTo>
                    <a:pt x="21267" y="86429"/>
                  </a:lnTo>
                  <a:lnTo>
                    <a:pt x="21210" y="86212"/>
                  </a:lnTo>
                  <a:lnTo>
                    <a:pt x="21153" y="85994"/>
                  </a:lnTo>
                  <a:lnTo>
                    <a:pt x="21095" y="85777"/>
                  </a:lnTo>
                  <a:lnTo>
                    <a:pt x="21037" y="85560"/>
                  </a:lnTo>
                  <a:lnTo>
                    <a:pt x="20977" y="85343"/>
                  </a:lnTo>
                  <a:lnTo>
                    <a:pt x="20917" y="85126"/>
                  </a:lnTo>
                  <a:lnTo>
                    <a:pt x="20856" y="84909"/>
                  </a:lnTo>
                  <a:lnTo>
                    <a:pt x="20795" y="84691"/>
                  </a:lnTo>
                  <a:lnTo>
                    <a:pt x="20733" y="84474"/>
                  </a:lnTo>
                  <a:lnTo>
                    <a:pt x="20670" y="84257"/>
                  </a:lnTo>
                  <a:lnTo>
                    <a:pt x="20608" y="84040"/>
                  </a:lnTo>
                  <a:lnTo>
                    <a:pt x="20545" y="83823"/>
                  </a:lnTo>
                  <a:lnTo>
                    <a:pt x="20482" y="83606"/>
                  </a:lnTo>
                  <a:lnTo>
                    <a:pt x="20420" y="83388"/>
                  </a:lnTo>
                  <a:lnTo>
                    <a:pt x="20359" y="83171"/>
                  </a:lnTo>
                  <a:lnTo>
                    <a:pt x="20298" y="82954"/>
                  </a:lnTo>
                  <a:lnTo>
                    <a:pt x="20239" y="82737"/>
                  </a:lnTo>
                  <a:lnTo>
                    <a:pt x="20181" y="82520"/>
                  </a:lnTo>
                  <a:lnTo>
                    <a:pt x="20124" y="82303"/>
                  </a:lnTo>
                  <a:lnTo>
                    <a:pt x="20070" y="82085"/>
                  </a:lnTo>
                  <a:lnTo>
                    <a:pt x="20019" y="81868"/>
                  </a:lnTo>
                  <a:lnTo>
                    <a:pt x="19969" y="81651"/>
                  </a:lnTo>
                  <a:lnTo>
                    <a:pt x="19923" y="81434"/>
                  </a:lnTo>
                  <a:lnTo>
                    <a:pt x="19880" y="81217"/>
                  </a:lnTo>
                  <a:lnTo>
                    <a:pt x="19841" y="81000"/>
                  </a:lnTo>
                  <a:lnTo>
                    <a:pt x="19805" y="80783"/>
                  </a:lnTo>
                  <a:lnTo>
                    <a:pt x="19773" y="80565"/>
                  </a:lnTo>
                  <a:lnTo>
                    <a:pt x="19747" y="80348"/>
                  </a:lnTo>
                  <a:lnTo>
                    <a:pt x="19724" y="80131"/>
                  </a:lnTo>
                  <a:lnTo>
                    <a:pt x="19706" y="79914"/>
                  </a:lnTo>
                  <a:lnTo>
                    <a:pt x="19693" y="79697"/>
                  </a:lnTo>
                  <a:lnTo>
                    <a:pt x="19684" y="79480"/>
                  </a:lnTo>
                  <a:lnTo>
                    <a:pt x="19681" y="79262"/>
                  </a:lnTo>
                  <a:lnTo>
                    <a:pt x="19683" y="79045"/>
                  </a:lnTo>
                  <a:lnTo>
                    <a:pt x="19689" y="78828"/>
                  </a:lnTo>
                  <a:lnTo>
                    <a:pt x="19699" y="78611"/>
                  </a:lnTo>
                  <a:lnTo>
                    <a:pt x="19715" y="78394"/>
                  </a:lnTo>
                  <a:lnTo>
                    <a:pt x="19735" y="78177"/>
                  </a:lnTo>
                  <a:lnTo>
                    <a:pt x="19759" y="77959"/>
                  </a:lnTo>
                  <a:lnTo>
                    <a:pt x="19785" y="77742"/>
                  </a:lnTo>
                  <a:lnTo>
                    <a:pt x="19816" y="77525"/>
                  </a:lnTo>
                  <a:lnTo>
                    <a:pt x="19850" y="77308"/>
                  </a:lnTo>
                  <a:lnTo>
                    <a:pt x="19885" y="77091"/>
                  </a:lnTo>
                  <a:lnTo>
                    <a:pt x="19922" y="76874"/>
                  </a:lnTo>
                  <a:lnTo>
                    <a:pt x="19961" y="76657"/>
                  </a:lnTo>
                  <a:lnTo>
                    <a:pt x="20000" y="76439"/>
                  </a:lnTo>
                  <a:lnTo>
                    <a:pt x="20038" y="76222"/>
                  </a:lnTo>
                  <a:lnTo>
                    <a:pt x="20076" y="76005"/>
                  </a:lnTo>
                  <a:lnTo>
                    <a:pt x="20112" y="75788"/>
                  </a:lnTo>
                  <a:lnTo>
                    <a:pt x="20145" y="75571"/>
                  </a:lnTo>
                  <a:lnTo>
                    <a:pt x="20176" y="75354"/>
                  </a:lnTo>
                  <a:lnTo>
                    <a:pt x="20203" y="75136"/>
                  </a:lnTo>
                  <a:lnTo>
                    <a:pt x="20226" y="74919"/>
                  </a:lnTo>
                  <a:lnTo>
                    <a:pt x="20242" y="74702"/>
                  </a:lnTo>
                  <a:lnTo>
                    <a:pt x="20252" y="74485"/>
                  </a:lnTo>
                  <a:lnTo>
                    <a:pt x="20256" y="74268"/>
                  </a:lnTo>
                  <a:lnTo>
                    <a:pt x="20254" y="74051"/>
                  </a:lnTo>
                  <a:lnTo>
                    <a:pt x="20241" y="73833"/>
                  </a:lnTo>
                  <a:lnTo>
                    <a:pt x="20220" y="73616"/>
                  </a:lnTo>
                  <a:lnTo>
                    <a:pt x="20191" y="73399"/>
                  </a:lnTo>
                  <a:lnTo>
                    <a:pt x="20153" y="73182"/>
                  </a:lnTo>
                  <a:lnTo>
                    <a:pt x="20104" y="72965"/>
                  </a:lnTo>
                  <a:lnTo>
                    <a:pt x="20043" y="72748"/>
                  </a:lnTo>
                  <a:lnTo>
                    <a:pt x="19972" y="72531"/>
                  </a:lnTo>
                  <a:lnTo>
                    <a:pt x="19892" y="72313"/>
                  </a:lnTo>
                  <a:lnTo>
                    <a:pt x="19799" y="72096"/>
                  </a:lnTo>
                  <a:lnTo>
                    <a:pt x="19693" y="71879"/>
                  </a:lnTo>
                  <a:lnTo>
                    <a:pt x="19577" y="71662"/>
                  </a:lnTo>
                  <a:lnTo>
                    <a:pt x="19450" y="71445"/>
                  </a:lnTo>
                  <a:lnTo>
                    <a:pt x="19311" y="71228"/>
                  </a:lnTo>
                  <a:lnTo>
                    <a:pt x="19158" y="71010"/>
                  </a:lnTo>
                  <a:lnTo>
                    <a:pt x="18995" y="70793"/>
                  </a:lnTo>
                  <a:lnTo>
                    <a:pt x="18821" y="70576"/>
                  </a:lnTo>
                  <a:lnTo>
                    <a:pt x="18636" y="70359"/>
                  </a:lnTo>
                  <a:lnTo>
                    <a:pt x="18437" y="70142"/>
                  </a:lnTo>
                  <a:lnTo>
                    <a:pt x="18228" y="69925"/>
                  </a:lnTo>
                  <a:lnTo>
                    <a:pt x="18009" y="69707"/>
                  </a:lnTo>
                  <a:lnTo>
                    <a:pt x="17779" y="69490"/>
                  </a:lnTo>
                  <a:lnTo>
                    <a:pt x="17538" y="69273"/>
                  </a:lnTo>
                  <a:lnTo>
                    <a:pt x="17253" y="69029"/>
                  </a:lnTo>
                  <a:lnTo>
                    <a:pt x="17024" y="68839"/>
                  </a:lnTo>
                  <a:lnTo>
                    <a:pt x="16753" y="68622"/>
                  </a:lnTo>
                  <a:lnTo>
                    <a:pt x="16472" y="68404"/>
                  </a:lnTo>
                  <a:lnTo>
                    <a:pt x="16180" y="68187"/>
                  </a:lnTo>
                  <a:lnTo>
                    <a:pt x="15879" y="67970"/>
                  </a:lnTo>
                  <a:lnTo>
                    <a:pt x="15569" y="67753"/>
                  </a:lnTo>
                  <a:lnTo>
                    <a:pt x="15251" y="67536"/>
                  </a:lnTo>
                  <a:lnTo>
                    <a:pt x="14922" y="67319"/>
                  </a:lnTo>
                  <a:lnTo>
                    <a:pt x="14585" y="67102"/>
                  </a:lnTo>
                  <a:lnTo>
                    <a:pt x="14239" y="66884"/>
                  </a:lnTo>
                  <a:lnTo>
                    <a:pt x="13887" y="66667"/>
                  </a:lnTo>
                  <a:lnTo>
                    <a:pt x="13524" y="66450"/>
                  </a:lnTo>
                  <a:lnTo>
                    <a:pt x="13154" y="66233"/>
                  </a:lnTo>
                  <a:lnTo>
                    <a:pt x="12776" y="66016"/>
                  </a:lnTo>
                  <a:lnTo>
                    <a:pt x="12392" y="65799"/>
                  </a:lnTo>
                  <a:lnTo>
                    <a:pt x="12001" y="65581"/>
                  </a:lnTo>
                  <a:lnTo>
                    <a:pt x="11602" y="65364"/>
                  </a:lnTo>
                  <a:lnTo>
                    <a:pt x="11197" y="65147"/>
                  </a:lnTo>
                  <a:lnTo>
                    <a:pt x="10788" y="64930"/>
                  </a:lnTo>
                  <a:lnTo>
                    <a:pt x="10373" y="64713"/>
                  </a:lnTo>
                  <a:lnTo>
                    <a:pt x="9952" y="64496"/>
                  </a:lnTo>
                  <a:lnTo>
                    <a:pt x="9529" y="64278"/>
                  </a:lnTo>
                  <a:lnTo>
                    <a:pt x="9102" y="64061"/>
                  </a:lnTo>
                  <a:lnTo>
                    <a:pt x="8674" y="63844"/>
                  </a:lnTo>
                  <a:lnTo>
                    <a:pt x="8243" y="63627"/>
                  </a:lnTo>
                  <a:lnTo>
                    <a:pt x="7812" y="63410"/>
                  </a:lnTo>
                  <a:lnTo>
                    <a:pt x="7382" y="63193"/>
                  </a:lnTo>
                  <a:lnTo>
                    <a:pt x="6953" y="62976"/>
                  </a:lnTo>
                  <a:lnTo>
                    <a:pt x="6527" y="62758"/>
                  </a:lnTo>
                  <a:lnTo>
                    <a:pt x="6105" y="62541"/>
                  </a:lnTo>
                  <a:lnTo>
                    <a:pt x="5688" y="62324"/>
                  </a:lnTo>
                  <a:lnTo>
                    <a:pt x="5276" y="62107"/>
                  </a:lnTo>
                  <a:lnTo>
                    <a:pt x="4872" y="61890"/>
                  </a:lnTo>
                  <a:lnTo>
                    <a:pt x="4477" y="61673"/>
                  </a:lnTo>
                  <a:lnTo>
                    <a:pt x="4093" y="61455"/>
                  </a:lnTo>
                  <a:lnTo>
                    <a:pt x="3718" y="61238"/>
                  </a:lnTo>
                  <a:lnTo>
                    <a:pt x="3354" y="61021"/>
                  </a:lnTo>
                  <a:lnTo>
                    <a:pt x="3008" y="60804"/>
                  </a:lnTo>
                  <a:lnTo>
                    <a:pt x="2676" y="60587"/>
                  </a:lnTo>
                  <a:lnTo>
                    <a:pt x="2358" y="60370"/>
                  </a:lnTo>
                  <a:lnTo>
                    <a:pt x="2054" y="60152"/>
                  </a:lnTo>
                  <a:lnTo>
                    <a:pt x="1774" y="59935"/>
                  </a:lnTo>
                  <a:lnTo>
                    <a:pt x="1511" y="59718"/>
                  </a:lnTo>
                  <a:lnTo>
                    <a:pt x="1266" y="59501"/>
                  </a:lnTo>
                  <a:lnTo>
                    <a:pt x="1040" y="59284"/>
                  </a:lnTo>
                  <a:lnTo>
                    <a:pt x="838" y="59067"/>
                  </a:lnTo>
                  <a:lnTo>
                    <a:pt x="658" y="58850"/>
                  </a:lnTo>
                  <a:lnTo>
                    <a:pt x="498" y="58632"/>
                  </a:lnTo>
                  <a:lnTo>
                    <a:pt x="359" y="58415"/>
                  </a:lnTo>
                  <a:lnTo>
                    <a:pt x="242" y="58198"/>
                  </a:lnTo>
                  <a:lnTo>
                    <a:pt x="152" y="57981"/>
                  </a:lnTo>
                  <a:lnTo>
                    <a:pt x="82" y="57764"/>
                  </a:lnTo>
                  <a:lnTo>
                    <a:pt x="32" y="57547"/>
                  </a:lnTo>
                  <a:lnTo>
                    <a:pt x="2" y="57329"/>
                  </a:lnTo>
                  <a:lnTo>
                    <a:pt x="0" y="57112"/>
                  </a:lnTo>
                  <a:lnTo>
                    <a:pt x="16" y="56895"/>
                  </a:lnTo>
                  <a:lnTo>
                    <a:pt x="57" y="56652"/>
                  </a:lnTo>
                  <a:lnTo>
                    <a:pt x="103" y="56461"/>
                  </a:lnTo>
                  <a:lnTo>
                    <a:pt x="178" y="56244"/>
                  </a:lnTo>
                  <a:lnTo>
                    <a:pt x="271" y="56026"/>
                  </a:lnTo>
                  <a:lnTo>
                    <a:pt x="379" y="55809"/>
                  </a:lnTo>
                  <a:lnTo>
                    <a:pt x="502" y="55592"/>
                  </a:lnTo>
                  <a:lnTo>
                    <a:pt x="641" y="55375"/>
                  </a:lnTo>
                  <a:lnTo>
                    <a:pt x="795" y="55158"/>
                  </a:lnTo>
                  <a:lnTo>
                    <a:pt x="960" y="54941"/>
                  </a:lnTo>
                  <a:lnTo>
                    <a:pt x="1135" y="54723"/>
                  </a:lnTo>
                  <a:lnTo>
                    <a:pt x="1321" y="54506"/>
                  </a:lnTo>
                  <a:lnTo>
                    <a:pt x="1517" y="54289"/>
                  </a:lnTo>
                  <a:lnTo>
                    <a:pt x="1721" y="54072"/>
                  </a:lnTo>
                  <a:lnTo>
                    <a:pt x="1930" y="53855"/>
                  </a:lnTo>
                  <a:lnTo>
                    <a:pt x="2144" y="53638"/>
                  </a:lnTo>
                  <a:lnTo>
                    <a:pt x="2364" y="53421"/>
                  </a:lnTo>
                  <a:lnTo>
                    <a:pt x="2586" y="53203"/>
                  </a:lnTo>
                  <a:lnTo>
                    <a:pt x="2810" y="52986"/>
                  </a:lnTo>
                  <a:lnTo>
                    <a:pt x="3036" y="52769"/>
                  </a:lnTo>
                  <a:lnTo>
                    <a:pt x="3262" y="52552"/>
                  </a:lnTo>
                  <a:lnTo>
                    <a:pt x="3487" y="52335"/>
                  </a:lnTo>
                  <a:lnTo>
                    <a:pt x="3710" y="52118"/>
                  </a:lnTo>
                  <a:lnTo>
                    <a:pt x="3932" y="51900"/>
                  </a:lnTo>
                  <a:lnTo>
                    <a:pt x="4151" y="51683"/>
                  </a:lnTo>
                  <a:lnTo>
                    <a:pt x="4366" y="51466"/>
                  </a:lnTo>
                  <a:lnTo>
                    <a:pt x="4577" y="51249"/>
                  </a:lnTo>
                  <a:lnTo>
                    <a:pt x="4785" y="51032"/>
                  </a:lnTo>
                  <a:lnTo>
                    <a:pt x="4989" y="50815"/>
                  </a:lnTo>
                  <a:lnTo>
                    <a:pt x="5186" y="50597"/>
                  </a:lnTo>
                  <a:lnTo>
                    <a:pt x="5379" y="50380"/>
                  </a:lnTo>
                  <a:lnTo>
                    <a:pt x="5567" y="50163"/>
                  </a:lnTo>
                  <a:lnTo>
                    <a:pt x="5751" y="49946"/>
                  </a:lnTo>
                  <a:lnTo>
                    <a:pt x="5929" y="49729"/>
                  </a:lnTo>
                  <a:lnTo>
                    <a:pt x="6102" y="49512"/>
                  </a:lnTo>
                  <a:lnTo>
                    <a:pt x="6271" y="49295"/>
                  </a:lnTo>
                  <a:lnTo>
                    <a:pt x="6436" y="49077"/>
                  </a:lnTo>
                  <a:lnTo>
                    <a:pt x="6597" y="48860"/>
                  </a:lnTo>
                  <a:lnTo>
                    <a:pt x="6754" y="48643"/>
                  </a:lnTo>
                  <a:lnTo>
                    <a:pt x="6907" y="48426"/>
                  </a:lnTo>
                  <a:lnTo>
                    <a:pt x="7059" y="48209"/>
                  </a:lnTo>
                  <a:lnTo>
                    <a:pt x="7208" y="47992"/>
                  </a:lnTo>
                  <a:lnTo>
                    <a:pt x="7355" y="47774"/>
                  </a:lnTo>
                  <a:lnTo>
                    <a:pt x="7501" y="47557"/>
                  </a:lnTo>
                  <a:lnTo>
                    <a:pt x="7646" y="47340"/>
                  </a:lnTo>
                  <a:lnTo>
                    <a:pt x="7792" y="47123"/>
                  </a:lnTo>
                  <a:lnTo>
                    <a:pt x="7938" y="46906"/>
                  </a:lnTo>
                  <a:lnTo>
                    <a:pt x="8085" y="46689"/>
                  </a:lnTo>
                  <a:lnTo>
                    <a:pt x="8234" y="46471"/>
                  </a:lnTo>
                  <a:lnTo>
                    <a:pt x="8384" y="46254"/>
                  </a:lnTo>
                  <a:lnTo>
                    <a:pt x="8538" y="46037"/>
                  </a:lnTo>
                  <a:lnTo>
                    <a:pt x="8695" y="45820"/>
                  </a:lnTo>
                  <a:lnTo>
                    <a:pt x="8856" y="45603"/>
                  </a:lnTo>
                  <a:lnTo>
                    <a:pt x="9020" y="45386"/>
                  </a:lnTo>
                  <a:lnTo>
                    <a:pt x="9189" y="45169"/>
                  </a:lnTo>
                  <a:lnTo>
                    <a:pt x="9364" y="44951"/>
                  </a:lnTo>
                  <a:lnTo>
                    <a:pt x="9544" y="44734"/>
                  </a:lnTo>
                  <a:lnTo>
                    <a:pt x="9728" y="44517"/>
                  </a:lnTo>
                  <a:lnTo>
                    <a:pt x="9918" y="44300"/>
                  </a:lnTo>
                  <a:lnTo>
                    <a:pt x="10116" y="44083"/>
                  </a:lnTo>
                  <a:lnTo>
                    <a:pt x="10339" y="43844"/>
                  </a:lnTo>
                  <a:lnTo>
                    <a:pt x="10526" y="43648"/>
                  </a:lnTo>
                  <a:lnTo>
                    <a:pt x="10739" y="43431"/>
                  </a:lnTo>
                  <a:lnTo>
                    <a:pt x="10960" y="43214"/>
                  </a:lnTo>
                  <a:lnTo>
                    <a:pt x="11186" y="42997"/>
                  </a:lnTo>
                  <a:lnTo>
                    <a:pt x="11417" y="42780"/>
                  </a:lnTo>
                  <a:lnTo>
                    <a:pt x="11652" y="42563"/>
                  </a:lnTo>
                  <a:lnTo>
                    <a:pt x="11893" y="42345"/>
                  </a:lnTo>
                  <a:lnTo>
                    <a:pt x="12139" y="42128"/>
                  </a:lnTo>
                  <a:lnTo>
                    <a:pt x="12388" y="41911"/>
                  </a:lnTo>
                  <a:lnTo>
                    <a:pt x="12640" y="41694"/>
                  </a:lnTo>
                  <a:lnTo>
                    <a:pt x="12895" y="41477"/>
                  </a:lnTo>
                  <a:lnTo>
                    <a:pt x="13153" y="41260"/>
                  </a:lnTo>
                  <a:lnTo>
                    <a:pt x="13413" y="41042"/>
                  </a:lnTo>
                  <a:lnTo>
                    <a:pt x="13673" y="40825"/>
                  </a:lnTo>
                  <a:lnTo>
                    <a:pt x="13933" y="40608"/>
                  </a:lnTo>
                  <a:lnTo>
                    <a:pt x="14193" y="40391"/>
                  </a:lnTo>
                  <a:lnTo>
                    <a:pt x="14452" y="40174"/>
                  </a:lnTo>
                  <a:lnTo>
                    <a:pt x="14709" y="39957"/>
                  </a:lnTo>
                  <a:lnTo>
                    <a:pt x="14964" y="39740"/>
                  </a:lnTo>
                  <a:lnTo>
                    <a:pt x="15215" y="39522"/>
                  </a:lnTo>
                  <a:lnTo>
                    <a:pt x="15462" y="39305"/>
                  </a:lnTo>
                  <a:lnTo>
                    <a:pt x="15704" y="39088"/>
                  </a:lnTo>
                  <a:lnTo>
                    <a:pt x="15942" y="38871"/>
                  </a:lnTo>
                  <a:lnTo>
                    <a:pt x="16173" y="38654"/>
                  </a:lnTo>
                  <a:lnTo>
                    <a:pt x="16397" y="38437"/>
                  </a:lnTo>
                  <a:lnTo>
                    <a:pt x="16615" y="38219"/>
                  </a:lnTo>
                  <a:lnTo>
                    <a:pt x="16826" y="38002"/>
                  </a:lnTo>
                  <a:lnTo>
                    <a:pt x="17029" y="37785"/>
                  </a:lnTo>
                  <a:lnTo>
                    <a:pt x="17222" y="37568"/>
                  </a:lnTo>
                  <a:lnTo>
                    <a:pt x="17407" y="37351"/>
                  </a:lnTo>
                  <a:lnTo>
                    <a:pt x="17585" y="37134"/>
                  </a:lnTo>
                  <a:lnTo>
                    <a:pt x="17755" y="36916"/>
                  </a:lnTo>
                  <a:lnTo>
                    <a:pt x="17913" y="36699"/>
                  </a:lnTo>
                  <a:lnTo>
                    <a:pt x="18063" y="36482"/>
                  </a:lnTo>
                  <a:lnTo>
                    <a:pt x="18206" y="36265"/>
                  </a:lnTo>
                  <a:lnTo>
                    <a:pt x="18341" y="36048"/>
                  </a:lnTo>
                  <a:lnTo>
                    <a:pt x="18465" y="35831"/>
                  </a:lnTo>
                  <a:lnTo>
                    <a:pt x="18582" y="35614"/>
                  </a:lnTo>
                  <a:lnTo>
                    <a:pt x="18692" y="35396"/>
                  </a:lnTo>
                  <a:lnTo>
                    <a:pt x="18796" y="35179"/>
                  </a:lnTo>
                  <a:lnTo>
                    <a:pt x="18891" y="34962"/>
                  </a:lnTo>
                  <a:lnTo>
                    <a:pt x="18981" y="34745"/>
                  </a:lnTo>
                  <a:lnTo>
                    <a:pt x="19065" y="34528"/>
                  </a:lnTo>
                  <a:lnTo>
                    <a:pt x="19144" y="34311"/>
                  </a:lnTo>
                  <a:lnTo>
                    <a:pt x="19219" y="34093"/>
                  </a:lnTo>
                  <a:lnTo>
                    <a:pt x="19290" y="33876"/>
                  </a:lnTo>
                  <a:lnTo>
                    <a:pt x="19358" y="33659"/>
                  </a:lnTo>
                  <a:lnTo>
                    <a:pt x="19424" y="33442"/>
                  </a:lnTo>
                  <a:lnTo>
                    <a:pt x="19488" y="33225"/>
                  </a:lnTo>
                  <a:lnTo>
                    <a:pt x="19551" y="33008"/>
                  </a:lnTo>
                  <a:lnTo>
                    <a:pt x="19613" y="32790"/>
                  </a:lnTo>
                  <a:lnTo>
                    <a:pt x="19676" y="32573"/>
                  </a:lnTo>
                  <a:lnTo>
                    <a:pt x="19740" y="32356"/>
                  </a:lnTo>
                  <a:lnTo>
                    <a:pt x="19805" y="32139"/>
                  </a:lnTo>
                  <a:lnTo>
                    <a:pt x="19873" y="31922"/>
                  </a:lnTo>
                  <a:lnTo>
                    <a:pt x="19944" y="31705"/>
                  </a:lnTo>
                  <a:lnTo>
                    <a:pt x="20017" y="31488"/>
                  </a:lnTo>
                  <a:lnTo>
                    <a:pt x="20094" y="31270"/>
                  </a:lnTo>
                  <a:lnTo>
                    <a:pt x="20175" y="31053"/>
                  </a:lnTo>
                  <a:lnTo>
                    <a:pt x="20261" y="30836"/>
                  </a:lnTo>
                  <a:lnTo>
                    <a:pt x="20351" y="30619"/>
                  </a:lnTo>
                  <a:lnTo>
                    <a:pt x="20446" y="30402"/>
                  </a:lnTo>
                  <a:lnTo>
                    <a:pt x="20547" y="30185"/>
                  </a:lnTo>
                  <a:lnTo>
                    <a:pt x="20654" y="29967"/>
                  </a:lnTo>
                  <a:lnTo>
                    <a:pt x="20765" y="29750"/>
                  </a:lnTo>
                  <a:lnTo>
                    <a:pt x="20882" y="29533"/>
                  </a:lnTo>
                  <a:lnTo>
                    <a:pt x="21006" y="29316"/>
                  </a:lnTo>
                  <a:lnTo>
                    <a:pt x="21135" y="29099"/>
                  </a:lnTo>
                  <a:lnTo>
                    <a:pt x="21270" y="28882"/>
                  </a:lnTo>
                  <a:lnTo>
                    <a:pt x="21409" y="28664"/>
                  </a:lnTo>
                  <a:lnTo>
                    <a:pt x="21555" y="28447"/>
                  </a:lnTo>
                  <a:lnTo>
                    <a:pt x="21706" y="28230"/>
                  </a:lnTo>
                  <a:lnTo>
                    <a:pt x="21862" y="28013"/>
                  </a:lnTo>
                  <a:lnTo>
                    <a:pt x="22022" y="27796"/>
                  </a:lnTo>
                  <a:lnTo>
                    <a:pt x="22187" y="27579"/>
                  </a:lnTo>
                  <a:lnTo>
                    <a:pt x="22356" y="27361"/>
                  </a:lnTo>
                  <a:lnTo>
                    <a:pt x="22530" y="27144"/>
                  </a:lnTo>
                  <a:lnTo>
                    <a:pt x="22706" y="26927"/>
                  </a:lnTo>
                  <a:lnTo>
                    <a:pt x="22885" y="26710"/>
                  </a:lnTo>
                  <a:lnTo>
                    <a:pt x="23068" y="26493"/>
                  </a:lnTo>
                  <a:lnTo>
                    <a:pt x="23253" y="26276"/>
                  </a:lnTo>
                  <a:lnTo>
                    <a:pt x="23439" y="26059"/>
                  </a:lnTo>
                  <a:lnTo>
                    <a:pt x="23627" y="25841"/>
                  </a:lnTo>
                  <a:lnTo>
                    <a:pt x="23816" y="25624"/>
                  </a:lnTo>
                  <a:lnTo>
                    <a:pt x="24006" y="25407"/>
                  </a:lnTo>
                  <a:lnTo>
                    <a:pt x="24196" y="25190"/>
                  </a:lnTo>
                  <a:lnTo>
                    <a:pt x="24386" y="24973"/>
                  </a:lnTo>
                  <a:lnTo>
                    <a:pt x="24575" y="24756"/>
                  </a:lnTo>
                  <a:lnTo>
                    <a:pt x="24763" y="24538"/>
                  </a:lnTo>
                  <a:lnTo>
                    <a:pt x="24950" y="24321"/>
                  </a:lnTo>
                  <a:lnTo>
                    <a:pt x="25135" y="24104"/>
                  </a:lnTo>
                  <a:lnTo>
                    <a:pt x="25318" y="23887"/>
                  </a:lnTo>
                  <a:lnTo>
                    <a:pt x="25498" y="23670"/>
                  </a:lnTo>
                  <a:lnTo>
                    <a:pt x="25676" y="23453"/>
                  </a:lnTo>
                  <a:lnTo>
                    <a:pt x="25850" y="23235"/>
                  </a:lnTo>
                  <a:lnTo>
                    <a:pt x="26022" y="23018"/>
                  </a:lnTo>
                  <a:lnTo>
                    <a:pt x="26189" y="22801"/>
                  </a:lnTo>
                  <a:lnTo>
                    <a:pt x="26352" y="22584"/>
                  </a:lnTo>
                  <a:lnTo>
                    <a:pt x="26511" y="22367"/>
                  </a:lnTo>
                  <a:lnTo>
                    <a:pt x="26667" y="22150"/>
                  </a:lnTo>
                  <a:lnTo>
                    <a:pt x="26817" y="21933"/>
                  </a:lnTo>
                  <a:lnTo>
                    <a:pt x="26962" y="21715"/>
                  </a:lnTo>
                  <a:lnTo>
                    <a:pt x="27103" y="21498"/>
                  </a:lnTo>
                  <a:lnTo>
                    <a:pt x="27240" y="21281"/>
                  </a:lnTo>
                  <a:lnTo>
                    <a:pt x="27372" y="21064"/>
                  </a:lnTo>
                  <a:lnTo>
                    <a:pt x="27498" y="20847"/>
                  </a:lnTo>
                  <a:lnTo>
                    <a:pt x="27620" y="20630"/>
                  </a:lnTo>
                  <a:lnTo>
                    <a:pt x="27738" y="20412"/>
                  </a:lnTo>
                  <a:lnTo>
                    <a:pt x="27851" y="20195"/>
                  </a:lnTo>
                  <a:lnTo>
                    <a:pt x="27958" y="19978"/>
                  </a:lnTo>
                  <a:lnTo>
                    <a:pt x="28061" y="19761"/>
                  </a:lnTo>
                  <a:lnTo>
                    <a:pt x="28160" y="19544"/>
                  </a:lnTo>
                  <a:lnTo>
                    <a:pt x="28255" y="19327"/>
                  </a:lnTo>
                  <a:lnTo>
                    <a:pt x="28345" y="19109"/>
                  </a:lnTo>
                  <a:lnTo>
                    <a:pt x="28432" y="18892"/>
                  </a:lnTo>
                  <a:lnTo>
                    <a:pt x="28515" y="18675"/>
                  </a:lnTo>
                  <a:lnTo>
                    <a:pt x="28595" y="18458"/>
                  </a:lnTo>
                  <a:lnTo>
                    <a:pt x="28670" y="18241"/>
                  </a:lnTo>
                  <a:lnTo>
                    <a:pt x="28743" y="18024"/>
                  </a:lnTo>
                  <a:lnTo>
                    <a:pt x="28813" y="17807"/>
                  </a:lnTo>
                  <a:lnTo>
                    <a:pt x="28881" y="17589"/>
                  </a:lnTo>
                  <a:lnTo>
                    <a:pt x="28946" y="17372"/>
                  </a:lnTo>
                  <a:lnTo>
                    <a:pt x="29009" y="17155"/>
                  </a:lnTo>
                  <a:lnTo>
                    <a:pt x="29070" y="16938"/>
                  </a:lnTo>
                  <a:lnTo>
                    <a:pt x="29129" y="16721"/>
                  </a:lnTo>
                  <a:lnTo>
                    <a:pt x="29187" y="16504"/>
                  </a:lnTo>
                  <a:lnTo>
                    <a:pt x="29243" y="16286"/>
                  </a:lnTo>
                  <a:lnTo>
                    <a:pt x="29298" y="16069"/>
                  </a:lnTo>
                  <a:lnTo>
                    <a:pt x="29352" y="15852"/>
                  </a:lnTo>
                  <a:lnTo>
                    <a:pt x="29405" y="15635"/>
                  </a:lnTo>
                  <a:lnTo>
                    <a:pt x="29457" y="15418"/>
                  </a:lnTo>
                  <a:lnTo>
                    <a:pt x="29509" y="15201"/>
                  </a:lnTo>
                  <a:lnTo>
                    <a:pt x="29560" y="14983"/>
                  </a:lnTo>
                  <a:lnTo>
                    <a:pt x="29611" y="14766"/>
                  </a:lnTo>
                  <a:lnTo>
                    <a:pt x="29661" y="14549"/>
                  </a:lnTo>
                  <a:lnTo>
                    <a:pt x="29711" y="14332"/>
                  </a:lnTo>
                  <a:lnTo>
                    <a:pt x="29760" y="14115"/>
                  </a:lnTo>
                  <a:lnTo>
                    <a:pt x="29810" y="13898"/>
                  </a:lnTo>
                  <a:lnTo>
                    <a:pt x="29859" y="13680"/>
                  </a:lnTo>
                  <a:lnTo>
                    <a:pt x="29907" y="13463"/>
                  </a:lnTo>
                  <a:lnTo>
                    <a:pt x="29955" y="13246"/>
                  </a:lnTo>
                  <a:lnTo>
                    <a:pt x="30003" y="13029"/>
                  </a:lnTo>
                  <a:lnTo>
                    <a:pt x="30051" y="12812"/>
                  </a:lnTo>
                  <a:lnTo>
                    <a:pt x="30097" y="12595"/>
                  </a:lnTo>
                  <a:lnTo>
                    <a:pt x="30143" y="12378"/>
                  </a:lnTo>
                  <a:lnTo>
                    <a:pt x="30189" y="12160"/>
                  </a:lnTo>
                  <a:lnTo>
                    <a:pt x="30234" y="11943"/>
                  </a:lnTo>
                  <a:lnTo>
                    <a:pt x="30277" y="11726"/>
                  </a:lnTo>
                  <a:lnTo>
                    <a:pt x="30320" y="11509"/>
                  </a:lnTo>
                  <a:lnTo>
                    <a:pt x="30362" y="11292"/>
                  </a:lnTo>
                  <a:lnTo>
                    <a:pt x="30402" y="11075"/>
                  </a:lnTo>
                  <a:lnTo>
                    <a:pt x="30442" y="10857"/>
                  </a:lnTo>
                  <a:lnTo>
                    <a:pt x="30480" y="10640"/>
                  </a:lnTo>
                  <a:lnTo>
                    <a:pt x="30517" y="10423"/>
                  </a:lnTo>
                  <a:lnTo>
                    <a:pt x="30552" y="10206"/>
                  </a:lnTo>
                  <a:lnTo>
                    <a:pt x="30587" y="9989"/>
                  </a:lnTo>
                  <a:lnTo>
                    <a:pt x="30619" y="9772"/>
                  </a:lnTo>
                  <a:lnTo>
                    <a:pt x="30650" y="9554"/>
                  </a:lnTo>
                  <a:lnTo>
                    <a:pt x="30680" y="9337"/>
                  </a:lnTo>
                  <a:lnTo>
                    <a:pt x="30708" y="9120"/>
                  </a:lnTo>
                  <a:lnTo>
                    <a:pt x="30735" y="8903"/>
                  </a:lnTo>
                  <a:lnTo>
                    <a:pt x="30760" y="8686"/>
                  </a:lnTo>
                  <a:lnTo>
                    <a:pt x="30784" y="8469"/>
                  </a:lnTo>
                  <a:lnTo>
                    <a:pt x="30807" y="8252"/>
                  </a:lnTo>
                  <a:lnTo>
                    <a:pt x="30828" y="8034"/>
                  </a:lnTo>
                  <a:lnTo>
                    <a:pt x="30848" y="7817"/>
                  </a:lnTo>
                  <a:lnTo>
                    <a:pt x="30867" y="7600"/>
                  </a:lnTo>
                  <a:lnTo>
                    <a:pt x="30885" y="7383"/>
                  </a:lnTo>
                  <a:lnTo>
                    <a:pt x="30903" y="7166"/>
                  </a:lnTo>
                  <a:lnTo>
                    <a:pt x="30919" y="6949"/>
                  </a:lnTo>
                  <a:lnTo>
                    <a:pt x="30935" y="6731"/>
                  </a:lnTo>
                  <a:lnTo>
                    <a:pt x="30951" y="6514"/>
                  </a:lnTo>
                  <a:lnTo>
                    <a:pt x="30966" y="6297"/>
                  </a:lnTo>
                  <a:lnTo>
                    <a:pt x="30980" y="6080"/>
                  </a:lnTo>
                  <a:lnTo>
                    <a:pt x="30995" y="5863"/>
                  </a:lnTo>
                  <a:lnTo>
                    <a:pt x="31010" y="5646"/>
                  </a:lnTo>
                  <a:lnTo>
                    <a:pt x="31025" y="5428"/>
                  </a:lnTo>
                  <a:lnTo>
                    <a:pt x="31040" y="5211"/>
                  </a:lnTo>
                  <a:lnTo>
                    <a:pt x="31055" y="4994"/>
                  </a:lnTo>
                  <a:lnTo>
                    <a:pt x="31071" y="4777"/>
                  </a:lnTo>
                  <a:lnTo>
                    <a:pt x="31087" y="4560"/>
                  </a:lnTo>
                  <a:lnTo>
                    <a:pt x="31104" y="4343"/>
                  </a:lnTo>
                  <a:lnTo>
                    <a:pt x="31122" y="4126"/>
                  </a:lnTo>
                  <a:lnTo>
                    <a:pt x="31140" y="3908"/>
                  </a:lnTo>
                  <a:lnTo>
                    <a:pt x="31159" y="3691"/>
                  </a:lnTo>
                  <a:lnTo>
                    <a:pt x="31179" y="3474"/>
                  </a:lnTo>
                  <a:lnTo>
                    <a:pt x="31200" y="3257"/>
                  </a:lnTo>
                  <a:lnTo>
                    <a:pt x="31222" y="3040"/>
                  </a:lnTo>
                  <a:lnTo>
                    <a:pt x="31244" y="2823"/>
                  </a:lnTo>
                  <a:lnTo>
                    <a:pt x="31268" y="2605"/>
                  </a:lnTo>
                  <a:lnTo>
                    <a:pt x="31292" y="2388"/>
                  </a:lnTo>
                  <a:lnTo>
                    <a:pt x="31318" y="2171"/>
                  </a:lnTo>
                  <a:lnTo>
                    <a:pt x="31344" y="1954"/>
                  </a:lnTo>
                  <a:lnTo>
                    <a:pt x="31371" y="1737"/>
                  </a:lnTo>
                  <a:lnTo>
                    <a:pt x="31398" y="1520"/>
                  </a:lnTo>
                  <a:lnTo>
                    <a:pt x="31427" y="1302"/>
                  </a:lnTo>
                  <a:lnTo>
                    <a:pt x="31456" y="1085"/>
                  </a:lnTo>
                  <a:lnTo>
                    <a:pt x="31485" y="868"/>
                  </a:lnTo>
                  <a:lnTo>
                    <a:pt x="31515" y="651"/>
                  </a:lnTo>
                  <a:lnTo>
                    <a:pt x="31545" y="434"/>
                  </a:lnTo>
                  <a:lnTo>
                    <a:pt x="31575" y="217"/>
                  </a:lnTo>
                  <a:lnTo>
                    <a:pt x="31606" y="0"/>
                  </a:lnTo>
                  <a:lnTo>
                    <a:pt x="33093" y="0"/>
                  </a:lnTo>
                  <a:lnTo>
                    <a:pt x="33124" y="217"/>
                  </a:lnTo>
                  <a:lnTo>
                    <a:pt x="33154" y="434"/>
                  </a:lnTo>
                  <a:lnTo>
                    <a:pt x="33184" y="651"/>
                  </a:lnTo>
                  <a:lnTo>
                    <a:pt x="33214" y="868"/>
                  </a:lnTo>
                  <a:lnTo>
                    <a:pt x="33243" y="1085"/>
                  </a:lnTo>
                  <a:lnTo>
                    <a:pt x="33272" y="1302"/>
                  </a:lnTo>
                  <a:lnTo>
                    <a:pt x="33300" y="1520"/>
                  </a:lnTo>
                  <a:lnTo>
                    <a:pt x="33328" y="1737"/>
                  </a:lnTo>
                  <a:lnTo>
                    <a:pt x="33355" y="1954"/>
                  </a:lnTo>
                  <a:lnTo>
                    <a:pt x="33381" y="2171"/>
                  </a:lnTo>
                  <a:lnTo>
                    <a:pt x="33406" y="2388"/>
                  </a:lnTo>
                  <a:lnTo>
                    <a:pt x="33431" y="2605"/>
                  </a:lnTo>
                  <a:lnTo>
                    <a:pt x="33454" y="2823"/>
                  </a:lnTo>
                  <a:lnTo>
                    <a:pt x="33477" y="3040"/>
                  </a:lnTo>
                  <a:lnTo>
                    <a:pt x="33499" y="3257"/>
                  </a:lnTo>
                  <a:lnTo>
                    <a:pt x="33520" y="3474"/>
                  </a:lnTo>
                  <a:lnTo>
                    <a:pt x="33540" y="3691"/>
                  </a:lnTo>
                  <a:lnTo>
                    <a:pt x="33559" y="3908"/>
                  </a:lnTo>
                  <a:lnTo>
                    <a:pt x="33577" y="4126"/>
                  </a:lnTo>
                  <a:lnTo>
                    <a:pt x="33595" y="4343"/>
                  </a:lnTo>
                  <a:lnTo>
                    <a:pt x="33612" y="4560"/>
                  </a:lnTo>
                  <a:lnTo>
                    <a:pt x="33628" y="4777"/>
                  </a:lnTo>
                  <a:lnTo>
                    <a:pt x="33644" y="4994"/>
                  </a:lnTo>
                  <a:lnTo>
                    <a:pt x="33659" y="5211"/>
                  </a:lnTo>
                  <a:lnTo>
                    <a:pt x="33674" y="5428"/>
                  </a:lnTo>
                  <a:lnTo>
                    <a:pt x="33689" y="5646"/>
                  </a:lnTo>
                  <a:lnTo>
                    <a:pt x="33704" y="5863"/>
                  </a:lnTo>
                  <a:lnTo>
                    <a:pt x="33718" y="6080"/>
                  </a:lnTo>
                  <a:lnTo>
                    <a:pt x="33733" y="6297"/>
                  </a:lnTo>
                  <a:lnTo>
                    <a:pt x="33748" y="6514"/>
                  </a:lnTo>
                  <a:lnTo>
                    <a:pt x="33764" y="6731"/>
                  </a:lnTo>
                  <a:lnTo>
                    <a:pt x="33779" y="6949"/>
                  </a:lnTo>
                  <a:lnTo>
                    <a:pt x="33796" y="7166"/>
                  </a:lnTo>
                  <a:lnTo>
                    <a:pt x="33813" y="7383"/>
                  </a:lnTo>
                  <a:lnTo>
                    <a:pt x="33832" y="7600"/>
                  </a:lnTo>
                  <a:lnTo>
                    <a:pt x="33851" y="7817"/>
                  </a:lnTo>
                  <a:lnTo>
                    <a:pt x="33871" y="8034"/>
                  </a:lnTo>
                  <a:lnTo>
                    <a:pt x="33892" y="8252"/>
                  </a:lnTo>
                  <a:lnTo>
                    <a:pt x="33915" y="8469"/>
                  </a:lnTo>
                  <a:lnTo>
                    <a:pt x="33939" y="8686"/>
                  </a:lnTo>
                  <a:lnTo>
                    <a:pt x="33964" y="8903"/>
                  </a:lnTo>
                  <a:lnTo>
                    <a:pt x="33991" y="9120"/>
                  </a:lnTo>
                  <a:lnTo>
                    <a:pt x="34019" y="9337"/>
                  </a:lnTo>
                  <a:lnTo>
                    <a:pt x="34049" y="9554"/>
                  </a:lnTo>
                  <a:lnTo>
                    <a:pt x="34080" y="9772"/>
                  </a:lnTo>
                  <a:lnTo>
                    <a:pt x="34112" y="9989"/>
                  </a:lnTo>
                  <a:lnTo>
                    <a:pt x="34146" y="10206"/>
                  </a:lnTo>
                  <a:lnTo>
                    <a:pt x="34182" y="10423"/>
                  </a:lnTo>
                  <a:lnTo>
                    <a:pt x="34219" y="10640"/>
                  </a:lnTo>
                  <a:lnTo>
                    <a:pt x="34257" y="10857"/>
                  </a:lnTo>
                  <a:lnTo>
                    <a:pt x="34296" y="11075"/>
                  </a:lnTo>
                  <a:lnTo>
                    <a:pt x="34337" y="11292"/>
                  </a:lnTo>
                  <a:lnTo>
                    <a:pt x="34379" y="11509"/>
                  </a:lnTo>
                  <a:lnTo>
                    <a:pt x="34421" y="11726"/>
                  </a:lnTo>
                  <a:lnTo>
                    <a:pt x="34465" y="11943"/>
                  </a:lnTo>
                  <a:lnTo>
                    <a:pt x="34510" y="12160"/>
                  </a:lnTo>
                  <a:lnTo>
                    <a:pt x="34555" y="12378"/>
                  </a:lnTo>
                  <a:lnTo>
                    <a:pt x="34601" y="12595"/>
                  </a:lnTo>
                  <a:lnTo>
                    <a:pt x="34648" y="12812"/>
                  </a:lnTo>
                  <a:lnTo>
                    <a:pt x="34696" y="13029"/>
                  </a:lnTo>
                  <a:lnTo>
                    <a:pt x="34743" y="13246"/>
                  </a:lnTo>
                  <a:lnTo>
                    <a:pt x="34792" y="13463"/>
                  </a:lnTo>
                  <a:lnTo>
                    <a:pt x="34840" y="13680"/>
                  </a:lnTo>
                  <a:lnTo>
                    <a:pt x="34889" y="13898"/>
                  </a:lnTo>
                  <a:lnTo>
                    <a:pt x="34938" y="14115"/>
                  </a:lnTo>
                  <a:lnTo>
                    <a:pt x="34988" y="14332"/>
                  </a:lnTo>
                  <a:lnTo>
                    <a:pt x="35038" y="14549"/>
                  </a:lnTo>
                  <a:lnTo>
                    <a:pt x="35088" y="14766"/>
                  </a:lnTo>
                  <a:lnTo>
                    <a:pt x="35139" y="14983"/>
                  </a:lnTo>
                  <a:lnTo>
                    <a:pt x="35190" y="15201"/>
                  </a:lnTo>
                  <a:lnTo>
                    <a:pt x="35242" y="15418"/>
                  </a:lnTo>
                  <a:lnTo>
                    <a:pt x="35294" y="15635"/>
                  </a:lnTo>
                  <a:lnTo>
                    <a:pt x="35347" y="15852"/>
                  </a:lnTo>
                  <a:lnTo>
                    <a:pt x="35401" y="16069"/>
                  </a:lnTo>
                  <a:lnTo>
                    <a:pt x="35456" y="16286"/>
                  </a:lnTo>
                  <a:lnTo>
                    <a:pt x="35512" y="16504"/>
                  </a:lnTo>
                  <a:lnTo>
                    <a:pt x="35570" y="16721"/>
                  </a:lnTo>
                  <a:lnTo>
                    <a:pt x="35629" y="16938"/>
                  </a:lnTo>
                  <a:lnTo>
                    <a:pt x="35690" y="17155"/>
                  </a:lnTo>
                  <a:lnTo>
                    <a:pt x="35752" y="17372"/>
                  </a:lnTo>
                  <a:lnTo>
                    <a:pt x="35818" y="17589"/>
                  </a:lnTo>
                  <a:lnTo>
                    <a:pt x="35885" y="17807"/>
                  </a:lnTo>
                  <a:lnTo>
                    <a:pt x="35956" y="18024"/>
                  </a:lnTo>
                  <a:lnTo>
                    <a:pt x="36028" y="18241"/>
                  </a:lnTo>
                  <a:lnTo>
                    <a:pt x="36104" y="18458"/>
                  </a:lnTo>
                  <a:lnTo>
                    <a:pt x="36184" y="18675"/>
                  </a:lnTo>
                  <a:lnTo>
                    <a:pt x="36267" y="18892"/>
                  </a:lnTo>
                  <a:lnTo>
                    <a:pt x="36353" y="19109"/>
                  </a:lnTo>
                  <a:lnTo>
                    <a:pt x="36443" y="19327"/>
                  </a:lnTo>
                  <a:lnTo>
                    <a:pt x="36539" y="19544"/>
                  </a:lnTo>
                  <a:lnTo>
                    <a:pt x="36638" y="19761"/>
                  </a:lnTo>
                  <a:lnTo>
                    <a:pt x="36741" y="19978"/>
                  </a:lnTo>
                  <a:lnTo>
                    <a:pt x="36848" y="20195"/>
                  </a:lnTo>
                  <a:lnTo>
                    <a:pt x="36961" y="20412"/>
                  </a:lnTo>
                  <a:lnTo>
                    <a:pt x="37079" y="20630"/>
                  </a:lnTo>
                  <a:lnTo>
                    <a:pt x="37200" y="20847"/>
                  </a:lnTo>
                  <a:lnTo>
                    <a:pt x="37327" y="21064"/>
                  </a:lnTo>
                  <a:lnTo>
                    <a:pt x="37458" y="21281"/>
                  </a:lnTo>
                  <a:lnTo>
                    <a:pt x="37595" y="21498"/>
                  </a:lnTo>
                  <a:lnTo>
                    <a:pt x="37736" y="21715"/>
                  </a:lnTo>
                  <a:lnTo>
                    <a:pt x="37882" y="21933"/>
                  </a:lnTo>
                  <a:lnTo>
                    <a:pt x="38032" y="22150"/>
                  </a:lnTo>
                  <a:lnTo>
                    <a:pt x="38188" y="22367"/>
                  </a:lnTo>
                  <a:lnTo>
                    <a:pt x="38347" y="22584"/>
                  </a:lnTo>
                  <a:lnTo>
                    <a:pt x="38510" y="22801"/>
                  </a:lnTo>
                  <a:lnTo>
                    <a:pt x="38677" y="23018"/>
                  </a:lnTo>
                  <a:lnTo>
                    <a:pt x="38848" y="23235"/>
                  </a:lnTo>
                  <a:lnTo>
                    <a:pt x="39023" y="23453"/>
                  </a:lnTo>
                  <a:lnTo>
                    <a:pt x="39200" y="23670"/>
                  </a:lnTo>
                  <a:lnTo>
                    <a:pt x="39380" y="23887"/>
                  </a:lnTo>
                  <a:lnTo>
                    <a:pt x="39563" y="24104"/>
                  </a:lnTo>
                  <a:lnTo>
                    <a:pt x="39749" y="24321"/>
                  </a:lnTo>
                  <a:lnTo>
                    <a:pt x="39935" y="24538"/>
                  </a:lnTo>
                  <a:lnTo>
                    <a:pt x="40123" y="24756"/>
                  </a:lnTo>
                  <a:lnTo>
                    <a:pt x="40313" y="24973"/>
                  </a:lnTo>
                  <a:lnTo>
                    <a:pt x="40502" y="25190"/>
                  </a:lnTo>
                  <a:lnTo>
                    <a:pt x="40692" y="25407"/>
                  </a:lnTo>
                  <a:lnTo>
                    <a:pt x="40882" y="25624"/>
                  </a:lnTo>
                  <a:lnTo>
                    <a:pt x="41072" y="25841"/>
                  </a:lnTo>
                  <a:lnTo>
                    <a:pt x="41260" y="26059"/>
                  </a:lnTo>
                  <a:lnTo>
                    <a:pt x="41446" y="26276"/>
                  </a:lnTo>
                  <a:lnTo>
                    <a:pt x="41631" y="26493"/>
                  </a:lnTo>
                  <a:lnTo>
                    <a:pt x="41814" y="26710"/>
                  </a:lnTo>
                  <a:lnTo>
                    <a:pt x="41993" y="26927"/>
                  </a:lnTo>
                  <a:lnTo>
                    <a:pt x="42169" y="27144"/>
                  </a:lnTo>
                  <a:lnTo>
                    <a:pt x="42342" y="27361"/>
                  </a:lnTo>
                  <a:lnTo>
                    <a:pt x="42512" y="27579"/>
                  </a:lnTo>
                  <a:lnTo>
                    <a:pt x="42677" y="27796"/>
                  </a:lnTo>
                  <a:lnTo>
                    <a:pt x="42837" y="28013"/>
                  </a:lnTo>
                  <a:lnTo>
                    <a:pt x="42993" y="28230"/>
                  </a:lnTo>
                  <a:lnTo>
                    <a:pt x="43144" y="28447"/>
                  </a:lnTo>
                  <a:lnTo>
                    <a:pt x="43290" y="28664"/>
                  </a:lnTo>
                  <a:lnTo>
                    <a:pt x="43429" y="28882"/>
                  </a:lnTo>
                  <a:lnTo>
                    <a:pt x="43563" y="29099"/>
                  </a:lnTo>
                  <a:lnTo>
                    <a:pt x="43693" y="29316"/>
                  </a:lnTo>
                  <a:lnTo>
                    <a:pt x="43817" y="29533"/>
                  </a:lnTo>
                  <a:lnTo>
                    <a:pt x="43933" y="29750"/>
                  </a:lnTo>
                  <a:lnTo>
                    <a:pt x="44045" y="29967"/>
                  </a:lnTo>
                  <a:lnTo>
                    <a:pt x="44151" y="30185"/>
                  </a:lnTo>
                  <a:lnTo>
                    <a:pt x="44253" y="30402"/>
                  </a:lnTo>
                  <a:lnTo>
                    <a:pt x="44348" y="30619"/>
                  </a:lnTo>
                  <a:lnTo>
                    <a:pt x="44438" y="30836"/>
                  </a:lnTo>
                  <a:lnTo>
                    <a:pt x="44523" y="31053"/>
                  </a:lnTo>
                  <a:lnTo>
                    <a:pt x="44605" y="31270"/>
                  </a:lnTo>
                  <a:lnTo>
                    <a:pt x="44682" y="31488"/>
                  </a:lnTo>
                  <a:lnTo>
                    <a:pt x="44755" y="31705"/>
                  </a:lnTo>
                  <a:lnTo>
                    <a:pt x="44825" y="31922"/>
                  </a:lnTo>
                  <a:lnTo>
                    <a:pt x="44893" y="32139"/>
                  </a:lnTo>
                  <a:lnTo>
                    <a:pt x="44959" y="32356"/>
                  </a:lnTo>
                  <a:lnTo>
                    <a:pt x="45022" y="32573"/>
                  </a:lnTo>
                  <a:lnTo>
                    <a:pt x="45085" y="32790"/>
                  </a:lnTo>
                  <a:lnTo>
                    <a:pt x="45148" y="33008"/>
                  </a:lnTo>
                  <a:lnTo>
                    <a:pt x="45211" y="33225"/>
                  </a:lnTo>
                  <a:lnTo>
                    <a:pt x="45275" y="33442"/>
                  </a:lnTo>
                  <a:lnTo>
                    <a:pt x="45341" y="33659"/>
                  </a:lnTo>
                  <a:lnTo>
                    <a:pt x="45409" y="33876"/>
                  </a:lnTo>
                  <a:lnTo>
                    <a:pt x="45479" y="34093"/>
                  </a:lnTo>
                  <a:lnTo>
                    <a:pt x="45554" y="34311"/>
                  </a:lnTo>
                  <a:lnTo>
                    <a:pt x="45634" y="34528"/>
                  </a:lnTo>
                  <a:lnTo>
                    <a:pt x="45718" y="34745"/>
                  </a:lnTo>
                  <a:lnTo>
                    <a:pt x="45807" y="34962"/>
                  </a:lnTo>
                  <a:lnTo>
                    <a:pt x="45903" y="35179"/>
                  </a:lnTo>
                  <a:lnTo>
                    <a:pt x="46007" y="35396"/>
                  </a:lnTo>
                  <a:lnTo>
                    <a:pt x="46117" y="35614"/>
                  </a:lnTo>
                  <a:lnTo>
                    <a:pt x="46233" y="35831"/>
                  </a:lnTo>
                  <a:lnTo>
                    <a:pt x="46358" y="36048"/>
                  </a:lnTo>
                  <a:lnTo>
                    <a:pt x="46493" y="36265"/>
                  </a:lnTo>
                  <a:lnTo>
                    <a:pt x="46635" y="36482"/>
                  </a:lnTo>
                  <a:lnTo>
                    <a:pt x="46786" y="36699"/>
                  </a:lnTo>
                  <a:lnTo>
                    <a:pt x="46944" y="36916"/>
                  </a:lnTo>
                  <a:lnTo>
                    <a:pt x="47114" y="37134"/>
                  </a:lnTo>
                  <a:lnTo>
                    <a:pt x="47291" y="37351"/>
                  </a:lnTo>
                  <a:lnTo>
                    <a:pt x="47477" y="37568"/>
                  </a:lnTo>
                  <a:lnTo>
                    <a:pt x="47670" y="37785"/>
                  </a:lnTo>
                  <a:lnTo>
                    <a:pt x="47873" y="38002"/>
                  </a:lnTo>
                  <a:lnTo>
                    <a:pt x="48084" y="38219"/>
                  </a:lnTo>
                  <a:lnTo>
                    <a:pt x="48302" y="38437"/>
                  </a:lnTo>
                  <a:lnTo>
                    <a:pt x="48526" y="38654"/>
                  </a:lnTo>
                  <a:lnTo>
                    <a:pt x="48757" y="38871"/>
                  </a:lnTo>
                  <a:lnTo>
                    <a:pt x="48994" y="39088"/>
                  </a:lnTo>
                  <a:lnTo>
                    <a:pt x="49237" y="39305"/>
                  </a:lnTo>
                  <a:lnTo>
                    <a:pt x="49484" y="39522"/>
                  </a:lnTo>
                  <a:lnTo>
                    <a:pt x="49735" y="39740"/>
                  </a:lnTo>
                  <a:lnTo>
                    <a:pt x="49989" y="39957"/>
                  </a:lnTo>
                  <a:lnTo>
                    <a:pt x="50247" y="40174"/>
                  </a:lnTo>
                  <a:lnTo>
                    <a:pt x="50505" y="40391"/>
                  </a:lnTo>
                  <a:lnTo>
                    <a:pt x="50765" y="40608"/>
                  </a:lnTo>
                  <a:lnTo>
                    <a:pt x="51026" y="40825"/>
                  </a:lnTo>
                  <a:lnTo>
                    <a:pt x="51286" y="41042"/>
                  </a:lnTo>
                  <a:lnTo>
                    <a:pt x="51545" y="41260"/>
                  </a:lnTo>
                  <a:lnTo>
                    <a:pt x="51803" y="41477"/>
                  </a:lnTo>
                  <a:lnTo>
                    <a:pt x="52059" y="41694"/>
                  </a:lnTo>
                  <a:lnTo>
                    <a:pt x="52311" y="41911"/>
                  </a:lnTo>
                  <a:lnTo>
                    <a:pt x="52560" y="42128"/>
                  </a:lnTo>
                  <a:lnTo>
                    <a:pt x="52806" y="42345"/>
                  </a:lnTo>
                  <a:lnTo>
                    <a:pt x="53047" y="42563"/>
                  </a:lnTo>
                  <a:lnTo>
                    <a:pt x="53282" y="42780"/>
                  </a:lnTo>
                  <a:lnTo>
                    <a:pt x="53513" y="42997"/>
                  </a:lnTo>
                  <a:lnTo>
                    <a:pt x="53739" y="43214"/>
                  </a:lnTo>
                  <a:lnTo>
                    <a:pt x="53960" y="43431"/>
                  </a:lnTo>
                  <a:lnTo>
                    <a:pt x="54173" y="43648"/>
                  </a:lnTo>
                  <a:lnTo>
                    <a:pt x="54381" y="43866"/>
                  </a:lnTo>
                  <a:lnTo>
                    <a:pt x="54583" y="44083"/>
                  </a:lnTo>
                  <a:lnTo>
                    <a:pt x="54780" y="44300"/>
                  </a:lnTo>
                  <a:lnTo>
                    <a:pt x="54970" y="44517"/>
                  </a:lnTo>
                  <a:lnTo>
                    <a:pt x="55155" y="44734"/>
                  </a:lnTo>
                  <a:lnTo>
                    <a:pt x="55334" y="44951"/>
                  </a:lnTo>
                  <a:lnTo>
                    <a:pt x="55509" y="45169"/>
                  </a:lnTo>
                  <a:lnTo>
                    <a:pt x="55679" y="45386"/>
                  </a:lnTo>
                  <a:lnTo>
                    <a:pt x="55843" y="45603"/>
                  </a:lnTo>
                  <a:lnTo>
                    <a:pt x="56003" y="45820"/>
                  </a:lnTo>
                  <a:lnTo>
                    <a:pt x="56161" y="46037"/>
                  </a:lnTo>
                  <a:lnTo>
                    <a:pt x="56315" y="46254"/>
                  </a:lnTo>
                  <a:lnTo>
                    <a:pt x="56465" y="46471"/>
                  </a:lnTo>
                  <a:lnTo>
                    <a:pt x="56614" y="46689"/>
                  </a:lnTo>
                  <a:lnTo>
                    <a:pt x="56761" y="46906"/>
                  </a:lnTo>
                  <a:lnTo>
                    <a:pt x="56907" y="47123"/>
                  </a:lnTo>
                  <a:lnTo>
                    <a:pt x="57052" y="47340"/>
                  </a:lnTo>
                  <a:lnTo>
                    <a:pt x="57198" y="47557"/>
                  </a:lnTo>
                  <a:lnTo>
                    <a:pt x="57344" y="47774"/>
                  </a:lnTo>
                  <a:lnTo>
                    <a:pt x="57491" y="47992"/>
                  </a:lnTo>
                  <a:lnTo>
                    <a:pt x="57640" y="48209"/>
                  </a:lnTo>
                  <a:lnTo>
                    <a:pt x="57791" y="48426"/>
                  </a:lnTo>
                  <a:lnTo>
                    <a:pt x="57945" y="48643"/>
                  </a:lnTo>
                  <a:lnTo>
                    <a:pt x="58102" y="48860"/>
                  </a:lnTo>
                  <a:lnTo>
                    <a:pt x="58262" y="49077"/>
                  </a:lnTo>
                  <a:lnTo>
                    <a:pt x="58427" y="49295"/>
                  </a:lnTo>
                  <a:lnTo>
                    <a:pt x="58597" y="49512"/>
                  </a:lnTo>
                  <a:lnTo>
                    <a:pt x="58770" y="49729"/>
                  </a:lnTo>
                  <a:lnTo>
                    <a:pt x="58947" y="49946"/>
                  </a:lnTo>
                  <a:lnTo>
                    <a:pt x="59131" y="50163"/>
                  </a:lnTo>
                  <a:lnTo>
                    <a:pt x="59320" y="50380"/>
                  </a:lnTo>
                  <a:lnTo>
                    <a:pt x="59513" y="50597"/>
                  </a:lnTo>
                  <a:lnTo>
                    <a:pt x="59710" y="50815"/>
                  </a:lnTo>
                  <a:lnTo>
                    <a:pt x="59914" y="51032"/>
                  </a:lnTo>
                  <a:lnTo>
                    <a:pt x="60121" y="51249"/>
                  </a:lnTo>
                  <a:lnTo>
                    <a:pt x="60333" y="51466"/>
                  </a:lnTo>
                  <a:lnTo>
                    <a:pt x="60548" y="51683"/>
                  </a:lnTo>
                  <a:lnTo>
                    <a:pt x="60767" y="51900"/>
                  </a:lnTo>
                  <a:lnTo>
                    <a:pt x="60989" y="52118"/>
                  </a:lnTo>
                  <a:lnTo>
                    <a:pt x="61212" y="52335"/>
                  </a:lnTo>
                  <a:lnTo>
                    <a:pt x="61437" y="52552"/>
                  </a:lnTo>
                  <a:lnTo>
                    <a:pt x="61663" y="52769"/>
                  </a:lnTo>
                  <a:lnTo>
                    <a:pt x="61888" y="52986"/>
                  </a:lnTo>
                  <a:lnTo>
                    <a:pt x="62113" y="53203"/>
                  </a:lnTo>
                  <a:lnTo>
                    <a:pt x="62335" y="53421"/>
                  </a:lnTo>
                  <a:lnTo>
                    <a:pt x="62555" y="53638"/>
                  </a:lnTo>
                  <a:lnTo>
                    <a:pt x="62769" y="53855"/>
                  </a:lnTo>
                  <a:lnTo>
                    <a:pt x="62978" y="54072"/>
                  </a:lnTo>
                  <a:lnTo>
                    <a:pt x="63181" y="54289"/>
                  </a:lnTo>
                  <a:lnTo>
                    <a:pt x="63378" y="54506"/>
                  </a:lnTo>
                  <a:lnTo>
                    <a:pt x="63563" y="54723"/>
                  </a:lnTo>
                  <a:lnTo>
                    <a:pt x="63739" y="54941"/>
                  </a:lnTo>
                  <a:lnTo>
                    <a:pt x="63904" y="55158"/>
                  </a:lnTo>
                  <a:lnTo>
                    <a:pt x="64058" y="55375"/>
                  </a:lnTo>
                  <a:lnTo>
                    <a:pt x="64197" y="55592"/>
                  </a:lnTo>
                  <a:lnTo>
                    <a:pt x="64319" y="55809"/>
                  </a:lnTo>
                  <a:lnTo>
                    <a:pt x="64427" y="56026"/>
                  </a:lnTo>
                  <a:lnTo>
                    <a:pt x="64520" y="56244"/>
                  </a:lnTo>
                  <a:lnTo>
                    <a:pt x="64596" y="56461"/>
                  </a:lnTo>
                  <a:lnTo>
                    <a:pt x="64648" y="56678"/>
                  </a:lnTo>
                  <a:lnTo>
                    <a:pt x="64683" y="56895"/>
                  </a:lnTo>
                  <a:lnTo>
                    <a:pt x="64699" y="57112"/>
                  </a:lnTo>
                  <a:lnTo>
                    <a:pt x="64697" y="57329"/>
                  </a:lnTo>
                  <a:lnTo>
                    <a:pt x="64667" y="57547"/>
                  </a:lnTo>
                  <a:lnTo>
                    <a:pt x="64617" y="57764"/>
                  </a:lnTo>
                  <a:lnTo>
                    <a:pt x="64547" y="57981"/>
                  </a:lnTo>
                  <a:lnTo>
                    <a:pt x="64457" y="58198"/>
                  </a:lnTo>
                  <a:lnTo>
                    <a:pt x="64340" y="58415"/>
                  </a:lnTo>
                  <a:lnTo>
                    <a:pt x="64200" y="58632"/>
                  </a:lnTo>
                  <a:lnTo>
                    <a:pt x="64041" y="58850"/>
                  </a:lnTo>
                  <a:lnTo>
                    <a:pt x="63861" y="59067"/>
                  </a:lnTo>
                  <a:lnTo>
                    <a:pt x="63659" y="59284"/>
                  </a:lnTo>
                  <a:lnTo>
                    <a:pt x="63432" y="59501"/>
                  </a:lnTo>
                  <a:lnTo>
                    <a:pt x="63188" y="59718"/>
                  </a:lnTo>
                  <a:lnTo>
                    <a:pt x="62925" y="59935"/>
                  </a:lnTo>
                  <a:lnTo>
                    <a:pt x="62644" y="60152"/>
                  </a:lnTo>
                  <a:lnTo>
                    <a:pt x="62341" y="60370"/>
                  </a:lnTo>
                  <a:lnTo>
                    <a:pt x="62023" y="60587"/>
                  </a:lnTo>
                  <a:lnTo>
                    <a:pt x="61690" y="60804"/>
                  </a:lnTo>
                  <a:lnTo>
                    <a:pt x="61344" y="61021"/>
                  </a:lnTo>
                  <a:lnTo>
                    <a:pt x="60981" y="61238"/>
                  </a:lnTo>
                  <a:lnTo>
                    <a:pt x="60606" y="61455"/>
                  </a:lnTo>
                  <a:lnTo>
                    <a:pt x="60221" y="61673"/>
                  </a:lnTo>
                  <a:lnTo>
                    <a:pt x="59827" y="61890"/>
                  </a:lnTo>
                  <a:lnTo>
                    <a:pt x="59423" y="62107"/>
                  </a:lnTo>
                  <a:lnTo>
                    <a:pt x="59011" y="62324"/>
                  </a:lnTo>
                  <a:lnTo>
                    <a:pt x="58594" y="62541"/>
                  </a:lnTo>
                  <a:lnTo>
                    <a:pt x="58172" y="62758"/>
                  </a:lnTo>
                  <a:lnTo>
                    <a:pt x="57746" y="62976"/>
                  </a:lnTo>
                  <a:lnTo>
                    <a:pt x="57317" y="63193"/>
                  </a:lnTo>
                  <a:lnTo>
                    <a:pt x="56886" y="63410"/>
                  </a:lnTo>
                  <a:lnTo>
                    <a:pt x="56456" y="63627"/>
                  </a:lnTo>
                  <a:lnTo>
                    <a:pt x="56025" y="63844"/>
                  </a:lnTo>
                  <a:lnTo>
                    <a:pt x="55596" y="64061"/>
                  </a:lnTo>
                  <a:lnTo>
                    <a:pt x="55170" y="64278"/>
                  </a:lnTo>
                  <a:lnTo>
                    <a:pt x="54746" y="64496"/>
                  </a:lnTo>
                  <a:lnTo>
                    <a:pt x="54326" y="64713"/>
                  </a:lnTo>
                  <a:lnTo>
                    <a:pt x="53911" y="64930"/>
                  </a:lnTo>
                  <a:lnTo>
                    <a:pt x="53502" y="65147"/>
                  </a:lnTo>
                  <a:lnTo>
                    <a:pt x="53097" y="65364"/>
                  </a:lnTo>
                  <a:lnTo>
                    <a:pt x="52698" y="65581"/>
                  </a:lnTo>
                  <a:lnTo>
                    <a:pt x="52306" y="65799"/>
                  </a:lnTo>
                  <a:lnTo>
                    <a:pt x="51922" y="66016"/>
                  </a:lnTo>
                  <a:lnTo>
                    <a:pt x="51545" y="66233"/>
                  </a:lnTo>
                  <a:lnTo>
                    <a:pt x="51175" y="66450"/>
                  </a:lnTo>
                  <a:lnTo>
                    <a:pt x="50812" y="66667"/>
                  </a:lnTo>
                  <a:lnTo>
                    <a:pt x="50459" y="66884"/>
                  </a:lnTo>
                  <a:lnTo>
                    <a:pt x="50114" y="67102"/>
                  </a:lnTo>
                  <a:lnTo>
                    <a:pt x="49777" y="67319"/>
                  </a:lnTo>
                  <a:lnTo>
                    <a:pt x="49447" y="67536"/>
                  </a:lnTo>
                  <a:lnTo>
                    <a:pt x="49130" y="67753"/>
                  </a:lnTo>
                  <a:lnTo>
                    <a:pt x="48820" y="67970"/>
                  </a:lnTo>
                  <a:lnTo>
                    <a:pt x="48519" y="68187"/>
                  </a:lnTo>
                  <a:lnTo>
                    <a:pt x="48227" y="68404"/>
                  </a:lnTo>
                  <a:lnTo>
                    <a:pt x="47946" y="68622"/>
                  </a:lnTo>
                  <a:lnTo>
                    <a:pt x="47675" y="68839"/>
                  </a:lnTo>
                  <a:lnTo>
                    <a:pt x="47413" y="69056"/>
                  </a:lnTo>
                  <a:lnTo>
                    <a:pt x="47161" y="69273"/>
                  </a:lnTo>
                  <a:lnTo>
                    <a:pt x="46919" y="69490"/>
                  </a:lnTo>
                  <a:lnTo>
                    <a:pt x="46690" y="69707"/>
                  </a:lnTo>
                  <a:lnTo>
                    <a:pt x="46471" y="69925"/>
                  </a:lnTo>
                  <a:lnTo>
                    <a:pt x="46261" y="70142"/>
                  </a:lnTo>
                  <a:lnTo>
                    <a:pt x="46063" y="70359"/>
                  </a:lnTo>
                  <a:lnTo>
                    <a:pt x="45878" y="70576"/>
                  </a:lnTo>
                  <a:lnTo>
                    <a:pt x="45704" y="70793"/>
                  </a:lnTo>
                  <a:lnTo>
                    <a:pt x="45540" y="71010"/>
                  </a:lnTo>
                  <a:lnTo>
                    <a:pt x="45387" y="71228"/>
                  </a:lnTo>
                  <a:lnTo>
                    <a:pt x="45249" y="71445"/>
                  </a:lnTo>
                  <a:lnTo>
                    <a:pt x="45122" y="71662"/>
                  </a:lnTo>
                  <a:lnTo>
                    <a:pt x="45005" y="71879"/>
                  </a:lnTo>
                  <a:lnTo>
                    <a:pt x="44900" y="72096"/>
                  </a:lnTo>
                  <a:lnTo>
                    <a:pt x="44807" y="72313"/>
                  </a:lnTo>
                  <a:lnTo>
                    <a:pt x="44726" y="72531"/>
                  </a:lnTo>
                  <a:lnTo>
                    <a:pt x="44656" y="72748"/>
                  </a:lnTo>
                  <a:lnTo>
                    <a:pt x="44595" y="72965"/>
                  </a:lnTo>
                  <a:lnTo>
                    <a:pt x="44545" y="73182"/>
                  </a:lnTo>
                  <a:lnTo>
                    <a:pt x="44507" y="73399"/>
                  </a:lnTo>
                  <a:lnTo>
                    <a:pt x="44478" y="73616"/>
                  </a:lnTo>
                  <a:lnTo>
                    <a:pt x="44457" y="73833"/>
                  </a:lnTo>
                  <a:lnTo>
                    <a:pt x="44445" y="74051"/>
                  </a:lnTo>
                  <a:lnTo>
                    <a:pt x="44443" y="74268"/>
                  </a:lnTo>
                  <a:lnTo>
                    <a:pt x="44447" y="74485"/>
                  </a:lnTo>
                  <a:lnTo>
                    <a:pt x="44457" y="74702"/>
                  </a:lnTo>
                  <a:lnTo>
                    <a:pt x="44473" y="74919"/>
                  </a:lnTo>
                  <a:lnTo>
                    <a:pt x="44496" y="75136"/>
                  </a:lnTo>
                  <a:lnTo>
                    <a:pt x="44523" y="75354"/>
                  </a:lnTo>
                  <a:lnTo>
                    <a:pt x="44553" y="75571"/>
                  </a:lnTo>
                  <a:lnTo>
                    <a:pt x="44587" y="75788"/>
                  </a:lnTo>
                  <a:lnTo>
                    <a:pt x="44623" y="76005"/>
                  </a:lnTo>
                  <a:lnTo>
                    <a:pt x="44661" y="76222"/>
                  </a:lnTo>
                  <a:lnTo>
                    <a:pt x="44699" y="76439"/>
                  </a:lnTo>
                  <a:lnTo>
                    <a:pt x="44738" y="76657"/>
                  </a:lnTo>
                  <a:lnTo>
                    <a:pt x="44776" y="76874"/>
                  </a:lnTo>
                  <a:lnTo>
                    <a:pt x="44814" y="77091"/>
                  </a:lnTo>
                  <a:lnTo>
                    <a:pt x="44849" y="77308"/>
                  </a:lnTo>
                  <a:lnTo>
                    <a:pt x="44882" y="77525"/>
                  </a:lnTo>
                  <a:lnTo>
                    <a:pt x="44913" y="77742"/>
                  </a:lnTo>
                  <a:lnTo>
                    <a:pt x="44940" y="77959"/>
                  </a:lnTo>
                  <a:lnTo>
                    <a:pt x="44964" y="78177"/>
                  </a:lnTo>
                  <a:lnTo>
                    <a:pt x="44983" y="78394"/>
                  </a:lnTo>
                  <a:lnTo>
                    <a:pt x="44999" y="78611"/>
                  </a:lnTo>
                  <a:lnTo>
                    <a:pt x="45010" y="78828"/>
                  </a:lnTo>
                  <a:lnTo>
                    <a:pt x="45016" y="79045"/>
                  </a:lnTo>
                  <a:lnTo>
                    <a:pt x="45017" y="79262"/>
                  </a:lnTo>
                  <a:lnTo>
                    <a:pt x="45014" y="79480"/>
                  </a:lnTo>
                  <a:lnTo>
                    <a:pt x="45006" y="79697"/>
                  </a:lnTo>
                  <a:lnTo>
                    <a:pt x="44992" y="79914"/>
                  </a:lnTo>
                  <a:lnTo>
                    <a:pt x="44974" y="80131"/>
                  </a:lnTo>
                  <a:lnTo>
                    <a:pt x="44952" y="80348"/>
                  </a:lnTo>
                  <a:lnTo>
                    <a:pt x="44925" y="80565"/>
                  </a:lnTo>
                  <a:lnTo>
                    <a:pt x="44893" y="80783"/>
                  </a:lnTo>
                  <a:lnTo>
                    <a:pt x="44858" y="81000"/>
                  </a:lnTo>
                  <a:lnTo>
                    <a:pt x="44819" y="81217"/>
                  </a:lnTo>
                  <a:lnTo>
                    <a:pt x="44776" y="81434"/>
                  </a:lnTo>
                  <a:lnTo>
                    <a:pt x="44730" y="81651"/>
                  </a:lnTo>
                  <a:lnTo>
                    <a:pt x="44680" y="81868"/>
                  </a:lnTo>
                  <a:lnTo>
                    <a:pt x="44628" y="82085"/>
                  </a:lnTo>
                  <a:lnTo>
                    <a:pt x="44574" y="82303"/>
                  </a:lnTo>
                  <a:lnTo>
                    <a:pt x="44518" y="82520"/>
                  </a:lnTo>
                  <a:lnTo>
                    <a:pt x="44460" y="82737"/>
                  </a:lnTo>
                  <a:lnTo>
                    <a:pt x="44400" y="82954"/>
                  </a:lnTo>
                  <a:lnTo>
                    <a:pt x="44340" y="83171"/>
                  </a:lnTo>
                  <a:lnTo>
                    <a:pt x="44278" y="83388"/>
                  </a:lnTo>
                  <a:lnTo>
                    <a:pt x="44216" y="83606"/>
                  </a:lnTo>
                  <a:lnTo>
                    <a:pt x="44154" y="83823"/>
                  </a:lnTo>
                  <a:lnTo>
                    <a:pt x="44091" y="84040"/>
                  </a:lnTo>
                  <a:lnTo>
                    <a:pt x="44028" y="84257"/>
                  </a:lnTo>
                  <a:lnTo>
                    <a:pt x="43966" y="84474"/>
                  </a:lnTo>
                  <a:lnTo>
                    <a:pt x="43904" y="84691"/>
                  </a:lnTo>
                  <a:lnTo>
                    <a:pt x="43843" y="84909"/>
                  </a:lnTo>
                  <a:lnTo>
                    <a:pt x="43782" y="85126"/>
                  </a:lnTo>
                  <a:lnTo>
                    <a:pt x="43722" y="85343"/>
                  </a:lnTo>
                  <a:lnTo>
                    <a:pt x="43662" y="85560"/>
                  </a:lnTo>
                  <a:lnTo>
                    <a:pt x="43603" y="85777"/>
                  </a:lnTo>
                  <a:lnTo>
                    <a:pt x="43545" y="85994"/>
                  </a:lnTo>
                  <a:lnTo>
                    <a:pt x="43488" y="86212"/>
                  </a:lnTo>
                  <a:lnTo>
                    <a:pt x="43432" y="86429"/>
                  </a:lnTo>
                  <a:lnTo>
                    <a:pt x="43376" y="86646"/>
                  </a:lnTo>
                  <a:lnTo>
                    <a:pt x="43320" y="86863"/>
                  </a:lnTo>
                  <a:lnTo>
                    <a:pt x="43265" y="87080"/>
                  </a:lnTo>
                  <a:lnTo>
                    <a:pt x="43210" y="87297"/>
                  </a:lnTo>
                  <a:lnTo>
                    <a:pt x="43156" y="87514"/>
                  </a:lnTo>
                  <a:lnTo>
                    <a:pt x="43101" y="87732"/>
                  </a:lnTo>
                  <a:lnTo>
                    <a:pt x="43046" y="87949"/>
                  </a:lnTo>
                  <a:lnTo>
                    <a:pt x="42990" y="88166"/>
                  </a:lnTo>
                  <a:lnTo>
                    <a:pt x="42934" y="88383"/>
                  </a:lnTo>
                  <a:lnTo>
                    <a:pt x="42877" y="88600"/>
                  </a:lnTo>
                  <a:lnTo>
                    <a:pt x="42818" y="88817"/>
                  </a:lnTo>
                  <a:lnTo>
                    <a:pt x="42759" y="89035"/>
                  </a:lnTo>
                  <a:lnTo>
                    <a:pt x="42697" y="89252"/>
                  </a:lnTo>
                  <a:lnTo>
                    <a:pt x="42634" y="89469"/>
                  </a:lnTo>
                  <a:lnTo>
                    <a:pt x="42569" y="89686"/>
                  </a:lnTo>
                  <a:lnTo>
                    <a:pt x="42502" y="89903"/>
                  </a:lnTo>
                  <a:lnTo>
                    <a:pt x="42432" y="90120"/>
                  </a:lnTo>
                  <a:lnTo>
                    <a:pt x="42360" y="90338"/>
                  </a:lnTo>
                  <a:lnTo>
                    <a:pt x="42285" y="90555"/>
                  </a:lnTo>
                  <a:lnTo>
                    <a:pt x="42207" y="90772"/>
                  </a:lnTo>
                  <a:lnTo>
                    <a:pt x="42126" y="90989"/>
                  </a:lnTo>
                  <a:lnTo>
                    <a:pt x="42041" y="91206"/>
                  </a:lnTo>
                  <a:lnTo>
                    <a:pt x="41954" y="91423"/>
                  </a:lnTo>
                  <a:lnTo>
                    <a:pt x="41863" y="91640"/>
                  </a:lnTo>
                  <a:lnTo>
                    <a:pt x="41768" y="91858"/>
                  </a:lnTo>
                  <a:lnTo>
                    <a:pt x="41669" y="92075"/>
                  </a:lnTo>
                  <a:lnTo>
                    <a:pt x="41567" y="92292"/>
                  </a:lnTo>
                  <a:lnTo>
                    <a:pt x="41462" y="92509"/>
                  </a:lnTo>
                  <a:lnTo>
                    <a:pt x="41353" y="92726"/>
                  </a:lnTo>
                  <a:lnTo>
                    <a:pt x="41240" y="92943"/>
                  </a:lnTo>
                  <a:lnTo>
                    <a:pt x="41123" y="93161"/>
                  </a:lnTo>
                  <a:lnTo>
                    <a:pt x="41003" y="93378"/>
                  </a:lnTo>
                  <a:lnTo>
                    <a:pt x="40880" y="93595"/>
                  </a:lnTo>
                  <a:lnTo>
                    <a:pt x="40753" y="93812"/>
                  </a:lnTo>
                  <a:lnTo>
                    <a:pt x="40622" y="94029"/>
                  </a:lnTo>
                  <a:lnTo>
                    <a:pt x="40489" y="94246"/>
                  </a:lnTo>
                  <a:lnTo>
                    <a:pt x="40353" y="94464"/>
                  </a:lnTo>
                  <a:lnTo>
                    <a:pt x="40214" y="94681"/>
                  </a:lnTo>
                  <a:lnTo>
                    <a:pt x="40071" y="94898"/>
                  </a:lnTo>
                  <a:lnTo>
                    <a:pt x="39927" y="95115"/>
                  </a:lnTo>
                  <a:lnTo>
                    <a:pt x="39780" y="95332"/>
                  </a:lnTo>
                  <a:lnTo>
                    <a:pt x="39630" y="95549"/>
                  </a:lnTo>
                  <a:lnTo>
                    <a:pt x="39478" y="95766"/>
                  </a:lnTo>
                  <a:lnTo>
                    <a:pt x="39324" y="95984"/>
                  </a:lnTo>
                  <a:lnTo>
                    <a:pt x="39169" y="96201"/>
                  </a:lnTo>
                  <a:lnTo>
                    <a:pt x="39012" y="96418"/>
                  </a:lnTo>
                  <a:lnTo>
                    <a:pt x="38853" y="96635"/>
                  </a:lnTo>
                  <a:lnTo>
                    <a:pt x="38694" y="96852"/>
                  </a:lnTo>
                  <a:lnTo>
                    <a:pt x="38533" y="97069"/>
                  </a:lnTo>
                  <a:lnTo>
                    <a:pt x="38371" y="97287"/>
                  </a:lnTo>
                  <a:lnTo>
                    <a:pt x="38209" y="97504"/>
                  </a:lnTo>
                  <a:lnTo>
                    <a:pt x="38047" y="97721"/>
                  </a:lnTo>
                  <a:lnTo>
                    <a:pt x="37884" y="97938"/>
                  </a:lnTo>
                  <a:lnTo>
                    <a:pt x="37721" y="98155"/>
                  </a:lnTo>
                  <a:lnTo>
                    <a:pt x="37559" y="98372"/>
                  </a:lnTo>
                  <a:lnTo>
                    <a:pt x="37397" y="98590"/>
                  </a:lnTo>
                  <a:lnTo>
                    <a:pt x="37235" y="98807"/>
                  </a:lnTo>
                  <a:lnTo>
                    <a:pt x="37075" y="99024"/>
                  </a:lnTo>
                  <a:lnTo>
                    <a:pt x="36916" y="99241"/>
                  </a:lnTo>
                  <a:lnTo>
                    <a:pt x="36758" y="99458"/>
                  </a:lnTo>
                  <a:lnTo>
                    <a:pt x="36602" y="99675"/>
                  </a:lnTo>
                  <a:lnTo>
                    <a:pt x="36448" y="99893"/>
                  </a:lnTo>
                  <a:lnTo>
                    <a:pt x="36296" y="100110"/>
                  </a:lnTo>
                  <a:lnTo>
                    <a:pt x="36148" y="100327"/>
                  </a:lnTo>
                  <a:lnTo>
                    <a:pt x="36001" y="100544"/>
                  </a:lnTo>
                  <a:lnTo>
                    <a:pt x="35858" y="100761"/>
                  </a:lnTo>
                  <a:lnTo>
                    <a:pt x="35717" y="100978"/>
                  </a:lnTo>
                  <a:lnTo>
                    <a:pt x="35581" y="101195"/>
                  </a:lnTo>
                  <a:lnTo>
                    <a:pt x="35449" y="101413"/>
                  </a:lnTo>
                  <a:lnTo>
                    <a:pt x="35320" y="101630"/>
                  </a:lnTo>
                  <a:lnTo>
                    <a:pt x="35195" y="101847"/>
                  </a:lnTo>
                  <a:lnTo>
                    <a:pt x="35076" y="102064"/>
                  </a:lnTo>
                  <a:lnTo>
                    <a:pt x="34961" y="102281"/>
                  </a:lnTo>
                  <a:lnTo>
                    <a:pt x="34850" y="102498"/>
                  </a:lnTo>
                  <a:lnTo>
                    <a:pt x="34744" y="102716"/>
                  </a:lnTo>
                  <a:lnTo>
                    <a:pt x="34644" y="102933"/>
                  </a:lnTo>
                  <a:lnTo>
                    <a:pt x="34550" y="103150"/>
                  </a:lnTo>
                  <a:lnTo>
                    <a:pt x="34460" y="103367"/>
                  </a:lnTo>
                  <a:lnTo>
                    <a:pt x="34375" y="103584"/>
                  </a:lnTo>
                  <a:lnTo>
                    <a:pt x="34296" y="103801"/>
                  </a:lnTo>
                  <a:lnTo>
                    <a:pt x="34223" y="104019"/>
                  </a:lnTo>
                  <a:lnTo>
                    <a:pt x="34154" y="104236"/>
                  </a:lnTo>
                  <a:lnTo>
                    <a:pt x="34091" y="104453"/>
                  </a:lnTo>
                  <a:lnTo>
                    <a:pt x="34032" y="104670"/>
                  </a:lnTo>
                  <a:lnTo>
                    <a:pt x="33980" y="104887"/>
                  </a:lnTo>
                  <a:lnTo>
                    <a:pt x="33932" y="105104"/>
                  </a:lnTo>
                  <a:lnTo>
                    <a:pt x="33888" y="105321"/>
                  </a:lnTo>
                  <a:lnTo>
                    <a:pt x="33849" y="105539"/>
                  </a:lnTo>
                  <a:lnTo>
                    <a:pt x="33815" y="105756"/>
                  </a:lnTo>
                  <a:lnTo>
                    <a:pt x="33784" y="105973"/>
                  </a:lnTo>
                  <a:lnTo>
                    <a:pt x="33757" y="106190"/>
                  </a:lnTo>
                  <a:lnTo>
                    <a:pt x="33734" y="106407"/>
                  </a:lnTo>
                  <a:lnTo>
                    <a:pt x="33713" y="106624"/>
                  </a:lnTo>
                  <a:lnTo>
                    <a:pt x="33696" y="106842"/>
                  </a:lnTo>
                  <a:lnTo>
                    <a:pt x="33681" y="107059"/>
                  </a:lnTo>
                  <a:lnTo>
                    <a:pt x="33668" y="107276"/>
                  </a:lnTo>
                  <a:lnTo>
                    <a:pt x="33657" y="107493"/>
                  </a:lnTo>
                  <a:lnTo>
                    <a:pt x="33647" y="107710"/>
                  </a:lnTo>
                  <a:lnTo>
                    <a:pt x="33638" y="107927"/>
                  </a:lnTo>
                  <a:lnTo>
                    <a:pt x="33631" y="108145"/>
                  </a:lnTo>
                  <a:lnTo>
                    <a:pt x="33623" y="108362"/>
                  </a:lnTo>
                  <a:lnTo>
                    <a:pt x="33616" y="108579"/>
                  </a:lnTo>
                  <a:lnTo>
                    <a:pt x="33609" y="108796"/>
                  </a:lnTo>
                  <a:lnTo>
                    <a:pt x="33602" y="109013"/>
                  </a:lnTo>
                  <a:lnTo>
                    <a:pt x="33594" y="109230"/>
                  </a:lnTo>
                  <a:lnTo>
                    <a:pt x="33585" y="109447"/>
                  </a:lnTo>
                  <a:lnTo>
                    <a:pt x="33575" y="109665"/>
                  </a:lnTo>
                  <a:lnTo>
                    <a:pt x="33563" y="109882"/>
                  </a:lnTo>
                  <a:lnTo>
                    <a:pt x="33551" y="110099"/>
                  </a:lnTo>
                  <a:lnTo>
                    <a:pt x="33537" y="110316"/>
                  </a:lnTo>
                  <a:lnTo>
                    <a:pt x="33522" y="110533"/>
                  </a:lnTo>
                  <a:lnTo>
                    <a:pt x="33504" y="110750"/>
                  </a:lnTo>
                  <a:lnTo>
                    <a:pt x="33486" y="110968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1" name="pg31"/>
            <p:cNvSpPr/>
            <p:nvPr/>
          </p:nvSpPr>
          <p:spPr>
            <a:xfrm>
              <a:off x="4627171" y="3107080"/>
              <a:ext cx="82073" cy="75529"/>
            </a:xfrm>
            <a:custGeom>
              <a:avLst/>
              <a:gdLst/>
              <a:ahLst/>
              <a:cxnLst/>
              <a:rect l="0" t="0" r="0" b="0"/>
              <a:pathLst>
                <a:path w="82073" h="75529">
                  <a:moveTo>
                    <a:pt x="40430" y="75529"/>
                  </a:moveTo>
                  <a:lnTo>
                    <a:pt x="40418" y="75382"/>
                  </a:lnTo>
                  <a:lnTo>
                    <a:pt x="40406" y="75234"/>
                  </a:lnTo>
                  <a:lnTo>
                    <a:pt x="40395" y="75086"/>
                  </a:lnTo>
                  <a:lnTo>
                    <a:pt x="40384" y="74938"/>
                  </a:lnTo>
                  <a:lnTo>
                    <a:pt x="40373" y="74790"/>
                  </a:lnTo>
                  <a:lnTo>
                    <a:pt x="40362" y="74643"/>
                  </a:lnTo>
                  <a:lnTo>
                    <a:pt x="40352" y="74495"/>
                  </a:lnTo>
                  <a:lnTo>
                    <a:pt x="40342" y="74347"/>
                  </a:lnTo>
                  <a:lnTo>
                    <a:pt x="40332" y="74199"/>
                  </a:lnTo>
                  <a:lnTo>
                    <a:pt x="40323" y="74051"/>
                  </a:lnTo>
                  <a:lnTo>
                    <a:pt x="40313" y="73904"/>
                  </a:lnTo>
                  <a:lnTo>
                    <a:pt x="40303" y="73756"/>
                  </a:lnTo>
                  <a:lnTo>
                    <a:pt x="40293" y="73608"/>
                  </a:lnTo>
                  <a:lnTo>
                    <a:pt x="40283" y="73460"/>
                  </a:lnTo>
                  <a:lnTo>
                    <a:pt x="40273" y="73312"/>
                  </a:lnTo>
                  <a:lnTo>
                    <a:pt x="40263" y="73165"/>
                  </a:lnTo>
                  <a:lnTo>
                    <a:pt x="40252" y="73017"/>
                  </a:lnTo>
                  <a:lnTo>
                    <a:pt x="40240" y="72869"/>
                  </a:lnTo>
                  <a:lnTo>
                    <a:pt x="40229" y="72721"/>
                  </a:lnTo>
                  <a:lnTo>
                    <a:pt x="40216" y="72573"/>
                  </a:lnTo>
                  <a:lnTo>
                    <a:pt x="40203" y="72426"/>
                  </a:lnTo>
                  <a:lnTo>
                    <a:pt x="40189" y="72278"/>
                  </a:lnTo>
                  <a:lnTo>
                    <a:pt x="40174" y="72130"/>
                  </a:lnTo>
                  <a:lnTo>
                    <a:pt x="40159" y="71982"/>
                  </a:lnTo>
                  <a:lnTo>
                    <a:pt x="40142" y="71834"/>
                  </a:lnTo>
                  <a:lnTo>
                    <a:pt x="40125" y="71686"/>
                  </a:lnTo>
                  <a:lnTo>
                    <a:pt x="40106" y="71539"/>
                  </a:lnTo>
                  <a:lnTo>
                    <a:pt x="40086" y="71391"/>
                  </a:lnTo>
                  <a:lnTo>
                    <a:pt x="40065" y="71243"/>
                  </a:lnTo>
                  <a:lnTo>
                    <a:pt x="40043" y="71095"/>
                  </a:lnTo>
                  <a:lnTo>
                    <a:pt x="40019" y="70947"/>
                  </a:lnTo>
                  <a:lnTo>
                    <a:pt x="39994" y="70800"/>
                  </a:lnTo>
                  <a:lnTo>
                    <a:pt x="39968" y="70652"/>
                  </a:lnTo>
                  <a:lnTo>
                    <a:pt x="39939" y="70504"/>
                  </a:lnTo>
                  <a:lnTo>
                    <a:pt x="39910" y="70356"/>
                  </a:lnTo>
                  <a:lnTo>
                    <a:pt x="39879" y="70208"/>
                  </a:lnTo>
                  <a:lnTo>
                    <a:pt x="39846" y="70061"/>
                  </a:lnTo>
                  <a:lnTo>
                    <a:pt x="39812" y="69913"/>
                  </a:lnTo>
                  <a:lnTo>
                    <a:pt x="39776" y="69765"/>
                  </a:lnTo>
                  <a:lnTo>
                    <a:pt x="39738" y="69617"/>
                  </a:lnTo>
                  <a:lnTo>
                    <a:pt x="39700" y="69469"/>
                  </a:lnTo>
                  <a:lnTo>
                    <a:pt x="39658" y="69322"/>
                  </a:lnTo>
                  <a:lnTo>
                    <a:pt x="39616" y="69174"/>
                  </a:lnTo>
                  <a:lnTo>
                    <a:pt x="39572" y="69026"/>
                  </a:lnTo>
                  <a:lnTo>
                    <a:pt x="39526" y="68878"/>
                  </a:lnTo>
                  <a:lnTo>
                    <a:pt x="39479" y="68730"/>
                  </a:lnTo>
                  <a:lnTo>
                    <a:pt x="39429" y="68583"/>
                  </a:lnTo>
                  <a:lnTo>
                    <a:pt x="39379" y="68435"/>
                  </a:lnTo>
                  <a:lnTo>
                    <a:pt x="39327" y="68287"/>
                  </a:lnTo>
                  <a:lnTo>
                    <a:pt x="39273" y="68139"/>
                  </a:lnTo>
                  <a:lnTo>
                    <a:pt x="39218" y="67991"/>
                  </a:lnTo>
                  <a:lnTo>
                    <a:pt x="39161" y="67843"/>
                  </a:lnTo>
                  <a:lnTo>
                    <a:pt x="39104" y="67696"/>
                  </a:lnTo>
                  <a:lnTo>
                    <a:pt x="39044" y="67548"/>
                  </a:lnTo>
                  <a:lnTo>
                    <a:pt x="38984" y="67400"/>
                  </a:lnTo>
                  <a:lnTo>
                    <a:pt x="38922" y="67252"/>
                  </a:lnTo>
                  <a:lnTo>
                    <a:pt x="38860" y="67104"/>
                  </a:lnTo>
                  <a:lnTo>
                    <a:pt x="38795" y="66957"/>
                  </a:lnTo>
                  <a:lnTo>
                    <a:pt x="38731" y="66809"/>
                  </a:lnTo>
                  <a:lnTo>
                    <a:pt x="38665" y="66661"/>
                  </a:lnTo>
                  <a:lnTo>
                    <a:pt x="38598" y="66513"/>
                  </a:lnTo>
                  <a:lnTo>
                    <a:pt x="38531" y="66365"/>
                  </a:lnTo>
                  <a:lnTo>
                    <a:pt x="38462" y="66218"/>
                  </a:lnTo>
                  <a:lnTo>
                    <a:pt x="38393" y="66070"/>
                  </a:lnTo>
                  <a:lnTo>
                    <a:pt x="38324" y="65922"/>
                  </a:lnTo>
                  <a:lnTo>
                    <a:pt x="38254" y="65774"/>
                  </a:lnTo>
                  <a:lnTo>
                    <a:pt x="38183" y="65626"/>
                  </a:lnTo>
                  <a:lnTo>
                    <a:pt x="38112" y="65479"/>
                  </a:lnTo>
                  <a:lnTo>
                    <a:pt x="38040" y="65331"/>
                  </a:lnTo>
                  <a:lnTo>
                    <a:pt x="37968" y="65183"/>
                  </a:lnTo>
                  <a:lnTo>
                    <a:pt x="37896" y="65035"/>
                  </a:lnTo>
                  <a:lnTo>
                    <a:pt x="37823" y="64887"/>
                  </a:lnTo>
                  <a:lnTo>
                    <a:pt x="37750" y="64739"/>
                  </a:lnTo>
                  <a:lnTo>
                    <a:pt x="37676" y="64592"/>
                  </a:lnTo>
                  <a:lnTo>
                    <a:pt x="37602" y="64444"/>
                  </a:lnTo>
                  <a:lnTo>
                    <a:pt x="37528" y="64296"/>
                  </a:lnTo>
                  <a:lnTo>
                    <a:pt x="37454" y="64148"/>
                  </a:lnTo>
                  <a:lnTo>
                    <a:pt x="37379" y="64000"/>
                  </a:lnTo>
                  <a:lnTo>
                    <a:pt x="37303" y="63853"/>
                  </a:lnTo>
                  <a:lnTo>
                    <a:pt x="37228" y="63705"/>
                  </a:lnTo>
                  <a:lnTo>
                    <a:pt x="37151" y="63557"/>
                  </a:lnTo>
                  <a:lnTo>
                    <a:pt x="37074" y="63409"/>
                  </a:lnTo>
                  <a:lnTo>
                    <a:pt x="36997" y="63261"/>
                  </a:lnTo>
                  <a:lnTo>
                    <a:pt x="36919" y="63114"/>
                  </a:lnTo>
                  <a:lnTo>
                    <a:pt x="36840" y="62966"/>
                  </a:lnTo>
                  <a:lnTo>
                    <a:pt x="36761" y="62818"/>
                  </a:lnTo>
                  <a:lnTo>
                    <a:pt x="36681" y="62670"/>
                  </a:lnTo>
                  <a:lnTo>
                    <a:pt x="36600" y="62522"/>
                  </a:lnTo>
                  <a:lnTo>
                    <a:pt x="36518" y="62375"/>
                  </a:lnTo>
                  <a:lnTo>
                    <a:pt x="36435" y="62227"/>
                  </a:lnTo>
                  <a:lnTo>
                    <a:pt x="36351" y="62079"/>
                  </a:lnTo>
                  <a:lnTo>
                    <a:pt x="36266" y="61931"/>
                  </a:lnTo>
                  <a:lnTo>
                    <a:pt x="36180" y="61783"/>
                  </a:lnTo>
                  <a:lnTo>
                    <a:pt x="36093" y="61636"/>
                  </a:lnTo>
                  <a:lnTo>
                    <a:pt x="36004" y="61488"/>
                  </a:lnTo>
                  <a:lnTo>
                    <a:pt x="35915" y="61340"/>
                  </a:lnTo>
                  <a:lnTo>
                    <a:pt x="35824" y="61192"/>
                  </a:lnTo>
                  <a:lnTo>
                    <a:pt x="35731" y="61044"/>
                  </a:lnTo>
                  <a:lnTo>
                    <a:pt x="35637" y="60896"/>
                  </a:lnTo>
                  <a:lnTo>
                    <a:pt x="35542" y="60749"/>
                  </a:lnTo>
                  <a:lnTo>
                    <a:pt x="35446" y="60601"/>
                  </a:lnTo>
                  <a:lnTo>
                    <a:pt x="35348" y="60453"/>
                  </a:lnTo>
                  <a:lnTo>
                    <a:pt x="35248" y="60305"/>
                  </a:lnTo>
                  <a:lnTo>
                    <a:pt x="35148" y="60157"/>
                  </a:lnTo>
                  <a:lnTo>
                    <a:pt x="35046" y="60010"/>
                  </a:lnTo>
                  <a:lnTo>
                    <a:pt x="34942" y="59862"/>
                  </a:lnTo>
                  <a:lnTo>
                    <a:pt x="34837" y="59714"/>
                  </a:lnTo>
                  <a:lnTo>
                    <a:pt x="34731" y="59566"/>
                  </a:lnTo>
                  <a:lnTo>
                    <a:pt x="34624" y="59418"/>
                  </a:lnTo>
                  <a:lnTo>
                    <a:pt x="34516" y="59271"/>
                  </a:lnTo>
                  <a:lnTo>
                    <a:pt x="34406" y="59123"/>
                  </a:lnTo>
                  <a:lnTo>
                    <a:pt x="34296" y="58975"/>
                  </a:lnTo>
                  <a:lnTo>
                    <a:pt x="34185" y="58827"/>
                  </a:lnTo>
                  <a:lnTo>
                    <a:pt x="34073" y="58679"/>
                  </a:lnTo>
                  <a:lnTo>
                    <a:pt x="33960" y="58532"/>
                  </a:lnTo>
                  <a:lnTo>
                    <a:pt x="33847" y="58384"/>
                  </a:lnTo>
                  <a:lnTo>
                    <a:pt x="33734" y="58236"/>
                  </a:lnTo>
                  <a:lnTo>
                    <a:pt x="33620" y="58088"/>
                  </a:lnTo>
                  <a:lnTo>
                    <a:pt x="33507" y="57940"/>
                  </a:lnTo>
                  <a:lnTo>
                    <a:pt x="33393" y="57793"/>
                  </a:lnTo>
                  <a:lnTo>
                    <a:pt x="33280" y="57645"/>
                  </a:lnTo>
                  <a:lnTo>
                    <a:pt x="33167" y="57497"/>
                  </a:lnTo>
                  <a:lnTo>
                    <a:pt x="33054" y="57349"/>
                  </a:lnTo>
                  <a:lnTo>
                    <a:pt x="32943" y="57201"/>
                  </a:lnTo>
                  <a:lnTo>
                    <a:pt x="32832" y="57053"/>
                  </a:lnTo>
                  <a:lnTo>
                    <a:pt x="32722" y="56906"/>
                  </a:lnTo>
                  <a:lnTo>
                    <a:pt x="32613" y="56758"/>
                  </a:lnTo>
                  <a:lnTo>
                    <a:pt x="32505" y="56610"/>
                  </a:lnTo>
                  <a:lnTo>
                    <a:pt x="32398" y="56462"/>
                  </a:lnTo>
                  <a:lnTo>
                    <a:pt x="32293" y="56314"/>
                  </a:lnTo>
                  <a:lnTo>
                    <a:pt x="32189" y="56167"/>
                  </a:lnTo>
                  <a:lnTo>
                    <a:pt x="32087" y="56019"/>
                  </a:lnTo>
                  <a:lnTo>
                    <a:pt x="31986" y="55871"/>
                  </a:lnTo>
                  <a:lnTo>
                    <a:pt x="31887" y="55723"/>
                  </a:lnTo>
                  <a:lnTo>
                    <a:pt x="31789" y="55575"/>
                  </a:lnTo>
                  <a:lnTo>
                    <a:pt x="31692" y="55428"/>
                  </a:lnTo>
                  <a:lnTo>
                    <a:pt x="31598" y="55280"/>
                  </a:lnTo>
                  <a:lnTo>
                    <a:pt x="31504" y="55132"/>
                  </a:lnTo>
                  <a:lnTo>
                    <a:pt x="31412" y="54984"/>
                  </a:lnTo>
                  <a:lnTo>
                    <a:pt x="31320" y="54836"/>
                  </a:lnTo>
                  <a:lnTo>
                    <a:pt x="31230" y="54689"/>
                  </a:lnTo>
                  <a:lnTo>
                    <a:pt x="31140" y="54541"/>
                  </a:lnTo>
                  <a:lnTo>
                    <a:pt x="31051" y="54393"/>
                  </a:lnTo>
                  <a:lnTo>
                    <a:pt x="30963" y="54245"/>
                  </a:lnTo>
                  <a:lnTo>
                    <a:pt x="30874" y="54097"/>
                  </a:lnTo>
                  <a:lnTo>
                    <a:pt x="30785" y="53949"/>
                  </a:lnTo>
                  <a:lnTo>
                    <a:pt x="30696" y="53802"/>
                  </a:lnTo>
                  <a:lnTo>
                    <a:pt x="30606" y="53654"/>
                  </a:lnTo>
                  <a:lnTo>
                    <a:pt x="30515" y="53506"/>
                  </a:lnTo>
                  <a:lnTo>
                    <a:pt x="30423" y="53358"/>
                  </a:lnTo>
                  <a:lnTo>
                    <a:pt x="30329" y="53210"/>
                  </a:lnTo>
                  <a:lnTo>
                    <a:pt x="30233" y="53063"/>
                  </a:lnTo>
                  <a:lnTo>
                    <a:pt x="30135" y="52915"/>
                  </a:lnTo>
                  <a:lnTo>
                    <a:pt x="30035" y="52767"/>
                  </a:lnTo>
                  <a:lnTo>
                    <a:pt x="29932" y="52619"/>
                  </a:lnTo>
                  <a:lnTo>
                    <a:pt x="29826" y="52471"/>
                  </a:lnTo>
                  <a:lnTo>
                    <a:pt x="29716" y="52324"/>
                  </a:lnTo>
                  <a:lnTo>
                    <a:pt x="29603" y="52176"/>
                  </a:lnTo>
                  <a:lnTo>
                    <a:pt x="29487" y="52028"/>
                  </a:lnTo>
                  <a:lnTo>
                    <a:pt x="29367" y="51880"/>
                  </a:lnTo>
                  <a:lnTo>
                    <a:pt x="29243" y="51732"/>
                  </a:lnTo>
                  <a:lnTo>
                    <a:pt x="29115" y="51585"/>
                  </a:lnTo>
                  <a:lnTo>
                    <a:pt x="28982" y="51437"/>
                  </a:lnTo>
                  <a:lnTo>
                    <a:pt x="28847" y="51289"/>
                  </a:lnTo>
                  <a:lnTo>
                    <a:pt x="28706" y="51141"/>
                  </a:lnTo>
                  <a:lnTo>
                    <a:pt x="28561" y="50993"/>
                  </a:lnTo>
                  <a:lnTo>
                    <a:pt x="28412" y="50846"/>
                  </a:lnTo>
                  <a:lnTo>
                    <a:pt x="28260" y="50698"/>
                  </a:lnTo>
                  <a:lnTo>
                    <a:pt x="28103" y="50550"/>
                  </a:lnTo>
                  <a:lnTo>
                    <a:pt x="27942" y="50402"/>
                  </a:lnTo>
                  <a:lnTo>
                    <a:pt x="27779" y="50254"/>
                  </a:lnTo>
                  <a:lnTo>
                    <a:pt x="27612" y="50106"/>
                  </a:lnTo>
                  <a:lnTo>
                    <a:pt x="27441" y="49959"/>
                  </a:lnTo>
                  <a:lnTo>
                    <a:pt x="27268" y="49811"/>
                  </a:lnTo>
                  <a:lnTo>
                    <a:pt x="27092" y="49663"/>
                  </a:lnTo>
                  <a:lnTo>
                    <a:pt x="26915" y="49515"/>
                  </a:lnTo>
                  <a:lnTo>
                    <a:pt x="26734" y="49367"/>
                  </a:lnTo>
                  <a:lnTo>
                    <a:pt x="26553" y="49220"/>
                  </a:lnTo>
                  <a:lnTo>
                    <a:pt x="26370" y="49072"/>
                  </a:lnTo>
                  <a:lnTo>
                    <a:pt x="26186" y="48924"/>
                  </a:lnTo>
                  <a:lnTo>
                    <a:pt x="26001" y="48776"/>
                  </a:lnTo>
                  <a:lnTo>
                    <a:pt x="25815" y="48628"/>
                  </a:lnTo>
                  <a:lnTo>
                    <a:pt x="25630" y="48481"/>
                  </a:lnTo>
                  <a:lnTo>
                    <a:pt x="25445" y="48333"/>
                  </a:lnTo>
                  <a:lnTo>
                    <a:pt x="25260" y="48185"/>
                  </a:lnTo>
                  <a:lnTo>
                    <a:pt x="25075" y="48037"/>
                  </a:lnTo>
                  <a:lnTo>
                    <a:pt x="24892" y="47889"/>
                  </a:lnTo>
                  <a:lnTo>
                    <a:pt x="24709" y="47742"/>
                  </a:lnTo>
                  <a:lnTo>
                    <a:pt x="24528" y="47594"/>
                  </a:lnTo>
                  <a:lnTo>
                    <a:pt x="24348" y="47446"/>
                  </a:lnTo>
                  <a:lnTo>
                    <a:pt x="24170" y="47298"/>
                  </a:lnTo>
                  <a:lnTo>
                    <a:pt x="23993" y="47150"/>
                  </a:lnTo>
                  <a:lnTo>
                    <a:pt x="23818" y="47003"/>
                  </a:lnTo>
                  <a:lnTo>
                    <a:pt x="23645" y="46855"/>
                  </a:lnTo>
                  <a:lnTo>
                    <a:pt x="23474" y="46707"/>
                  </a:lnTo>
                  <a:lnTo>
                    <a:pt x="23304" y="46559"/>
                  </a:lnTo>
                  <a:lnTo>
                    <a:pt x="23136" y="46411"/>
                  </a:lnTo>
                  <a:lnTo>
                    <a:pt x="22970" y="46263"/>
                  </a:lnTo>
                  <a:lnTo>
                    <a:pt x="22805" y="46116"/>
                  </a:lnTo>
                  <a:lnTo>
                    <a:pt x="22642" y="45968"/>
                  </a:lnTo>
                  <a:lnTo>
                    <a:pt x="22481" y="45820"/>
                  </a:lnTo>
                  <a:lnTo>
                    <a:pt x="22321" y="45672"/>
                  </a:lnTo>
                  <a:lnTo>
                    <a:pt x="22162" y="45524"/>
                  </a:lnTo>
                  <a:lnTo>
                    <a:pt x="22004" y="45377"/>
                  </a:lnTo>
                  <a:lnTo>
                    <a:pt x="21848" y="45229"/>
                  </a:lnTo>
                  <a:lnTo>
                    <a:pt x="21692" y="45081"/>
                  </a:lnTo>
                  <a:lnTo>
                    <a:pt x="21538" y="44933"/>
                  </a:lnTo>
                  <a:lnTo>
                    <a:pt x="21383" y="44785"/>
                  </a:lnTo>
                  <a:lnTo>
                    <a:pt x="21230" y="44638"/>
                  </a:lnTo>
                  <a:lnTo>
                    <a:pt x="21077" y="44490"/>
                  </a:lnTo>
                  <a:lnTo>
                    <a:pt x="20924" y="44342"/>
                  </a:lnTo>
                  <a:lnTo>
                    <a:pt x="20771" y="44194"/>
                  </a:lnTo>
                  <a:lnTo>
                    <a:pt x="20619" y="44046"/>
                  </a:lnTo>
                  <a:lnTo>
                    <a:pt x="20466" y="43899"/>
                  </a:lnTo>
                  <a:lnTo>
                    <a:pt x="20314" y="43751"/>
                  </a:lnTo>
                  <a:lnTo>
                    <a:pt x="20161" y="43603"/>
                  </a:lnTo>
                  <a:lnTo>
                    <a:pt x="20008" y="43455"/>
                  </a:lnTo>
                  <a:lnTo>
                    <a:pt x="19855" y="43307"/>
                  </a:lnTo>
                  <a:lnTo>
                    <a:pt x="19702" y="43159"/>
                  </a:lnTo>
                  <a:lnTo>
                    <a:pt x="19548" y="43012"/>
                  </a:lnTo>
                  <a:lnTo>
                    <a:pt x="19394" y="42864"/>
                  </a:lnTo>
                  <a:lnTo>
                    <a:pt x="19239" y="42716"/>
                  </a:lnTo>
                  <a:lnTo>
                    <a:pt x="19084" y="42568"/>
                  </a:lnTo>
                  <a:lnTo>
                    <a:pt x="18929" y="42420"/>
                  </a:lnTo>
                  <a:lnTo>
                    <a:pt x="18773" y="42273"/>
                  </a:lnTo>
                  <a:lnTo>
                    <a:pt x="18617" y="42125"/>
                  </a:lnTo>
                  <a:lnTo>
                    <a:pt x="18460" y="41977"/>
                  </a:lnTo>
                  <a:lnTo>
                    <a:pt x="18302" y="41829"/>
                  </a:lnTo>
                  <a:lnTo>
                    <a:pt x="18144" y="41681"/>
                  </a:lnTo>
                  <a:lnTo>
                    <a:pt x="17985" y="41534"/>
                  </a:lnTo>
                  <a:lnTo>
                    <a:pt x="17825" y="41386"/>
                  </a:lnTo>
                  <a:lnTo>
                    <a:pt x="17664" y="41238"/>
                  </a:lnTo>
                  <a:lnTo>
                    <a:pt x="17502" y="41090"/>
                  </a:lnTo>
                  <a:lnTo>
                    <a:pt x="17338" y="40942"/>
                  </a:lnTo>
                  <a:lnTo>
                    <a:pt x="17173" y="40795"/>
                  </a:lnTo>
                  <a:lnTo>
                    <a:pt x="17007" y="40647"/>
                  </a:lnTo>
                  <a:lnTo>
                    <a:pt x="16838" y="40499"/>
                  </a:lnTo>
                  <a:lnTo>
                    <a:pt x="16667" y="40351"/>
                  </a:lnTo>
                  <a:lnTo>
                    <a:pt x="16494" y="40203"/>
                  </a:lnTo>
                  <a:lnTo>
                    <a:pt x="16319" y="40056"/>
                  </a:lnTo>
                  <a:lnTo>
                    <a:pt x="16140" y="39908"/>
                  </a:lnTo>
                  <a:lnTo>
                    <a:pt x="15958" y="39760"/>
                  </a:lnTo>
                  <a:lnTo>
                    <a:pt x="15773" y="39612"/>
                  </a:lnTo>
                  <a:lnTo>
                    <a:pt x="15585" y="39464"/>
                  </a:lnTo>
                  <a:lnTo>
                    <a:pt x="15391" y="39316"/>
                  </a:lnTo>
                  <a:lnTo>
                    <a:pt x="15194" y="39169"/>
                  </a:lnTo>
                  <a:lnTo>
                    <a:pt x="14992" y="39021"/>
                  </a:lnTo>
                  <a:lnTo>
                    <a:pt x="14786" y="38873"/>
                  </a:lnTo>
                  <a:lnTo>
                    <a:pt x="14573" y="38725"/>
                  </a:lnTo>
                  <a:lnTo>
                    <a:pt x="14355" y="38577"/>
                  </a:lnTo>
                  <a:lnTo>
                    <a:pt x="14132" y="38430"/>
                  </a:lnTo>
                  <a:lnTo>
                    <a:pt x="13903" y="38282"/>
                  </a:lnTo>
                  <a:lnTo>
                    <a:pt x="13666" y="38134"/>
                  </a:lnTo>
                  <a:lnTo>
                    <a:pt x="13424" y="37986"/>
                  </a:lnTo>
                  <a:lnTo>
                    <a:pt x="13176" y="37838"/>
                  </a:lnTo>
                  <a:lnTo>
                    <a:pt x="12921" y="37691"/>
                  </a:lnTo>
                  <a:lnTo>
                    <a:pt x="12658" y="37543"/>
                  </a:lnTo>
                  <a:lnTo>
                    <a:pt x="12390" y="37395"/>
                  </a:lnTo>
                  <a:lnTo>
                    <a:pt x="12115" y="37247"/>
                  </a:lnTo>
                  <a:lnTo>
                    <a:pt x="11832" y="37099"/>
                  </a:lnTo>
                  <a:lnTo>
                    <a:pt x="11542" y="36952"/>
                  </a:lnTo>
                  <a:lnTo>
                    <a:pt x="11247" y="36804"/>
                  </a:lnTo>
                  <a:lnTo>
                    <a:pt x="10945" y="36656"/>
                  </a:lnTo>
                  <a:lnTo>
                    <a:pt x="10637" y="36508"/>
                  </a:lnTo>
                  <a:lnTo>
                    <a:pt x="10322" y="36360"/>
                  </a:lnTo>
                  <a:lnTo>
                    <a:pt x="10003" y="36213"/>
                  </a:lnTo>
                  <a:lnTo>
                    <a:pt x="9678" y="36065"/>
                  </a:lnTo>
                  <a:lnTo>
                    <a:pt x="9349" y="35917"/>
                  </a:lnTo>
                  <a:lnTo>
                    <a:pt x="9014" y="35769"/>
                  </a:lnTo>
                  <a:lnTo>
                    <a:pt x="8676" y="35621"/>
                  </a:lnTo>
                  <a:lnTo>
                    <a:pt x="8335" y="35473"/>
                  </a:lnTo>
                  <a:lnTo>
                    <a:pt x="7991" y="35326"/>
                  </a:lnTo>
                  <a:lnTo>
                    <a:pt x="7644" y="35178"/>
                  </a:lnTo>
                  <a:lnTo>
                    <a:pt x="7297" y="35030"/>
                  </a:lnTo>
                  <a:lnTo>
                    <a:pt x="6948" y="34882"/>
                  </a:lnTo>
                  <a:lnTo>
                    <a:pt x="6599" y="34734"/>
                  </a:lnTo>
                  <a:lnTo>
                    <a:pt x="6251" y="34587"/>
                  </a:lnTo>
                  <a:lnTo>
                    <a:pt x="5904" y="34439"/>
                  </a:lnTo>
                  <a:lnTo>
                    <a:pt x="5559" y="34291"/>
                  </a:lnTo>
                  <a:lnTo>
                    <a:pt x="5218" y="34143"/>
                  </a:lnTo>
                  <a:lnTo>
                    <a:pt x="4881" y="33995"/>
                  </a:lnTo>
                  <a:lnTo>
                    <a:pt x="4548" y="33848"/>
                  </a:lnTo>
                  <a:lnTo>
                    <a:pt x="4219" y="33700"/>
                  </a:lnTo>
                  <a:lnTo>
                    <a:pt x="3899" y="33552"/>
                  </a:lnTo>
                  <a:lnTo>
                    <a:pt x="3585" y="33404"/>
                  </a:lnTo>
                  <a:lnTo>
                    <a:pt x="3280" y="33256"/>
                  </a:lnTo>
                  <a:lnTo>
                    <a:pt x="2982" y="33109"/>
                  </a:lnTo>
                  <a:lnTo>
                    <a:pt x="2696" y="32961"/>
                  </a:lnTo>
                  <a:lnTo>
                    <a:pt x="2420" y="32813"/>
                  </a:lnTo>
                  <a:lnTo>
                    <a:pt x="2155" y="32665"/>
                  </a:lnTo>
                  <a:lnTo>
                    <a:pt x="1901" y="32517"/>
                  </a:lnTo>
                  <a:lnTo>
                    <a:pt x="1663" y="32369"/>
                  </a:lnTo>
                  <a:lnTo>
                    <a:pt x="1439" y="32222"/>
                  </a:lnTo>
                  <a:lnTo>
                    <a:pt x="1227" y="32074"/>
                  </a:lnTo>
                  <a:lnTo>
                    <a:pt x="1029" y="31926"/>
                  </a:lnTo>
                  <a:lnTo>
                    <a:pt x="850" y="31778"/>
                  </a:lnTo>
                  <a:lnTo>
                    <a:pt x="688" y="31630"/>
                  </a:lnTo>
                  <a:lnTo>
                    <a:pt x="540" y="31483"/>
                  </a:lnTo>
                  <a:lnTo>
                    <a:pt x="407" y="31335"/>
                  </a:lnTo>
                  <a:lnTo>
                    <a:pt x="297" y="31187"/>
                  </a:lnTo>
                  <a:lnTo>
                    <a:pt x="203" y="31039"/>
                  </a:lnTo>
                  <a:lnTo>
                    <a:pt x="126" y="30891"/>
                  </a:lnTo>
                  <a:lnTo>
                    <a:pt x="64" y="30744"/>
                  </a:lnTo>
                  <a:lnTo>
                    <a:pt x="26" y="30596"/>
                  </a:lnTo>
                  <a:lnTo>
                    <a:pt x="5" y="30448"/>
                  </a:lnTo>
                  <a:lnTo>
                    <a:pt x="0" y="30300"/>
                  </a:lnTo>
                  <a:lnTo>
                    <a:pt x="10" y="30152"/>
                  </a:lnTo>
                  <a:lnTo>
                    <a:pt x="43" y="30005"/>
                  </a:lnTo>
                  <a:lnTo>
                    <a:pt x="155" y="29709"/>
                  </a:lnTo>
                  <a:lnTo>
                    <a:pt x="232" y="29561"/>
                  </a:lnTo>
                  <a:lnTo>
                    <a:pt x="330" y="29413"/>
                  </a:lnTo>
                  <a:lnTo>
                    <a:pt x="440" y="29266"/>
                  </a:lnTo>
                  <a:lnTo>
                    <a:pt x="563" y="29118"/>
                  </a:lnTo>
                  <a:lnTo>
                    <a:pt x="697" y="28970"/>
                  </a:lnTo>
                  <a:lnTo>
                    <a:pt x="847" y="28822"/>
                  </a:lnTo>
                  <a:lnTo>
                    <a:pt x="1007" y="28674"/>
                  </a:lnTo>
                  <a:lnTo>
                    <a:pt x="1175" y="28526"/>
                  </a:lnTo>
                  <a:lnTo>
                    <a:pt x="1351" y="28379"/>
                  </a:lnTo>
                  <a:lnTo>
                    <a:pt x="1538" y="28231"/>
                  </a:lnTo>
                  <a:lnTo>
                    <a:pt x="1730" y="28083"/>
                  </a:lnTo>
                  <a:lnTo>
                    <a:pt x="1926" y="27935"/>
                  </a:lnTo>
                  <a:lnTo>
                    <a:pt x="2127" y="27787"/>
                  </a:lnTo>
                  <a:lnTo>
                    <a:pt x="2331" y="27640"/>
                  </a:lnTo>
                  <a:lnTo>
                    <a:pt x="2537" y="27492"/>
                  </a:lnTo>
                  <a:lnTo>
                    <a:pt x="2743" y="27344"/>
                  </a:lnTo>
                  <a:lnTo>
                    <a:pt x="2949" y="27196"/>
                  </a:lnTo>
                  <a:lnTo>
                    <a:pt x="3153" y="27048"/>
                  </a:lnTo>
                  <a:lnTo>
                    <a:pt x="3354" y="26901"/>
                  </a:lnTo>
                  <a:lnTo>
                    <a:pt x="3552" y="26753"/>
                  </a:lnTo>
                  <a:lnTo>
                    <a:pt x="3746" y="26605"/>
                  </a:lnTo>
                  <a:lnTo>
                    <a:pt x="3933" y="26457"/>
                  </a:lnTo>
                  <a:lnTo>
                    <a:pt x="4114" y="26309"/>
                  </a:lnTo>
                  <a:lnTo>
                    <a:pt x="4289" y="26162"/>
                  </a:lnTo>
                  <a:lnTo>
                    <a:pt x="4457" y="26014"/>
                  </a:lnTo>
                  <a:lnTo>
                    <a:pt x="4614" y="25866"/>
                  </a:lnTo>
                  <a:lnTo>
                    <a:pt x="4764" y="25718"/>
                  </a:lnTo>
                  <a:lnTo>
                    <a:pt x="4906" y="25570"/>
                  </a:lnTo>
                  <a:lnTo>
                    <a:pt x="5039" y="25423"/>
                  </a:lnTo>
                  <a:lnTo>
                    <a:pt x="5160" y="25275"/>
                  </a:lnTo>
                  <a:lnTo>
                    <a:pt x="5273" y="25127"/>
                  </a:lnTo>
                  <a:lnTo>
                    <a:pt x="5377" y="24979"/>
                  </a:lnTo>
                  <a:lnTo>
                    <a:pt x="5473" y="24831"/>
                  </a:lnTo>
                  <a:lnTo>
                    <a:pt x="5557" y="24683"/>
                  </a:lnTo>
                  <a:lnTo>
                    <a:pt x="5633" y="24536"/>
                  </a:lnTo>
                  <a:lnTo>
                    <a:pt x="5702" y="24388"/>
                  </a:lnTo>
                  <a:lnTo>
                    <a:pt x="5763" y="24240"/>
                  </a:lnTo>
                  <a:lnTo>
                    <a:pt x="5815" y="24092"/>
                  </a:lnTo>
                  <a:lnTo>
                    <a:pt x="5861" y="23944"/>
                  </a:lnTo>
                  <a:lnTo>
                    <a:pt x="5901" y="23797"/>
                  </a:lnTo>
                  <a:lnTo>
                    <a:pt x="5936" y="23649"/>
                  </a:lnTo>
                  <a:lnTo>
                    <a:pt x="5966" y="23501"/>
                  </a:lnTo>
                  <a:lnTo>
                    <a:pt x="5993" y="23353"/>
                  </a:lnTo>
                  <a:lnTo>
                    <a:pt x="6017" y="23205"/>
                  </a:lnTo>
                  <a:lnTo>
                    <a:pt x="6039" y="23058"/>
                  </a:lnTo>
                  <a:lnTo>
                    <a:pt x="6061" y="22910"/>
                  </a:lnTo>
                  <a:lnTo>
                    <a:pt x="6082" y="22762"/>
                  </a:lnTo>
                  <a:lnTo>
                    <a:pt x="6105" y="22614"/>
                  </a:lnTo>
                  <a:lnTo>
                    <a:pt x="6130" y="22466"/>
                  </a:lnTo>
                  <a:lnTo>
                    <a:pt x="6159" y="22319"/>
                  </a:lnTo>
                  <a:lnTo>
                    <a:pt x="6192" y="22171"/>
                  </a:lnTo>
                  <a:lnTo>
                    <a:pt x="6230" y="22023"/>
                  </a:lnTo>
                  <a:lnTo>
                    <a:pt x="6274" y="21875"/>
                  </a:lnTo>
                  <a:lnTo>
                    <a:pt x="6327" y="21727"/>
                  </a:lnTo>
                  <a:lnTo>
                    <a:pt x="6387" y="21579"/>
                  </a:lnTo>
                  <a:lnTo>
                    <a:pt x="6455" y="21432"/>
                  </a:lnTo>
                  <a:lnTo>
                    <a:pt x="6534" y="21284"/>
                  </a:lnTo>
                  <a:lnTo>
                    <a:pt x="6625" y="21136"/>
                  </a:lnTo>
                  <a:lnTo>
                    <a:pt x="6727" y="20988"/>
                  </a:lnTo>
                  <a:lnTo>
                    <a:pt x="6839" y="20840"/>
                  </a:lnTo>
                  <a:lnTo>
                    <a:pt x="6965" y="20693"/>
                  </a:lnTo>
                  <a:lnTo>
                    <a:pt x="7260" y="20397"/>
                  </a:lnTo>
                  <a:lnTo>
                    <a:pt x="7426" y="20249"/>
                  </a:lnTo>
                  <a:lnTo>
                    <a:pt x="7608" y="20101"/>
                  </a:lnTo>
                  <a:lnTo>
                    <a:pt x="7807" y="19954"/>
                  </a:lnTo>
                  <a:lnTo>
                    <a:pt x="8019" y="19806"/>
                  </a:lnTo>
                  <a:lnTo>
                    <a:pt x="8244" y="19658"/>
                  </a:lnTo>
                  <a:lnTo>
                    <a:pt x="8485" y="19510"/>
                  </a:lnTo>
                  <a:lnTo>
                    <a:pt x="8743" y="19362"/>
                  </a:lnTo>
                  <a:lnTo>
                    <a:pt x="9015" y="19215"/>
                  </a:lnTo>
                  <a:lnTo>
                    <a:pt x="9299" y="19067"/>
                  </a:lnTo>
                  <a:lnTo>
                    <a:pt x="9598" y="18919"/>
                  </a:lnTo>
                  <a:lnTo>
                    <a:pt x="9913" y="18771"/>
                  </a:lnTo>
                  <a:lnTo>
                    <a:pt x="10239" y="18623"/>
                  </a:lnTo>
                  <a:lnTo>
                    <a:pt x="10577" y="18476"/>
                  </a:lnTo>
                  <a:lnTo>
                    <a:pt x="10927" y="18328"/>
                  </a:lnTo>
                  <a:lnTo>
                    <a:pt x="11291" y="18180"/>
                  </a:lnTo>
                  <a:lnTo>
                    <a:pt x="11663" y="18032"/>
                  </a:lnTo>
                  <a:lnTo>
                    <a:pt x="12044" y="17884"/>
                  </a:lnTo>
                  <a:lnTo>
                    <a:pt x="12435" y="17736"/>
                  </a:lnTo>
                  <a:lnTo>
                    <a:pt x="12835" y="17589"/>
                  </a:lnTo>
                  <a:lnTo>
                    <a:pt x="13242" y="17441"/>
                  </a:lnTo>
                  <a:lnTo>
                    <a:pt x="13653" y="17293"/>
                  </a:lnTo>
                  <a:lnTo>
                    <a:pt x="14071" y="17145"/>
                  </a:lnTo>
                  <a:lnTo>
                    <a:pt x="14493" y="16997"/>
                  </a:lnTo>
                  <a:lnTo>
                    <a:pt x="14918" y="16850"/>
                  </a:lnTo>
                  <a:lnTo>
                    <a:pt x="15345" y="16702"/>
                  </a:lnTo>
                  <a:lnTo>
                    <a:pt x="15774" y="16554"/>
                  </a:lnTo>
                  <a:lnTo>
                    <a:pt x="16203" y="16406"/>
                  </a:lnTo>
                  <a:lnTo>
                    <a:pt x="16632" y="16258"/>
                  </a:lnTo>
                  <a:lnTo>
                    <a:pt x="17059" y="16111"/>
                  </a:lnTo>
                  <a:lnTo>
                    <a:pt x="17483" y="15963"/>
                  </a:lnTo>
                  <a:lnTo>
                    <a:pt x="17904" y="15815"/>
                  </a:lnTo>
                  <a:lnTo>
                    <a:pt x="18321" y="15667"/>
                  </a:lnTo>
                  <a:lnTo>
                    <a:pt x="18734" y="15519"/>
                  </a:lnTo>
                  <a:lnTo>
                    <a:pt x="19141" y="15372"/>
                  </a:lnTo>
                  <a:lnTo>
                    <a:pt x="19540" y="15224"/>
                  </a:lnTo>
                  <a:lnTo>
                    <a:pt x="19933" y="15076"/>
                  </a:lnTo>
                  <a:lnTo>
                    <a:pt x="20319" y="14928"/>
                  </a:lnTo>
                  <a:lnTo>
                    <a:pt x="20696" y="14780"/>
                  </a:lnTo>
                  <a:lnTo>
                    <a:pt x="21063" y="14633"/>
                  </a:lnTo>
                  <a:lnTo>
                    <a:pt x="21422" y="14485"/>
                  </a:lnTo>
                  <a:lnTo>
                    <a:pt x="21773" y="14337"/>
                  </a:lnTo>
                  <a:lnTo>
                    <a:pt x="22112" y="14189"/>
                  </a:lnTo>
                  <a:lnTo>
                    <a:pt x="22439" y="14041"/>
                  </a:lnTo>
                  <a:lnTo>
                    <a:pt x="22758" y="13893"/>
                  </a:lnTo>
                  <a:lnTo>
                    <a:pt x="23067" y="13746"/>
                  </a:lnTo>
                  <a:lnTo>
                    <a:pt x="23362" y="13598"/>
                  </a:lnTo>
                  <a:lnTo>
                    <a:pt x="23647" y="13450"/>
                  </a:lnTo>
                  <a:lnTo>
                    <a:pt x="23921" y="13302"/>
                  </a:lnTo>
                  <a:lnTo>
                    <a:pt x="24186" y="13154"/>
                  </a:lnTo>
                  <a:lnTo>
                    <a:pt x="24438" y="13007"/>
                  </a:lnTo>
                  <a:lnTo>
                    <a:pt x="24678" y="12859"/>
                  </a:lnTo>
                  <a:lnTo>
                    <a:pt x="24909" y="12711"/>
                  </a:lnTo>
                  <a:lnTo>
                    <a:pt x="25130" y="12563"/>
                  </a:lnTo>
                  <a:lnTo>
                    <a:pt x="25339" y="12415"/>
                  </a:lnTo>
                  <a:lnTo>
                    <a:pt x="25538" y="12268"/>
                  </a:lnTo>
                  <a:lnTo>
                    <a:pt x="25728" y="12120"/>
                  </a:lnTo>
                  <a:lnTo>
                    <a:pt x="25910" y="11972"/>
                  </a:lnTo>
                  <a:lnTo>
                    <a:pt x="26080" y="11824"/>
                  </a:lnTo>
                  <a:lnTo>
                    <a:pt x="26243" y="11676"/>
                  </a:lnTo>
                  <a:lnTo>
                    <a:pt x="26397" y="11529"/>
                  </a:lnTo>
                  <a:lnTo>
                    <a:pt x="26545" y="11381"/>
                  </a:lnTo>
                  <a:lnTo>
                    <a:pt x="26684" y="11233"/>
                  </a:lnTo>
                  <a:lnTo>
                    <a:pt x="26817" y="11085"/>
                  </a:lnTo>
                  <a:lnTo>
                    <a:pt x="26943" y="10937"/>
                  </a:lnTo>
                  <a:lnTo>
                    <a:pt x="27065" y="10789"/>
                  </a:lnTo>
                  <a:lnTo>
                    <a:pt x="27180" y="10642"/>
                  </a:lnTo>
                  <a:lnTo>
                    <a:pt x="27290" y="10494"/>
                  </a:lnTo>
                  <a:lnTo>
                    <a:pt x="27397" y="10346"/>
                  </a:lnTo>
                  <a:lnTo>
                    <a:pt x="27500" y="10198"/>
                  </a:lnTo>
                  <a:lnTo>
                    <a:pt x="27600" y="10050"/>
                  </a:lnTo>
                  <a:lnTo>
                    <a:pt x="27696" y="9903"/>
                  </a:lnTo>
                  <a:lnTo>
                    <a:pt x="27791" y="9755"/>
                  </a:lnTo>
                  <a:lnTo>
                    <a:pt x="27884" y="9607"/>
                  </a:lnTo>
                  <a:lnTo>
                    <a:pt x="27976" y="9459"/>
                  </a:lnTo>
                  <a:lnTo>
                    <a:pt x="28067" y="9311"/>
                  </a:lnTo>
                  <a:lnTo>
                    <a:pt x="28157" y="9164"/>
                  </a:lnTo>
                  <a:lnTo>
                    <a:pt x="28248" y="9016"/>
                  </a:lnTo>
                  <a:lnTo>
                    <a:pt x="28338" y="8868"/>
                  </a:lnTo>
                  <a:lnTo>
                    <a:pt x="28430" y="8720"/>
                  </a:lnTo>
                  <a:lnTo>
                    <a:pt x="28522" y="8572"/>
                  </a:lnTo>
                  <a:lnTo>
                    <a:pt x="28616" y="8425"/>
                  </a:lnTo>
                  <a:lnTo>
                    <a:pt x="28711" y="8277"/>
                  </a:lnTo>
                  <a:lnTo>
                    <a:pt x="28808" y="8129"/>
                  </a:lnTo>
                  <a:lnTo>
                    <a:pt x="28907" y="7981"/>
                  </a:lnTo>
                  <a:lnTo>
                    <a:pt x="29008" y="7833"/>
                  </a:lnTo>
                  <a:lnTo>
                    <a:pt x="29112" y="7686"/>
                  </a:lnTo>
                  <a:lnTo>
                    <a:pt x="29218" y="7538"/>
                  </a:lnTo>
                  <a:lnTo>
                    <a:pt x="29326" y="7390"/>
                  </a:lnTo>
                  <a:lnTo>
                    <a:pt x="29437" y="7242"/>
                  </a:lnTo>
                  <a:lnTo>
                    <a:pt x="29551" y="7094"/>
                  </a:lnTo>
                  <a:lnTo>
                    <a:pt x="29668" y="6946"/>
                  </a:lnTo>
                  <a:lnTo>
                    <a:pt x="29787" y="6799"/>
                  </a:lnTo>
                  <a:lnTo>
                    <a:pt x="29908" y="6651"/>
                  </a:lnTo>
                  <a:lnTo>
                    <a:pt x="30033" y="6503"/>
                  </a:lnTo>
                  <a:lnTo>
                    <a:pt x="30160" y="6355"/>
                  </a:lnTo>
                  <a:lnTo>
                    <a:pt x="30290" y="6207"/>
                  </a:lnTo>
                  <a:lnTo>
                    <a:pt x="30422" y="6060"/>
                  </a:lnTo>
                  <a:lnTo>
                    <a:pt x="30557" y="5912"/>
                  </a:lnTo>
                  <a:lnTo>
                    <a:pt x="30694" y="5764"/>
                  </a:lnTo>
                  <a:lnTo>
                    <a:pt x="30833" y="5616"/>
                  </a:lnTo>
                  <a:lnTo>
                    <a:pt x="30974" y="5468"/>
                  </a:lnTo>
                  <a:lnTo>
                    <a:pt x="31117" y="5321"/>
                  </a:lnTo>
                  <a:lnTo>
                    <a:pt x="31263" y="5173"/>
                  </a:lnTo>
                  <a:lnTo>
                    <a:pt x="31410" y="5025"/>
                  </a:lnTo>
                  <a:lnTo>
                    <a:pt x="31559" y="4877"/>
                  </a:lnTo>
                  <a:lnTo>
                    <a:pt x="31710" y="4729"/>
                  </a:lnTo>
                  <a:lnTo>
                    <a:pt x="31863" y="4582"/>
                  </a:lnTo>
                  <a:lnTo>
                    <a:pt x="32017" y="4434"/>
                  </a:lnTo>
                  <a:lnTo>
                    <a:pt x="32173" y="4286"/>
                  </a:lnTo>
                  <a:lnTo>
                    <a:pt x="32331" y="4138"/>
                  </a:lnTo>
                  <a:lnTo>
                    <a:pt x="32489" y="3990"/>
                  </a:lnTo>
                  <a:lnTo>
                    <a:pt x="32649" y="3843"/>
                  </a:lnTo>
                  <a:lnTo>
                    <a:pt x="32810" y="3695"/>
                  </a:lnTo>
                  <a:lnTo>
                    <a:pt x="32973" y="3547"/>
                  </a:lnTo>
                  <a:lnTo>
                    <a:pt x="33137" y="3399"/>
                  </a:lnTo>
                  <a:lnTo>
                    <a:pt x="33302" y="3251"/>
                  </a:lnTo>
                  <a:lnTo>
                    <a:pt x="33467" y="3103"/>
                  </a:lnTo>
                  <a:lnTo>
                    <a:pt x="33635" y="2956"/>
                  </a:lnTo>
                  <a:lnTo>
                    <a:pt x="33803" y="2808"/>
                  </a:lnTo>
                  <a:lnTo>
                    <a:pt x="33971" y="2660"/>
                  </a:lnTo>
                  <a:lnTo>
                    <a:pt x="34141" y="2512"/>
                  </a:lnTo>
                  <a:lnTo>
                    <a:pt x="34311" y="2364"/>
                  </a:lnTo>
                  <a:lnTo>
                    <a:pt x="34483" y="2217"/>
                  </a:lnTo>
                  <a:lnTo>
                    <a:pt x="34654" y="2069"/>
                  </a:lnTo>
                  <a:lnTo>
                    <a:pt x="34826" y="1921"/>
                  </a:lnTo>
                  <a:lnTo>
                    <a:pt x="34999" y="1773"/>
                  </a:lnTo>
                  <a:lnTo>
                    <a:pt x="35172" y="1625"/>
                  </a:lnTo>
                  <a:lnTo>
                    <a:pt x="35345" y="1478"/>
                  </a:lnTo>
                  <a:lnTo>
                    <a:pt x="35518" y="1330"/>
                  </a:lnTo>
                  <a:lnTo>
                    <a:pt x="35691" y="1182"/>
                  </a:lnTo>
                  <a:lnTo>
                    <a:pt x="35863" y="1034"/>
                  </a:lnTo>
                  <a:lnTo>
                    <a:pt x="36036" y="886"/>
                  </a:lnTo>
                  <a:lnTo>
                    <a:pt x="36207" y="739"/>
                  </a:lnTo>
                  <a:lnTo>
                    <a:pt x="36378" y="591"/>
                  </a:lnTo>
                  <a:lnTo>
                    <a:pt x="36547" y="443"/>
                  </a:lnTo>
                  <a:lnTo>
                    <a:pt x="36716" y="295"/>
                  </a:lnTo>
                  <a:lnTo>
                    <a:pt x="36883" y="147"/>
                  </a:lnTo>
                  <a:lnTo>
                    <a:pt x="37048" y="0"/>
                  </a:lnTo>
                  <a:lnTo>
                    <a:pt x="45024" y="0"/>
                  </a:lnTo>
                  <a:lnTo>
                    <a:pt x="45189" y="147"/>
                  </a:lnTo>
                  <a:lnTo>
                    <a:pt x="45357" y="295"/>
                  </a:lnTo>
                  <a:lnTo>
                    <a:pt x="45525" y="443"/>
                  </a:lnTo>
                  <a:lnTo>
                    <a:pt x="45695" y="591"/>
                  </a:lnTo>
                  <a:lnTo>
                    <a:pt x="45865" y="739"/>
                  </a:lnTo>
                  <a:lnTo>
                    <a:pt x="46037" y="886"/>
                  </a:lnTo>
                  <a:lnTo>
                    <a:pt x="46209" y="1034"/>
                  </a:lnTo>
                  <a:lnTo>
                    <a:pt x="46382" y="1182"/>
                  </a:lnTo>
                  <a:lnTo>
                    <a:pt x="46555" y="1330"/>
                  </a:lnTo>
                  <a:lnTo>
                    <a:pt x="46728" y="1478"/>
                  </a:lnTo>
                  <a:lnTo>
                    <a:pt x="46901" y="1625"/>
                  </a:lnTo>
                  <a:lnTo>
                    <a:pt x="47074" y="1773"/>
                  </a:lnTo>
                  <a:lnTo>
                    <a:pt x="47246" y="1921"/>
                  </a:lnTo>
                  <a:lnTo>
                    <a:pt x="47418" y="2069"/>
                  </a:lnTo>
                  <a:lnTo>
                    <a:pt x="47590" y="2217"/>
                  </a:lnTo>
                  <a:lnTo>
                    <a:pt x="47761" y="2364"/>
                  </a:lnTo>
                  <a:lnTo>
                    <a:pt x="47932" y="2512"/>
                  </a:lnTo>
                  <a:lnTo>
                    <a:pt x="48101" y="2660"/>
                  </a:lnTo>
                  <a:lnTo>
                    <a:pt x="48270" y="2808"/>
                  </a:lnTo>
                  <a:lnTo>
                    <a:pt x="48438" y="2956"/>
                  </a:lnTo>
                  <a:lnTo>
                    <a:pt x="48605" y="3103"/>
                  </a:lnTo>
                  <a:lnTo>
                    <a:pt x="48771" y="3251"/>
                  </a:lnTo>
                  <a:lnTo>
                    <a:pt x="48936" y="3399"/>
                  </a:lnTo>
                  <a:lnTo>
                    <a:pt x="49099" y="3547"/>
                  </a:lnTo>
                  <a:lnTo>
                    <a:pt x="49262" y="3695"/>
                  </a:lnTo>
                  <a:lnTo>
                    <a:pt x="49423" y="3843"/>
                  </a:lnTo>
                  <a:lnTo>
                    <a:pt x="49583" y="3990"/>
                  </a:lnTo>
                  <a:lnTo>
                    <a:pt x="49742" y="4138"/>
                  </a:lnTo>
                  <a:lnTo>
                    <a:pt x="49900" y="4286"/>
                  </a:lnTo>
                  <a:lnTo>
                    <a:pt x="50055" y="4434"/>
                  </a:lnTo>
                  <a:lnTo>
                    <a:pt x="50209" y="4582"/>
                  </a:lnTo>
                  <a:lnTo>
                    <a:pt x="50362" y="4729"/>
                  </a:lnTo>
                  <a:lnTo>
                    <a:pt x="50513" y="4877"/>
                  </a:lnTo>
                  <a:lnTo>
                    <a:pt x="50662" y="5025"/>
                  </a:lnTo>
                  <a:lnTo>
                    <a:pt x="50810" y="5173"/>
                  </a:lnTo>
                  <a:lnTo>
                    <a:pt x="50955" y="5321"/>
                  </a:lnTo>
                  <a:lnTo>
                    <a:pt x="51099" y="5468"/>
                  </a:lnTo>
                  <a:lnTo>
                    <a:pt x="51240" y="5616"/>
                  </a:lnTo>
                  <a:lnTo>
                    <a:pt x="51379" y="5764"/>
                  </a:lnTo>
                  <a:lnTo>
                    <a:pt x="51516" y="5912"/>
                  </a:lnTo>
                  <a:lnTo>
                    <a:pt x="51651" y="6060"/>
                  </a:lnTo>
                  <a:lnTo>
                    <a:pt x="51783" y="6207"/>
                  </a:lnTo>
                  <a:lnTo>
                    <a:pt x="51912" y="6355"/>
                  </a:lnTo>
                  <a:lnTo>
                    <a:pt x="52039" y="6503"/>
                  </a:lnTo>
                  <a:lnTo>
                    <a:pt x="52164" y="6651"/>
                  </a:lnTo>
                  <a:lnTo>
                    <a:pt x="52286" y="6799"/>
                  </a:lnTo>
                  <a:lnTo>
                    <a:pt x="52405" y="6946"/>
                  </a:lnTo>
                  <a:lnTo>
                    <a:pt x="52521" y="7094"/>
                  </a:lnTo>
                  <a:lnTo>
                    <a:pt x="52635" y="7242"/>
                  </a:lnTo>
                  <a:lnTo>
                    <a:pt x="52746" y="7390"/>
                  </a:lnTo>
                  <a:lnTo>
                    <a:pt x="52854" y="7538"/>
                  </a:lnTo>
                  <a:lnTo>
                    <a:pt x="52961" y="7686"/>
                  </a:lnTo>
                  <a:lnTo>
                    <a:pt x="53064" y="7833"/>
                  </a:lnTo>
                  <a:lnTo>
                    <a:pt x="53165" y="7981"/>
                  </a:lnTo>
                  <a:lnTo>
                    <a:pt x="53264" y="8129"/>
                  </a:lnTo>
                  <a:lnTo>
                    <a:pt x="53361" y="8277"/>
                  </a:lnTo>
                  <a:lnTo>
                    <a:pt x="53457" y="8425"/>
                  </a:lnTo>
                  <a:lnTo>
                    <a:pt x="53550" y="8572"/>
                  </a:lnTo>
                  <a:lnTo>
                    <a:pt x="53643" y="8720"/>
                  </a:lnTo>
                  <a:lnTo>
                    <a:pt x="53734" y="8868"/>
                  </a:lnTo>
                  <a:lnTo>
                    <a:pt x="53825" y="9016"/>
                  </a:lnTo>
                  <a:lnTo>
                    <a:pt x="53915" y="9164"/>
                  </a:lnTo>
                  <a:lnTo>
                    <a:pt x="54006" y="9311"/>
                  </a:lnTo>
                  <a:lnTo>
                    <a:pt x="54097" y="9459"/>
                  </a:lnTo>
                  <a:lnTo>
                    <a:pt x="54188" y="9607"/>
                  </a:lnTo>
                  <a:lnTo>
                    <a:pt x="54281" y="9755"/>
                  </a:lnTo>
                  <a:lnTo>
                    <a:pt x="54376" y="9903"/>
                  </a:lnTo>
                  <a:lnTo>
                    <a:pt x="54473" y="10050"/>
                  </a:lnTo>
                  <a:lnTo>
                    <a:pt x="54572" y="10198"/>
                  </a:lnTo>
                  <a:lnTo>
                    <a:pt x="54676" y="10346"/>
                  </a:lnTo>
                  <a:lnTo>
                    <a:pt x="54782" y="10494"/>
                  </a:lnTo>
                  <a:lnTo>
                    <a:pt x="54893" y="10642"/>
                  </a:lnTo>
                  <a:lnTo>
                    <a:pt x="55008" y="10789"/>
                  </a:lnTo>
                  <a:lnTo>
                    <a:pt x="55129" y="10937"/>
                  </a:lnTo>
                  <a:lnTo>
                    <a:pt x="55256" y="11085"/>
                  </a:lnTo>
                  <a:lnTo>
                    <a:pt x="55388" y="11233"/>
                  </a:lnTo>
                  <a:lnTo>
                    <a:pt x="55527" y="11381"/>
                  </a:lnTo>
                  <a:lnTo>
                    <a:pt x="55675" y="11529"/>
                  </a:lnTo>
                  <a:lnTo>
                    <a:pt x="55830" y="11676"/>
                  </a:lnTo>
                  <a:lnTo>
                    <a:pt x="55992" y="11824"/>
                  </a:lnTo>
                  <a:lnTo>
                    <a:pt x="56163" y="11972"/>
                  </a:lnTo>
                  <a:lnTo>
                    <a:pt x="56345" y="12120"/>
                  </a:lnTo>
                  <a:lnTo>
                    <a:pt x="56535" y="12268"/>
                  </a:lnTo>
                  <a:lnTo>
                    <a:pt x="56733" y="12415"/>
                  </a:lnTo>
                  <a:lnTo>
                    <a:pt x="56942" y="12563"/>
                  </a:lnTo>
                  <a:lnTo>
                    <a:pt x="57164" y="12711"/>
                  </a:lnTo>
                  <a:lnTo>
                    <a:pt x="57395" y="12859"/>
                  </a:lnTo>
                  <a:lnTo>
                    <a:pt x="57635" y="13007"/>
                  </a:lnTo>
                  <a:lnTo>
                    <a:pt x="57887" y="13154"/>
                  </a:lnTo>
                  <a:lnTo>
                    <a:pt x="58151" y="13302"/>
                  </a:lnTo>
                  <a:lnTo>
                    <a:pt x="58426" y="13450"/>
                  </a:lnTo>
                  <a:lnTo>
                    <a:pt x="58710" y="13598"/>
                  </a:lnTo>
                  <a:lnTo>
                    <a:pt x="59006" y="13746"/>
                  </a:lnTo>
                  <a:lnTo>
                    <a:pt x="59315" y="13893"/>
                  </a:lnTo>
                  <a:lnTo>
                    <a:pt x="59633" y="14041"/>
                  </a:lnTo>
                  <a:lnTo>
                    <a:pt x="59961" y="14189"/>
                  </a:lnTo>
                  <a:lnTo>
                    <a:pt x="60300" y="14337"/>
                  </a:lnTo>
                  <a:lnTo>
                    <a:pt x="60650" y="14485"/>
                  </a:lnTo>
                  <a:lnTo>
                    <a:pt x="61009" y="14633"/>
                  </a:lnTo>
                  <a:lnTo>
                    <a:pt x="61377" y="14780"/>
                  </a:lnTo>
                  <a:lnTo>
                    <a:pt x="61753" y="14928"/>
                  </a:lnTo>
                  <a:lnTo>
                    <a:pt x="62140" y="15076"/>
                  </a:lnTo>
                  <a:lnTo>
                    <a:pt x="62533" y="15224"/>
                  </a:lnTo>
                  <a:lnTo>
                    <a:pt x="62932" y="15372"/>
                  </a:lnTo>
                  <a:lnTo>
                    <a:pt x="63339" y="15519"/>
                  </a:lnTo>
                  <a:lnTo>
                    <a:pt x="63751" y="15667"/>
                  </a:lnTo>
                  <a:lnTo>
                    <a:pt x="64168" y="15815"/>
                  </a:lnTo>
                  <a:lnTo>
                    <a:pt x="64589" y="15963"/>
                  </a:lnTo>
                  <a:lnTo>
                    <a:pt x="65014" y="16111"/>
                  </a:lnTo>
                  <a:lnTo>
                    <a:pt x="65441" y="16258"/>
                  </a:lnTo>
                  <a:lnTo>
                    <a:pt x="65869" y="16406"/>
                  </a:lnTo>
                  <a:lnTo>
                    <a:pt x="66298" y="16554"/>
                  </a:lnTo>
                  <a:lnTo>
                    <a:pt x="66727" y="16702"/>
                  </a:lnTo>
                  <a:lnTo>
                    <a:pt x="67154" y="16850"/>
                  </a:lnTo>
                  <a:lnTo>
                    <a:pt x="67579" y="16997"/>
                  </a:lnTo>
                  <a:lnTo>
                    <a:pt x="68002" y="17145"/>
                  </a:lnTo>
                  <a:lnTo>
                    <a:pt x="68419" y="17293"/>
                  </a:lnTo>
                  <a:lnTo>
                    <a:pt x="68831" y="17441"/>
                  </a:lnTo>
                  <a:lnTo>
                    <a:pt x="69237" y="17589"/>
                  </a:lnTo>
                  <a:lnTo>
                    <a:pt x="69637" y="17736"/>
                  </a:lnTo>
                  <a:lnTo>
                    <a:pt x="70028" y="17884"/>
                  </a:lnTo>
                  <a:lnTo>
                    <a:pt x="70409" y="18032"/>
                  </a:lnTo>
                  <a:lnTo>
                    <a:pt x="70782" y="18180"/>
                  </a:lnTo>
                  <a:lnTo>
                    <a:pt x="71145" y="18328"/>
                  </a:lnTo>
                  <a:lnTo>
                    <a:pt x="71496" y="18476"/>
                  </a:lnTo>
                  <a:lnTo>
                    <a:pt x="71833" y="18623"/>
                  </a:lnTo>
                  <a:lnTo>
                    <a:pt x="72160" y="18771"/>
                  </a:lnTo>
                  <a:lnTo>
                    <a:pt x="72475" y="18919"/>
                  </a:lnTo>
                  <a:lnTo>
                    <a:pt x="72774" y="19067"/>
                  </a:lnTo>
                  <a:lnTo>
                    <a:pt x="73058" y="19215"/>
                  </a:lnTo>
                  <a:lnTo>
                    <a:pt x="73329" y="19362"/>
                  </a:lnTo>
                  <a:lnTo>
                    <a:pt x="73588" y="19510"/>
                  </a:lnTo>
                  <a:lnTo>
                    <a:pt x="73829" y="19658"/>
                  </a:lnTo>
                  <a:lnTo>
                    <a:pt x="74054" y="19806"/>
                  </a:lnTo>
                  <a:lnTo>
                    <a:pt x="74266" y="19954"/>
                  </a:lnTo>
                  <a:lnTo>
                    <a:pt x="74465" y="20101"/>
                  </a:lnTo>
                  <a:lnTo>
                    <a:pt x="74646" y="20249"/>
                  </a:lnTo>
                  <a:lnTo>
                    <a:pt x="74966" y="20545"/>
                  </a:lnTo>
                  <a:lnTo>
                    <a:pt x="75108" y="20693"/>
                  </a:lnTo>
                  <a:lnTo>
                    <a:pt x="75233" y="20840"/>
                  </a:lnTo>
                  <a:lnTo>
                    <a:pt x="75346" y="20988"/>
                  </a:lnTo>
                  <a:lnTo>
                    <a:pt x="75448" y="21136"/>
                  </a:lnTo>
                  <a:lnTo>
                    <a:pt x="75539" y="21284"/>
                  </a:lnTo>
                  <a:lnTo>
                    <a:pt x="75617" y="21432"/>
                  </a:lnTo>
                  <a:lnTo>
                    <a:pt x="75686" y="21579"/>
                  </a:lnTo>
                  <a:lnTo>
                    <a:pt x="75746" y="21727"/>
                  </a:lnTo>
                  <a:lnTo>
                    <a:pt x="75799" y="21875"/>
                  </a:lnTo>
                  <a:lnTo>
                    <a:pt x="75843" y="22023"/>
                  </a:lnTo>
                  <a:lnTo>
                    <a:pt x="75880" y="22171"/>
                  </a:lnTo>
                  <a:lnTo>
                    <a:pt x="75913" y="22319"/>
                  </a:lnTo>
                  <a:lnTo>
                    <a:pt x="75942" y="22466"/>
                  </a:lnTo>
                  <a:lnTo>
                    <a:pt x="75967" y="22614"/>
                  </a:lnTo>
                  <a:lnTo>
                    <a:pt x="75990" y="22762"/>
                  </a:lnTo>
                  <a:lnTo>
                    <a:pt x="76012" y="22910"/>
                  </a:lnTo>
                  <a:lnTo>
                    <a:pt x="76033" y="23058"/>
                  </a:lnTo>
                  <a:lnTo>
                    <a:pt x="76056" y="23205"/>
                  </a:lnTo>
                  <a:lnTo>
                    <a:pt x="76080" y="23353"/>
                  </a:lnTo>
                  <a:lnTo>
                    <a:pt x="76107" y="23501"/>
                  </a:lnTo>
                  <a:lnTo>
                    <a:pt x="76136" y="23649"/>
                  </a:lnTo>
                  <a:lnTo>
                    <a:pt x="76171" y="23797"/>
                  </a:lnTo>
                  <a:lnTo>
                    <a:pt x="76212" y="23944"/>
                  </a:lnTo>
                  <a:lnTo>
                    <a:pt x="76258" y="24092"/>
                  </a:lnTo>
                  <a:lnTo>
                    <a:pt x="76310" y="24240"/>
                  </a:lnTo>
                  <a:lnTo>
                    <a:pt x="76371" y="24388"/>
                  </a:lnTo>
                  <a:lnTo>
                    <a:pt x="76439" y="24536"/>
                  </a:lnTo>
                  <a:lnTo>
                    <a:pt x="76516" y="24683"/>
                  </a:lnTo>
                  <a:lnTo>
                    <a:pt x="76600" y="24831"/>
                  </a:lnTo>
                  <a:lnTo>
                    <a:pt x="76695" y="24979"/>
                  </a:lnTo>
                  <a:lnTo>
                    <a:pt x="76800" y="25127"/>
                  </a:lnTo>
                  <a:lnTo>
                    <a:pt x="76912" y="25275"/>
                  </a:lnTo>
                  <a:lnTo>
                    <a:pt x="77034" y="25423"/>
                  </a:lnTo>
                  <a:lnTo>
                    <a:pt x="77167" y="25570"/>
                  </a:lnTo>
                  <a:lnTo>
                    <a:pt x="77309" y="25718"/>
                  </a:lnTo>
                  <a:lnTo>
                    <a:pt x="77458" y="25866"/>
                  </a:lnTo>
                  <a:lnTo>
                    <a:pt x="77616" y="26014"/>
                  </a:lnTo>
                  <a:lnTo>
                    <a:pt x="77784" y="26162"/>
                  </a:lnTo>
                  <a:lnTo>
                    <a:pt x="77959" y="26309"/>
                  </a:lnTo>
                  <a:lnTo>
                    <a:pt x="78140" y="26457"/>
                  </a:lnTo>
                  <a:lnTo>
                    <a:pt x="78327" y="26605"/>
                  </a:lnTo>
                  <a:lnTo>
                    <a:pt x="78521" y="26753"/>
                  </a:lnTo>
                  <a:lnTo>
                    <a:pt x="78719" y="26901"/>
                  </a:lnTo>
                  <a:lnTo>
                    <a:pt x="78920" y="27048"/>
                  </a:lnTo>
                  <a:lnTo>
                    <a:pt x="79124" y="27196"/>
                  </a:lnTo>
                  <a:lnTo>
                    <a:pt x="79330" y="27344"/>
                  </a:lnTo>
                  <a:lnTo>
                    <a:pt x="79536" y="27492"/>
                  </a:lnTo>
                  <a:lnTo>
                    <a:pt x="79741" y="27640"/>
                  </a:lnTo>
                  <a:lnTo>
                    <a:pt x="79946" y="27787"/>
                  </a:lnTo>
                  <a:lnTo>
                    <a:pt x="80146" y="27935"/>
                  </a:lnTo>
                  <a:lnTo>
                    <a:pt x="80343" y="28083"/>
                  </a:lnTo>
                  <a:lnTo>
                    <a:pt x="80535" y="28231"/>
                  </a:lnTo>
                  <a:lnTo>
                    <a:pt x="80721" y="28379"/>
                  </a:lnTo>
                  <a:lnTo>
                    <a:pt x="80898" y="28526"/>
                  </a:lnTo>
                  <a:lnTo>
                    <a:pt x="81066" y="28674"/>
                  </a:lnTo>
                  <a:lnTo>
                    <a:pt x="81225" y="28822"/>
                  </a:lnTo>
                  <a:lnTo>
                    <a:pt x="81375" y="28970"/>
                  </a:lnTo>
                  <a:lnTo>
                    <a:pt x="81510" y="29118"/>
                  </a:lnTo>
                  <a:lnTo>
                    <a:pt x="81632" y="29266"/>
                  </a:lnTo>
                  <a:lnTo>
                    <a:pt x="81743" y="29413"/>
                  </a:lnTo>
                  <a:lnTo>
                    <a:pt x="81840" y="29561"/>
                  </a:lnTo>
                  <a:lnTo>
                    <a:pt x="81981" y="29857"/>
                  </a:lnTo>
                  <a:lnTo>
                    <a:pt x="82030" y="30005"/>
                  </a:lnTo>
                  <a:lnTo>
                    <a:pt x="82063" y="30152"/>
                  </a:lnTo>
                  <a:lnTo>
                    <a:pt x="82073" y="30300"/>
                  </a:lnTo>
                  <a:lnTo>
                    <a:pt x="82068" y="30448"/>
                  </a:lnTo>
                  <a:lnTo>
                    <a:pt x="82047" y="30596"/>
                  </a:lnTo>
                  <a:lnTo>
                    <a:pt x="82008" y="30744"/>
                  </a:lnTo>
                  <a:lnTo>
                    <a:pt x="81947" y="30891"/>
                  </a:lnTo>
                  <a:lnTo>
                    <a:pt x="81869" y="31039"/>
                  </a:lnTo>
                  <a:lnTo>
                    <a:pt x="81776" y="31187"/>
                  </a:lnTo>
                  <a:lnTo>
                    <a:pt x="81665" y="31335"/>
                  </a:lnTo>
                  <a:lnTo>
                    <a:pt x="81533" y="31483"/>
                  </a:lnTo>
                  <a:lnTo>
                    <a:pt x="81385" y="31630"/>
                  </a:lnTo>
                  <a:lnTo>
                    <a:pt x="81222" y="31778"/>
                  </a:lnTo>
                  <a:lnTo>
                    <a:pt x="81043" y="31926"/>
                  </a:lnTo>
                  <a:lnTo>
                    <a:pt x="80845" y="32074"/>
                  </a:lnTo>
                  <a:lnTo>
                    <a:pt x="80634" y="32222"/>
                  </a:lnTo>
                  <a:lnTo>
                    <a:pt x="80410" y="32369"/>
                  </a:lnTo>
                  <a:lnTo>
                    <a:pt x="80171" y="32517"/>
                  </a:lnTo>
                  <a:lnTo>
                    <a:pt x="79917" y="32665"/>
                  </a:lnTo>
                  <a:lnTo>
                    <a:pt x="79652" y="32813"/>
                  </a:lnTo>
                  <a:lnTo>
                    <a:pt x="79377" y="32961"/>
                  </a:lnTo>
                  <a:lnTo>
                    <a:pt x="79091" y="33109"/>
                  </a:lnTo>
                  <a:lnTo>
                    <a:pt x="78793" y="33256"/>
                  </a:lnTo>
                  <a:lnTo>
                    <a:pt x="78487" y="33404"/>
                  </a:lnTo>
                  <a:lnTo>
                    <a:pt x="78174" y="33552"/>
                  </a:lnTo>
                  <a:lnTo>
                    <a:pt x="77853" y="33700"/>
                  </a:lnTo>
                  <a:lnTo>
                    <a:pt x="77525" y="33848"/>
                  </a:lnTo>
                  <a:lnTo>
                    <a:pt x="77192" y="33995"/>
                  </a:lnTo>
                  <a:lnTo>
                    <a:pt x="76855" y="34143"/>
                  </a:lnTo>
                  <a:lnTo>
                    <a:pt x="76513" y="34291"/>
                  </a:lnTo>
                  <a:lnTo>
                    <a:pt x="76168" y="34439"/>
                  </a:lnTo>
                  <a:lnTo>
                    <a:pt x="75822" y="34587"/>
                  </a:lnTo>
                  <a:lnTo>
                    <a:pt x="75473" y="34734"/>
                  </a:lnTo>
                  <a:lnTo>
                    <a:pt x="75125" y="34882"/>
                  </a:lnTo>
                  <a:lnTo>
                    <a:pt x="74776" y="35030"/>
                  </a:lnTo>
                  <a:lnTo>
                    <a:pt x="74428" y="35178"/>
                  </a:lnTo>
                  <a:lnTo>
                    <a:pt x="74082" y="35326"/>
                  </a:lnTo>
                  <a:lnTo>
                    <a:pt x="73738" y="35473"/>
                  </a:lnTo>
                  <a:lnTo>
                    <a:pt x="73397" y="35621"/>
                  </a:lnTo>
                  <a:lnTo>
                    <a:pt x="73059" y="35769"/>
                  </a:lnTo>
                  <a:lnTo>
                    <a:pt x="72724" y="35917"/>
                  </a:lnTo>
                  <a:lnTo>
                    <a:pt x="72394" y="36065"/>
                  </a:lnTo>
                  <a:lnTo>
                    <a:pt x="72070" y="36213"/>
                  </a:lnTo>
                  <a:lnTo>
                    <a:pt x="71750" y="36360"/>
                  </a:lnTo>
                  <a:lnTo>
                    <a:pt x="71435" y="36508"/>
                  </a:lnTo>
                  <a:lnTo>
                    <a:pt x="71127" y="36656"/>
                  </a:lnTo>
                  <a:lnTo>
                    <a:pt x="70826" y="36804"/>
                  </a:lnTo>
                  <a:lnTo>
                    <a:pt x="70530" y="36952"/>
                  </a:lnTo>
                  <a:lnTo>
                    <a:pt x="70240" y="37099"/>
                  </a:lnTo>
                  <a:lnTo>
                    <a:pt x="69958" y="37247"/>
                  </a:lnTo>
                  <a:lnTo>
                    <a:pt x="69683" y="37395"/>
                  </a:lnTo>
                  <a:lnTo>
                    <a:pt x="69414" y="37543"/>
                  </a:lnTo>
                  <a:lnTo>
                    <a:pt x="69151" y="37691"/>
                  </a:lnTo>
                  <a:lnTo>
                    <a:pt x="68896" y="37838"/>
                  </a:lnTo>
                  <a:lnTo>
                    <a:pt x="68648" y="37986"/>
                  </a:lnTo>
                  <a:lnTo>
                    <a:pt x="68406" y="38134"/>
                  </a:lnTo>
                  <a:lnTo>
                    <a:pt x="68170" y="38282"/>
                  </a:lnTo>
                  <a:lnTo>
                    <a:pt x="67940" y="38430"/>
                  </a:lnTo>
                  <a:lnTo>
                    <a:pt x="67718" y="38577"/>
                  </a:lnTo>
                  <a:lnTo>
                    <a:pt x="67500" y="38725"/>
                  </a:lnTo>
                  <a:lnTo>
                    <a:pt x="67287" y="38873"/>
                  </a:lnTo>
                  <a:lnTo>
                    <a:pt x="67080" y="39021"/>
                  </a:lnTo>
                  <a:lnTo>
                    <a:pt x="66879" y="39169"/>
                  </a:lnTo>
                  <a:lnTo>
                    <a:pt x="66681" y="39316"/>
                  </a:lnTo>
                  <a:lnTo>
                    <a:pt x="66468" y="39480"/>
                  </a:lnTo>
                  <a:lnTo>
                    <a:pt x="66299" y="39612"/>
                  </a:lnTo>
                  <a:lnTo>
                    <a:pt x="66115" y="39760"/>
                  </a:lnTo>
                  <a:lnTo>
                    <a:pt x="65933" y="39908"/>
                  </a:lnTo>
                  <a:lnTo>
                    <a:pt x="65754" y="40056"/>
                  </a:lnTo>
                  <a:lnTo>
                    <a:pt x="65578" y="40203"/>
                  </a:lnTo>
                  <a:lnTo>
                    <a:pt x="65406" y="40351"/>
                  </a:lnTo>
                  <a:lnTo>
                    <a:pt x="65235" y="40499"/>
                  </a:lnTo>
                  <a:lnTo>
                    <a:pt x="65066" y="40647"/>
                  </a:lnTo>
                  <a:lnTo>
                    <a:pt x="64899" y="40795"/>
                  </a:lnTo>
                  <a:lnTo>
                    <a:pt x="64735" y="40942"/>
                  </a:lnTo>
                  <a:lnTo>
                    <a:pt x="64571" y="41090"/>
                  </a:lnTo>
                  <a:lnTo>
                    <a:pt x="64409" y="41238"/>
                  </a:lnTo>
                  <a:lnTo>
                    <a:pt x="64248" y="41386"/>
                  </a:lnTo>
                  <a:lnTo>
                    <a:pt x="64088" y="41534"/>
                  </a:lnTo>
                  <a:lnTo>
                    <a:pt x="63929" y="41681"/>
                  </a:lnTo>
                  <a:lnTo>
                    <a:pt x="63770" y="41829"/>
                  </a:lnTo>
                  <a:lnTo>
                    <a:pt x="63613" y="41977"/>
                  </a:lnTo>
                  <a:lnTo>
                    <a:pt x="63456" y="42125"/>
                  </a:lnTo>
                  <a:lnTo>
                    <a:pt x="63299" y="42273"/>
                  </a:lnTo>
                  <a:lnTo>
                    <a:pt x="63143" y="42420"/>
                  </a:lnTo>
                  <a:lnTo>
                    <a:pt x="62988" y="42568"/>
                  </a:lnTo>
                  <a:lnTo>
                    <a:pt x="62833" y="42716"/>
                  </a:lnTo>
                  <a:lnTo>
                    <a:pt x="62679" y="42864"/>
                  </a:lnTo>
                  <a:lnTo>
                    <a:pt x="62525" y="43012"/>
                  </a:lnTo>
                  <a:lnTo>
                    <a:pt x="62371" y="43159"/>
                  </a:lnTo>
                  <a:lnTo>
                    <a:pt x="62218" y="43307"/>
                  </a:lnTo>
                  <a:lnTo>
                    <a:pt x="62065" y="43455"/>
                  </a:lnTo>
                  <a:lnTo>
                    <a:pt x="61912" y="43603"/>
                  </a:lnTo>
                  <a:lnTo>
                    <a:pt x="61759" y="43751"/>
                  </a:lnTo>
                  <a:lnTo>
                    <a:pt x="61606" y="43899"/>
                  </a:lnTo>
                  <a:lnTo>
                    <a:pt x="61454" y="44046"/>
                  </a:lnTo>
                  <a:lnTo>
                    <a:pt x="61301" y="44194"/>
                  </a:lnTo>
                  <a:lnTo>
                    <a:pt x="61149" y="44342"/>
                  </a:lnTo>
                  <a:lnTo>
                    <a:pt x="60996" y="44490"/>
                  </a:lnTo>
                  <a:lnTo>
                    <a:pt x="60843" y="44638"/>
                  </a:lnTo>
                  <a:lnTo>
                    <a:pt x="60689" y="44785"/>
                  </a:lnTo>
                  <a:lnTo>
                    <a:pt x="60535" y="44933"/>
                  </a:lnTo>
                  <a:lnTo>
                    <a:pt x="60380" y="45081"/>
                  </a:lnTo>
                  <a:lnTo>
                    <a:pt x="60225" y="45229"/>
                  </a:lnTo>
                  <a:lnTo>
                    <a:pt x="60068" y="45377"/>
                  </a:lnTo>
                  <a:lnTo>
                    <a:pt x="59911" y="45524"/>
                  </a:lnTo>
                  <a:lnTo>
                    <a:pt x="59752" y="45672"/>
                  </a:lnTo>
                  <a:lnTo>
                    <a:pt x="59592" y="45820"/>
                  </a:lnTo>
                  <a:lnTo>
                    <a:pt x="59431" y="45968"/>
                  </a:lnTo>
                  <a:lnTo>
                    <a:pt x="59267" y="46116"/>
                  </a:lnTo>
                  <a:lnTo>
                    <a:pt x="59103" y="46263"/>
                  </a:lnTo>
                  <a:lnTo>
                    <a:pt x="58937" y="46411"/>
                  </a:lnTo>
                  <a:lnTo>
                    <a:pt x="58769" y="46559"/>
                  </a:lnTo>
                  <a:lnTo>
                    <a:pt x="58599" y="46707"/>
                  </a:lnTo>
                  <a:lnTo>
                    <a:pt x="58427" y="46855"/>
                  </a:lnTo>
                  <a:lnTo>
                    <a:pt x="58254" y="47003"/>
                  </a:lnTo>
                  <a:lnTo>
                    <a:pt x="58080" y="47150"/>
                  </a:lnTo>
                  <a:lnTo>
                    <a:pt x="57903" y="47298"/>
                  </a:lnTo>
                  <a:lnTo>
                    <a:pt x="57724" y="47446"/>
                  </a:lnTo>
                  <a:lnTo>
                    <a:pt x="57544" y="47594"/>
                  </a:lnTo>
                  <a:lnTo>
                    <a:pt x="57363" y="47742"/>
                  </a:lnTo>
                  <a:lnTo>
                    <a:pt x="57181" y="47889"/>
                  </a:lnTo>
                  <a:lnTo>
                    <a:pt x="56997" y="48037"/>
                  </a:lnTo>
                  <a:lnTo>
                    <a:pt x="56813" y="48185"/>
                  </a:lnTo>
                  <a:lnTo>
                    <a:pt x="56628" y="48333"/>
                  </a:lnTo>
                  <a:lnTo>
                    <a:pt x="56443" y="48481"/>
                  </a:lnTo>
                  <a:lnTo>
                    <a:pt x="56257" y="48628"/>
                  </a:lnTo>
                  <a:lnTo>
                    <a:pt x="56072" y="48776"/>
                  </a:lnTo>
                  <a:lnTo>
                    <a:pt x="55887" y="48924"/>
                  </a:lnTo>
                  <a:lnTo>
                    <a:pt x="55703" y="49072"/>
                  </a:lnTo>
                  <a:lnTo>
                    <a:pt x="55520" y="49220"/>
                  </a:lnTo>
                  <a:lnTo>
                    <a:pt x="55338" y="49367"/>
                  </a:lnTo>
                  <a:lnTo>
                    <a:pt x="55158" y="49515"/>
                  </a:lnTo>
                  <a:lnTo>
                    <a:pt x="54980" y="49663"/>
                  </a:lnTo>
                  <a:lnTo>
                    <a:pt x="54805" y="49811"/>
                  </a:lnTo>
                  <a:lnTo>
                    <a:pt x="54631" y="49959"/>
                  </a:lnTo>
                  <a:lnTo>
                    <a:pt x="54461" y="50106"/>
                  </a:lnTo>
                  <a:lnTo>
                    <a:pt x="54294" y="50254"/>
                  </a:lnTo>
                  <a:lnTo>
                    <a:pt x="54130" y="50402"/>
                  </a:lnTo>
                  <a:lnTo>
                    <a:pt x="53970" y="50550"/>
                  </a:lnTo>
                  <a:lnTo>
                    <a:pt x="53813" y="50698"/>
                  </a:lnTo>
                  <a:lnTo>
                    <a:pt x="53661" y="50846"/>
                  </a:lnTo>
                  <a:lnTo>
                    <a:pt x="53512" y="50993"/>
                  </a:lnTo>
                  <a:lnTo>
                    <a:pt x="53367" y="51141"/>
                  </a:lnTo>
                  <a:lnTo>
                    <a:pt x="53226" y="51289"/>
                  </a:lnTo>
                  <a:lnTo>
                    <a:pt x="53090" y="51437"/>
                  </a:lnTo>
                  <a:lnTo>
                    <a:pt x="52958" y="51585"/>
                  </a:lnTo>
                  <a:lnTo>
                    <a:pt x="52830" y="51732"/>
                  </a:lnTo>
                  <a:lnTo>
                    <a:pt x="52705" y="51880"/>
                  </a:lnTo>
                  <a:lnTo>
                    <a:pt x="52586" y="52028"/>
                  </a:lnTo>
                  <a:lnTo>
                    <a:pt x="52469" y="52176"/>
                  </a:lnTo>
                  <a:lnTo>
                    <a:pt x="52356" y="52324"/>
                  </a:lnTo>
                  <a:lnTo>
                    <a:pt x="52247" y="52471"/>
                  </a:lnTo>
                  <a:lnTo>
                    <a:pt x="52141" y="52619"/>
                  </a:lnTo>
                  <a:lnTo>
                    <a:pt x="52038" y="52767"/>
                  </a:lnTo>
                  <a:lnTo>
                    <a:pt x="51937" y="52915"/>
                  </a:lnTo>
                  <a:lnTo>
                    <a:pt x="51839" y="53063"/>
                  </a:lnTo>
                  <a:lnTo>
                    <a:pt x="51744" y="53210"/>
                  </a:lnTo>
                  <a:lnTo>
                    <a:pt x="51650" y="53358"/>
                  </a:lnTo>
                  <a:lnTo>
                    <a:pt x="51558" y="53506"/>
                  </a:lnTo>
                  <a:lnTo>
                    <a:pt x="51467" y="53654"/>
                  </a:lnTo>
                  <a:lnTo>
                    <a:pt x="51377" y="53802"/>
                  </a:lnTo>
                  <a:lnTo>
                    <a:pt x="51287" y="53949"/>
                  </a:lnTo>
                  <a:lnTo>
                    <a:pt x="51199" y="54097"/>
                  </a:lnTo>
                  <a:lnTo>
                    <a:pt x="51110" y="54245"/>
                  </a:lnTo>
                  <a:lnTo>
                    <a:pt x="51021" y="54393"/>
                  </a:lnTo>
                  <a:lnTo>
                    <a:pt x="50932" y="54541"/>
                  </a:lnTo>
                  <a:lnTo>
                    <a:pt x="50843" y="54689"/>
                  </a:lnTo>
                  <a:lnTo>
                    <a:pt x="50752" y="54836"/>
                  </a:lnTo>
                  <a:lnTo>
                    <a:pt x="50661" y="54984"/>
                  </a:lnTo>
                  <a:lnTo>
                    <a:pt x="50569" y="55132"/>
                  </a:lnTo>
                  <a:lnTo>
                    <a:pt x="50475" y="55280"/>
                  </a:lnTo>
                  <a:lnTo>
                    <a:pt x="50380" y="55428"/>
                  </a:lnTo>
                  <a:lnTo>
                    <a:pt x="50284" y="55575"/>
                  </a:lnTo>
                  <a:lnTo>
                    <a:pt x="50186" y="55723"/>
                  </a:lnTo>
                  <a:lnTo>
                    <a:pt x="50087" y="55871"/>
                  </a:lnTo>
                  <a:lnTo>
                    <a:pt x="49986" y="56019"/>
                  </a:lnTo>
                  <a:lnTo>
                    <a:pt x="49884" y="56167"/>
                  </a:lnTo>
                  <a:lnTo>
                    <a:pt x="49780" y="56314"/>
                  </a:lnTo>
                  <a:lnTo>
                    <a:pt x="49675" y="56462"/>
                  </a:lnTo>
                  <a:lnTo>
                    <a:pt x="49568" y="56610"/>
                  </a:lnTo>
                  <a:lnTo>
                    <a:pt x="49460" y="56758"/>
                  </a:lnTo>
                  <a:lnTo>
                    <a:pt x="49351" y="56906"/>
                  </a:lnTo>
                  <a:lnTo>
                    <a:pt x="49241" y="57053"/>
                  </a:lnTo>
                  <a:lnTo>
                    <a:pt x="49130" y="57201"/>
                  </a:lnTo>
                  <a:lnTo>
                    <a:pt x="49018" y="57349"/>
                  </a:lnTo>
                  <a:lnTo>
                    <a:pt x="48906" y="57497"/>
                  </a:lnTo>
                  <a:lnTo>
                    <a:pt x="48793" y="57645"/>
                  </a:lnTo>
                  <a:lnTo>
                    <a:pt x="48679" y="57793"/>
                  </a:lnTo>
                  <a:lnTo>
                    <a:pt x="48566" y="57940"/>
                  </a:lnTo>
                  <a:lnTo>
                    <a:pt x="48452" y="58088"/>
                  </a:lnTo>
                  <a:lnTo>
                    <a:pt x="48339" y="58236"/>
                  </a:lnTo>
                  <a:lnTo>
                    <a:pt x="48225" y="58384"/>
                  </a:lnTo>
                  <a:lnTo>
                    <a:pt x="48112" y="58532"/>
                  </a:lnTo>
                  <a:lnTo>
                    <a:pt x="48000" y="58679"/>
                  </a:lnTo>
                  <a:lnTo>
                    <a:pt x="47888" y="58827"/>
                  </a:lnTo>
                  <a:lnTo>
                    <a:pt x="47777" y="58975"/>
                  </a:lnTo>
                  <a:lnTo>
                    <a:pt x="47666" y="59123"/>
                  </a:lnTo>
                  <a:lnTo>
                    <a:pt x="47557" y="59271"/>
                  </a:lnTo>
                  <a:lnTo>
                    <a:pt x="47448" y="59418"/>
                  </a:lnTo>
                  <a:lnTo>
                    <a:pt x="47341" y="59566"/>
                  </a:lnTo>
                  <a:lnTo>
                    <a:pt x="47235" y="59714"/>
                  </a:lnTo>
                  <a:lnTo>
                    <a:pt x="47131" y="59862"/>
                  </a:lnTo>
                  <a:lnTo>
                    <a:pt x="47027" y="60010"/>
                  </a:lnTo>
                  <a:lnTo>
                    <a:pt x="46925" y="60157"/>
                  </a:lnTo>
                  <a:lnTo>
                    <a:pt x="46824" y="60305"/>
                  </a:lnTo>
                  <a:lnTo>
                    <a:pt x="46725" y="60453"/>
                  </a:lnTo>
                  <a:lnTo>
                    <a:pt x="46627" y="60601"/>
                  </a:lnTo>
                  <a:lnTo>
                    <a:pt x="46530" y="60749"/>
                  </a:lnTo>
                  <a:lnTo>
                    <a:pt x="46435" y="60896"/>
                  </a:lnTo>
                  <a:lnTo>
                    <a:pt x="46341" y="61044"/>
                  </a:lnTo>
                  <a:lnTo>
                    <a:pt x="46249" y="61192"/>
                  </a:lnTo>
                  <a:lnTo>
                    <a:pt x="46158" y="61340"/>
                  </a:lnTo>
                  <a:lnTo>
                    <a:pt x="46068" y="61488"/>
                  </a:lnTo>
                  <a:lnTo>
                    <a:pt x="45980" y="61636"/>
                  </a:lnTo>
                  <a:lnTo>
                    <a:pt x="45892" y="61783"/>
                  </a:lnTo>
                  <a:lnTo>
                    <a:pt x="45806" y="61931"/>
                  </a:lnTo>
                  <a:lnTo>
                    <a:pt x="45721" y="62079"/>
                  </a:lnTo>
                  <a:lnTo>
                    <a:pt x="45638" y="62227"/>
                  </a:lnTo>
                  <a:lnTo>
                    <a:pt x="45555" y="62375"/>
                  </a:lnTo>
                  <a:lnTo>
                    <a:pt x="45473" y="62522"/>
                  </a:lnTo>
                  <a:lnTo>
                    <a:pt x="45392" y="62670"/>
                  </a:lnTo>
                  <a:lnTo>
                    <a:pt x="45312" y="62818"/>
                  </a:lnTo>
                  <a:lnTo>
                    <a:pt x="45232" y="62966"/>
                  </a:lnTo>
                  <a:lnTo>
                    <a:pt x="45153" y="63114"/>
                  </a:lnTo>
                  <a:lnTo>
                    <a:pt x="45076" y="63261"/>
                  </a:lnTo>
                  <a:lnTo>
                    <a:pt x="44998" y="63409"/>
                  </a:lnTo>
                  <a:lnTo>
                    <a:pt x="44921" y="63557"/>
                  </a:lnTo>
                  <a:lnTo>
                    <a:pt x="44845" y="63705"/>
                  </a:lnTo>
                  <a:lnTo>
                    <a:pt x="44769" y="63853"/>
                  </a:lnTo>
                  <a:lnTo>
                    <a:pt x="44694" y="64000"/>
                  </a:lnTo>
                  <a:lnTo>
                    <a:pt x="44619" y="64148"/>
                  </a:lnTo>
                  <a:lnTo>
                    <a:pt x="44544" y="64296"/>
                  </a:lnTo>
                  <a:lnTo>
                    <a:pt x="44470" y="64444"/>
                  </a:lnTo>
                  <a:lnTo>
                    <a:pt x="44396" y="64592"/>
                  </a:lnTo>
                  <a:lnTo>
                    <a:pt x="44323" y="64739"/>
                  </a:lnTo>
                  <a:lnTo>
                    <a:pt x="44250" y="64887"/>
                  </a:lnTo>
                  <a:lnTo>
                    <a:pt x="44177" y="65035"/>
                  </a:lnTo>
                  <a:lnTo>
                    <a:pt x="44104" y="65183"/>
                  </a:lnTo>
                  <a:lnTo>
                    <a:pt x="44032" y="65331"/>
                  </a:lnTo>
                  <a:lnTo>
                    <a:pt x="43961" y="65479"/>
                  </a:lnTo>
                  <a:lnTo>
                    <a:pt x="43890" y="65626"/>
                  </a:lnTo>
                  <a:lnTo>
                    <a:pt x="43819" y="65774"/>
                  </a:lnTo>
                  <a:lnTo>
                    <a:pt x="43749" y="65922"/>
                  </a:lnTo>
                  <a:lnTo>
                    <a:pt x="43679" y="66070"/>
                  </a:lnTo>
                  <a:lnTo>
                    <a:pt x="43610" y="66218"/>
                  </a:lnTo>
                  <a:lnTo>
                    <a:pt x="43542" y="66365"/>
                  </a:lnTo>
                  <a:lnTo>
                    <a:pt x="43474" y="66513"/>
                  </a:lnTo>
                  <a:lnTo>
                    <a:pt x="43408" y="66661"/>
                  </a:lnTo>
                  <a:lnTo>
                    <a:pt x="43342" y="66809"/>
                  </a:lnTo>
                  <a:lnTo>
                    <a:pt x="43277" y="66957"/>
                  </a:lnTo>
                  <a:lnTo>
                    <a:pt x="43213" y="67104"/>
                  </a:lnTo>
                  <a:lnTo>
                    <a:pt x="43150" y="67252"/>
                  </a:lnTo>
                  <a:lnTo>
                    <a:pt x="43089" y="67400"/>
                  </a:lnTo>
                  <a:lnTo>
                    <a:pt x="43028" y="67548"/>
                  </a:lnTo>
                  <a:lnTo>
                    <a:pt x="42969" y="67696"/>
                  </a:lnTo>
                  <a:lnTo>
                    <a:pt x="42911" y="67843"/>
                  </a:lnTo>
                  <a:lnTo>
                    <a:pt x="42855" y="67991"/>
                  </a:lnTo>
                  <a:lnTo>
                    <a:pt x="42799" y="68139"/>
                  </a:lnTo>
                  <a:lnTo>
                    <a:pt x="42746" y="68287"/>
                  </a:lnTo>
                  <a:lnTo>
                    <a:pt x="42694" y="68435"/>
                  </a:lnTo>
                  <a:lnTo>
                    <a:pt x="42643" y="68583"/>
                  </a:lnTo>
                  <a:lnTo>
                    <a:pt x="42594" y="68730"/>
                  </a:lnTo>
                  <a:lnTo>
                    <a:pt x="42546" y="68878"/>
                  </a:lnTo>
                  <a:lnTo>
                    <a:pt x="42501" y="69026"/>
                  </a:lnTo>
                  <a:lnTo>
                    <a:pt x="42457" y="69174"/>
                  </a:lnTo>
                  <a:lnTo>
                    <a:pt x="42414" y="69322"/>
                  </a:lnTo>
                  <a:lnTo>
                    <a:pt x="42373" y="69469"/>
                  </a:lnTo>
                  <a:lnTo>
                    <a:pt x="42334" y="69617"/>
                  </a:lnTo>
                  <a:lnTo>
                    <a:pt x="42297" y="69765"/>
                  </a:lnTo>
                  <a:lnTo>
                    <a:pt x="42261" y="69913"/>
                  </a:lnTo>
                  <a:lnTo>
                    <a:pt x="42226" y="70061"/>
                  </a:lnTo>
                  <a:lnTo>
                    <a:pt x="42194" y="70208"/>
                  </a:lnTo>
                  <a:lnTo>
                    <a:pt x="42163" y="70356"/>
                  </a:lnTo>
                  <a:lnTo>
                    <a:pt x="42133" y="70504"/>
                  </a:lnTo>
                  <a:lnTo>
                    <a:pt x="42105" y="70652"/>
                  </a:lnTo>
                  <a:lnTo>
                    <a:pt x="42079" y="70800"/>
                  </a:lnTo>
                  <a:lnTo>
                    <a:pt x="42054" y="70947"/>
                  </a:lnTo>
                  <a:lnTo>
                    <a:pt x="42030" y="71095"/>
                  </a:lnTo>
                  <a:lnTo>
                    <a:pt x="42007" y="71243"/>
                  </a:lnTo>
                  <a:lnTo>
                    <a:pt x="41986" y="71391"/>
                  </a:lnTo>
                  <a:lnTo>
                    <a:pt x="41967" y="71539"/>
                  </a:lnTo>
                  <a:lnTo>
                    <a:pt x="41948" y="71686"/>
                  </a:lnTo>
                  <a:lnTo>
                    <a:pt x="41930" y="71834"/>
                  </a:lnTo>
                  <a:lnTo>
                    <a:pt x="41914" y="71982"/>
                  </a:lnTo>
                  <a:lnTo>
                    <a:pt x="41898" y="72130"/>
                  </a:lnTo>
                  <a:lnTo>
                    <a:pt x="41883" y="72278"/>
                  </a:lnTo>
                  <a:lnTo>
                    <a:pt x="41869" y="72426"/>
                  </a:lnTo>
                  <a:lnTo>
                    <a:pt x="41856" y="72573"/>
                  </a:lnTo>
                  <a:lnTo>
                    <a:pt x="41844" y="72721"/>
                  </a:lnTo>
                  <a:lnTo>
                    <a:pt x="41832" y="72869"/>
                  </a:lnTo>
                  <a:lnTo>
                    <a:pt x="41821" y="73017"/>
                  </a:lnTo>
                  <a:lnTo>
                    <a:pt x="41810" y="73165"/>
                  </a:lnTo>
                  <a:lnTo>
                    <a:pt x="41799" y="73312"/>
                  </a:lnTo>
                  <a:lnTo>
                    <a:pt x="41789" y="73460"/>
                  </a:lnTo>
                  <a:lnTo>
                    <a:pt x="41779" y="73608"/>
                  </a:lnTo>
                  <a:lnTo>
                    <a:pt x="41769" y="73756"/>
                  </a:lnTo>
                  <a:lnTo>
                    <a:pt x="41760" y="73904"/>
                  </a:lnTo>
                  <a:lnTo>
                    <a:pt x="41750" y="74051"/>
                  </a:lnTo>
                  <a:lnTo>
                    <a:pt x="41740" y="74199"/>
                  </a:lnTo>
                  <a:lnTo>
                    <a:pt x="41730" y="74347"/>
                  </a:lnTo>
                  <a:lnTo>
                    <a:pt x="41720" y="74495"/>
                  </a:lnTo>
                  <a:lnTo>
                    <a:pt x="41710" y="74643"/>
                  </a:lnTo>
                  <a:lnTo>
                    <a:pt x="41700" y="74790"/>
                  </a:lnTo>
                  <a:lnTo>
                    <a:pt x="41689" y="74938"/>
                  </a:lnTo>
                  <a:lnTo>
                    <a:pt x="41678" y="75086"/>
                  </a:lnTo>
                  <a:lnTo>
                    <a:pt x="41667" y="75234"/>
                  </a:lnTo>
                  <a:lnTo>
                    <a:pt x="41655" y="75382"/>
                  </a:lnTo>
                  <a:lnTo>
                    <a:pt x="41643" y="75529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2" name="pg32"/>
            <p:cNvSpPr/>
            <p:nvPr/>
          </p:nvSpPr>
          <p:spPr>
            <a:xfrm>
              <a:off x="5045635" y="2133752"/>
              <a:ext cx="122240" cy="156242"/>
            </a:xfrm>
            <a:custGeom>
              <a:avLst/>
              <a:gdLst/>
              <a:ahLst/>
              <a:cxnLst/>
              <a:rect l="0" t="0" r="0" b="0"/>
              <a:pathLst>
                <a:path w="122240" h="156242">
                  <a:moveTo>
                    <a:pt x="60564" y="156242"/>
                  </a:moveTo>
                  <a:lnTo>
                    <a:pt x="60568" y="155936"/>
                  </a:lnTo>
                  <a:lnTo>
                    <a:pt x="60580" y="155631"/>
                  </a:lnTo>
                  <a:lnTo>
                    <a:pt x="60600" y="155325"/>
                  </a:lnTo>
                  <a:lnTo>
                    <a:pt x="60628" y="155019"/>
                  </a:lnTo>
                  <a:lnTo>
                    <a:pt x="60662" y="154713"/>
                  </a:lnTo>
                  <a:lnTo>
                    <a:pt x="60699" y="154408"/>
                  </a:lnTo>
                  <a:lnTo>
                    <a:pt x="60740" y="154102"/>
                  </a:lnTo>
                  <a:lnTo>
                    <a:pt x="60782" y="153796"/>
                  </a:lnTo>
                  <a:lnTo>
                    <a:pt x="60823" y="153490"/>
                  </a:lnTo>
                  <a:lnTo>
                    <a:pt x="60864" y="153185"/>
                  </a:lnTo>
                  <a:lnTo>
                    <a:pt x="60903" y="152879"/>
                  </a:lnTo>
                  <a:lnTo>
                    <a:pt x="60938" y="152573"/>
                  </a:lnTo>
                  <a:lnTo>
                    <a:pt x="60971" y="152267"/>
                  </a:lnTo>
                  <a:lnTo>
                    <a:pt x="60999" y="151962"/>
                  </a:lnTo>
                  <a:lnTo>
                    <a:pt x="61023" y="151656"/>
                  </a:lnTo>
                  <a:lnTo>
                    <a:pt x="61044" y="151350"/>
                  </a:lnTo>
                  <a:lnTo>
                    <a:pt x="61061" y="151044"/>
                  </a:lnTo>
                  <a:lnTo>
                    <a:pt x="61075" y="150739"/>
                  </a:lnTo>
                  <a:lnTo>
                    <a:pt x="61086" y="150433"/>
                  </a:lnTo>
                  <a:lnTo>
                    <a:pt x="61095" y="150127"/>
                  </a:lnTo>
                  <a:lnTo>
                    <a:pt x="61102" y="149821"/>
                  </a:lnTo>
                  <a:lnTo>
                    <a:pt x="61107" y="149515"/>
                  </a:lnTo>
                  <a:lnTo>
                    <a:pt x="61110" y="149210"/>
                  </a:lnTo>
                  <a:lnTo>
                    <a:pt x="61113" y="148904"/>
                  </a:lnTo>
                  <a:lnTo>
                    <a:pt x="61115" y="148598"/>
                  </a:lnTo>
                  <a:lnTo>
                    <a:pt x="61117" y="148292"/>
                  </a:lnTo>
                  <a:lnTo>
                    <a:pt x="61117" y="147987"/>
                  </a:lnTo>
                  <a:lnTo>
                    <a:pt x="61118" y="147681"/>
                  </a:lnTo>
                  <a:lnTo>
                    <a:pt x="61118" y="147375"/>
                  </a:lnTo>
                  <a:lnTo>
                    <a:pt x="61118" y="147069"/>
                  </a:lnTo>
                  <a:lnTo>
                    <a:pt x="61118" y="146764"/>
                  </a:lnTo>
                  <a:lnTo>
                    <a:pt x="61117" y="146458"/>
                  </a:lnTo>
                  <a:lnTo>
                    <a:pt x="61116" y="146152"/>
                  </a:lnTo>
                  <a:lnTo>
                    <a:pt x="61115" y="145846"/>
                  </a:lnTo>
                  <a:lnTo>
                    <a:pt x="61113" y="145541"/>
                  </a:lnTo>
                  <a:lnTo>
                    <a:pt x="61110" y="145235"/>
                  </a:lnTo>
                  <a:lnTo>
                    <a:pt x="61107" y="144929"/>
                  </a:lnTo>
                  <a:lnTo>
                    <a:pt x="61101" y="144623"/>
                  </a:lnTo>
                  <a:lnTo>
                    <a:pt x="61095" y="144318"/>
                  </a:lnTo>
                  <a:lnTo>
                    <a:pt x="61086" y="144012"/>
                  </a:lnTo>
                  <a:lnTo>
                    <a:pt x="61075" y="143706"/>
                  </a:lnTo>
                  <a:lnTo>
                    <a:pt x="61060" y="143400"/>
                  </a:lnTo>
                  <a:lnTo>
                    <a:pt x="61043" y="143095"/>
                  </a:lnTo>
                  <a:lnTo>
                    <a:pt x="61022" y="142789"/>
                  </a:lnTo>
                  <a:lnTo>
                    <a:pt x="60998" y="142483"/>
                  </a:lnTo>
                  <a:lnTo>
                    <a:pt x="60969" y="142177"/>
                  </a:lnTo>
                  <a:lnTo>
                    <a:pt x="60937" y="141872"/>
                  </a:lnTo>
                  <a:lnTo>
                    <a:pt x="60902" y="141566"/>
                  </a:lnTo>
                  <a:lnTo>
                    <a:pt x="60863" y="141260"/>
                  </a:lnTo>
                  <a:lnTo>
                    <a:pt x="60822" y="140954"/>
                  </a:lnTo>
                  <a:lnTo>
                    <a:pt x="60780" y="140648"/>
                  </a:lnTo>
                  <a:lnTo>
                    <a:pt x="60738" y="140343"/>
                  </a:lnTo>
                  <a:lnTo>
                    <a:pt x="60698" y="140037"/>
                  </a:lnTo>
                  <a:lnTo>
                    <a:pt x="60660" y="139731"/>
                  </a:lnTo>
                  <a:lnTo>
                    <a:pt x="60627" y="139425"/>
                  </a:lnTo>
                  <a:lnTo>
                    <a:pt x="60599" y="139120"/>
                  </a:lnTo>
                  <a:lnTo>
                    <a:pt x="60579" y="138814"/>
                  </a:lnTo>
                  <a:lnTo>
                    <a:pt x="60566" y="138508"/>
                  </a:lnTo>
                  <a:lnTo>
                    <a:pt x="60563" y="138202"/>
                  </a:lnTo>
                  <a:lnTo>
                    <a:pt x="60568" y="137897"/>
                  </a:lnTo>
                  <a:lnTo>
                    <a:pt x="60581" y="137591"/>
                  </a:lnTo>
                  <a:lnTo>
                    <a:pt x="60602" y="137285"/>
                  </a:lnTo>
                  <a:lnTo>
                    <a:pt x="60629" y="136979"/>
                  </a:lnTo>
                  <a:lnTo>
                    <a:pt x="60663" y="136674"/>
                  </a:lnTo>
                  <a:lnTo>
                    <a:pt x="60700" y="136368"/>
                  </a:lnTo>
                  <a:lnTo>
                    <a:pt x="60741" y="136062"/>
                  </a:lnTo>
                  <a:lnTo>
                    <a:pt x="60783" y="135756"/>
                  </a:lnTo>
                  <a:lnTo>
                    <a:pt x="60825" y="135451"/>
                  </a:lnTo>
                  <a:lnTo>
                    <a:pt x="60866" y="135145"/>
                  </a:lnTo>
                  <a:lnTo>
                    <a:pt x="60904" y="134839"/>
                  </a:lnTo>
                  <a:lnTo>
                    <a:pt x="60939" y="134533"/>
                  </a:lnTo>
                  <a:lnTo>
                    <a:pt x="60971" y="134228"/>
                  </a:lnTo>
                  <a:lnTo>
                    <a:pt x="61000" y="133922"/>
                  </a:lnTo>
                  <a:lnTo>
                    <a:pt x="61024" y="133616"/>
                  </a:lnTo>
                  <a:lnTo>
                    <a:pt x="61045" y="133310"/>
                  </a:lnTo>
                  <a:lnTo>
                    <a:pt x="61062" y="133005"/>
                  </a:lnTo>
                  <a:lnTo>
                    <a:pt x="61076" y="132699"/>
                  </a:lnTo>
                  <a:lnTo>
                    <a:pt x="61086" y="132393"/>
                  </a:lnTo>
                  <a:lnTo>
                    <a:pt x="61095" y="132087"/>
                  </a:lnTo>
                  <a:lnTo>
                    <a:pt x="61102" y="131781"/>
                  </a:lnTo>
                  <a:lnTo>
                    <a:pt x="61107" y="131476"/>
                  </a:lnTo>
                  <a:lnTo>
                    <a:pt x="61111" y="131170"/>
                  </a:lnTo>
                  <a:lnTo>
                    <a:pt x="61113" y="130864"/>
                  </a:lnTo>
                  <a:lnTo>
                    <a:pt x="61115" y="130558"/>
                  </a:lnTo>
                  <a:lnTo>
                    <a:pt x="61117" y="130253"/>
                  </a:lnTo>
                  <a:lnTo>
                    <a:pt x="61118" y="129947"/>
                  </a:lnTo>
                  <a:lnTo>
                    <a:pt x="61118" y="129641"/>
                  </a:lnTo>
                  <a:lnTo>
                    <a:pt x="61119" y="129335"/>
                  </a:lnTo>
                  <a:lnTo>
                    <a:pt x="61119" y="129030"/>
                  </a:lnTo>
                  <a:lnTo>
                    <a:pt x="61119" y="128724"/>
                  </a:lnTo>
                  <a:lnTo>
                    <a:pt x="61119" y="128418"/>
                  </a:lnTo>
                  <a:lnTo>
                    <a:pt x="61119" y="128112"/>
                  </a:lnTo>
                  <a:lnTo>
                    <a:pt x="61119" y="127807"/>
                  </a:lnTo>
                  <a:lnTo>
                    <a:pt x="61119" y="127501"/>
                  </a:lnTo>
                  <a:lnTo>
                    <a:pt x="61119" y="127195"/>
                  </a:lnTo>
                  <a:lnTo>
                    <a:pt x="61120" y="126889"/>
                  </a:lnTo>
                  <a:lnTo>
                    <a:pt x="61120" y="126584"/>
                  </a:lnTo>
                  <a:lnTo>
                    <a:pt x="61120" y="126278"/>
                  </a:lnTo>
                  <a:lnTo>
                    <a:pt x="61120" y="125972"/>
                  </a:lnTo>
                  <a:lnTo>
                    <a:pt x="61120" y="125666"/>
                  </a:lnTo>
                  <a:lnTo>
                    <a:pt x="61120" y="125361"/>
                  </a:lnTo>
                  <a:lnTo>
                    <a:pt x="61120" y="125055"/>
                  </a:lnTo>
                  <a:lnTo>
                    <a:pt x="61120" y="124749"/>
                  </a:lnTo>
                  <a:lnTo>
                    <a:pt x="61120" y="124443"/>
                  </a:lnTo>
                  <a:lnTo>
                    <a:pt x="61120" y="124138"/>
                  </a:lnTo>
                  <a:lnTo>
                    <a:pt x="61120" y="123832"/>
                  </a:lnTo>
                  <a:lnTo>
                    <a:pt x="61120" y="123526"/>
                  </a:lnTo>
                  <a:lnTo>
                    <a:pt x="61120" y="123220"/>
                  </a:lnTo>
                  <a:lnTo>
                    <a:pt x="61120" y="122914"/>
                  </a:lnTo>
                  <a:lnTo>
                    <a:pt x="61120" y="122609"/>
                  </a:lnTo>
                  <a:lnTo>
                    <a:pt x="61120" y="122303"/>
                  </a:lnTo>
                  <a:lnTo>
                    <a:pt x="61120" y="121997"/>
                  </a:lnTo>
                  <a:lnTo>
                    <a:pt x="61120" y="121691"/>
                  </a:lnTo>
                  <a:lnTo>
                    <a:pt x="61120" y="121386"/>
                  </a:lnTo>
                  <a:lnTo>
                    <a:pt x="61120" y="121080"/>
                  </a:lnTo>
                  <a:lnTo>
                    <a:pt x="61120" y="120774"/>
                  </a:lnTo>
                  <a:lnTo>
                    <a:pt x="61120" y="120468"/>
                  </a:lnTo>
                  <a:lnTo>
                    <a:pt x="61120" y="120163"/>
                  </a:lnTo>
                  <a:lnTo>
                    <a:pt x="61120" y="119857"/>
                  </a:lnTo>
                  <a:lnTo>
                    <a:pt x="61120" y="119551"/>
                  </a:lnTo>
                  <a:lnTo>
                    <a:pt x="61120" y="119245"/>
                  </a:lnTo>
                  <a:lnTo>
                    <a:pt x="61120" y="118940"/>
                  </a:lnTo>
                  <a:lnTo>
                    <a:pt x="61120" y="118634"/>
                  </a:lnTo>
                  <a:lnTo>
                    <a:pt x="61120" y="118328"/>
                  </a:lnTo>
                  <a:lnTo>
                    <a:pt x="61120" y="118022"/>
                  </a:lnTo>
                  <a:lnTo>
                    <a:pt x="61120" y="117717"/>
                  </a:lnTo>
                  <a:lnTo>
                    <a:pt x="61120" y="117411"/>
                  </a:lnTo>
                  <a:lnTo>
                    <a:pt x="61120" y="117105"/>
                  </a:lnTo>
                  <a:lnTo>
                    <a:pt x="61120" y="116799"/>
                  </a:lnTo>
                  <a:lnTo>
                    <a:pt x="61120" y="116494"/>
                  </a:lnTo>
                  <a:lnTo>
                    <a:pt x="61120" y="116188"/>
                  </a:lnTo>
                  <a:lnTo>
                    <a:pt x="61120" y="115882"/>
                  </a:lnTo>
                  <a:lnTo>
                    <a:pt x="61120" y="115576"/>
                  </a:lnTo>
                  <a:lnTo>
                    <a:pt x="61120" y="115271"/>
                  </a:lnTo>
                  <a:lnTo>
                    <a:pt x="61120" y="114965"/>
                  </a:lnTo>
                  <a:lnTo>
                    <a:pt x="61120" y="114659"/>
                  </a:lnTo>
                  <a:lnTo>
                    <a:pt x="61120" y="114353"/>
                  </a:lnTo>
                  <a:lnTo>
                    <a:pt x="61120" y="114047"/>
                  </a:lnTo>
                  <a:lnTo>
                    <a:pt x="61120" y="113742"/>
                  </a:lnTo>
                  <a:lnTo>
                    <a:pt x="61120" y="113436"/>
                  </a:lnTo>
                  <a:lnTo>
                    <a:pt x="61120" y="113130"/>
                  </a:lnTo>
                  <a:lnTo>
                    <a:pt x="61120" y="112824"/>
                  </a:lnTo>
                  <a:lnTo>
                    <a:pt x="61120" y="112519"/>
                  </a:lnTo>
                  <a:lnTo>
                    <a:pt x="61120" y="112213"/>
                  </a:lnTo>
                  <a:lnTo>
                    <a:pt x="61120" y="111907"/>
                  </a:lnTo>
                  <a:lnTo>
                    <a:pt x="61120" y="111601"/>
                  </a:lnTo>
                  <a:lnTo>
                    <a:pt x="61120" y="111296"/>
                  </a:lnTo>
                  <a:lnTo>
                    <a:pt x="61120" y="110990"/>
                  </a:lnTo>
                  <a:lnTo>
                    <a:pt x="61120" y="110684"/>
                  </a:lnTo>
                  <a:lnTo>
                    <a:pt x="61120" y="110378"/>
                  </a:lnTo>
                  <a:lnTo>
                    <a:pt x="61120" y="110073"/>
                  </a:lnTo>
                  <a:lnTo>
                    <a:pt x="61120" y="109767"/>
                  </a:lnTo>
                  <a:lnTo>
                    <a:pt x="61120" y="109461"/>
                  </a:lnTo>
                  <a:lnTo>
                    <a:pt x="61120" y="109155"/>
                  </a:lnTo>
                  <a:lnTo>
                    <a:pt x="61120" y="108850"/>
                  </a:lnTo>
                  <a:lnTo>
                    <a:pt x="61120" y="108544"/>
                  </a:lnTo>
                  <a:lnTo>
                    <a:pt x="61120" y="108238"/>
                  </a:lnTo>
                  <a:lnTo>
                    <a:pt x="61120" y="107932"/>
                  </a:lnTo>
                  <a:lnTo>
                    <a:pt x="61120" y="107627"/>
                  </a:lnTo>
                  <a:lnTo>
                    <a:pt x="61120" y="107321"/>
                  </a:lnTo>
                  <a:lnTo>
                    <a:pt x="61120" y="107015"/>
                  </a:lnTo>
                  <a:lnTo>
                    <a:pt x="61120" y="106709"/>
                  </a:lnTo>
                  <a:lnTo>
                    <a:pt x="61120" y="106404"/>
                  </a:lnTo>
                  <a:lnTo>
                    <a:pt x="61120" y="106098"/>
                  </a:lnTo>
                  <a:lnTo>
                    <a:pt x="61120" y="105792"/>
                  </a:lnTo>
                  <a:lnTo>
                    <a:pt x="61120" y="105486"/>
                  </a:lnTo>
                  <a:lnTo>
                    <a:pt x="61120" y="105180"/>
                  </a:lnTo>
                  <a:lnTo>
                    <a:pt x="61120" y="104875"/>
                  </a:lnTo>
                  <a:lnTo>
                    <a:pt x="61120" y="104569"/>
                  </a:lnTo>
                  <a:lnTo>
                    <a:pt x="61120" y="104263"/>
                  </a:lnTo>
                  <a:lnTo>
                    <a:pt x="61120" y="103957"/>
                  </a:lnTo>
                  <a:lnTo>
                    <a:pt x="61120" y="103652"/>
                  </a:lnTo>
                  <a:lnTo>
                    <a:pt x="61120" y="103346"/>
                  </a:lnTo>
                  <a:lnTo>
                    <a:pt x="61120" y="103040"/>
                  </a:lnTo>
                  <a:lnTo>
                    <a:pt x="61120" y="102734"/>
                  </a:lnTo>
                  <a:lnTo>
                    <a:pt x="61120" y="102429"/>
                  </a:lnTo>
                  <a:lnTo>
                    <a:pt x="61120" y="102123"/>
                  </a:lnTo>
                  <a:lnTo>
                    <a:pt x="61120" y="101817"/>
                  </a:lnTo>
                  <a:lnTo>
                    <a:pt x="61120" y="101511"/>
                  </a:lnTo>
                  <a:lnTo>
                    <a:pt x="61120" y="101206"/>
                  </a:lnTo>
                  <a:lnTo>
                    <a:pt x="61120" y="100900"/>
                  </a:lnTo>
                  <a:lnTo>
                    <a:pt x="61120" y="100594"/>
                  </a:lnTo>
                  <a:lnTo>
                    <a:pt x="61120" y="100288"/>
                  </a:lnTo>
                  <a:lnTo>
                    <a:pt x="61120" y="99983"/>
                  </a:lnTo>
                  <a:lnTo>
                    <a:pt x="61120" y="99677"/>
                  </a:lnTo>
                  <a:lnTo>
                    <a:pt x="61120" y="99371"/>
                  </a:lnTo>
                  <a:lnTo>
                    <a:pt x="61120" y="99065"/>
                  </a:lnTo>
                  <a:lnTo>
                    <a:pt x="61120" y="98760"/>
                  </a:lnTo>
                  <a:lnTo>
                    <a:pt x="61120" y="98454"/>
                  </a:lnTo>
                  <a:lnTo>
                    <a:pt x="61120" y="98148"/>
                  </a:lnTo>
                  <a:lnTo>
                    <a:pt x="61120" y="97842"/>
                  </a:lnTo>
                  <a:lnTo>
                    <a:pt x="61120" y="97537"/>
                  </a:lnTo>
                  <a:lnTo>
                    <a:pt x="61120" y="97231"/>
                  </a:lnTo>
                  <a:lnTo>
                    <a:pt x="61120" y="96925"/>
                  </a:lnTo>
                  <a:lnTo>
                    <a:pt x="61120" y="96619"/>
                  </a:lnTo>
                  <a:lnTo>
                    <a:pt x="61120" y="96313"/>
                  </a:lnTo>
                  <a:lnTo>
                    <a:pt x="61120" y="96008"/>
                  </a:lnTo>
                  <a:lnTo>
                    <a:pt x="61120" y="95702"/>
                  </a:lnTo>
                  <a:lnTo>
                    <a:pt x="61119" y="95396"/>
                  </a:lnTo>
                  <a:lnTo>
                    <a:pt x="61119" y="95090"/>
                  </a:lnTo>
                  <a:lnTo>
                    <a:pt x="61119" y="94785"/>
                  </a:lnTo>
                  <a:lnTo>
                    <a:pt x="61119" y="94479"/>
                  </a:lnTo>
                  <a:lnTo>
                    <a:pt x="61119" y="94173"/>
                  </a:lnTo>
                  <a:lnTo>
                    <a:pt x="61119" y="93867"/>
                  </a:lnTo>
                  <a:lnTo>
                    <a:pt x="61119" y="93562"/>
                  </a:lnTo>
                  <a:lnTo>
                    <a:pt x="61118" y="93256"/>
                  </a:lnTo>
                  <a:lnTo>
                    <a:pt x="61118" y="92950"/>
                  </a:lnTo>
                  <a:lnTo>
                    <a:pt x="61117" y="92644"/>
                  </a:lnTo>
                  <a:lnTo>
                    <a:pt x="61116" y="92339"/>
                  </a:lnTo>
                  <a:lnTo>
                    <a:pt x="61114" y="92033"/>
                  </a:lnTo>
                  <a:lnTo>
                    <a:pt x="61111" y="91727"/>
                  </a:lnTo>
                  <a:lnTo>
                    <a:pt x="61106" y="91421"/>
                  </a:lnTo>
                  <a:lnTo>
                    <a:pt x="61101" y="91116"/>
                  </a:lnTo>
                  <a:lnTo>
                    <a:pt x="61093" y="90810"/>
                  </a:lnTo>
                  <a:lnTo>
                    <a:pt x="61082" y="90504"/>
                  </a:lnTo>
                  <a:lnTo>
                    <a:pt x="61068" y="90198"/>
                  </a:lnTo>
                  <a:lnTo>
                    <a:pt x="61050" y="89893"/>
                  </a:lnTo>
                  <a:lnTo>
                    <a:pt x="61027" y="89587"/>
                  </a:lnTo>
                  <a:lnTo>
                    <a:pt x="60999" y="89281"/>
                  </a:lnTo>
                  <a:lnTo>
                    <a:pt x="60963" y="88975"/>
                  </a:lnTo>
                  <a:lnTo>
                    <a:pt x="60920" y="88670"/>
                  </a:lnTo>
                  <a:lnTo>
                    <a:pt x="60870" y="88364"/>
                  </a:lnTo>
                  <a:lnTo>
                    <a:pt x="60812" y="88058"/>
                  </a:lnTo>
                  <a:lnTo>
                    <a:pt x="60746" y="87752"/>
                  </a:lnTo>
                  <a:lnTo>
                    <a:pt x="60673" y="87446"/>
                  </a:lnTo>
                  <a:lnTo>
                    <a:pt x="60594" y="87141"/>
                  </a:lnTo>
                  <a:lnTo>
                    <a:pt x="60510" y="86835"/>
                  </a:lnTo>
                  <a:lnTo>
                    <a:pt x="60423" y="86529"/>
                  </a:lnTo>
                  <a:lnTo>
                    <a:pt x="60335" y="86223"/>
                  </a:lnTo>
                  <a:lnTo>
                    <a:pt x="60248" y="85918"/>
                  </a:lnTo>
                  <a:lnTo>
                    <a:pt x="60166" y="85612"/>
                  </a:lnTo>
                  <a:lnTo>
                    <a:pt x="60089" y="85306"/>
                  </a:lnTo>
                  <a:lnTo>
                    <a:pt x="60019" y="85000"/>
                  </a:lnTo>
                  <a:lnTo>
                    <a:pt x="59958" y="84695"/>
                  </a:lnTo>
                  <a:lnTo>
                    <a:pt x="59905" y="84389"/>
                  </a:lnTo>
                  <a:lnTo>
                    <a:pt x="59860" y="84083"/>
                  </a:lnTo>
                  <a:lnTo>
                    <a:pt x="59822" y="83777"/>
                  </a:lnTo>
                  <a:lnTo>
                    <a:pt x="59788" y="83472"/>
                  </a:lnTo>
                  <a:lnTo>
                    <a:pt x="59754" y="83166"/>
                  </a:lnTo>
                  <a:lnTo>
                    <a:pt x="59716" y="82860"/>
                  </a:lnTo>
                  <a:lnTo>
                    <a:pt x="59672" y="82554"/>
                  </a:lnTo>
                  <a:lnTo>
                    <a:pt x="59616" y="82249"/>
                  </a:lnTo>
                  <a:lnTo>
                    <a:pt x="59547" y="81943"/>
                  </a:lnTo>
                  <a:lnTo>
                    <a:pt x="59462" y="81637"/>
                  </a:lnTo>
                  <a:lnTo>
                    <a:pt x="59360" y="81331"/>
                  </a:lnTo>
                  <a:lnTo>
                    <a:pt x="59243" y="81026"/>
                  </a:lnTo>
                  <a:lnTo>
                    <a:pt x="59110" y="80720"/>
                  </a:lnTo>
                  <a:lnTo>
                    <a:pt x="58968" y="80414"/>
                  </a:lnTo>
                  <a:lnTo>
                    <a:pt x="58821" y="80108"/>
                  </a:lnTo>
                  <a:lnTo>
                    <a:pt x="58677" y="79803"/>
                  </a:lnTo>
                  <a:lnTo>
                    <a:pt x="58542" y="79497"/>
                  </a:lnTo>
                  <a:lnTo>
                    <a:pt x="58422" y="79191"/>
                  </a:lnTo>
                  <a:lnTo>
                    <a:pt x="58323" y="78885"/>
                  </a:lnTo>
                  <a:lnTo>
                    <a:pt x="58251" y="78579"/>
                  </a:lnTo>
                  <a:lnTo>
                    <a:pt x="58208" y="78274"/>
                  </a:lnTo>
                  <a:lnTo>
                    <a:pt x="58200" y="77968"/>
                  </a:lnTo>
                  <a:lnTo>
                    <a:pt x="58225" y="77662"/>
                  </a:lnTo>
                  <a:lnTo>
                    <a:pt x="58279" y="77356"/>
                  </a:lnTo>
                  <a:lnTo>
                    <a:pt x="58358" y="77051"/>
                  </a:lnTo>
                  <a:lnTo>
                    <a:pt x="58455" y="76745"/>
                  </a:lnTo>
                  <a:lnTo>
                    <a:pt x="58565" y="76439"/>
                  </a:lnTo>
                  <a:lnTo>
                    <a:pt x="58680" y="76133"/>
                  </a:lnTo>
                  <a:lnTo>
                    <a:pt x="58794" y="75828"/>
                  </a:lnTo>
                  <a:lnTo>
                    <a:pt x="58901" y="75522"/>
                  </a:lnTo>
                  <a:lnTo>
                    <a:pt x="58995" y="75216"/>
                  </a:lnTo>
                  <a:lnTo>
                    <a:pt x="59071" y="74910"/>
                  </a:lnTo>
                  <a:lnTo>
                    <a:pt x="59131" y="74605"/>
                  </a:lnTo>
                  <a:lnTo>
                    <a:pt x="59173" y="74299"/>
                  </a:lnTo>
                  <a:lnTo>
                    <a:pt x="59202" y="73993"/>
                  </a:lnTo>
                  <a:lnTo>
                    <a:pt x="59219" y="73687"/>
                  </a:lnTo>
                  <a:lnTo>
                    <a:pt x="59229" y="73382"/>
                  </a:lnTo>
                  <a:lnTo>
                    <a:pt x="59238" y="73076"/>
                  </a:lnTo>
                  <a:lnTo>
                    <a:pt x="59250" y="72770"/>
                  </a:lnTo>
                  <a:lnTo>
                    <a:pt x="59270" y="72464"/>
                  </a:lnTo>
                  <a:lnTo>
                    <a:pt x="59303" y="72159"/>
                  </a:lnTo>
                  <a:lnTo>
                    <a:pt x="59351" y="71853"/>
                  </a:lnTo>
                  <a:lnTo>
                    <a:pt x="59416" y="71547"/>
                  </a:lnTo>
                  <a:lnTo>
                    <a:pt x="59496" y="71241"/>
                  </a:lnTo>
                  <a:lnTo>
                    <a:pt x="59592" y="70936"/>
                  </a:lnTo>
                  <a:lnTo>
                    <a:pt x="59702" y="70630"/>
                  </a:lnTo>
                  <a:lnTo>
                    <a:pt x="59821" y="70324"/>
                  </a:lnTo>
                  <a:lnTo>
                    <a:pt x="59948" y="70018"/>
                  </a:lnTo>
                  <a:lnTo>
                    <a:pt x="60078" y="69712"/>
                  </a:lnTo>
                  <a:lnTo>
                    <a:pt x="60207" y="69407"/>
                  </a:lnTo>
                  <a:lnTo>
                    <a:pt x="60332" y="69101"/>
                  </a:lnTo>
                  <a:lnTo>
                    <a:pt x="60449" y="68795"/>
                  </a:lnTo>
                  <a:lnTo>
                    <a:pt x="60558" y="68489"/>
                  </a:lnTo>
                  <a:lnTo>
                    <a:pt x="60656" y="68184"/>
                  </a:lnTo>
                  <a:lnTo>
                    <a:pt x="60742" y="67878"/>
                  </a:lnTo>
                  <a:lnTo>
                    <a:pt x="60816" y="67572"/>
                  </a:lnTo>
                  <a:lnTo>
                    <a:pt x="60878" y="67266"/>
                  </a:lnTo>
                  <a:lnTo>
                    <a:pt x="60928" y="66961"/>
                  </a:lnTo>
                  <a:lnTo>
                    <a:pt x="60966" y="66655"/>
                  </a:lnTo>
                  <a:lnTo>
                    <a:pt x="60994" y="66349"/>
                  </a:lnTo>
                  <a:lnTo>
                    <a:pt x="61013" y="66043"/>
                  </a:lnTo>
                  <a:lnTo>
                    <a:pt x="61024" y="65738"/>
                  </a:lnTo>
                  <a:lnTo>
                    <a:pt x="61028" y="65432"/>
                  </a:lnTo>
                  <a:lnTo>
                    <a:pt x="61024" y="65126"/>
                  </a:lnTo>
                  <a:lnTo>
                    <a:pt x="61014" y="64820"/>
                  </a:lnTo>
                  <a:lnTo>
                    <a:pt x="60998" y="64515"/>
                  </a:lnTo>
                  <a:lnTo>
                    <a:pt x="60975" y="64209"/>
                  </a:lnTo>
                  <a:lnTo>
                    <a:pt x="60948" y="63903"/>
                  </a:lnTo>
                  <a:lnTo>
                    <a:pt x="60916" y="63597"/>
                  </a:lnTo>
                  <a:lnTo>
                    <a:pt x="60879" y="63292"/>
                  </a:lnTo>
                  <a:lnTo>
                    <a:pt x="60840" y="62986"/>
                  </a:lnTo>
                  <a:lnTo>
                    <a:pt x="60799" y="62680"/>
                  </a:lnTo>
                  <a:lnTo>
                    <a:pt x="60756" y="62374"/>
                  </a:lnTo>
                  <a:lnTo>
                    <a:pt x="60714" y="62069"/>
                  </a:lnTo>
                  <a:lnTo>
                    <a:pt x="60674" y="61763"/>
                  </a:lnTo>
                  <a:lnTo>
                    <a:pt x="60636" y="61457"/>
                  </a:lnTo>
                  <a:lnTo>
                    <a:pt x="60603" y="61151"/>
                  </a:lnTo>
                  <a:lnTo>
                    <a:pt x="60576" y="60845"/>
                  </a:lnTo>
                  <a:lnTo>
                    <a:pt x="60555" y="60540"/>
                  </a:lnTo>
                  <a:lnTo>
                    <a:pt x="60540" y="60234"/>
                  </a:lnTo>
                  <a:lnTo>
                    <a:pt x="60531" y="59928"/>
                  </a:lnTo>
                  <a:lnTo>
                    <a:pt x="60529" y="59622"/>
                  </a:lnTo>
                  <a:lnTo>
                    <a:pt x="60533" y="59317"/>
                  </a:lnTo>
                  <a:lnTo>
                    <a:pt x="60540" y="59011"/>
                  </a:lnTo>
                  <a:lnTo>
                    <a:pt x="60551" y="58705"/>
                  </a:lnTo>
                  <a:lnTo>
                    <a:pt x="60563" y="58399"/>
                  </a:lnTo>
                  <a:lnTo>
                    <a:pt x="60574" y="58094"/>
                  </a:lnTo>
                  <a:lnTo>
                    <a:pt x="60583" y="57788"/>
                  </a:lnTo>
                  <a:lnTo>
                    <a:pt x="60589" y="57482"/>
                  </a:lnTo>
                  <a:lnTo>
                    <a:pt x="60591" y="57176"/>
                  </a:lnTo>
                  <a:lnTo>
                    <a:pt x="60589" y="56871"/>
                  </a:lnTo>
                  <a:lnTo>
                    <a:pt x="60581" y="56565"/>
                  </a:lnTo>
                  <a:lnTo>
                    <a:pt x="60569" y="56259"/>
                  </a:lnTo>
                  <a:lnTo>
                    <a:pt x="60552" y="55953"/>
                  </a:lnTo>
                  <a:lnTo>
                    <a:pt x="60531" y="55648"/>
                  </a:lnTo>
                  <a:lnTo>
                    <a:pt x="60507" y="55342"/>
                  </a:lnTo>
                  <a:lnTo>
                    <a:pt x="60479" y="55036"/>
                  </a:lnTo>
                  <a:lnTo>
                    <a:pt x="60449" y="54730"/>
                  </a:lnTo>
                  <a:lnTo>
                    <a:pt x="60415" y="54425"/>
                  </a:lnTo>
                  <a:lnTo>
                    <a:pt x="60376" y="54119"/>
                  </a:lnTo>
                  <a:lnTo>
                    <a:pt x="60332" y="53813"/>
                  </a:lnTo>
                  <a:lnTo>
                    <a:pt x="60280" y="53507"/>
                  </a:lnTo>
                  <a:lnTo>
                    <a:pt x="60216" y="53202"/>
                  </a:lnTo>
                  <a:lnTo>
                    <a:pt x="60137" y="52896"/>
                  </a:lnTo>
                  <a:lnTo>
                    <a:pt x="60042" y="52590"/>
                  </a:lnTo>
                  <a:lnTo>
                    <a:pt x="59927" y="52284"/>
                  </a:lnTo>
                  <a:lnTo>
                    <a:pt x="59792" y="51978"/>
                  </a:lnTo>
                  <a:lnTo>
                    <a:pt x="59635" y="51673"/>
                  </a:lnTo>
                  <a:lnTo>
                    <a:pt x="59456" y="51367"/>
                  </a:lnTo>
                  <a:lnTo>
                    <a:pt x="59257" y="51061"/>
                  </a:lnTo>
                  <a:lnTo>
                    <a:pt x="59042" y="50755"/>
                  </a:lnTo>
                  <a:lnTo>
                    <a:pt x="58812" y="50450"/>
                  </a:lnTo>
                  <a:lnTo>
                    <a:pt x="58574" y="50144"/>
                  </a:lnTo>
                  <a:lnTo>
                    <a:pt x="58335" y="49838"/>
                  </a:lnTo>
                  <a:lnTo>
                    <a:pt x="58100" y="49532"/>
                  </a:lnTo>
                  <a:lnTo>
                    <a:pt x="57873" y="49227"/>
                  </a:lnTo>
                  <a:lnTo>
                    <a:pt x="57657" y="48921"/>
                  </a:lnTo>
                  <a:lnTo>
                    <a:pt x="57454" y="48615"/>
                  </a:lnTo>
                  <a:lnTo>
                    <a:pt x="57261" y="48309"/>
                  </a:lnTo>
                  <a:lnTo>
                    <a:pt x="57076" y="48004"/>
                  </a:lnTo>
                  <a:lnTo>
                    <a:pt x="56889" y="47698"/>
                  </a:lnTo>
                  <a:lnTo>
                    <a:pt x="56689" y="47392"/>
                  </a:lnTo>
                  <a:lnTo>
                    <a:pt x="56462" y="47086"/>
                  </a:lnTo>
                  <a:lnTo>
                    <a:pt x="56196" y="46781"/>
                  </a:lnTo>
                  <a:lnTo>
                    <a:pt x="55877" y="46475"/>
                  </a:lnTo>
                  <a:lnTo>
                    <a:pt x="55494" y="46169"/>
                  </a:lnTo>
                  <a:lnTo>
                    <a:pt x="55037" y="45863"/>
                  </a:lnTo>
                  <a:lnTo>
                    <a:pt x="54503" y="45558"/>
                  </a:lnTo>
                  <a:lnTo>
                    <a:pt x="53890" y="45252"/>
                  </a:lnTo>
                  <a:lnTo>
                    <a:pt x="53200" y="44946"/>
                  </a:lnTo>
                  <a:lnTo>
                    <a:pt x="52447" y="44640"/>
                  </a:lnTo>
                  <a:lnTo>
                    <a:pt x="51656" y="44335"/>
                  </a:lnTo>
                  <a:lnTo>
                    <a:pt x="50849" y="44029"/>
                  </a:lnTo>
                  <a:lnTo>
                    <a:pt x="50052" y="43723"/>
                  </a:lnTo>
                  <a:lnTo>
                    <a:pt x="49288" y="43417"/>
                  </a:lnTo>
                  <a:lnTo>
                    <a:pt x="48582" y="43111"/>
                  </a:lnTo>
                  <a:lnTo>
                    <a:pt x="47952" y="42806"/>
                  </a:lnTo>
                  <a:lnTo>
                    <a:pt x="47410" y="42500"/>
                  </a:lnTo>
                  <a:lnTo>
                    <a:pt x="46968" y="42194"/>
                  </a:lnTo>
                  <a:lnTo>
                    <a:pt x="46618" y="41888"/>
                  </a:lnTo>
                  <a:lnTo>
                    <a:pt x="46334" y="41583"/>
                  </a:lnTo>
                  <a:lnTo>
                    <a:pt x="46088" y="41277"/>
                  </a:lnTo>
                  <a:lnTo>
                    <a:pt x="45846" y="40971"/>
                  </a:lnTo>
                  <a:lnTo>
                    <a:pt x="45571" y="40665"/>
                  </a:lnTo>
                  <a:lnTo>
                    <a:pt x="45224" y="40360"/>
                  </a:lnTo>
                  <a:lnTo>
                    <a:pt x="44768" y="40054"/>
                  </a:lnTo>
                  <a:lnTo>
                    <a:pt x="44172" y="39748"/>
                  </a:lnTo>
                  <a:lnTo>
                    <a:pt x="43402" y="39442"/>
                  </a:lnTo>
                  <a:lnTo>
                    <a:pt x="42449" y="39137"/>
                  </a:lnTo>
                  <a:lnTo>
                    <a:pt x="41336" y="38831"/>
                  </a:lnTo>
                  <a:lnTo>
                    <a:pt x="40090" y="38525"/>
                  </a:lnTo>
                  <a:lnTo>
                    <a:pt x="38747" y="38219"/>
                  </a:lnTo>
                  <a:lnTo>
                    <a:pt x="37356" y="37914"/>
                  </a:lnTo>
                  <a:lnTo>
                    <a:pt x="35971" y="37608"/>
                  </a:lnTo>
                  <a:lnTo>
                    <a:pt x="34648" y="37302"/>
                  </a:lnTo>
                  <a:lnTo>
                    <a:pt x="33440" y="36996"/>
                  </a:lnTo>
                  <a:lnTo>
                    <a:pt x="32407" y="36691"/>
                  </a:lnTo>
                  <a:lnTo>
                    <a:pt x="31587" y="36385"/>
                  </a:lnTo>
                  <a:lnTo>
                    <a:pt x="30973" y="36079"/>
                  </a:lnTo>
                  <a:lnTo>
                    <a:pt x="30552" y="35773"/>
                  </a:lnTo>
                  <a:lnTo>
                    <a:pt x="30290" y="35468"/>
                  </a:lnTo>
                  <a:lnTo>
                    <a:pt x="30138" y="35162"/>
                  </a:lnTo>
                  <a:lnTo>
                    <a:pt x="30031" y="34856"/>
                  </a:lnTo>
                  <a:lnTo>
                    <a:pt x="29897" y="34550"/>
                  </a:lnTo>
                  <a:lnTo>
                    <a:pt x="29660" y="34244"/>
                  </a:lnTo>
                  <a:lnTo>
                    <a:pt x="29230" y="33939"/>
                  </a:lnTo>
                  <a:lnTo>
                    <a:pt x="28533" y="33633"/>
                  </a:lnTo>
                  <a:lnTo>
                    <a:pt x="27551" y="33327"/>
                  </a:lnTo>
                  <a:lnTo>
                    <a:pt x="26275" y="33021"/>
                  </a:lnTo>
                  <a:lnTo>
                    <a:pt x="24724" y="32716"/>
                  </a:lnTo>
                  <a:lnTo>
                    <a:pt x="22941" y="32410"/>
                  </a:lnTo>
                  <a:lnTo>
                    <a:pt x="20992" y="32104"/>
                  </a:lnTo>
                  <a:lnTo>
                    <a:pt x="18963" y="31798"/>
                  </a:lnTo>
                  <a:lnTo>
                    <a:pt x="16952" y="31493"/>
                  </a:lnTo>
                  <a:lnTo>
                    <a:pt x="15078" y="31187"/>
                  </a:lnTo>
                  <a:lnTo>
                    <a:pt x="13463" y="30881"/>
                  </a:lnTo>
                  <a:lnTo>
                    <a:pt x="12172" y="30575"/>
                  </a:lnTo>
                  <a:lnTo>
                    <a:pt x="11254" y="30270"/>
                  </a:lnTo>
                  <a:lnTo>
                    <a:pt x="10869" y="30046"/>
                  </a:lnTo>
                  <a:lnTo>
                    <a:pt x="10727" y="29964"/>
                  </a:lnTo>
                  <a:lnTo>
                    <a:pt x="10580" y="29658"/>
                  </a:lnTo>
                  <a:lnTo>
                    <a:pt x="10767" y="29352"/>
                  </a:lnTo>
                  <a:lnTo>
                    <a:pt x="11217" y="29047"/>
                  </a:lnTo>
                  <a:lnTo>
                    <a:pt x="11831" y="28741"/>
                  </a:lnTo>
                  <a:lnTo>
                    <a:pt x="12491" y="28435"/>
                  </a:lnTo>
                  <a:lnTo>
                    <a:pt x="13048" y="28129"/>
                  </a:lnTo>
                  <a:lnTo>
                    <a:pt x="13389" y="27824"/>
                  </a:lnTo>
                  <a:lnTo>
                    <a:pt x="13428" y="27518"/>
                  </a:lnTo>
                  <a:lnTo>
                    <a:pt x="13105" y="27212"/>
                  </a:lnTo>
                  <a:lnTo>
                    <a:pt x="12395" y="26906"/>
                  </a:lnTo>
                  <a:lnTo>
                    <a:pt x="11309" y="26601"/>
                  </a:lnTo>
                  <a:lnTo>
                    <a:pt x="9892" y="26295"/>
                  </a:lnTo>
                  <a:lnTo>
                    <a:pt x="8224" y="25989"/>
                  </a:lnTo>
                  <a:lnTo>
                    <a:pt x="6412" y="25683"/>
                  </a:lnTo>
                  <a:lnTo>
                    <a:pt x="4615" y="25377"/>
                  </a:lnTo>
                  <a:lnTo>
                    <a:pt x="2975" y="25072"/>
                  </a:lnTo>
                  <a:lnTo>
                    <a:pt x="1611" y="24766"/>
                  </a:lnTo>
                  <a:lnTo>
                    <a:pt x="621" y="24460"/>
                  </a:lnTo>
                  <a:lnTo>
                    <a:pt x="45" y="24037"/>
                  </a:lnTo>
                  <a:lnTo>
                    <a:pt x="0" y="23849"/>
                  </a:lnTo>
                  <a:lnTo>
                    <a:pt x="394" y="23543"/>
                  </a:lnTo>
                  <a:lnTo>
                    <a:pt x="1211" y="23237"/>
                  </a:lnTo>
                  <a:lnTo>
                    <a:pt x="2383" y="22931"/>
                  </a:lnTo>
                  <a:lnTo>
                    <a:pt x="3771" y="22626"/>
                  </a:lnTo>
                  <a:lnTo>
                    <a:pt x="5213" y="22320"/>
                  </a:lnTo>
                  <a:lnTo>
                    <a:pt x="6575" y="22014"/>
                  </a:lnTo>
                  <a:lnTo>
                    <a:pt x="7735" y="21708"/>
                  </a:lnTo>
                  <a:lnTo>
                    <a:pt x="8591" y="21403"/>
                  </a:lnTo>
                  <a:lnTo>
                    <a:pt x="9074" y="21097"/>
                  </a:lnTo>
                  <a:lnTo>
                    <a:pt x="9149" y="20791"/>
                  </a:lnTo>
                  <a:lnTo>
                    <a:pt x="8821" y="20485"/>
                  </a:lnTo>
                  <a:lnTo>
                    <a:pt x="8121" y="20180"/>
                  </a:lnTo>
                  <a:lnTo>
                    <a:pt x="7158" y="19874"/>
                  </a:lnTo>
                  <a:lnTo>
                    <a:pt x="6086" y="19568"/>
                  </a:lnTo>
                  <a:lnTo>
                    <a:pt x="5045" y="19262"/>
                  </a:lnTo>
                  <a:lnTo>
                    <a:pt x="4178" y="18957"/>
                  </a:lnTo>
                  <a:lnTo>
                    <a:pt x="3620" y="18651"/>
                  </a:lnTo>
                  <a:lnTo>
                    <a:pt x="3486" y="18345"/>
                  </a:lnTo>
                  <a:lnTo>
                    <a:pt x="3906" y="18027"/>
                  </a:lnTo>
                  <a:lnTo>
                    <a:pt x="4827" y="17734"/>
                  </a:lnTo>
                  <a:lnTo>
                    <a:pt x="6416" y="17428"/>
                  </a:lnTo>
                  <a:lnTo>
                    <a:pt x="8617" y="17122"/>
                  </a:lnTo>
                  <a:lnTo>
                    <a:pt x="11312" y="16816"/>
                  </a:lnTo>
                  <a:lnTo>
                    <a:pt x="14407" y="16510"/>
                  </a:lnTo>
                  <a:lnTo>
                    <a:pt x="17793" y="16205"/>
                  </a:lnTo>
                  <a:lnTo>
                    <a:pt x="21349" y="15899"/>
                  </a:lnTo>
                  <a:lnTo>
                    <a:pt x="24956" y="15593"/>
                  </a:lnTo>
                  <a:lnTo>
                    <a:pt x="28499" y="15287"/>
                  </a:lnTo>
                  <a:lnTo>
                    <a:pt x="31880" y="14982"/>
                  </a:lnTo>
                  <a:lnTo>
                    <a:pt x="34999" y="14676"/>
                  </a:lnTo>
                  <a:lnTo>
                    <a:pt x="37784" y="14370"/>
                  </a:lnTo>
                  <a:lnTo>
                    <a:pt x="40234" y="14064"/>
                  </a:lnTo>
                  <a:lnTo>
                    <a:pt x="42349" y="13759"/>
                  </a:lnTo>
                  <a:lnTo>
                    <a:pt x="44144" y="13453"/>
                  </a:lnTo>
                  <a:lnTo>
                    <a:pt x="45652" y="13147"/>
                  </a:lnTo>
                  <a:lnTo>
                    <a:pt x="46912" y="12841"/>
                  </a:lnTo>
                  <a:lnTo>
                    <a:pt x="47970" y="12536"/>
                  </a:lnTo>
                  <a:lnTo>
                    <a:pt x="48873" y="12230"/>
                  </a:lnTo>
                  <a:lnTo>
                    <a:pt x="49661" y="11924"/>
                  </a:lnTo>
                  <a:lnTo>
                    <a:pt x="50376" y="11618"/>
                  </a:lnTo>
                  <a:lnTo>
                    <a:pt x="51054" y="11313"/>
                  </a:lnTo>
                  <a:lnTo>
                    <a:pt x="51711" y="11007"/>
                  </a:lnTo>
                  <a:lnTo>
                    <a:pt x="52356" y="10701"/>
                  </a:lnTo>
                  <a:lnTo>
                    <a:pt x="52991" y="10395"/>
                  </a:lnTo>
                  <a:lnTo>
                    <a:pt x="53612" y="10090"/>
                  </a:lnTo>
                  <a:lnTo>
                    <a:pt x="54211" y="9784"/>
                  </a:lnTo>
                  <a:lnTo>
                    <a:pt x="54779" y="9478"/>
                  </a:lnTo>
                  <a:lnTo>
                    <a:pt x="55302" y="9172"/>
                  </a:lnTo>
                  <a:lnTo>
                    <a:pt x="55769" y="8867"/>
                  </a:lnTo>
                  <a:lnTo>
                    <a:pt x="56179" y="8561"/>
                  </a:lnTo>
                  <a:lnTo>
                    <a:pt x="56530" y="8255"/>
                  </a:lnTo>
                  <a:lnTo>
                    <a:pt x="56824" y="7949"/>
                  </a:lnTo>
                  <a:lnTo>
                    <a:pt x="57067" y="7643"/>
                  </a:lnTo>
                  <a:lnTo>
                    <a:pt x="57264" y="7338"/>
                  </a:lnTo>
                  <a:lnTo>
                    <a:pt x="57426" y="7032"/>
                  </a:lnTo>
                  <a:lnTo>
                    <a:pt x="57563" y="6726"/>
                  </a:lnTo>
                  <a:lnTo>
                    <a:pt x="57683" y="6420"/>
                  </a:lnTo>
                  <a:lnTo>
                    <a:pt x="57799" y="6115"/>
                  </a:lnTo>
                  <a:lnTo>
                    <a:pt x="57919" y="5809"/>
                  </a:lnTo>
                  <a:lnTo>
                    <a:pt x="58046" y="5503"/>
                  </a:lnTo>
                  <a:lnTo>
                    <a:pt x="58183" y="5197"/>
                  </a:lnTo>
                  <a:lnTo>
                    <a:pt x="58330" y="4892"/>
                  </a:lnTo>
                  <a:lnTo>
                    <a:pt x="58486" y="4586"/>
                  </a:lnTo>
                  <a:lnTo>
                    <a:pt x="58647" y="4280"/>
                  </a:lnTo>
                  <a:lnTo>
                    <a:pt x="58810" y="3974"/>
                  </a:lnTo>
                  <a:lnTo>
                    <a:pt x="58968" y="3669"/>
                  </a:lnTo>
                  <a:lnTo>
                    <a:pt x="59117" y="3363"/>
                  </a:lnTo>
                  <a:lnTo>
                    <a:pt x="59252" y="3057"/>
                  </a:lnTo>
                  <a:lnTo>
                    <a:pt x="59371" y="2751"/>
                  </a:lnTo>
                  <a:lnTo>
                    <a:pt x="59473" y="2446"/>
                  </a:lnTo>
                  <a:lnTo>
                    <a:pt x="59558" y="2140"/>
                  </a:lnTo>
                  <a:lnTo>
                    <a:pt x="59627" y="1834"/>
                  </a:lnTo>
                  <a:lnTo>
                    <a:pt x="59682" y="1528"/>
                  </a:lnTo>
                  <a:lnTo>
                    <a:pt x="59726" y="1223"/>
                  </a:lnTo>
                  <a:lnTo>
                    <a:pt x="59762" y="917"/>
                  </a:lnTo>
                  <a:lnTo>
                    <a:pt x="59796" y="611"/>
                  </a:lnTo>
                  <a:lnTo>
                    <a:pt x="59831" y="305"/>
                  </a:lnTo>
                  <a:lnTo>
                    <a:pt x="59870" y="0"/>
                  </a:lnTo>
                  <a:lnTo>
                    <a:pt x="62369" y="0"/>
                  </a:lnTo>
                  <a:lnTo>
                    <a:pt x="62408" y="305"/>
                  </a:lnTo>
                  <a:lnTo>
                    <a:pt x="62443" y="611"/>
                  </a:lnTo>
                  <a:lnTo>
                    <a:pt x="62477" y="917"/>
                  </a:lnTo>
                  <a:lnTo>
                    <a:pt x="62513" y="1223"/>
                  </a:lnTo>
                  <a:lnTo>
                    <a:pt x="62557" y="1528"/>
                  </a:lnTo>
                  <a:lnTo>
                    <a:pt x="62612" y="1834"/>
                  </a:lnTo>
                  <a:lnTo>
                    <a:pt x="62681" y="2140"/>
                  </a:lnTo>
                  <a:lnTo>
                    <a:pt x="62766" y="2446"/>
                  </a:lnTo>
                  <a:lnTo>
                    <a:pt x="62868" y="2751"/>
                  </a:lnTo>
                  <a:lnTo>
                    <a:pt x="62987" y="3057"/>
                  </a:lnTo>
                  <a:lnTo>
                    <a:pt x="63122" y="3363"/>
                  </a:lnTo>
                  <a:lnTo>
                    <a:pt x="63271" y="3669"/>
                  </a:lnTo>
                  <a:lnTo>
                    <a:pt x="63429" y="3974"/>
                  </a:lnTo>
                  <a:lnTo>
                    <a:pt x="63592" y="4280"/>
                  </a:lnTo>
                  <a:lnTo>
                    <a:pt x="63753" y="4586"/>
                  </a:lnTo>
                  <a:lnTo>
                    <a:pt x="63909" y="4892"/>
                  </a:lnTo>
                  <a:lnTo>
                    <a:pt x="64057" y="5197"/>
                  </a:lnTo>
                  <a:lnTo>
                    <a:pt x="64194" y="5503"/>
                  </a:lnTo>
                  <a:lnTo>
                    <a:pt x="64320" y="5809"/>
                  </a:lnTo>
                  <a:lnTo>
                    <a:pt x="64440" y="6115"/>
                  </a:lnTo>
                  <a:lnTo>
                    <a:pt x="64556" y="6420"/>
                  </a:lnTo>
                  <a:lnTo>
                    <a:pt x="64676" y="6726"/>
                  </a:lnTo>
                  <a:lnTo>
                    <a:pt x="64813" y="7032"/>
                  </a:lnTo>
                  <a:lnTo>
                    <a:pt x="64975" y="7338"/>
                  </a:lnTo>
                  <a:lnTo>
                    <a:pt x="65172" y="7643"/>
                  </a:lnTo>
                  <a:lnTo>
                    <a:pt x="65415" y="7949"/>
                  </a:lnTo>
                  <a:lnTo>
                    <a:pt x="65709" y="8255"/>
                  </a:lnTo>
                  <a:lnTo>
                    <a:pt x="66060" y="8561"/>
                  </a:lnTo>
                  <a:lnTo>
                    <a:pt x="66470" y="8867"/>
                  </a:lnTo>
                  <a:lnTo>
                    <a:pt x="66937" y="9172"/>
                  </a:lnTo>
                  <a:lnTo>
                    <a:pt x="67460" y="9478"/>
                  </a:lnTo>
                  <a:lnTo>
                    <a:pt x="68028" y="9784"/>
                  </a:lnTo>
                  <a:lnTo>
                    <a:pt x="68628" y="10090"/>
                  </a:lnTo>
                  <a:lnTo>
                    <a:pt x="69248" y="10395"/>
                  </a:lnTo>
                  <a:lnTo>
                    <a:pt x="69883" y="10701"/>
                  </a:lnTo>
                  <a:lnTo>
                    <a:pt x="70528" y="11007"/>
                  </a:lnTo>
                  <a:lnTo>
                    <a:pt x="71185" y="11313"/>
                  </a:lnTo>
                  <a:lnTo>
                    <a:pt x="71863" y="11618"/>
                  </a:lnTo>
                  <a:lnTo>
                    <a:pt x="72579" y="11924"/>
                  </a:lnTo>
                  <a:lnTo>
                    <a:pt x="73366" y="12230"/>
                  </a:lnTo>
                  <a:lnTo>
                    <a:pt x="74269" y="12536"/>
                  </a:lnTo>
                  <a:lnTo>
                    <a:pt x="75327" y="12841"/>
                  </a:lnTo>
                  <a:lnTo>
                    <a:pt x="76587" y="13147"/>
                  </a:lnTo>
                  <a:lnTo>
                    <a:pt x="78095" y="13453"/>
                  </a:lnTo>
                  <a:lnTo>
                    <a:pt x="79890" y="13759"/>
                  </a:lnTo>
                  <a:lnTo>
                    <a:pt x="82005" y="14064"/>
                  </a:lnTo>
                  <a:lnTo>
                    <a:pt x="84455" y="14370"/>
                  </a:lnTo>
                  <a:lnTo>
                    <a:pt x="87240" y="14676"/>
                  </a:lnTo>
                  <a:lnTo>
                    <a:pt x="90359" y="14982"/>
                  </a:lnTo>
                  <a:lnTo>
                    <a:pt x="93740" y="15287"/>
                  </a:lnTo>
                  <a:lnTo>
                    <a:pt x="97284" y="15593"/>
                  </a:lnTo>
                  <a:lnTo>
                    <a:pt x="100890" y="15899"/>
                  </a:lnTo>
                  <a:lnTo>
                    <a:pt x="104446" y="16205"/>
                  </a:lnTo>
                  <a:lnTo>
                    <a:pt x="107832" y="16510"/>
                  </a:lnTo>
                  <a:lnTo>
                    <a:pt x="110928" y="16816"/>
                  </a:lnTo>
                  <a:lnTo>
                    <a:pt x="113622" y="17122"/>
                  </a:lnTo>
                  <a:lnTo>
                    <a:pt x="115823" y="17428"/>
                  </a:lnTo>
                  <a:lnTo>
                    <a:pt x="117412" y="17734"/>
                  </a:lnTo>
                  <a:lnTo>
                    <a:pt x="118370" y="18039"/>
                  </a:lnTo>
                  <a:lnTo>
                    <a:pt x="118753" y="18345"/>
                  </a:lnTo>
                  <a:lnTo>
                    <a:pt x="118620" y="18651"/>
                  </a:lnTo>
                  <a:lnTo>
                    <a:pt x="118061" y="18957"/>
                  </a:lnTo>
                  <a:lnTo>
                    <a:pt x="117194" y="19262"/>
                  </a:lnTo>
                  <a:lnTo>
                    <a:pt x="116153" y="19568"/>
                  </a:lnTo>
                  <a:lnTo>
                    <a:pt x="115081" y="19874"/>
                  </a:lnTo>
                  <a:lnTo>
                    <a:pt x="114118" y="20180"/>
                  </a:lnTo>
                  <a:lnTo>
                    <a:pt x="113418" y="20485"/>
                  </a:lnTo>
                  <a:lnTo>
                    <a:pt x="113090" y="20791"/>
                  </a:lnTo>
                  <a:lnTo>
                    <a:pt x="113165" y="21097"/>
                  </a:lnTo>
                  <a:lnTo>
                    <a:pt x="113648" y="21403"/>
                  </a:lnTo>
                  <a:lnTo>
                    <a:pt x="114504" y="21708"/>
                  </a:lnTo>
                  <a:lnTo>
                    <a:pt x="115664" y="22014"/>
                  </a:lnTo>
                  <a:lnTo>
                    <a:pt x="117026" y="22320"/>
                  </a:lnTo>
                  <a:lnTo>
                    <a:pt x="118468" y="22626"/>
                  </a:lnTo>
                  <a:lnTo>
                    <a:pt x="119856" y="22931"/>
                  </a:lnTo>
                  <a:lnTo>
                    <a:pt x="121028" y="23237"/>
                  </a:lnTo>
                  <a:lnTo>
                    <a:pt x="121845" y="23543"/>
                  </a:lnTo>
                  <a:lnTo>
                    <a:pt x="122240" y="23849"/>
                  </a:lnTo>
                  <a:lnTo>
                    <a:pt x="122166" y="24154"/>
                  </a:lnTo>
                  <a:lnTo>
                    <a:pt x="121618" y="24460"/>
                  </a:lnTo>
                  <a:lnTo>
                    <a:pt x="120628" y="24766"/>
                  </a:lnTo>
                  <a:lnTo>
                    <a:pt x="119264" y="25072"/>
                  </a:lnTo>
                  <a:lnTo>
                    <a:pt x="117624" y="25377"/>
                  </a:lnTo>
                  <a:lnTo>
                    <a:pt x="115827" y="25683"/>
                  </a:lnTo>
                  <a:lnTo>
                    <a:pt x="114015" y="25989"/>
                  </a:lnTo>
                  <a:lnTo>
                    <a:pt x="112347" y="26295"/>
                  </a:lnTo>
                  <a:lnTo>
                    <a:pt x="110930" y="26601"/>
                  </a:lnTo>
                  <a:lnTo>
                    <a:pt x="109844" y="26906"/>
                  </a:lnTo>
                  <a:lnTo>
                    <a:pt x="109134" y="27212"/>
                  </a:lnTo>
                  <a:lnTo>
                    <a:pt x="108811" y="27518"/>
                  </a:lnTo>
                  <a:lnTo>
                    <a:pt x="108850" y="27824"/>
                  </a:lnTo>
                  <a:lnTo>
                    <a:pt x="109191" y="28129"/>
                  </a:lnTo>
                  <a:lnTo>
                    <a:pt x="109748" y="28435"/>
                  </a:lnTo>
                  <a:lnTo>
                    <a:pt x="110408" y="28741"/>
                  </a:lnTo>
                  <a:lnTo>
                    <a:pt x="111022" y="29047"/>
                  </a:lnTo>
                  <a:lnTo>
                    <a:pt x="111472" y="29352"/>
                  </a:lnTo>
                  <a:lnTo>
                    <a:pt x="111659" y="29658"/>
                  </a:lnTo>
                  <a:lnTo>
                    <a:pt x="111512" y="29964"/>
                  </a:lnTo>
                  <a:lnTo>
                    <a:pt x="111370" y="30046"/>
                  </a:lnTo>
                  <a:lnTo>
                    <a:pt x="110985" y="30270"/>
                  </a:lnTo>
                  <a:lnTo>
                    <a:pt x="110067" y="30575"/>
                  </a:lnTo>
                  <a:lnTo>
                    <a:pt x="108776" y="30881"/>
                  </a:lnTo>
                  <a:lnTo>
                    <a:pt x="107161" y="31187"/>
                  </a:lnTo>
                  <a:lnTo>
                    <a:pt x="105287" y="31493"/>
                  </a:lnTo>
                  <a:lnTo>
                    <a:pt x="103276" y="31798"/>
                  </a:lnTo>
                  <a:lnTo>
                    <a:pt x="101247" y="32104"/>
                  </a:lnTo>
                  <a:lnTo>
                    <a:pt x="99298" y="32410"/>
                  </a:lnTo>
                  <a:lnTo>
                    <a:pt x="97515" y="32716"/>
                  </a:lnTo>
                  <a:lnTo>
                    <a:pt x="95964" y="33021"/>
                  </a:lnTo>
                  <a:lnTo>
                    <a:pt x="94688" y="33327"/>
                  </a:lnTo>
                  <a:lnTo>
                    <a:pt x="93706" y="33633"/>
                  </a:lnTo>
                  <a:lnTo>
                    <a:pt x="93009" y="33939"/>
                  </a:lnTo>
                  <a:lnTo>
                    <a:pt x="92579" y="34244"/>
                  </a:lnTo>
                  <a:lnTo>
                    <a:pt x="92342" y="34550"/>
                  </a:lnTo>
                  <a:lnTo>
                    <a:pt x="92208" y="34856"/>
                  </a:lnTo>
                  <a:lnTo>
                    <a:pt x="92101" y="35162"/>
                  </a:lnTo>
                  <a:lnTo>
                    <a:pt x="91949" y="35468"/>
                  </a:lnTo>
                  <a:lnTo>
                    <a:pt x="91687" y="35773"/>
                  </a:lnTo>
                  <a:lnTo>
                    <a:pt x="91266" y="36079"/>
                  </a:lnTo>
                  <a:lnTo>
                    <a:pt x="90652" y="36385"/>
                  </a:lnTo>
                  <a:lnTo>
                    <a:pt x="89832" y="36691"/>
                  </a:lnTo>
                  <a:lnTo>
                    <a:pt x="88799" y="36996"/>
                  </a:lnTo>
                  <a:lnTo>
                    <a:pt x="87591" y="37302"/>
                  </a:lnTo>
                  <a:lnTo>
                    <a:pt x="86268" y="37608"/>
                  </a:lnTo>
                  <a:lnTo>
                    <a:pt x="84883" y="37914"/>
                  </a:lnTo>
                  <a:lnTo>
                    <a:pt x="83492" y="38219"/>
                  </a:lnTo>
                  <a:lnTo>
                    <a:pt x="82149" y="38525"/>
                  </a:lnTo>
                  <a:lnTo>
                    <a:pt x="80903" y="38831"/>
                  </a:lnTo>
                  <a:lnTo>
                    <a:pt x="79790" y="39137"/>
                  </a:lnTo>
                  <a:lnTo>
                    <a:pt x="78837" y="39442"/>
                  </a:lnTo>
                  <a:lnTo>
                    <a:pt x="78068" y="39748"/>
                  </a:lnTo>
                  <a:lnTo>
                    <a:pt x="77471" y="40054"/>
                  </a:lnTo>
                  <a:lnTo>
                    <a:pt x="77015" y="40360"/>
                  </a:lnTo>
                  <a:lnTo>
                    <a:pt x="76668" y="40665"/>
                  </a:lnTo>
                  <a:lnTo>
                    <a:pt x="76393" y="40971"/>
                  </a:lnTo>
                  <a:lnTo>
                    <a:pt x="76151" y="41277"/>
                  </a:lnTo>
                  <a:lnTo>
                    <a:pt x="75905" y="41583"/>
                  </a:lnTo>
                  <a:lnTo>
                    <a:pt x="75621" y="41888"/>
                  </a:lnTo>
                  <a:lnTo>
                    <a:pt x="75271" y="42194"/>
                  </a:lnTo>
                  <a:lnTo>
                    <a:pt x="74829" y="42500"/>
                  </a:lnTo>
                  <a:lnTo>
                    <a:pt x="74287" y="42806"/>
                  </a:lnTo>
                  <a:lnTo>
                    <a:pt x="73657" y="43111"/>
                  </a:lnTo>
                  <a:lnTo>
                    <a:pt x="72951" y="43417"/>
                  </a:lnTo>
                  <a:lnTo>
                    <a:pt x="72187" y="43723"/>
                  </a:lnTo>
                  <a:lnTo>
                    <a:pt x="71390" y="44029"/>
                  </a:lnTo>
                  <a:lnTo>
                    <a:pt x="70583" y="44335"/>
                  </a:lnTo>
                  <a:lnTo>
                    <a:pt x="69792" y="44640"/>
                  </a:lnTo>
                  <a:lnTo>
                    <a:pt x="69039" y="44946"/>
                  </a:lnTo>
                  <a:lnTo>
                    <a:pt x="68349" y="45252"/>
                  </a:lnTo>
                  <a:lnTo>
                    <a:pt x="67736" y="45558"/>
                  </a:lnTo>
                  <a:lnTo>
                    <a:pt x="67202" y="45863"/>
                  </a:lnTo>
                  <a:lnTo>
                    <a:pt x="66745" y="46169"/>
                  </a:lnTo>
                  <a:lnTo>
                    <a:pt x="66362" y="46475"/>
                  </a:lnTo>
                  <a:lnTo>
                    <a:pt x="66043" y="46781"/>
                  </a:lnTo>
                  <a:lnTo>
                    <a:pt x="65777" y="47086"/>
                  </a:lnTo>
                  <a:lnTo>
                    <a:pt x="65550" y="47392"/>
                  </a:lnTo>
                  <a:lnTo>
                    <a:pt x="65350" y="47698"/>
                  </a:lnTo>
                  <a:lnTo>
                    <a:pt x="65163" y="48004"/>
                  </a:lnTo>
                  <a:lnTo>
                    <a:pt x="64978" y="48309"/>
                  </a:lnTo>
                  <a:lnTo>
                    <a:pt x="64785" y="48615"/>
                  </a:lnTo>
                  <a:lnTo>
                    <a:pt x="64582" y="48921"/>
                  </a:lnTo>
                  <a:lnTo>
                    <a:pt x="64366" y="49227"/>
                  </a:lnTo>
                  <a:lnTo>
                    <a:pt x="64139" y="49532"/>
                  </a:lnTo>
                  <a:lnTo>
                    <a:pt x="63904" y="49838"/>
                  </a:lnTo>
                  <a:lnTo>
                    <a:pt x="63665" y="50144"/>
                  </a:lnTo>
                  <a:lnTo>
                    <a:pt x="63427" y="50450"/>
                  </a:lnTo>
                  <a:lnTo>
                    <a:pt x="63197" y="50755"/>
                  </a:lnTo>
                  <a:lnTo>
                    <a:pt x="62982" y="51061"/>
                  </a:lnTo>
                  <a:lnTo>
                    <a:pt x="62783" y="51367"/>
                  </a:lnTo>
                  <a:lnTo>
                    <a:pt x="62604" y="51673"/>
                  </a:lnTo>
                  <a:lnTo>
                    <a:pt x="62447" y="51978"/>
                  </a:lnTo>
                  <a:lnTo>
                    <a:pt x="62312" y="52284"/>
                  </a:lnTo>
                  <a:lnTo>
                    <a:pt x="62197" y="52590"/>
                  </a:lnTo>
                  <a:lnTo>
                    <a:pt x="62102" y="52896"/>
                  </a:lnTo>
                  <a:lnTo>
                    <a:pt x="62023" y="53202"/>
                  </a:lnTo>
                  <a:lnTo>
                    <a:pt x="61959" y="53507"/>
                  </a:lnTo>
                  <a:lnTo>
                    <a:pt x="61907" y="53813"/>
                  </a:lnTo>
                  <a:lnTo>
                    <a:pt x="61863" y="54119"/>
                  </a:lnTo>
                  <a:lnTo>
                    <a:pt x="61824" y="54425"/>
                  </a:lnTo>
                  <a:lnTo>
                    <a:pt x="61790" y="54730"/>
                  </a:lnTo>
                  <a:lnTo>
                    <a:pt x="61760" y="55036"/>
                  </a:lnTo>
                  <a:lnTo>
                    <a:pt x="61732" y="55342"/>
                  </a:lnTo>
                  <a:lnTo>
                    <a:pt x="61708" y="55648"/>
                  </a:lnTo>
                  <a:lnTo>
                    <a:pt x="61687" y="55953"/>
                  </a:lnTo>
                  <a:lnTo>
                    <a:pt x="61670" y="56259"/>
                  </a:lnTo>
                  <a:lnTo>
                    <a:pt x="61658" y="56565"/>
                  </a:lnTo>
                  <a:lnTo>
                    <a:pt x="61650" y="56871"/>
                  </a:lnTo>
                  <a:lnTo>
                    <a:pt x="61648" y="57176"/>
                  </a:lnTo>
                  <a:lnTo>
                    <a:pt x="61650" y="57482"/>
                  </a:lnTo>
                  <a:lnTo>
                    <a:pt x="61656" y="57788"/>
                  </a:lnTo>
                  <a:lnTo>
                    <a:pt x="61665" y="58094"/>
                  </a:lnTo>
                  <a:lnTo>
                    <a:pt x="61676" y="58399"/>
                  </a:lnTo>
                  <a:lnTo>
                    <a:pt x="61688" y="58705"/>
                  </a:lnTo>
                  <a:lnTo>
                    <a:pt x="61699" y="59011"/>
                  </a:lnTo>
                  <a:lnTo>
                    <a:pt x="61706" y="59317"/>
                  </a:lnTo>
                  <a:lnTo>
                    <a:pt x="61710" y="59622"/>
                  </a:lnTo>
                  <a:lnTo>
                    <a:pt x="61708" y="59928"/>
                  </a:lnTo>
                  <a:lnTo>
                    <a:pt x="61699" y="60234"/>
                  </a:lnTo>
                  <a:lnTo>
                    <a:pt x="61685" y="60540"/>
                  </a:lnTo>
                  <a:lnTo>
                    <a:pt x="61663" y="60845"/>
                  </a:lnTo>
                  <a:lnTo>
                    <a:pt x="61636" y="61151"/>
                  </a:lnTo>
                  <a:lnTo>
                    <a:pt x="61603" y="61457"/>
                  </a:lnTo>
                  <a:lnTo>
                    <a:pt x="61565" y="61763"/>
                  </a:lnTo>
                  <a:lnTo>
                    <a:pt x="61525" y="62069"/>
                  </a:lnTo>
                  <a:lnTo>
                    <a:pt x="61483" y="62374"/>
                  </a:lnTo>
                  <a:lnTo>
                    <a:pt x="61440" y="62680"/>
                  </a:lnTo>
                  <a:lnTo>
                    <a:pt x="61399" y="62986"/>
                  </a:lnTo>
                  <a:lnTo>
                    <a:pt x="61360" y="63292"/>
                  </a:lnTo>
                  <a:lnTo>
                    <a:pt x="61324" y="63597"/>
                  </a:lnTo>
                  <a:lnTo>
                    <a:pt x="61291" y="63903"/>
                  </a:lnTo>
                  <a:lnTo>
                    <a:pt x="61264" y="64209"/>
                  </a:lnTo>
                  <a:lnTo>
                    <a:pt x="61241" y="64515"/>
                  </a:lnTo>
                  <a:lnTo>
                    <a:pt x="61225" y="64820"/>
                  </a:lnTo>
                  <a:lnTo>
                    <a:pt x="61215" y="65126"/>
                  </a:lnTo>
                  <a:lnTo>
                    <a:pt x="61211" y="65432"/>
                  </a:lnTo>
                  <a:lnTo>
                    <a:pt x="61215" y="65738"/>
                  </a:lnTo>
                  <a:lnTo>
                    <a:pt x="61226" y="66043"/>
                  </a:lnTo>
                  <a:lnTo>
                    <a:pt x="61245" y="66349"/>
                  </a:lnTo>
                  <a:lnTo>
                    <a:pt x="61273" y="66655"/>
                  </a:lnTo>
                  <a:lnTo>
                    <a:pt x="61311" y="66961"/>
                  </a:lnTo>
                  <a:lnTo>
                    <a:pt x="61361" y="67266"/>
                  </a:lnTo>
                  <a:lnTo>
                    <a:pt x="61423" y="67572"/>
                  </a:lnTo>
                  <a:lnTo>
                    <a:pt x="61497" y="67878"/>
                  </a:lnTo>
                  <a:lnTo>
                    <a:pt x="61583" y="68184"/>
                  </a:lnTo>
                  <a:lnTo>
                    <a:pt x="61681" y="68489"/>
                  </a:lnTo>
                  <a:lnTo>
                    <a:pt x="61790" y="68795"/>
                  </a:lnTo>
                  <a:lnTo>
                    <a:pt x="61907" y="69101"/>
                  </a:lnTo>
                  <a:lnTo>
                    <a:pt x="62032" y="69407"/>
                  </a:lnTo>
                  <a:lnTo>
                    <a:pt x="62161" y="69712"/>
                  </a:lnTo>
                  <a:lnTo>
                    <a:pt x="62291" y="70018"/>
                  </a:lnTo>
                  <a:lnTo>
                    <a:pt x="62418" y="70324"/>
                  </a:lnTo>
                  <a:lnTo>
                    <a:pt x="62537" y="70630"/>
                  </a:lnTo>
                  <a:lnTo>
                    <a:pt x="62647" y="70936"/>
                  </a:lnTo>
                  <a:lnTo>
                    <a:pt x="62743" y="71241"/>
                  </a:lnTo>
                  <a:lnTo>
                    <a:pt x="62823" y="71547"/>
                  </a:lnTo>
                  <a:lnTo>
                    <a:pt x="62888" y="71853"/>
                  </a:lnTo>
                  <a:lnTo>
                    <a:pt x="62936" y="72159"/>
                  </a:lnTo>
                  <a:lnTo>
                    <a:pt x="62969" y="72464"/>
                  </a:lnTo>
                  <a:lnTo>
                    <a:pt x="62989" y="72770"/>
                  </a:lnTo>
                  <a:lnTo>
                    <a:pt x="63001" y="73076"/>
                  </a:lnTo>
                  <a:lnTo>
                    <a:pt x="63010" y="73382"/>
                  </a:lnTo>
                  <a:lnTo>
                    <a:pt x="63020" y="73687"/>
                  </a:lnTo>
                  <a:lnTo>
                    <a:pt x="63037" y="73993"/>
                  </a:lnTo>
                  <a:lnTo>
                    <a:pt x="63066" y="74299"/>
                  </a:lnTo>
                  <a:lnTo>
                    <a:pt x="63108" y="74605"/>
                  </a:lnTo>
                  <a:lnTo>
                    <a:pt x="63168" y="74910"/>
                  </a:lnTo>
                  <a:lnTo>
                    <a:pt x="63244" y="75216"/>
                  </a:lnTo>
                  <a:lnTo>
                    <a:pt x="63338" y="75522"/>
                  </a:lnTo>
                  <a:lnTo>
                    <a:pt x="63445" y="75828"/>
                  </a:lnTo>
                  <a:lnTo>
                    <a:pt x="63559" y="76133"/>
                  </a:lnTo>
                  <a:lnTo>
                    <a:pt x="63674" y="76439"/>
                  </a:lnTo>
                  <a:lnTo>
                    <a:pt x="63784" y="76745"/>
                  </a:lnTo>
                  <a:lnTo>
                    <a:pt x="63881" y="77051"/>
                  </a:lnTo>
                  <a:lnTo>
                    <a:pt x="63960" y="77356"/>
                  </a:lnTo>
                  <a:lnTo>
                    <a:pt x="64014" y="77662"/>
                  </a:lnTo>
                  <a:lnTo>
                    <a:pt x="64039" y="77968"/>
                  </a:lnTo>
                  <a:lnTo>
                    <a:pt x="64031" y="78274"/>
                  </a:lnTo>
                  <a:lnTo>
                    <a:pt x="63989" y="78579"/>
                  </a:lnTo>
                  <a:lnTo>
                    <a:pt x="63916" y="78885"/>
                  </a:lnTo>
                  <a:lnTo>
                    <a:pt x="63817" y="79191"/>
                  </a:lnTo>
                  <a:lnTo>
                    <a:pt x="63697" y="79497"/>
                  </a:lnTo>
                  <a:lnTo>
                    <a:pt x="63562" y="79803"/>
                  </a:lnTo>
                  <a:lnTo>
                    <a:pt x="63418" y="80108"/>
                  </a:lnTo>
                  <a:lnTo>
                    <a:pt x="63271" y="80414"/>
                  </a:lnTo>
                  <a:lnTo>
                    <a:pt x="63129" y="80720"/>
                  </a:lnTo>
                  <a:lnTo>
                    <a:pt x="62996" y="81026"/>
                  </a:lnTo>
                  <a:lnTo>
                    <a:pt x="62879" y="81331"/>
                  </a:lnTo>
                  <a:lnTo>
                    <a:pt x="62777" y="81637"/>
                  </a:lnTo>
                  <a:lnTo>
                    <a:pt x="62692" y="81943"/>
                  </a:lnTo>
                  <a:lnTo>
                    <a:pt x="62623" y="82249"/>
                  </a:lnTo>
                  <a:lnTo>
                    <a:pt x="62567" y="82554"/>
                  </a:lnTo>
                  <a:lnTo>
                    <a:pt x="62523" y="82860"/>
                  </a:lnTo>
                  <a:lnTo>
                    <a:pt x="62485" y="83166"/>
                  </a:lnTo>
                  <a:lnTo>
                    <a:pt x="62451" y="83472"/>
                  </a:lnTo>
                  <a:lnTo>
                    <a:pt x="62417" y="83777"/>
                  </a:lnTo>
                  <a:lnTo>
                    <a:pt x="62379" y="84083"/>
                  </a:lnTo>
                  <a:lnTo>
                    <a:pt x="62334" y="84389"/>
                  </a:lnTo>
                  <a:lnTo>
                    <a:pt x="62281" y="84695"/>
                  </a:lnTo>
                  <a:lnTo>
                    <a:pt x="62220" y="85000"/>
                  </a:lnTo>
                  <a:lnTo>
                    <a:pt x="62150" y="85306"/>
                  </a:lnTo>
                  <a:lnTo>
                    <a:pt x="62073" y="85612"/>
                  </a:lnTo>
                  <a:lnTo>
                    <a:pt x="61991" y="85918"/>
                  </a:lnTo>
                  <a:lnTo>
                    <a:pt x="61904" y="86223"/>
                  </a:lnTo>
                  <a:lnTo>
                    <a:pt x="61816" y="86529"/>
                  </a:lnTo>
                  <a:lnTo>
                    <a:pt x="61729" y="86835"/>
                  </a:lnTo>
                  <a:lnTo>
                    <a:pt x="61645" y="87141"/>
                  </a:lnTo>
                  <a:lnTo>
                    <a:pt x="61566" y="87446"/>
                  </a:lnTo>
                  <a:lnTo>
                    <a:pt x="61493" y="87752"/>
                  </a:lnTo>
                  <a:lnTo>
                    <a:pt x="61427" y="88058"/>
                  </a:lnTo>
                  <a:lnTo>
                    <a:pt x="61369" y="88364"/>
                  </a:lnTo>
                  <a:lnTo>
                    <a:pt x="61319" y="88670"/>
                  </a:lnTo>
                  <a:lnTo>
                    <a:pt x="61276" y="88975"/>
                  </a:lnTo>
                  <a:lnTo>
                    <a:pt x="61240" y="89281"/>
                  </a:lnTo>
                  <a:lnTo>
                    <a:pt x="61212" y="89587"/>
                  </a:lnTo>
                  <a:lnTo>
                    <a:pt x="61189" y="89893"/>
                  </a:lnTo>
                  <a:lnTo>
                    <a:pt x="61171" y="90198"/>
                  </a:lnTo>
                  <a:lnTo>
                    <a:pt x="61157" y="90504"/>
                  </a:lnTo>
                  <a:lnTo>
                    <a:pt x="61146" y="90810"/>
                  </a:lnTo>
                  <a:lnTo>
                    <a:pt x="61138" y="91116"/>
                  </a:lnTo>
                  <a:lnTo>
                    <a:pt x="61133" y="91421"/>
                  </a:lnTo>
                  <a:lnTo>
                    <a:pt x="61128" y="91727"/>
                  </a:lnTo>
                  <a:lnTo>
                    <a:pt x="61125" y="92033"/>
                  </a:lnTo>
                  <a:lnTo>
                    <a:pt x="61123" y="92339"/>
                  </a:lnTo>
                  <a:lnTo>
                    <a:pt x="61122" y="92644"/>
                  </a:lnTo>
                  <a:lnTo>
                    <a:pt x="61121" y="92950"/>
                  </a:lnTo>
                  <a:lnTo>
                    <a:pt x="61121" y="93256"/>
                  </a:lnTo>
                  <a:lnTo>
                    <a:pt x="61120" y="93562"/>
                  </a:lnTo>
                  <a:lnTo>
                    <a:pt x="61120" y="93867"/>
                  </a:lnTo>
                  <a:lnTo>
                    <a:pt x="61120" y="94173"/>
                  </a:lnTo>
                  <a:lnTo>
                    <a:pt x="61120" y="94479"/>
                  </a:lnTo>
                  <a:lnTo>
                    <a:pt x="61120" y="94785"/>
                  </a:lnTo>
                  <a:lnTo>
                    <a:pt x="61120" y="95090"/>
                  </a:lnTo>
                  <a:lnTo>
                    <a:pt x="61120" y="95396"/>
                  </a:lnTo>
                  <a:lnTo>
                    <a:pt x="61120" y="95702"/>
                  </a:lnTo>
                  <a:lnTo>
                    <a:pt x="61120" y="96008"/>
                  </a:lnTo>
                  <a:lnTo>
                    <a:pt x="61120" y="96313"/>
                  </a:lnTo>
                  <a:lnTo>
                    <a:pt x="61120" y="96619"/>
                  </a:lnTo>
                  <a:lnTo>
                    <a:pt x="61120" y="96925"/>
                  </a:lnTo>
                  <a:lnTo>
                    <a:pt x="61120" y="97231"/>
                  </a:lnTo>
                  <a:lnTo>
                    <a:pt x="61120" y="97537"/>
                  </a:lnTo>
                  <a:lnTo>
                    <a:pt x="61120" y="97842"/>
                  </a:lnTo>
                  <a:lnTo>
                    <a:pt x="61120" y="98148"/>
                  </a:lnTo>
                  <a:lnTo>
                    <a:pt x="61120" y="98454"/>
                  </a:lnTo>
                  <a:lnTo>
                    <a:pt x="61120" y="98760"/>
                  </a:lnTo>
                  <a:lnTo>
                    <a:pt x="61120" y="99065"/>
                  </a:lnTo>
                  <a:lnTo>
                    <a:pt x="61120" y="99371"/>
                  </a:lnTo>
                  <a:lnTo>
                    <a:pt x="61120" y="99677"/>
                  </a:lnTo>
                  <a:lnTo>
                    <a:pt x="61120" y="99983"/>
                  </a:lnTo>
                  <a:lnTo>
                    <a:pt x="61120" y="100288"/>
                  </a:lnTo>
                  <a:lnTo>
                    <a:pt x="61120" y="100594"/>
                  </a:lnTo>
                  <a:lnTo>
                    <a:pt x="61120" y="100900"/>
                  </a:lnTo>
                  <a:lnTo>
                    <a:pt x="61120" y="101206"/>
                  </a:lnTo>
                  <a:lnTo>
                    <a:pt x="61120" y="101511"/>
                  </a:lnTo>
                  <a:lnTo>
                    <a:pt x="61120" y="101817"/>
                  </a:lnTo>
                  <a:lnTo>
                    <a:pt x="61120" y="102123"/>
                  </a:lnTo>
                  <a:lnTo>
                    <a:pt x="61120" y="102429"/>
                  </a:lnTo>
                  <a:lnTo>
                    <a:pt x="61120" y="102734"/>
                  </a:lnTo>
                  <a:lnTo>
                    <a:pt x="61120" y="103040"/>
                  </a:lnTo>
                  <a:lnTo>
                    <a:pt x="61120" y="103346"/>
                  </a:lnTo>
                  <a:lnTo>
                    <a:pt x="61120" y="103652"/>
                  </a:lnTo>
                  <a:lnTo>
                    <a:pt x="61120" y="103957"/>
                  </a:lnTo>
                  <a:lnTo>
                    <a:pt x="61120" y="104263"/>
                  </a:lnTo>
                  <a:lnTo>
                    <a:pt x="61120" y="104569"/>
                  </a:lnTo>
                  <a:lnTo>
                    <a:pt x="61120" y="104875"/>
                  </a:lnTo>
                  <a:lnTo>
                    <a:pt x="61120" y="105180"/>
                  </a:lnTo>
                  <a:lnTo>
                    <a:pt x="61120" y="105486"/>
                  </a:lnTo>
                  <a:lnTo>
                    <a:pt x="61120" y="105792"/>
                  </a:lnTo>
                  <a:lnTo>
                    <a:pt x="61120" y="106098"/>
                  </a:lnTo>
                  <a:lnTo>
                    <a:pt x="61120" y="106404"/>
                  </a:lnTo>
                  <a:lnTo>
                    <a:pt x="61120" y="106709"/>
                  </a:lnTo>
                  <a:lnTo>
                    <a:pt x="61120" y="107015"/>
                  </a:lnTo>
                  <a:lnTo>
                    <a:pt x="61120" y="107321"/>
                  </a:lnTo>
                  <a:lnTo>
                    <a:pt x="61120" y="107627"/>
                  </a:lnTo>
                  <a:lnTo>
                    <a:pt x="61120" y="107932"/>
                  </a:lnTo>
                  <a:lnTo>
                    <a:pt x="61120" y="108238"/>
                  </a:lnTo>
                  <a:lnTo>
                    <a:pt x="61120" y="108544"/>
                  </a:lnTo>
                  <a:lnTo>
                    <a:pt x="61120" y="108850"/>
                  </a:lnTo>
                  <a:lnTo>
                    <a:pt x="61120" y="109155"/>
                  </a:lnTo>
                  <a:lnTo>
                    <a:pt x="61120" y="109461"/>
                  </a:lnTo>
                  <a:lnTo>
                    <a:pt x="61120" y="109767"/>
                  </a:lnTo>
                  <a:lnTo>
                    <a:pt x="61120" y="110073"/>
                  </a:lnTo>
                  <a:lnTo>
                    <a:pt x="61120" y="110378"/>
                  </a:lnTo>
                  <a:lnTo>
                    <a:pt x="61120" y="110684"/>
                  </a:lnTo>
                  <a:lnTo>
                    <a:pt x="61120" y="110990"/>
                  </a:lnTo>
                  <a:lnTo>
                    <a:pt x="61120" y="111296"/>
                  </a:lnTo>
                  <a:lnTo>
                    <a:pt x="61120" y="111601"/>
                  </a:lnTo>
                  <a:lnTo>
                    <a:pt x="61120" y="111907"/>
                  </a:lnTo>
                  <a:lnTo>
                    <a:pt x="61120" y="112213"/>
                  </a:lnTo>
                  <a:lnTo>
                    <a:pt x="61120" y="112519"/>
                  </a:lnTo>
                  <a:lnTo>
                    <a:pt x="61120" y="112824"/>
                  </a:lnTo>
                  <a:lnTo>
                    <a:pt x="61120" y="113130"/>
                  </a:lnTo>
                  <a:lnTo>
                    <a:pt x="61120" y="113436"/>
                  </a:lnTo>
                  <a:lnTo>
                    <a:pt x="61120" y="113742"/>
                  </a:lnTo>
                  <a:lnTo>
                    <a:pt x="61120" y="114047"/>
                  </a:lnTo>
                  <a:lnTo>
                    <a:pt x="61120" y="114353"/>
                  </a:lnTo>
                  <a:lnTo>
                    <a:pt x="61120" y="114659"/>
                  </a:lnTo>
                  <a:lnTo>
                    <a:pt x="61120" y="114965"/>
                  </a:lnTo>
                  <a:lnTo>
                    <a:pt x="61120" y="115271"/>
                  </a:lnTo>
                  <a:lnTo>
                    <a:pt x="61120" y="115576"/>
                  </a:lnTo>
                  <a:lnTo>
                    <a:pt x="61120" y="115882"/>
                  </a:lnTo>
                  <a:lnTo>
                    <a:pt x="61120" y="116188"/>
                  </a:lnTo>
                  <a:lnTo>
                    <a:pt x="61120" y="116494"/>
                  </a:lnTo>
                  <a:lnTo>
                    <a:pt x="61120" y="116799"/>
                  </a:lnTo>
                  <a:lnTo>
                    <a:pt x="61120" y="117105"/>
                  </a:lnTo>
                  <a:lnTo>
                    <a:pt x="61120" y="117411"/>
                  </a:lnTo>
                  <a:lnTo>
                    <a:pt x="61120" y="117717"/>
                  </a:lnTo>
                  <a:lnTo>
                    <a:pt x="61120" y="118022"/>
                  </a:lnTo>
                  <a:lnTo>
                    <a:pt x="61120" y="118328"/>
                  </a:lnTo>
                  <a:lnTo>
                    <a:pt x="61120" y="118634"/>
                  </a:lnTo>
                  <a:lnTo>
                    <a:pt x="61120" y="118940"/>
                  </a:lnTo>
                  <a:lnTo>
                    <a:pt x="61120" y="119245"/>
                  </a:lnTo>
                  <a:lnTo>
                    <a:pt x="61120" y="119551"/>
                  </a:lnTo>
                  <a:lnTo>
                    <a:pt x="61120" y="119857"/>
                  </a:lnTo>
                  <a:lnTo>
                    <a:pt x="61120" y="120163"/>
                  </a:lnTo>
                  <a:lnTo>
                    <a:pt x="61120" y="120468"/>
                  </a:lnTo>
                  <a:lnTo>
                    <a:pt x="61120" y="120774"/>
                  </a:lnTo>
                  <a:lnTo>
                    <a:pt x="61120" y="121080"/>
                  </a:lnTo>
                  <a:lnTo>
                    <a:pt x="61120" y="121386"/>
                  </a:lnTo>
                  <a:lnTo>
                    <a:pt x="61120" y="121691"/>
                  </a:lnTo>
                  <a:lnTo>
                    <a:pt x="61120" y="121997"/>
                  </a:lnTo>
                  <a:lnTo>
                    <a:pt x="61120" y="122303"/>
                  </a:lnTo>
                  <a:lnTo>
                    <a:pt x="61120" y="122609"/>
                  </a:lnTo>
                  <a:lnTo>
                    <a:pt x="61120" y="122914"/>
                  </a:lnTo>
                  <a:lnTo>
                    <a:pt x="61120" y="123220"/>
                  </a:lnTo>
                  <a:lnTo>
                    <a:pt x="61120" y="123526"/>
                  </a:lnTo>
                  <a:lnTo>
                    <a:pt x="61120" y="123832"/>
                  </a:lnTo>
                  <a:lnTo>
                    <a:pt x="61120" y="124138"/>
                  </a:lnTo>
                  <a:lnTo>
                    <a:pt x="61120" y="124443"/>
                  </a:lnTo>
                  <a:lnTo>
                    <a:pt x="61120" y="124749"/>
                  </a:lnTo>
                  <a:lnTo>
                    <a:pt x="61120" y="125055"/>
                  </a:lnTo>
                  <a:lnTo>
                    <a:pt x="61120" y="125361"/>
                  </a:lnTo>
                  <a:lnTo>
                    <a:pt x="61120" y="125666"/>
                  </a:lnTo>
                  <a:lnTo>
                    <a:pt x="61120" y="125972"/>
                  </a:lnTo>
                  <a:lnTo>
                    <a:pt x="61120" y="126278"/>
                  </a:lnTo>
                  <a:lnTo>
                    <a:pt x="61120" y="126584"/>
                  </a:lnTo>
                  <a:lnTo>
                    <a:pt x="61120" y="126889"/>
                  </a:lnTo>
                  <a:lnTo>
                    <a:pt x="61120" y="127195"/>
                  </a:lnTo>
                  <a:lnTo>
                    <a:pt x="61120" y="127501"/>
                  </a:lnTo>
                  <a:lnTo>
                    <a:pt x="61120" y="127807"/>
                  </a:lnTo>
                  <a:lnTo>
                    <a:pt x="61120" y="128112"/>
                  </a:lnTo>
                  <a:lnTo>
                    <a:pt x="61120" y="128418"/>
                  </a:lnTo>
                  <a:lnTo>
                    <a:pt x="61120" y="128724"/>
                  </a:lnTo>
                  <a:lnTo>
                    <a:pt x="61120" y="129030"/>
                  </a:lnTo>
                  <a:lnTo>
                    <a:pt x="61120" y="129335"/>
                  </a:lnTo>
                  <a:lnTo>
                    <a:pt x="61121" y="129641"/>
                  </a:lnTo>
                  <a:lnTo>
                    <a:pt x="61121" y="129947"/>
                  </a:lnTo>
                  <a:lnTo>
                    <a:pt x="61122" y="130253"/>
                  </a:lnTo>
                  <a:lnTo>
                    <a:pt x="61124" y="130558"/>
                  </a:lnTo>
                  <a:lnTo>
                    <a:pt x="61126" y="130864"/>
                  </a:lnTo>
                  <a:lnTo>
                    <a:pt x="61128" y="131170"/>
                  </a:lnTo>
                  <a:lnTo>
                    <a:pt x="61132" y="131476"/>
                  </a:lnTo>
                  <a:lnTo>
                    <a:pt x="61137" y="131781"/>
                  </a:lnTo>
                  <a:lnTo>
                    <a:pt x="61144" y="132087"/>
                  </a:lnTo>
                  <a:lnTo>
                    <a:pt x="61153" y="132393"/>
                  </a:lnTo>
                  <a:lnTo>
                    <a:pt x="61164" y="132699"/>
                  </a:lnTo>
                  <a:lnTo>
                    <a:pt x="61177" y="133005"/>
                  </a:lnTo>
                  <a:lnTo>
                    <a:pt x="61194" y="133310"/>
                  </a:lnTo>
                  <a:lnTo>
                    <a:pt x="61215" y="133616"/>
                  </a:lnTo>
                  <a:lnTo>
                    <a:pt x="61239" y="133922"/>
                  </a:lnTo>
                  <a:lnTo>
                    <a:pt x="61268" y="134228"/>
                  </a:lnTo>
                  <a:lnTo>
                    <a:pt x="61300" y="134533"/>
                  </a:lnTo>
                  <a:lnTo>
                    <a:pt x="61335" y="134839"/>
                  </a:lnTo>
                  <a:lnTo>
                    <a:pt x="61373" y="135145"/>
                  </a:lnTo>
                  <a:lnTo>
                    <a:pt x="61414" y="135451"/>
                  </a:lnTo>
                  <a:lnTo>
                    <a:pt x="61456" y="135756"/>
                  </a:lnTo>
                  <a:lnTo>
                    <a:pt x="61498" y="136062"/>
                  </a:lnTo>
                  <a:lnTo>
                    <a:pt x="61539" y="136368"/>
                  </a:lnTo>
                  <a:lnTo>
                    <a:pt x="61576" y="136674"/>
                  </a:lnTo>
                  <a:lnTo>
                    <a:pt x="61610" y="136979"/>
                  </a:lnTo>
                  <a:lnTo>
                    <a:pt x="61637" y="137285"/>
                  </a:lnTo>
                  <a:lnTo>
                    <a:pt x="61658" y="137591"/>
                  </a:lnTo>
                  <a:lnTo>
                    <a:pt x="61671" y="137897"/>
                  </a:lnTo>
                  <a:lnTo>
                    <a:pt x="61676" y="138202"/>
                  </a:lnTo>
                  <a:lnTo>
                    <a:pt x="61673" y="138508"/>
                  </a:lnTo>
                  <a:lnTo>
                    <a:pt x="61660" y="138814"/>
                  </a:lnTo>
                  <a:lnTo>
                    <a:pt x="61640" y="139120"/>
                  </a:lnTo>
                  <a:lnTo>
                    <a:pt x="61612" y="139425"/>
                  </a:lnTo>
                  <a:lnTo>
                    <a:pt x="61579" y="139731"/>
                  </a:lnTo>
                  <a:lnTo>
                    <a:pt x="61541" y="140037"/>
                  </a:lnTo>
                  <a:lnTo>
                    <a:pt x="61501" y="140343"/>
                  </a:lnTo>
                  <a:lnTo>
                    <a:pt x="61459" y="140648"/>
                  </a:lnTo>
                  <a:lnTo>
                    <a:pt x="61417" y="140954"/>
                  </a:lnTo>
                  <a:lnTo>
                    <a:pt x="61376" y="141260"/>
                  </a:lnTo>
                  <a:lnTo>
                    <a:pt x="61337" y="141566"/>
                  </a:lnTo>
                  <a:lnTo>
                    <a:pt x="61302" y="141872"/>
                  </a:lnTo>
                  <a:lnTo>
                    <a:pt x="61270" y="142177"/>
                  </a:lnTo>
                  <a:lnTo>
                    <a:pt x="61241" y="142483"/>
                  </a:lnTo>
                  <a:lnTo>
                    <a:pt x="61217" y="142789"/>
                  </a:lnTo>
                  <a:lnTo>
                    <a:pt x="61196" y="143095"/>
                  </a:lnTo>
                  <a:lnTo>
                    <a:pt x="61179" y="143400"/>
                  </a:lnTo>
                  <a:lnTo>
                    <a:pt x="61164" y="143706"/>
                  </a:lnTo>
                  <a:lnTo>
                    <a:pt x="61153" y="144012"/>
                  </a:lnTo>
                  <a:lnTo>
                    <a:pt x="61144" y="144318"/>
                  </a:lnTo>
                  <a:lnTo>
                    <a:pt x="61138" y="144623"/>
                  </a:lnTo>
                  <a:lnTo>
                    <a:pt x="61133" y="144929"/>
                  </a:lnTo>
                  <a:lnTo>
                    <a:pt x="61129" y="145235"/>
                  </a:lnTo>
                  <a:lnTo>
                    <a:pt x="61126" y="145541"/>
                  </a:lnTo>
                  <a:lnTo>
                    <a:pt x="61124" y="145846"/>
                  </a:lnTo>
                  <a:lnTo>
                    <a:pt x="61123" y="146152"/>
                  </a:lnTo>
                  <a:lnTo>
                    <a:pt x="61122" y="146458"/>
                  </a:lnTo>
                  <a:lnTo>
                    <a:pt x="61121" y="146764"/>
                  </a:lnTo>
                  <a:lnTo>
                    <a:pt x="61121" y="147069"/>
                  </a:lnTo>
                  <a:lnTo>
                    <a:pt x="61121" y="147375"/>
                  </a:lnTo>
                  <a:lnTo>
                    <a:pt x="61121" y="147681"/>
                  </a:lnTo>
                  <a:lnTo>
                    <a:pt x="61122" y="147987"/>
                  </a:lnTo>
                  <a:lnTo>
                    <a:pt x="61123" y="148292"/>
                  </a:lnTo>
                  <a:lnTo>
                    <a:pt x="61124" y="148598"/>
                  </a:lnTo>
                  <a:lnTo>
                    <a:pt x="61126" y="148904"/>
                  </a:lnTo>
                  <a:lnTo>
                    <a:pt x="61129" y="149210"/>
                  </a:lnTo>
                  <a:lnTo>
                    <a:pt x="61132" y="149515"/>
                  </a:lnTo>
                  <a:lnTo>
                    <a:pt x="61137" y="149821"/>
                  </a:lnTo>
                  <a:lnTo>
                    <a:pt x="61144" y="150127"/>
                  </a:lnTo>
                  <a:lnTo>
                    <a:pt x="61153" y="150433"/>
                  </a:lnTo>
                  <a:lnTo>
                    <a:pt x="61164" y="150739"/>
                  </a:lnTo>
                  <a:lnTo>
                    <a:pt x="61178" y="151044"/>
                  </a:lnTo>
                  <a:lnTo>
                    <a:pt x="61195" y="151350"/>
                  </a:lnTo>
                  <a:lnTo>
                    <a:pt x="61216" y="151656"/>
                  </a:lnTo>
                  <a:lnTo>
                    <a:pt x="61240" y="151962"/>
                  </a:lnTo>
                  <a:lnTo>
                    <a:pt x="61268" y="152267"/>
                  </a:lnTo>
                  <a:lnTo>
                    <a:pt x="61301" y="152573"/>
                  </a:lnTo>
                  <a:lnTo>
                    <a:pt x="61336" y="152879"/>
                  </a:lnTo>
                  <a:lnTo>
                    <a:pt x="61375" y="153185"/>
                  </a:lnTo>
                  <a:lnTo>
                    <a:pt x="61416" y="153490"/>
                  </a:lnTo>
                  <a:lnTo>
                    <a:pt x="61458" y="153796"/>
                  </a:lnTo>
                  <a:lnTo>
                    <a:pt x="61499" y="154102"/>
                  </a:lnTo>
                  <a:lnTo>
                    <a:pt x="61540" y="154408"/>
                  </a:lnTo>
                  <a:lnTo>
                    <a:pt x="61577" y="154713"/>
                  </a:lnTo>
                  <a:lnTo>
                    <a:pt x="61611" y="155019"/>
                  </a:lnTo>
                  <a:lnTo>
                    <a:pt x="61639" y="155325"/>
                  </a:lnTo>
                  <a:lnTo>
                    <a:pt x="61659" y="155631"/>
                  </a:lnTo>
                  <a:lnTo>
                    <a:pt x="61671" y="155936"/>
                  </a:lnTo>
                  <a:lnTo>
                    <a:pt x="61676" y="156242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3" name="pg33"/>
            <p:cNvSpPr/>
            <p:nvPr/>
          </p:nvSpPr>
          <p:spPr>
            <a:xfrm>
              <a:off x="5347956" y="2975059"/>
              <a:ext cx="394692" cy="66102"/>
            </a:xfrm>
            <a:custGeom>
              <a:avLst/>
              <a:gdLst/>
              <a:ahLst/>
              <a:cxnLst/>
              <a:rect l="0" t="0" r="0" b="0"/>
              <a:pathLst>
                <a:path w="394692" h="66102">
                  <a:moveTo>
                    <a:pt x="196230" y="66102"/>
                  </a:moveTo>
                  <a:lnTo>
                    <a:pt x="196237" y="65973"/>
                  </a:lnTo>
                  <a:lnTo>
                    <a:pt x="196256" y="65843"/>
                  </a:lnTo>
                  <a:lnTo>
                    <a:pt x="196286" y="65714"/>
                  </a:lnTo>
                  <a:lnTo>
                    <a:pt x="196327" y="65585"/>
                  </a:lnTo>
                  <a:lnTo>
                    <a:pt x="196376" y="65455"/>
                  </a:lnTo>
                  <a:lnTo>
                    <a:pt x="196434" y="65326"/>
                  </a:lnTo>
                  <a:lnTo>
                    <a:pt x="196498" y="65197"/>
                  </a:lnTo>
                  <a:lnTo>
                    <a:pt x="196566" y="65067"/>
                  </a:lnTo>
                  <a:lnTo>
                    <a:pt x="196637" y="64938"/>
                  </a:lnTo>
                  <a:lnTo>
                    <a:pt x="196709" y="64809"/>
                  </a:lnTo>
                  <a:lnTo>
                    <a:pt x="196779" y="64679"/>
                  </a:lnTo>
                  <a:lnTo>
                    <a:pt x="196848" y="64550"/>
                  </a:lnTo>
                  <a:lnTo>
                    <a:pt x="196913" y="64420"/>
                  </a:lnTo>
                  <a:lnTo>
                    <a:pt x="196974" y="64291"/>
                  </a:lnTo>
                  <a:lnTo>
                    <a:pt x="197030" y="64162"/>
                  </a:lnTo>
                  <a:lnTo>
                    <a:pt x="197080" y="64032"/>
                  </a:lnTo>
                  <a:lnTo>
                    <a:pt x="197124" y="63903"/>
                  </a:lnTo>
                  <a:lnTo>
                    <a:pt x="197164" y="63774"/>
                  </a:lnTo>
                  <a:lnTo>
                    <a:pt x="197198" y="63644"/>
                  </a:lnTo>
                  <a:lnTo>
                    <a:pt x="197227" y="63515"/>
                  </a:lnTo>
                  <a:lnTo>
                    <a:pt x="197251" y="63386"/>
                  </a:lnTo>
                  <a:lnTo>
                    <a:pt x="197272" y="63256"/>
                  </a:lnTo>
                  <a:lnTo>
                    <a:pt x="197288" y="63127"/>
                  </a:lnTo>
                  <a:lnTo>
                    <a:pt x="197301" y="62998"/>
                  </a:lnTo>
                  <a:lnTo>
                    <a:pt x="197312" y="62868"/>
                  </a:lnTo>
                  <a:lnTo>
                    <a:pt x="197320" y="62739"/>
                  </a:lnTo>
                  <a:lnTo>
                    <a:pt x="197327" y="62609"/>
                  </a:lnTo>
                  <a:lnTo>
                    <a:pt x="197332" y="62480"/>
                  </a:lnTo>
                  <a:lnTo>
                    <a:pt x="197336" y="62351"/>
                  </a:lnTo>
                  <a:lnTo>
                    <a:pt x="197339" y="62221"/>
                  </a:lnTo>
                  <a:lnTo>
                    <a:pt x="197341" y="62092"/>
                  </a:lnTo>
                  <a:lnTo>
                    <a:pt x="197342" y="61963"/>
                  </a:lnTo>
                  <a:lnTo>
                    <a:pt x="197343" y="61833"/>
                  </a:lnTo>
                  <a:lnTo>
                    <a:pt x="197344" y="61704"/>
                  </a:lnTo>
                  <a:lnTo>
                    <a:pt x="197344" y="61575"/>
                  </a:lnTo>
                  <a:lnTo>
                    <a:pt x="197345" y="61445"/>
                  </a:lnTo>
                  <a:lnTo>
                    <a:pt x="197345" y="61316"/>
                  </a:lnTo>
                  <a:lnTo>
                    <a:pt x="197345" y="61187"/>
                  </a:lnTo>
                  <a:lnTo>
                    <a:pt x="197345" y="61057"/>
                  </a:lnTo>
                  <a:lnTo>
                    <a:pt x="197346" y="60928"/>
                  </a:lnTo>
                  <a:lnTo>
                    <a:pt x="197346" y="60798"/>
                  </a:lnTo>
                  <a:lnTo>
                    <a:pt x="197346" y="60669"/>
                  </a:lnTo>
                  <a:lnTo>
                    <a:pt x="197346" y="60540"/>
                  </a:lnTo>
                  <a:lnTo>
                    <a:pt x="197346" y="60410"/>
                  </a:lnTo>
                  <a:lnTo>
                    <a:pt x="197346" y="60281"/>
                  </a:lnTo>
                  <a:lnTo>
                    <a:pt x="197346" y="60152"/>
                  </a:lnTo>
                  <a:lnTo>
                    <a:pt x="197346" y="60022"/>
                  </a:lnTo>
                  <a:lnTo>
                    <a:pt x="197346" y="59893"/>
                  </a:lnTo>
                  <a:lnTo>
                    <a:pt x="197346" y="59764"/>
                  </a:lnTo>
                  <a:lnTo>
                    <a:pt x="197345" y="59634"/>
                  </a:lnTo>
                  <a:lnTo>
                    <a:pt x="197345" y="59505"/>
                  </a:lnTo>
                  <a:lnTo>
                    <a:pt x="197345" y="59375"/>
                  </a:lnTo>
                  <a:lnTo>
                    <a:pt x="197345" y="59246"/>
                  </a:lnTo>
                  <a:lnTo>
                    <a:pt x="197345" y="59117"/>
                  </a:lnTo>
                  <a:lnTo>
                    <a:pt x="197344" y="58987"/>
                  </a:lnTo>
                  <a:lnTo>
                    <a:pt x="197343" y="58858"/>
                  </a:lnTo>
                  <a:lnTo>
                    <a:pt x="197342" y="58729"/>
                  </a:lnTo>
                  <a:lnTo>
                    <a:pt x="197340" y="58599"/>
                  </a:lnTo>
                  <a:lnTo>
                    <a:pt x="197337" y="58470"/>
                  </a:lnTo>
                  <a:lnTo>
                    <a:pt x="197333" y="58341"/>
                  </a:lnTo>
                  <a:lnTo>
                    <a:pt x="197327" y="58211"/>
                  </a:lnTo>
                  <a:lnTo>
                    <a:pt x="197319" y="58082"/>
                  </a:lnTo>
                  <a:lnTo>
                    <a:pt x="197308" y="57953"/>
                  </a:lnTo>
                  <a:lnTo>
                    <a:pt x="197293" y="57823"/>
                  </a:lnTo>
                  <a:lnTo>
                    <a:pt x="197274" y="57694"/>
                  </a:lnTo>
                  <a:lnTo>
                    <a:pt x="197248" y="57564"/>
                  </a:lnTo>
                  <a:lnTo>
                    <a:pt x="197215" y="57435"/>
                  </a:lnTo>
                  <a:lnTo>
                    <a:pt x="197173" y="57306"/>
                  </a:lnTo>
                  <a:lnTo>
                    <a:pt x="197119" y="57176"/>
                  </a:lnTo>
                  <a:lnTo>
                    <a:pt x="197050" y="57047"/>
                  </a:lnTo>
                  <a:lnTo>
                    <a:pt x="196965" y="56918"/>
                  </a:lnTo>
                  <a:lnTo>
                    <a:pt x="196862" y="56788"/>
                  </a:lnTo>
                  <a:lnTo>
                    <a:pt x="196737" y="56659"/>
                  </a:lnTo>
                  <a:lnTo>
                    <a:pt x="196590" y="56530"/>
                  </a:lnTo>
                  <a:lnTo>
                    <a:pt x="196419" y="56400"/>
                  </a:lnTo>
                  <a:lnTo>
                    <a:pt x="196221" y="56271"/>
                  </a:lnTo>
                  <a:lnTo>
                    <a:pt x="195995" y="56141"/>
                  </a:lnTo>
                  <a:lnTo>
                    <a:pt x="195739" y="56012"/>
                  </a:lnTo>
                  <a:lnTo>
                    <a:pt x="195457" y="55883"/>
                  </a:lnTo>
                  <a:lnTo>
                    <a:pt x="195151" y="55753"/>
                  </a:lnTo>
                  <a:lnTo>
                    <a:pt x="194824" y="55624"/>
                  </a:lnTo>
                  <a:lnTo>
                    <a:pt x="194482" y="55495"/>
                  </a:lnTo>
                  <a:lnTo>
                    <a:pt x="194128" y="55365"/>
                  </a:lnTo>
                  <a:lnTo>
                    <a:pt x="193771" y="55236"/>
                  </a:lnTo>
                  <a:lnTo>
                    <a:pt x="193417" y="55107"/>
                  </a:lnTo>
                  <a:lnTo>
                    <a:pt x="193078" y="54977"/>
                  </a:lnTo>
                  <a:lnTo>
                    <a:pt x="192762" y="54848"/>
                  </a:lnTo>
                  <a:lnTo>
                    <a:pt x="192478" y="54719"/>
                  </a:lnTo>
                  <a:lnTo>
                    <a:pt x="192232" y="54589"/>
                  </a:lnTo>
                  <a:lnTo>
                    <a:pt x="192032" y="54460"/>
                  </a:lnTo>
                  <a:lnTo>
                    <a:pt x="191884" y="54330"/>
                  </a:lnTo>
                  <a:lnTo>
                    <a:pt x="191793" y="54201"/>
                  </a:lnTo>
                  <a:lnTo>
                    <a:pt x="191769" y="54072"/>
                  </a:lnTo>
                  <a:lnTo>
                    <a:pt x="191809" y="53942"/>
                  </a:lnTo>
                  <a:lnTo>
                    <a:pt x="191909" y="53813"/>
                  </a:lnTo>
                  <a:lnTo>
                    <a:pt x="192065" y="53684"/>
                  </a:lnTo>
                  <a:lnTo>
                    <a:pt x="192272" y="53554"/>
                  </a:lnTo>
                  <a:lnTo>
                    <a:pt x="192524" y="53425"/>
                  </a:lnTo>
                  <a:lnTo>
                    <a:pt x="192814" y="53296"/>
                  </a:lnTo>
                  <a:lnTo>
                    <a:pt x="193135" y="53166"/>
                  </a:lnTo>
                  <a:lnTo>
                    <a:pt x="193478" y="53037"/>
                  </a:lnTo>
                  <a:lnTo>
                    <a:pt x="193831" y="52908"/>
                  </a:lnTo>
                  <a:lnTo>
                    <a:pt x="194186" y="52778"/>
                  </a:lnTo>
                  <a:lnTo>
                    <a:pt x="194534" y="52649"/>
                  </a:lnTo>
                  <a:lnTo>
                    <a:pt x="194869" y="52519"/>
                  </a:lnTo>
                  <a:lnTo>
                    <a:pt x="195186" y="52390"/>
                  </a:lnTo>
                  <a:lnTo>
                    <a:pt x="195480" y="52261"/>
                  </a:lnTo>
                  <a:lnTo>
                    <a:pt x="195744" y="52131"/>
                  </a:lnTo>
                  <a:lnTo>
                    <a:pt x="195973" y="52002"/>
                  </a:lnTo>
                  <a:lnTo>
                    <a:pt x="196167" y="51873"/>
                  </a:lnTo>
                  <a:lnTo>
                    <a:pt x="196326" y="51743"/>
                  </a:lnTo>
                  <a:lnTo>
                    <a:pt x="196448" y="51614"/>
                  </a:lnTo>
                  <a:lnTo>
                    <a:pt x="196532" y="51485"/>
                  </a:lnTo>
                  <a:lnTo>
                    <a:pt x="196577" y="51355"/>
                  </a:lnTo>
                  <a:lnTo>
                    <a:pt x="196581" y="51226"/>
                  </a:lnTo>
                  <a:lnTo>
                    <a:pt x="196540" y="51096"/>
                  </a:lnTo>
                  <a:lnTo>
                    <a:pt x="196449" y="50967"/>
                  </a:lnTo>
                  <a:lnTo>
                    <a:pt x="196310" y="50838"/>
                  </a:lnTo>
                  <a:lnTo>
                    <a:pt x="196122" y="50708"/>
                  </a:lnTo>
                  <a:lnTo>
                    <a:pt x="195880" y="50579"/>
                  </a:lnTo>
                  <a:lnTo>
                    <a:pt x="195584" y="50450"/>
                  </a:lnTo>
                  <a:lnTo>
                    <a:pt x="195231" y="50320"/>
                  </a:lnTo>
                  <a:lnTo>
                    <a:pt x="194820" y="50191"/>
                  </a:lnTo>
                  <a:lnTo>
                    <a:pt x="194345" y="50062"/>
                  </a:lnTo>
                  <a:lnTo>
                    <a:pt x="193811" y="49932"/>
                  </a:lnTo>
                  <a:lnTo>
                    <a:pt x="193225" y="49803"/>
                  </a:lnTo>
                  <a:lnTo>
                    <a:pt x="192593" y="49674"/>
                  </a:lnTo>
                  <a:lnTo>
                    <a:pt x="191925" y="49544"/>
                  </a:lnTo>
                  <a:lnTo>
                    <a:pt x="191229" y="49415"/>
                  </a:lnTo>
                  <a:lnTo>
                    <a:pt x="190518" y="49285"/>
                  </a:lnTo>
                  <a:lnTo>
                    <a:pt x="189806" y="49156"/>
                  </a:lnTo>
                  <a:lnTo>
                    <a:pt x="189114" y="49027"/>
                  </a:lnTo>
                  <a:lnTo>
                    <a:pt x="188460" y="48897"/>
                  </a:lnTo>
                  <a:lnTo>
                    <a:pt x="187862" y="48768"/>
                  </a:lnTo>
                  <a:lnTo>
                    <a:pt x="187334" y="48639"/>
                  </a:lnTo>
                  <a:lnTo>
                    <a:pt x="186892" y="48509"/>
                  </a:lnTo>
                  <a:lnTo>
                    <a:pt x="186549" y="48380"/>
                  </a:lnTo>
                  <a:lnTo>
                    <a:pt x="186315" y="48251"/>
                  </a:lnTo>
                  <a:lnTo>
                    <a:pt x="186200" y="48121"/>
                  </a:lnTo>
                  <a:lnTo>
                    <a:pt x="186225" y="47992"/>
                  </a:lnTo>
                  <a:lnTo>
                    <a:pt x="186371" y="47862"/>
                  </a:lnTo>
                  <a:lnTo>
                    <a:pt x="186632" y="47733"/>
                  </a:lnTo>
                  <a:lnTo>
                    <a:pt x="187000" y="47604"/>
                  </a:lnTo>
                  <a:lnTo>
                    <a:pt x="187462" y="47474"/>
                  </a:lnTo>
                  <a:lnTo>
                    <a:pt x="188006" y="47345"/>
                  </a:lnTo>
                  <a:lnTo>
                    <a:pt x="188615" y="47216"/>
                  </a:lnTo>
                  <a:lnTo>
                    <a:pt x="189274" y="47086"/>
                  </a:lnTo>
                  <a:lnTo>
                    <a:pt x="189960" y="46957"/>
                  </a:lnTo>
                  <a:lnTo>
                    <a:pt x="190651" y="46828"/>
                  </a:lnTo>
                  <a:lnTo>
                    <a:pt x="191327" y="46698"/>
                  </a:lnTo>
                  <a:lnTo>
                    <a:pt x="191971" y="46569"/>
                  </a:lnTo>
                  <a:lnTo>
                    <a:pt x="192567" y="46440"/>
                  </a:lnTo>
                  <a:lnTo>
                    <a:pt x="193097" y="46310"/>
                  </a:lnTo>
                  <a:lnTo>
                    <a:pt x="193546" y="46181"/>
                  </a:lnTo>
                  <a:lnTo>
                    <a:pt x="193885" y="46051"/>
                  </a:lnTo>
                  <a:lnTo>
                    <a:pt x="194094" y="45922"/>
                  </a:lnTo>
                  <a:lnTo>
                    <a:pt x="194159" y="45793"/>
                  </a:lnTo>
                  <a:lnTo>
                    <a:pt x="194058" y="45663"/>
                  </a:lnTo>
                  <a:lnTo>
                    <a:pt x="193765" y="45534"/>
                  </a:lnTo>
                  <a:lnTo>
                    <a:pt x="193250" y="45405"/>
                  </a:lnTo>
                  <a:lnTo>
                    <a:pt x="192480" y="45275"/>
                  </a:lnTo>
                  <a:lnTo>
                    <a:pt x="191416" y="45146"/>
                  </a:lnTo>
                  <a:lnTo>
                    <a:pt x="189965" y="45017"/>
                  </a:lnTo>
                  <a:lnTo>
                    <a:pt x="188099" y="44887"/>
                  </a:lnTo>
                  <a:lnTo>
                    <a:pt x="185784" y="44758"/>
                  </a:lnTo>
                  <a:lnTo>
                    <a:pt x="182974" y="44629"/>
                  </a:lnTo>
                  <a:lnTo>
                    <a:pt x="179624" y="44499"/>
                  </a:lnTo>
                  <a:lnTo>
                    <a:pt x="175696" y="44370"/>
                  </a:lnTo>
                  <a:lnTo>
                    <a:pt x="171162" y="44240"/>
                  </a:lnTo>
                  <a:lnTo>
                    <a:pt x="166002" y="44111"/>
                  </a:lnTo>
                  <a:lnTo>
                    <a:pt x="160113" y="43982"/>
                  </a:lnTo>
                  <a:lnTo>
                    <a:pt x="153632" y="43852"/>
                  </a:lnTo>
                  <a:lnTo>
                    <a:pt x="146613" y="43723"/>
                  </a:lnTo>
                  <a:lnTo>
                    <a:pt x="139137" y="43594"/>
                  </a:lnTo>
                  <a:lnTo>
                    <a:pt x="131304" y="43464"/>
                  </a:lnTo>
                  <a:lnTo>
                    <a:pt x="123242" y="43335"/>
                  </a:lnTo>
                  <a:lnTo>
                    <a:pt x="115099" y="43206"/>
                  </a:lnTo>
                  <a:lnTo>
                    <a:pt x="107054" y="43076"/>
                  </a:lnTo>
                  <a:lnTo>
                    <a:pt x="99370" y="42947"/>
                  </a:lnTo>
                  <a:lnTo>
                    <a:pt x="92228" y="42817"/>
                  </a:lnTo>
                  <a:lnTo>
                    <a:pt x="85816" y="42688"/>
                  </a:lnTo>
                  <a:lnTo>
                    <a:pt x="80311" y="42559"/>
                  </a:lnTo>
                  <a:lnTo>
                    <a:pt x="75869" y="42429"/>
                  </a:lnTo>
                  <a:lnTo>
                    <a:pt x="72626" y="42300"/>
                  </a:lnTo>
                  <a:lnTo>
                    <a:pt x="70684" y="42171"/>
                  </a:lnTo>
                  <a:lnTo>
                    <a:pt x="70218" y="42041"/>
                  </a:lnTo>
                  <a:lnTo>
                    <a:pt x="71274" y="41912"/>
                  </a:lnTo>
                  <a:lnTo>
                    <a:pt x="73677" y="41783"/>
                  </a:lnTo>
                  <a:lnTo>
                    <a:pt x="77349" y="41653"/>
                  </a:lnTo>
                  <a:lnTo>
                    <a:pt x="82176" y="41524"/>
                  </a:lnTo>
                  <a:lnTo>
                    <a:pt x="88015" y="41395"/>
                  </a:lnTo>
                  <a:lnTo>
                    <a:pt x="94702" y="41265"/>
                  </a:lnTo>
                  <a:lnTo>
                    <a:pt x="102054" y="41136"/>
                  </a:lnTo>
                  <a:lnTo>
                    <a:pt x="109902" y="41006"/>
                  </a:lnTo>
                  <a:lnTo>
                    <a:pt x="117973" y="40877"/>
                  </a:lnTo>
                  <a:lnTo>
                    <a:pt x="126061" y="40748"/>
                  </a:lnTo>
                  <a:lnTo>
                    <a:pt x="133998" y="40618"/>
                  </a:lnTo>
                  <a:lnTo>
                    <a:pt x="141635" y="40489"/>
                  </a:lnTo>
                  <a:lnTo>
                    <a:pt x="148845" y="40360"/>
                  </a:lnTo>
                  <a:lnTo>
                    <a:pt x="155520" y="40230"/>
                  </a:lnTo>
                  <a:lnTo>
                    <a:pt x="161574" y="40101"/>
                  </a:lnTo>
                  <a:lnTo>
                    <a:pt x="166825" y="39972"/>
                  </a:lnTo>
                  <a:lnTo>
                    <a:pt x="171320" y="39842"/>
                  </a:lnTo>
                  <a:lnTo>
                    <a:pt x="175046" y="39713"/>
                  </a:lnTo>
                  <a:lnTo>
                    <a:pt x="177986" y="39583"/>
                  </a:lnTo>
                  <a:lnTo>
                    <a:pt x="180125" y="39454"/>
                  </a:lnTo>
                  <a:lnTo>
                    <a:pt x="181453" y="39325"/>
                  </a:lnTo>
                  <a:lnTo>
                    <a:pt x="181955" y="39195"/>
                  </a:lnTo>
                  <a:lnTo>
                    <a:pt x="181593" y="39066"/>
                  </a:lnTo>
                  <a:lnTo>
                    <a:pt x="180226" y="38937"/>
                  </a:lnTo>
                  <a:lnTo>
                    <a:pt x="177949" y="38807"/>
                  </a:lnTo>
                  <a:lnTo>
                    <a:pt x="174726" y="38678"/>
                  </a:lnTo>
                  <a:lnTo>
                    <a:pt x="170523" y="38549"/>
                  </a:lnTo>
                  <a:lnTo>
                    <a:pt x="165306" y="38419"/>
                  </a:lnTo>
                  <a:lnTo>
                    <a:pt x="159052" y="38290"/>
                  </a:lnTo>
                  <a:lnTo>
                    <a:pt x="151747" y="38161"/>
                  </a:lnTo>
                  <a:lnTo>
                    <a:pt x="143335" y="38031"/>
                  </a:lnTo>
                  <a:lnTo>
                    <a:pt x="133814" y="37902"/>
                  </a:lnTo>
                  <a:lnTo>
                    <a:pt x="123379" y="37772"/>
                  </a:lnTo>
                  <a:lnTo>
                    <a:pt x="112146" y="37643"/>
                  </a:lnTo>
                  <a:lnTo>
                    <a:pt x="100264" y="37514"/>
                  </a:lnTo>
                  <a:lnTo>
                    <a:pt x="87920" y="37384"/>
                  </a:lnTo>
                  <a:lnTo>
                    <a:pt x="75333" y="37255"/>
                  </a:lnTo>
                  <a:lnTo>
                    <a:pt x="62755" y="37126"/>
                  </a:lnTo>
                  <a:lnTo>
                    <a:pt x="50530" y="36996"/>
                  </a:lnTo>
                  <a:lnTo>
                    <a:pt x="39033" y="36867"/>
                  </a:lnTo>
                  <a:lnTo>
                    <a:pt x="28540" y="36738"/>
                  </a:lnTo>
                  <a:lnTo>
                    <a:pt x="19333" y="36608"/>
                  </a:lnTo>
                  <a:lnTo>
                    <a:pt x="11673" y="36479"/>
                  </a:lnTo>
                  <a:lnTo>
                    <a:pt x="5785" y="36349"/>
                  </a:lnTo>
                  <a:lnTo>
                    <a:pt x="1850" y="36220"/>
                  </a:lnTo>
                  <a:lnTo>
                    <a:pt x="0" y="36091"/>
                  </a:lnTo>
                  <a:lnTo>
                    <a:pt x="165" y="36055"/>
                  </a:lnTo>
                  <a:lnTo>
                    <a:pt x="606" y="35961"/>
                  </a:lnTo>
                  <a:lnTo>
                    <a:pt x="3411" y="35832"/>
                  </a:lnTo>
                  <a:lnTo>
                    <a:pt x="8248" y="35703"/>
                  </a:lnTo>
                  <a:lnTo>
                    <a:pt x="14962" y="35573"/>
                  </a:lnTo>
                  <a:lnTo>
                    <a:pt x="23352" y="35444"/>
                  </a:lnTo>
                  <a:lnTo>
                    <a:pt x="33178" y="35315"/>
                  </a:lnTo>
                  <a:lnTo>
                    <a:pt x="44167" y="35185"/>
                  </a:lnTo>
                  <a:lnTo>
                    <a:pt x="56032" y="35056"/>
                  </a:lnTo>
                  <a:lnTo>
                    <a:pt x="68490" y="34927"/>
                  </a:lnTo>
                  <a:lnTo>
                    <a:pt x="81111" y="34797"/>
                  </a:lnTo>
                  <a:lnTo>
                    <a:pt x="93629" y="34668"/>
                  </a:lnTo>
                  <a:lnTo>
                    <a:pt x="105810" y="34538"/>
                  </a:lnTo>
                  <a:lnTo>
                    <a:pt x="117450" y="34409"/>
                  </a:lnTo>
                  <a:lnTo>
                    <a:pt x="128383" y="34280"/>
                  </a:lnTo>
                  <a:lnTo>
                    <a:pt x="138477" y="34150"/>
                  </a:lnTo>
                  <a:lnTo>
                    <a:pt x="147593" y="34021"/>
                  </a:lnTo>
                  <a:lnTo>
                    <a:pt x="155589" y="33892"/>
                  </a:lnTo>
                  <a:lnTo>
                    <a:pt x="162577" y="33762"/>
                  </a:lnTo>
                  <a:lnTo>
                    <a:pt x="168571" y="33633"/>
                  </a:lnTo>
                  <a:lnTo>
                    <a:pt x="173603" y="33504"/>
                  </a:lnTo>
                  <a:lnTo>
                    <a:pt x="177715" y="33374"/>
                  </a:lnTo>
                  <a:lnTo>
                    <a:pt x="180960" y="33245"/>
                  </a:lnTo>
                  <a:lnTo>
                    <a:pt x="183391" y="33116"/>
                  </a:lnTo>
                  <a:lnTo>
                    <a:pt x="185005" y="32986"/>
                  </a:lnTo>
                  <a:lnTo>
                    <a:pt x="185867" y="32857"/>
                  </a:lnTo>
                  <a:lnTo>
                    <a:pt x="186087" y="32727"/>
                  </a:lnTo>
                  <a:lnTo>
                    <a:pt x="185704" y="32598"/>
                  </a:lnTo>
                  <a:lnTo>
                    <a:pt x="184751" y="32469"/>
                  </a:lnTo>
                  <a:lnTo>
                    <a:pt x="183258" y="32339"/>
                  </a:lnTo>
                  <a:lnTo>
                    <a:pt x="181253" y="32210"/>
                  </a:lnTo>
                  <a:lnTo>
                    <a:pt x="178766" y="32081"/>
                  </a:lnTo>
                  <a:lnTo>
                    <a:pt x="175776" y="31951"/>
                  </a:lnTo>
                  <a:lnTo>
                    <a:pt x="172366" y="31822"/>
                  </a:lnTo>
                  <a:lnTo>
                    <a:pt x="168608" y="31693"/>
                  </a:lnTo>
                  <a:lnTo>
                    <a:pt x="164560" y="31563"/>
                  </a:lnTo>
                  <a:lnTo>
                    <a:pt x="160291" y="31434"/>
                  </a:lnTo>
                  <a:lnTo>
                    <a:pt x="155882" y="31304"/>
                  </a:lnTo>
                  <a:lnTo>
                    <a:pt x="151422" y="31175"/>
                  </a:lnTo>
                  <a:lnTo>
                    <a:pt x="147009" y="31046"/>
                  </a:lnTo>
                  <a:lnTo>
                    <a:pt x="142799" y="30916"/>
                  </a:lnTo>
                  <a:lnTo>
                    <a:pt x="138897" y="30787"/>
                  </a:lnTo>
                  <a:lnTo>
                    <a:pt x="135405" y="30658"/>
                  </a:lnTo>
                  <a:lnTo>
                    <a:pt x="132423" y="30528"/>
                  </a:lnTo>
                  <a:lnTo>
                    <a:pt x="130036" y="30399"/>
                  </a:lnTo>
                  <a:lnTo>
                    <a:pt x="128316" y="30270"/>
                  </a:lnTo>
                  <a:lnTo>
                    <a:pt x="127318" y="30140"/>
                  </a:lnTo>
                  <a:lnTo>
                    <a:pt x="127103" y="30011"/>
                  </a:lnTo>
                  <a:lnTo>
                    <a:pt x="127762" y="29882"/>
                  </a:lnTo>
                  <a:lnTo>
                    <a:pt x="129163" y="29752"/>
                  </a:lnTo>
                  <a:lnTo>
                    <a:pt x="131260" y="29623"/>
                  </a:lnTo>
                  <a:lnTo>
                    <a:pt x="133986" y="29493"/>
                  </a:lnTo>
                  <a:lnTo>
                    <a:pt x="137264" y="29364"/>
                  </a:lnTo>
                  <a:lnTo>
                    <a:pt x="141000" y="29235"/>
                  </a:lnTo>
                  <a:lnTo>
                    <a:pt x="145094" y="29105"/>
                  </a:lnTo>
                  <a:lnTo>
                    <a:pt x="149448" y="28976"/>
                  </a:lnTo>
                  <a:lnTo>
                    <a:pt x="153929" y="28847"/>
                  </a:lnTo>
                  <a:lnTo>
                    <a:pt x="158415" y="28717"/>
                  </a:lnTo>
                  <a:lnTo>
                    <a:pt x="162817" y="28588"/>
                  </a:lnTo>
                  <a:lnTo>
                    <a:pt x="167059" y="28459"/>
                  </a:lnTo>
                  <a:lnTo>
                    <a:pt x="171075" y="28329"/>
                  </a:lnTo>
                  <a:lnTo>
                    <a:pt x="174813" y="28200"/>
                  </a:lnTo>
                  <a:lnTo>
                    <a:pt x="178235" y="28070"/>
                  </a:lnTo>
                  <a:lnTo>
                    <a:pt x="181276" y="27941"/>
                  </a:lnTo>
                  <a:lnTo>
                    <a:pt x="183940" y="27812"/>
                  </a:lnTo>
                  <a:lnTo>
                    <a:pt x="186252" y="27682"/>
                  </a:lnTo>
                  <a:lnTo>
                    <a:pt x="188222" y="27553"/>
                  </a:lnTo>
                  <a:lnTo>
                    <a:pt x="189865" y="27424"/>
                  </a:lnTo>
                  <a:lnTo>
                    <a:pt x="191201" y="27294"/>
                  </a:lnTo>
                  <a:lnTo>
                    <a:pt x="192249" y="27165"/>
                  </a:lnTo>
                  <a:lnTo>
                    <a:pt x="193033" y="27036"/>
                  </a:lnTo>
                  <a:lnTo>
                    <a:pt x="193540" y="26906"/>
                  </a:lnTo>
                  <a:lnTo>
                    <a:pt x="193827" y="26777"/>
                  </a:lnTo>
                  <a:lnTo>
                    <a:pt x="193914" y="26648"/>
                  </a:lnTo>
                  <a:lnTo>
                    <a:pt x="193818" y="26518"/>
                  </a:lnTo>
                  <a:lnTo>
                    <a:pt x="193551" y="26389"/>
                  </a:lnTo>
                  <a:lnTo>
                    <a:pt x="193126" y="26259"/>
                  </a:lnTo>
                  <a:lnTo>
                    <a:pt x="192553" y="26130"/>
                  </a:lnTo>
                  <a:lnTo>
                    <a:pt x="191841" y="26001"/>
                  </a:lnTo>
                  <a:lnTo>
                    <a:pt x="190988" y="25871"/>
                  </a:lnTo>
                  <a:lnTo>
                    <a:pt x="190029" y="25742"/>
                  </a:lnTo>
                  <a:lnTo>
                    <a:pt x="188980" y="25613"/>
                  </a:lnTo>
                  <a:lnTo>
                    <a:pt x="187860" y="25483"/>
                  </a:lnTo>
                  <a:lnTo>
                    <a:pt x="186689" y="25354"/>
                  </a:lnTo>
                  <a:lnTo>
                    <a:pt x="185492" y="25225"/>
                  </a:lnTo>
                  <a:lnTo>
                    <a:pt x="184295" y="25095"/>
                  </a:lnTo>
                  <a:lnTo>
                    <a:pt x="183128" y="24966"/>
                  </a:lnTo>
                  <a:lnTo>
                    <a:pt x="182034" y="24837"/>
                  </a:lnTo>
                  <a:lnTo>
                    <a:pt x="181039" y="24707"/>
                  </a:lnTo>
                  <a:lnTo>
                    <a:pt x="180169" y="24578"/>
                  </a:lnTo>
                  <a:lnTo>
                    <a:pt x="179450" y="24448"/>
                  </a:lnTo>
                  <a:lnTo>
                    <a:pt x="178903" y="24319"/>
                  </a:lnTo>
                  <a:lnTo>
                    <a:pt x="178545" y="24190"/>
                  </a:lnTo>
                  <a:lnTo>
                    <a:pt x="178388" y="24060"/>
                  </a:lnTo>
                  <a:lnTo>
                    <a:pt x="178457" y="23931"/>
                  </a:lnTo>
                  <a:lnTo>
                    <a:pt x="178747" y="23802"/>
                  </a:lnTo>
                  <a:lnTo>
                    <a:pt x="179231" y="23672"/>
                  </a:lnTo>
                  <a:lnTo>
                    <a:pt x="179893" y="23543"/>
                  </a:lnTo>
                  <a:lnTo>
                    <a:pt x="180714" y="23414"/>
                  </a:lnTo>
                  <a:lnTo>
                    <a:pt x="181670" y="23284"/>
                  </a:lnTo>
                  <a:lnTo>
                    <a:pt x="182734" y="23155"/>
                  </a:lnTo>
                  <a:lnTo>
                    <a:pt x="183880" y="23025"/>
                  </a:lnTo>
                  <a:lnTo>
                    <a:pt x="185079" y="22896"/>
                  </a:lnTo>
                  <a:lnTo>
                    <a:pt x="186292" y="22767"/>
                  </a:lnTo>
                  <a:lnTo>
                    <a:pt x="187492" y="22637"/>
                  </a:lnTo>
                  <a:lnTo>
                    <a:pt x="188658" y="22508"/>
                  </a:lnTo>
                  <a:lnTo>
                    <a:pt x="189769" y="22379"/>
                  </a:lnTo>
                  <a:lnTo>
                    <a:pt x="190811" y="22249"/>
                  </a:lnTo>
                  <a:lnTo>
                    <a:pt x="191771" y="22120"/>
                  </a:lnTo>
                  <a:lnTo>
                    <a:pt x="192640" y="21991"/>
                  </a:lnTo>
                  <a:lnTo>
                    <a:pt x="193396" y="21861"/>
                  </a:lnTo>
                  <a:lnTo>
                    <a:pt x="194054" y="21732"/>
                  </a:lnTo>
                  <a:lnTo>
                    <a:pt x="194617" y="21603"/>
                  </a:lnTo>
                  <a:lnTo>
                    <a:pt x="195086" y="21473"/>
                  </a:lnTo>
                  <a:lnTo>
                    <a:pt x="195465" y="21344"/>
                  </a:lnTo>
                  <a:lnTo>
                    <a:pt x="195760" y="21214"/>
                  </a:lnTo>
                  <a:lnTo>
                    <a:pt x="195975" y="21085"/>
                  </a:lnTo>
                  <a:lnTo>
                    <a:pt x="196113" y="20956"/>
                  </a:lnTo>
                  <a:lnTo>
                    <a:pt x="196172" y="20826"/>
                  </a:lnTo>
                  <a:lnTo>
                    <a:pt x="196166" y="20697"/>
                  </a:lnTo>
                  <a:lnTo>
                    <a:pt x="196099" y="20568"/>
                  </a:lnTo>
                  <a:lnTo>
                    <a:pt x="195973" y="20438"/>
                  </a:lnTo>
                  <a:lnTo>
                    <a:pt x="195790" y="20309"/>
                  </a:lnTo>
                  <a:lnTo>
                    <a:pt x="195554" y="20180"/>
                  </a:lnTo>
                  <a:lnTo>
                    <a:pt x="195266" y="20050"/>
                  </a:lnTo>
                  <a:lnTo>
                    <a:pt x="194927" y="19921"/>
                  </a:lnTo>
                  <a:lnTo>
                    <a:pt x="194541" y="19791"/>
                  </a:lnTo>
                  <a:lnTo>
                    <a:pt x="194118" y="19662"/>
                  </a:lnTo>
                  <a:lnTo>
                    <a:pt x="193664" y="19533"/>
                  </a:lnTo>
                  <a:lnTo>
                    <a:pt x="193186" y="19403"/>
                  </a:lnTo>
                  <a:lnTo>
                    <a:pt x="192695" y="19274"/>
                  </a:lnTo>
                  <a:lnTo>
                    <a:pt x="192199" y="19145"/>
                  </a:lnTo>
                  <a:lnTo>
                    <a:pt x="191710" y="19015"/>
                  </a:lnTo>
                  <a:lnTo>
                    <a:pt x="191244" y="18886"/>
                  </a:lnTo>
                  <a:lnTo>
                    <a:pt x="190814" y="18757"/>
                  </a:lnTo>
                  <a:lnTo>
                    <a:pt x="190431" y="18627"/>
                  </a:lnTo>
                  <a:lnTo>
                    <a:pt x="190106" y="18498"/>
                  </a:lnTo>
                  <a:lnTo>
                    <a:pt x="189848" y="18369"/>
                  </a:lnTo>
                  <a:lnTo>
                    <a:pt x="189665" y="18239"/>
                  </a:lnTo>
                  <a:lnTo>
                    <a:pt x="189562" y="18110"/>
                  </a:lnTo>
                  <a:lnTo>
                    <a:pt x="189544" y="17980"/>
                  </a:lnTo>
                  <a:lnTo>
                    <a:pt x="189624" y="17851"/>
                  </a:lnTo>
                  <a:lnTo>
                    <a:pt x="189788" y="17722"/>
                  </a:lnTo>
                  <a:lnTo>
                    <a:pt x="190028" y="17592"/>
                  </a:lnTo>
                  <a:lnTo>
                    <a:pt x="190338" y="17463"/>
                  </a:lnTo>
                  <a:lnTo>
                    <a:pt x="190707" y="17334"/>
                  </a:lnTo>
                  <a:lnTo>
                    <a:pt x="191126" y="17204"/>
                  </a:lnTo>
                  <a:lnTo>
                    <a:pt x="191584" y="17075"/>
                  </a:lnTo>
                  <a:lnTo>
                    <a:pt x="192069" y="16946"/>
                  </a:lnTo>
                  <a:lnTo>
                    <a:pt x="192567" y="16816"/>
                  </a:lnTo>
                  <a:lnTo>
                    <a:pt x="193066" y="16687"/>
                  </a:lnTo>
                  <a:lnTo>
                    <a:pt x="193554" y="16558"/>
                  </a:lnTo>
                  <a:lnTo>
                    <a:pt x="194023" y="16428"/>
                  </a:lnTo>
                  <a:lnTo>
                    <a:pt x="194467" y="16299"/>
                  </a:lnTo>
                  <a:lnTo>
                    <a:pt x="194880" y="16169"/>
                  </a:lnTo>
                  <a:lnTo>
                    <a:pt x="195258" y="16040"/>
                  </a:lnTo>
                  <a:lnTo>
                    <a:pt x="195595" y="15911"/>
                  </a:lnTo>
                  <a:lnTo>
                    <a:pt x="195890" y="15781"/>
                  </a:lnTo>
                  <a:lnTo>
                    <a:pt x="196146" y="15652"/>
                  </a:lnTo>
                  <a:lnTo>
                    <a:pt x="196366" y="15523"/>
                  </a:lnTo>
                  <a:lnTo>
                    <a:pt x="196551" y="15393"/>
                  </a:lnTo>
                  <a:lnTo>
                    <a:pt x="196703" y="15264"/>
                  </a:lnTo>
                  <a:lnTo>
                    <a:pt x="196826" y="15135"/>
                  </a:lnTo>
                  <a:lnTo>
                    <a:pt x="196922" y="15005"/>
                  </a:lnTo>
                  <a:lnTo>
                    <a:pt x="196992" y="14876"/>
                  </a:lnTo>
                  <a:lnTo>
                    <a:pt x="197039" y="14746"/>
                  </a:lnTo>
                  <a:lnTo>
                    <a:pt x="197068" y="14617"/>
                  </a:lnTo>
                  <a:lnTo>
                    <a:pt x="197081" y="14488"/>
                  </a:lnTo>
                  <a:lnTo>
                    <a:pt x="197079" y="14358"/>
                  </a:lnTo>
                  <a:lnTo>
                    <a:pt x="197065" y="14229"/>
                  </a:lnTo>
                  <a:lnTo>
                    <a:pt x="197039" y="14100"/>
                  </a:lnTo>
                  <a:lnTo>
                    <a:pt x="197003" y="13970"/>
                  </a:lnTo>
                  <a:lnTo>
                    <a:pt x="196957" y="13841"/>
                  </a:lnTo>
                  <a:lnTo>
                    <a:pt x="196903" y="13712"/>
                  </a:lnTo>
                  <a:lnTo>
                    <a:pt x="196843" y="13582"/>
                  </a:lnTo>
                  <a:lnTo>
                    <a:pt x="196778" y="13453"/>
                  </a:lnTo>
                  <a:lnTo>
                    <a:pt x="196710" y="13324"/>
                  </a:lnTo>
                  <a:lnTo>
                    <a:pt x="196640" y="13194"/>
                  </a:lnTo>
                  <a:lnTo>
                    <a:pt x="196571" y="13065"/>
                  </a:lnTo>
                  <a:lnTo>
                    <a:pt x="196503" y="12935"/>
                  </a:lnTo>
                  <a:lnTo>
                    <a:pt x="196439" y="12806"/>
                  </a:lnTo>
                  <a:lnTo>
                    <a:pt x="196381" y="12677"/>
                  </a:lnTo>
                  <a:lnTo>
                    <a:pt x="196331" y="12547"/>
                  </a:lnTo>
                  <a:lnTo>
                    <a:pt x="196289" y="12418"/>
                  </a:lnTo>
                  <a:lnTo>
                    <a:pt x="196258" y="12289"/>
                  </a:lnTo>
                  <a:lnTo>
                    <a:pt x="196238" y="12159"/>
                  </a:lnTo>
                  <a:lnTo>
                    <a:pt x="196230" y="12030"/>
                  </a:lnTo>
                  <a:lnTo>
                    <a:pt x="196235" y="11901"/>
                  </a:lnTo>
                  <a:lnTo>
                    <a:pt x="196253" y="11771"/>
                  </a:lnTo>
                  <a:lnTo>
                    <a:pt x="196283" y="11642"/>
                  </a:lnTo>
                  <a:lnTo>
                    <a:pt x="196323" y="11512"/>
                  </a:lnTo>
                  <a:lnTo>
                    <a:pt x="196372" y="11383"/>
                  </a:lnTo>
                  <a:lnTo>
                    <a:pt x="196429" y="11254"/>
                  </a:lnTo>
                  <a:lnTo>
                    <a:pt x="196492" y="11124"/>
                  </a:lnTo>
                  <a:lnTo>
                    <a:pt x="196560" y="10995"/>
                  </a:lnTo>
                  <a:lnTo>
                    <a:pt x="196631" y="10866"/>
                  </a:lnTo>
                  <a:lnTo>
                    <a:pt x="196702" y="10736"/>
                  </a:lnTo>
                  <a:lnTo>
                    <a:pt x="196773" y="10607"/>
                  </a:lnTo>
                  <a:lnTo>
                    <a:pt x="196841" y="10478"/>
                  </a:lnTo>
                  <a:lnTo>
                    <a:pt x="196907" y="10348"/>
                  </a:lnTo>
                  <a:lnTo>
                    <a:pt x="196968" y="10219"/>
                  </a:lnTo>
                  <a:lnTo>
                    <a:pt x="197024" y="10090"/>
                  </a:lnTo>
                  <a:lnTo>
                    <a:pt x="197076" y="9960"/>
                  </a:lnTo>
                  <a:lnTo>
                    <a:pt x="197121" y="9831"/>
                  </a:lnTo>
                  <a:lnTo>
                    <a:pt x="197160" y="9701"/>
                  </a:lnTo>
                  <a:lnTo>
                    <a:pt x="197195" y="9572"/>
                  </a:lnTo>
                  <a:lnTo>
                    <a:pt x="197224" y="9443"/>
                  </a:lnTo>
                  <a:lnTo>
                    <a:pt x="197249" y="9313"/>
                  </a:lnTo>
                  <a:lnTo>
                    <a:pt x="197270" y="9184"/>
                  </a:lnTo>
                  <a:lnTo>
                    <a:pt x="197287" y="9055"/>
                  </a:lnTo>
                  <a:lnTo>
                    <a:pt x="197300" y="8925"/>
                  </a:lnTo>
                  <a:lnTo>
                    <a:pt x="197311" y="8796"/>
                  </a:lnTo>
                  <a:lnTo>
                    <a:pt x="197320" y="8667"/>
                  </a:lnTo>
                  <a:lnTo>
                    <a:pt x="197326" y="8537"/>
                  </a:lnTo>
                  <a:lnTo>
                    <a:pt x="197331" y="8408"/>
                  </a:lnTo>
                  <a:lnTo>
                    <a:pt x="197335" y="8279"/>
                  </a:lnTo>
                  <a:lnTo>
                    <a:pt x="197338" y="8149"/>
                  </a:lnTo>
                  <a:lnTo>
                    <a:pt x="197340" y="8020"/>
                  </a:lnTo>
                  <a:lnTo>
                    <a:pt x="197342" y="7890"/>
                  </a:lnTo>
                  <a:lnTo>
                    <a:pt x="197343" y="7761"/>
                  </a:lnTo>
                  <a:lnTo>
                    <a:pt x="197344" y="7632"/>
                  </a:lnTo>
                  <a:lnTo>
                    <a:pt x="197344" y="7502"/>
                  </a:lnTo>
                  <a:lnTo>
                    <a:pt x="197345" y="7373"/>
                  </a:lnTo>
                  <a:lnTo>
                    <a:pt x="197345" y="7244"/>
                  </a:lnTo>
                  <a:lnTo>
                    <a:pt x="197345" y="7114"/>
                  </a:lnTo>
                  <a:lnTo>
                    <a:pt x="197345" y="6985"/>
                  </a:lnTo>
                  <a:lnTo>
                    <a:pt x="197346" y="6856"/>
                  </a:lnTo>
                  <a:lnTo>
                    <a:pt x="197346" y="6726"/>
                  </a:lnTo>
                  <a:lnTo>
                    <a:pt x="197346" y="6597"/>
                  </a:lnTo>
                  <a:lnTo>
                    <a:pt x="197346" y="6467"/>
                  </a:lnTo>
                  <a:lnTo>
                    <a:pt x="197346" y="6338"/>
                  </a:lnTo>
                  <a:lnTo>
                    <a:pt x="197346" y="6209"/>
                  </a:lnTo>
                  <a:lnTo>
                    <a:pt x="197346" y="6079"/>
                  </a:lnTo>
                  <a:lnTo>
                    <a:pt x="197346" y="5950"/>
                  </a:lnTo>
                  <a:lnTo>
                    <a:pt x="197346" y="5821"/>
                  </a:lnTo>
                  <a:lnTo>
                    <a:pt x="197346" y="5691"/>
                  </a:lnTo>
                  <a:lnTo>
                    <a:pt x="197346" y="5562"/>
                  </a:lnTo>
                  <a:lnTo>
                    <a:pt x="197346" y="5433"/>
                  </a:lnTo>
                  <a:lnTo>
                    <a:pt x="197346" y="5303"/>
                  </a:lnTo>
                  <a:lnTo>
                    <a:pt x="197346" y="5174"/>
                  </a:lnTo>
                  <a:lnTo>
                    <a:pt x="197345" y="5045"/>
                  </a:lnTo>
                  <a:lnTo>
                    <a:pt x="197345" y="4915"/>
                  </a:lnTo>
                  <a:lnTo>
                    <a:pt x="197345" y="4786"/>
                  </a:lnTo>
                  <a:lnTo>
                    <a:pt x="197345" y="4656"/>
                  </a:lnTo>
                  <a:lnTo>
                    <a:pt x="197344" y="4527"/>
                  </a:lnTo>
                  <a:lnTo>
                    <a:pt x="197344" y="4398"/>
                  </a:lnTo>
                  <a:lnTo>
                    <a:pt x="197343" y="4268"/>
                  </a:lnTo>
                  <a:lnTo>
                    <a:pt x="197342" y="4139"/>
                  </a:lnTo>
                  <a:lnTo>
                    <a:pt x="197341" y="4010"/>
                  </a:lnTo>
                  <a:lnTo>
                    <a:pt x="197339" y="3880"/>
                  </a:lnTo>
                  <a:lnTo>
                    <a:pt x="197336" y="3751"/>
                  </a:lnTo>
                  <a:lnTo>
                    <a:pt x="197332" y="3622"/>
                  </a:lnTo>
                  <a:lnTo>
                    <a:pt x="197327" y="3492"/>
                  </a:lnTo>
                  <a:lnTo>
                    <a:pt x="197320" y="3363"/>
                  </a:lnTo>
                  <a:lnTo>
                    <a:pt x="197312" y="3233"/>
                  </a:lnTo>
                  <a:lnTo>
                    <a:pt x="197301" y="3104"/>
                  </a:lnTo>
                  <a:lnTo>
                    <a:pt x="197288" y="2975"/>
                  </a:lnTo>
                  <a:lnTo>
                    <a:pt x="197272" y="2845"/>
                  </a:lnTo>
                  <a:lnTo>
                    <a:pt x="197251" y="2716"/>
                  </a:lnTo>
                  <a:lnTo>
                    <a:pt x="197227" y="2587"/>
                  </a:lnTo>
                  <a:lnTo>
                    <a:pt x="197198" y="2457"/>
                  </a:lnTo>
                  <a:lnTo>
                    <a:pt x="197164" y="2328"/>
                  </a:lnTo>
                  <a:lnTo>
                    <a:pt x="197124" y="2199"/>
                  </a:lnTo>
                  <a:lnTo>
                    <a:pt x="197080" y="2069"/>
                  </a:lnTo>
                  <a:lnTo>
                    <a:pt x="197030" y="1940"/>
                  </a:lnTo>
                  <a:lnTo>
                    <a:pt x="196974" y="1811"/>
                  </a:lnTo>
                  <a:lnTo>
                    <a:pt x="196913" y="1681"/>
                  </a:lnTo>
                  <a:lnTo>
                    <a:pt x="196848" y="1552"/>
                  </a:lnTo>
                  <a:lnTo>
                    <a:pt x="196779" y="1422"/>
                  </a:lnTo>
                  <a:lnTo>
                    <a:pt x="196709" y="1293"/>
                  </a:lnTo>
                  <a:lnTo>
                    <a:pt x="196637" y="1164"/>
                  </a:lnTo>
                  <a:lnTo>
                    <a:pt x="196566" y="1034"/>
                  </a:lnTo>
                  <a:lnTo>
                    <a:pt x="196498" y="905"/>
                  </a:lnTo>
                  <a:lnTo>
                    <a:pt x="196434" y="776"/>
                  </a:lnTo>
                  <a:lnTo>
                    <a:pt x="196376" y="646"/>
                  </a:lnTo>
                  <a:lnTo>
                    <a:pt x="196327" y="517"/>
                  </a:lnTo>
                  <a:lnTo>
                    <a:pt x="196286" y="388"/>
                  </a:lnTo>
                  <a:lnTo>
                    <a:pt x="196256" y="258"/>
                  </a:lnTo>
                  <a:lnTo>
                    <a:pt x="196237" y="129"/>
                  </a:lnTo>
                  <a:lnTo>
                    <a:pt x="196230" y="0"/>
                  </a:lnTo>
                  <a:lnTo>
                    <a:pt x="198461" y="0"/>
                  </a:lnTo>
                  <a:lnTo>
                    <a:pt x="198454" y="129"/>
                  </a:lnTo>
                  <a:lnTo>
                    <a:pt x="198435" y="258"/>
                  </a:lnTo>
                  <a:lnTo>
                    <a:pt x="198405" y="388"/>
                  </a:lnTo>
                  <a:lnTo>
                    <a:pt x="198365" y="517"/>
                  </a:lnTo>
                  <a:lnTo>
                    <a:pt x="198315" y="646"/>
                  </a:lnTo>
                  <a:lnTo>
                    <a:pt x="198257" y="776"/>
                  </a:lnTo>
                  <a:lnTo>
                    <a:pt x="198194" y="905"/>
                  </a:lnTo>
                  <a:lnTo>
                    <a:pt x="198125" y="1034"/>
                  </a:lnTo>
                  <a:lnTo>
                    <a:pt x="198054" y="1164"/>
                  </a:lnTo>
                  <a:lnTo>
                    <a:pt x="197983" y="1293"/>
                  </a:lnTo>
                  <a:lnTo>
                    <a:pt x="197912" y="1422"/>
                  </a:lnTo>
                  <a:lnTo>
                    <a:pt x="197844" y="1552"/>
                  </a:lnTo>
                  <a:lnTo>
                    <a:pt x="197779" y="1681"/>
                  </a:lnTo>
                  <a:lnTo>
                    <a:pt x="197718" y="1811"/>
                  </a:lnTo>
                  <a:lnTo>
                    <a:pt x="197662" y="1940"/>
                  </a:lnTo>
                  <a:lnTo>
                    <a:pt x="197612" y="2069"/>
                  </a:lnTo>
                  <a:lnTo>
                    <a:pt x="197567" y="2199"/>
                  </a:lnTo>
                  <a:lnTo>
                    <a:pt x="197528" y="2328"/>
                  </a:lnTo>
                  <a:lnTo>
                    <a:pt x="197494" y="2457"/>
                  </a:lnTo>
                  <a:lnTo>
                    <a:pt x="197465" y="2587"/>
                  </a:lnTo>
                  <a:lnTo>
                    <a:pt x="197440" y="2716"/>
                  </a:lnTo>
                  <a:lnTo>
                    <a:pt x="197420" y="2845"/>
                  </a:lnTo>
                  <a:lnTo>
                    <a:pt x="197403" y="2975"/>
                  </a:lnTo>
                  <a:lnTo>
                    <a:pt x="197390" y="3104"/>
                  </a:lnTo>
                  <a:lnTo>
                    <a:pt x="197379" y="3233"/>
                  </a:lnTo>
                  <a:lnTo>
                    <a:pt x="197371" y="3363"/>
                  </a:lnTo>
                  <a:lnTo>
                    <a:pt x="197365" y="3492"/>
                  </a:lnTo>
                  <a:lnTo>
                    <a:pt x="197360" y="3622"/>
                  </a:lnTo>
                  <a:lnTo>
                    <a:pt x="197356" y="3751"/>
                  </a:lnTo>
                  <a:lnTo>
                    <a:pt x="197353" y="3880"/>
                  </a:lnTo>
                  <a:lnTo>
                    <a:pt x="197351" y="4010"/>
                  </a:lnTo>
                  <a:lnTo>
                    <a:pt x="197349" y="4139"/>
                  </a:lnTo>
                  <a:lnTo>
                    <a:pt x="197348" y="4268"/>
                  </a:lnTo>
                  <a:lnTo>
                    <a:pt x="197347" y="4398"/>
                  </a:lnTo>
                  <a:lnTo>
                    <a:pt x="197347" y="4527"/>
                  </a:lnTo>
                  <a:lnTo>
                    <a:pt x="197346" y="4656"/>
                  </a:lnTo>
                  <a:lnTo>
                    <a:pt x="197346" y="4786"/>
                  </a:lnTo>
                  <a:lnTo>
                    <a:pt x="197346" y="4915"/>
                  </a:lnTo>
                  <a:lnTo>
                    <a:pt x="197346" y="5045"/>
                  </a:lnTo>
                  <a:lnTo>
                    <a:pt x="197346" y="5174"/>
                  </a:lnTo>
                  <a:lnTo>
                    <a:pt x="197346" y="5303"/>
                  </a:lnTo>
                  <a:lnTo>
                    <a:pt x="197346" y="5433"/>
                  </a:lnTo>
                  <a:lnTo>
                    <a:pt x="197346" y="5562"/>
                  </a:lnTo>
                  <a:lnTo>
                    <a:pt x="197346" y="5691"/>
                  </a:lnTo>
                  <a:lnTo>
                    <a:pt x="197346" y="5821"/>
                  </a:lnTo>
                  <a:lnTo>
                    <a:pt x="197346" y="5950"/>
                  </a:lnTo>
                  <a:lnTo>
                    <a:pt x="197346" y="6079"/>
                  </a:lnTo>
                  <a:lnTo>
                    <a:pt x="197346" y="6209"/>
                  </a:lnTo>
                  <a:lnTo>
                    <a:pt x="197346" y="6338"/>
                  </a:lnTo>
                  <a:lnTo>
                    <a:pt x="197346" y="6467"/>
                  </a:lnTo>
                  <a:lnTo>
                    <a:pt x="197346" y="6597"/>
                  </a:lnTo>
                  <a:lnTo>
                    <a:pt x="197346" y="6726"/>
                  </a:lnTo>
                  <a:lnTo>
                    <a:pt x="197346" y="6856"/>
                  </a:lnTo>
                  <a:lnTo>
                    <a:pt x="197346" y="6985"/>
                  </a:lnTo>
                  <a:lnTo>
                    <a:pt x="197346" y="7114"/>
                  </a:lnTo>
                  <a:lnTo>
                    <a:pt x="197346" y="7244"/>
                  </a:lnTo>
                  <a:lnTo>
                    <a:pt x="197346" y="7373"/>
                  </a:lnTo>
                  <a:lnTo>
                    <a:pt x="197347" y="7502"/>
                  </a:lnTo>
                  <a:lnTo>
                    <a:pt x="197347" y="7632"/>
                  </a:lnTo>
                  <a:lnTo>
                    <a:pt x="197348" y="7761"/>
                  </a:lnTo>
                  <a:lnTo>
                    <a:pt x="197349" y="7890"/>
                  </a:lnTo>
                  <a:lnTo>
                    <a:pt x="197351" y="8020"/>
                  </a:lnTo>
                  <a:lnTo>
                    <a:pt x="197353" y="8149"/>
                  </a:lnTo>
                  <a:lnTo>
                    <a:pt x="197356" y="8279"/>
                  </a:lnTo>
                  <a:lnTo>
                    <a:pt x="197360" y="8408"/>
                  </a:lnTo>
                  <a:lnTo>
                    <a:pt x="197365" y="8537"/>
                  </a:lnTo>
                  <a:lnTo>
                    <a:pt x="197372" y="8667"/>
                  </a:lnTo>
                  <a:lnTo>
                    <a:pt x="197380" y="8796"/>
                  </a:lnTo>
                  <a:lnTo>
                    <a:pt x="197391" y="8925"/>
                  </a:lnTo>
                  <a:lnTo>
                    <a:pt x="197405" y="9055"/>
                  </a:lnTo>
                  <a:lnTo>
                    <a:pt x="197422" y="9184"/>
                  </a:lnTo>
                  <a:lnTo>
                    <a:pt x="197442" y="9313"/>
                  </a:lnTo>
                  <a:lnTo>
                    <a:pt x="197467" y="9443"/>
                  </a:lnTo>
                  <a:lnTo>
                    <a:pt x="197497" y="9572"/>
                  </a:lnTo>
                  <a:lnTo>
                    <a:pt x="197531" y="9701"/>
                  </a:lnTo>
                  <a:lnTo>
                    <a:pt x="197571" y="9831"/>
                  </a:lnTo>
                  <a:lnTo>
                    <a:pt x="197616" y="9960"/>
                  </a:lnTo>
                  <a:lnTo>
                    <a:pt x="197667" y="10090"/>
                  </a:lnTo>
                  <a:lnTo>
                    <a:pt x="197723" y="10219"/>
                  </a:lnTo>
                  <a:lnTo>
                    <a:pt x="197785" y="10348"/>
                  </a:lnTo>
                  <a:lnTo>
                    <a:pt x="197850" y="10478"/>
                  </a:lnTo>
                  <a:lnTo>
                    <a:pt x="197918" y="10607"/>
                  </a:lnTo>
                  <a:lnTo>
                    <a:pt x="197989" y="10736"/>
                  </a:lnTo>
                  <a:lnTo>
                    <a:pt x="198061" y="10866"/>
                  </a:lnTo>
                  <a:lnTo>
                    <a:pt x="198131" y="10995"/>
                  </a:lnTo>
                  <a:lnTo>
                    <a:pt x="198199" y="11124"/>
                  </a:lnTo>
                  <a:lnTo>
                    <a:pt x="198262" y="11254"/>
                  </a:lnTo>
                  <a:lnTo>
                    <a:pt x="198319" y="11383"/>
                  </a:lnTo>
                  <a:lnTo>
                    <a:pt x="198368" y="11512"/>
                  </a:lnTo>
                  <a:lnTo>
                    <a:pt x="198408" y="11642"/>
                  </a:lnTo>
                  <a:lnTo>
                    <a:pt x="198438" y="11771"/>
                  </a:lnTo>
                  <a:lnTo>
                    <a:pt x="198456" y="11901"/>
                  </a:lnTo>
                  <a:lnTo>
                    <a:pt x="198461" y="12030"/>
                  </a:lnTo>
                  <a:lnTo>
                    <a:pt x="198453" y="12159"/>
                  </a:lnTo>
                  <a:lnTo>
                    <a:pt x="198433" y="12289"/>
                  </a:lnTo>
                  <a:lnTo>
                    <a:pt x="198402" y="12418"/>
                  </a:lnTo>
                  <a:lnTo>
                    <a:pt x="198361" y="12547"/>
                  </a:lnTo>
                  <a:lnTo>
                    <a:pt x="198310" y="12677"/>
                  </a:lnTo>
                  <a:lnTo>
                    <a:pt x="198253" y="12806"/>
                  </a:lnTo>
                  <a:lnTo>
                    <a:pt x="198189" y="12935"/>
                  </a:lnTo>
                  <a:lnTo>
                    <a:pt x="198121" y="13065"/>
                  </a:lnTo>
                  <a:lnTo>
                    <a:pt x="198051" y="13194"/>
                  </a:lnTo>
                  <a:lnTo>
                    <a:pt x="197981" y="13324"/>
                  </a:lnTo>
                  <a:lnTo>
                    <a:pt x="197913" y="13453"/>
                  </a:lnTo>
                  <a:lnTo>
                    <a:pt x="197849" y="13582"/>
                  </a:lnTo>
                  <a:lnTo>
                    <a:pt x="197789" y="13712"/>
                  </a:lnTo>
                  <a:lnTo>
                    <a:pt x="197735" y="13841"/>
                  </a:lnTo>
                  <a:lnTo>
                    <a:pt x="197689" y="13970"/>
                  </a:lnTo>
                  <a:lnTo>
                    <a:pt x="197652" y="14100"/>
                  </a:lnTo>
                  <a:lnTo>
                    <a:pt x="197626" y="14229"/>
                  </a:lnTo>
                  <a:lnTo>
                    <a:pt x="197612" y="14358"/>
                  </a:lnTo>
                  <a:lnTo>
                    <a:pt x="197610" y="14488"/>
                  </a:lnTo>
                  <a:lnTo>
                    <a:pt x="197623" y="14617"/>
                  </a:lnTo>
                  <a:lnTo>
                    <a:pt x="197652" y="14746"/>
                  </a:lnTo>
                  <a:lnTo>
                    <a:pt x="197700" y="14876"/>
                  </a:lnTo>
                  <a:lnTo>
                    <a:pt x="197769" y="15005"/>
                  </a:lnTo>
                  <a:lnTo>
                    <a:pt x="197865" y="15135"/>
                  </a:lnTo>
                  <a:lnTo>
                    <a:pt x="197988" y="15264"/>
                  </a:lnTo>
                  <a:lnTo>
                    <a:pt x="198140" y="15393"/>
                  </a:lnTo>
                  <a:lnTo>
                    <a:pt x="198325" y="15523"/>
                  </a:lnTo>
                  <a:lnTo>
                    <a:pt x="198545" y="15652"/>
                  </a:lnTo>
                  <a:lnTo>
                    <a:pt x="198801" y="15781"/>
                  </a:lnTo>
                  <a:lnTo>
                    <a:pt x="199096" y="15911"/>
                  </a:lnTo>
                  <a:lnTo>
                    <a:pt x="199433" y="16040"/>
                  </a:lnTo>
                  <a:lnTo>
                    <a:pt x="199811" y="16169"/>
                  </a:lnTo>
                  <a:lnTo>
                    <a:pt x="200224" y="16299"/>
                  </a:lnTo>
                  <a:lnTo>
                    <a:pt x="200668" y="16428"/>
                  </a:lnTo>
                  <a:lnTo>
                    <a:pt x="201138" y="16558"/>
                  </a:lnTo>
                  <a:lnTo>
                    <a:pt x="201626" y="16687"/>
                  </a:lnTo>
                  <a:lnTo>
                    <a:pt x="202124" y="16816"/>
                  </a:lnTo>
                  <a:lnTo>
                    <a:pt x="202623" y="16946"/>
                  </a:lnTo>
                  <a:lnTo>
                    <a:pt x="203107" y="17075"/>
                  </a:lnTo>
                  <a:lnTo>
                    <a:pt x="203565" y="17204"/>
                  </a:lnTo>
                  <a:lnTo>
                    <a:pt x="203984" y="17334"/>
                  </a:lnTo>
                  <a:lnTo>
                    <a:pt x="204354" y="17463"/>
                  </a:lnTo>
                  <a:lnTo>
                    <a:pt x="204663" y="17592"/>
                  </a:lnTo>
                  <a:lnTo>
                    <a:pt x="204903" y="17722"/>
                  </a:lnTo>
                  <a:lnTo>
                    <a:pt x="205067" y="17851"/>
                  </a:lnTo>
                  <a:lnTo>
                    <a:pt x="205147" y="17980"/>
                  </a:lnTo>
                  <a:lnTo>
                    <a:pt x="205129" y="18110"/>
                  </a:lnTo>
                  <a:lnTo>
                    <a:pt x="205027" y="18239"/>
                  </a:lnTo>
                  <a:lnTo>
                    <a:pt x="204843" y="18369"/>
                  </a:lnTo>
                  <a:lnTo>
                    <a:pt x="204585" y="18498"/>
                  </a:lnTo>
                  <a:lnTo>
                    <a:pt x="204260" y="18627"/>
                  </a:lnTo>
                  <a:lnTo>
                    <a:pt x="203877" y="18757"/>
                  </a:lnTo>
                  <a:lnTo>
                    <a:pt x="203447" y="18886"/>
                  </a:lnTo>
                  <a:lnTo>
                    <a:pt x="202981" y="19015"/>
                  </a:lnTo>
                  <a:lnTo>
                    <a:pt x="202492" y="19145"/>
                  </a:lnTo>
                  <a:lnTo>
                    <a:pt x="201996" y="19274"/>
                  </a:lnTo>
                  <a:lnTo>
                    <a:pt x="201505" y="19403"/>
                  </a:lnTo>
                  <a:lnTo>
                    <a:pt x="201028" y="19533"/>
                  </a:lnTo>
                  <a:lnTo>
                    <a:pt x="200573" y="19662"/>
                  </a:lnTo>
                  <a:lnTo>
                    <a:pt x="200150" y="19791"/>
                  </a:lnTo>
                  <a:lnTo>
                    <a:pt x="199764" y="19921"/>
                  </a:lnTo>
                  <a:lnTo>
                    <a:pt x="199425" y="20050"/>
                  </a:lnTo>
                  <a:lnTo>
                    <a:pt x="199137" y="20180"/>
                  </a:lnTo>
                  <a:lnTo>
                    <a:pt x="198901" y="20309"/>
                  </a:lnTo>
                  <a:lnTo>
                    <a:pt x="198719" y="20438"/>
                  </a:lnTo>
                  <a:lnTo>
                    <a:pt x="198592" y="20568"/>
                  </a:lnTo>
                  <a:lnTo>
                    <a:pt x="198525" y="20697"/>
                  </a:lnTo>
                  <a:lnTo>
                    <a:pt x="198519" y="20826"/>
                  </a:lnTo>
                  <a:lnTo>
                    <a:pt x="198579" y="20956"/>
                  </a:lnTo>
                  <a:lnTo>
                    <a:pt x="198716" y="21085"/>
                  </a:lnTo>
                  <a:lnTo>
                    <a:pt x="198931" y="21214"/>
                  </a:lnTo>
                  <a:lnTo>
                    <a:pt x="199226" y="21344"/>
                  </a:lnTo>
                  <a:lnTo>
                    <a:pt x="199606" y="21473"/>
                  </a:lnTo>
                  <a:lnTo>
                    <a:pt x="200075" y="21603"/>
                  </a:lnTo>
                  <a:lnTo>
                    <a:pt x="200637" y="21732"/>
                  </a:lnTo>
                  <a:lnTo>
                    <a:pt x="201295" y="21861"/>
                  </a:lnTo>
                  <a:lnTo>
                    <a:pt x="202052" y="21991"/>
                  </a:lnTo>
                  <a:lnTo>
                    <a:pt x="202921" y="22120"/>
                  </a:lnTo>
                  <a:lnTo>
                    <a:pt x="203880" y="22249"/>
                  </a:lnTo>
                  <a:lnTo>
                    <a:pt x="204922" y="22379"/>
                  </a:lnTo>
                  <a:lnTo>
                    <a:pt x="206034" y="22508"/>
                  </a:lnTo>
                  <a:lnTo>
                    <a:pt x="207199" y="22637"/>
                  </a:lnTo>
                  <a:lnTo>
                    <a:pt x="208400" y="22767"/>
                  </a:lnTo>
                  <a:lnTo>
                    <a:pt x="209613" y="22896"/>
                  </a:lnTo>
                  <a:lnTo>
                    <a:pt x="210812" y="23025"/>
                  </a:lnTo>
                  <a:lnTo>
                    <a:pt x="211957" y="23155"/>
                  </a:lnTo>
                  <a:lnTo>
                    <a:pt x="213022" y="23284"/>
                  </a:lnTo>
                  <a:lnTo>
                    <a:pt x="213978" y="23414"/>
                  </a:lnTo>
                  <a:lnTo>
                    <a:pt x="214799" y="23543"/>
                  </a:lnTo>
                  <a:lnTo>
                    <a:pt x="215461" y="23672"/>
                  </a:lnTo>
                  <a:lnTo>
                    <a:pt x="215944" y="23802"/>
                  </a:lnTo>
                  <a:lnTo>
                    <a:pt x="216234" y="23931"/>
                  </a:lnTo>
                  <a:lnTo>
                    <a:pt x="216304" y="24060"/>
                  </a:lnTo>
                  <a:lnTo>
                    <a:pt x="216146" y="24190"/>
                  </a:lnTo>
                  <a:lnTo>
                    <a:pt x="215788" y="24319"/>
                  </a:lnTo>
                  <a:lnTo>
                    <a:pt x="215241" y="24448"/>
                  </a:lnTo>
                  <a:lnTo>
                    <a:pt x="214522" y="24578"/>
                  </a:lnTo>
                  <a:lnTo>
                    <a:pt x="213652" y="24707"/>
                  </a:lnTo>
                  <a:lnTo>
                    <a:pt x="212657" y="24837"/>
                  </a:lnTo>
                  <a:lnTo>
                    <a:pt x="211563" y="24966"/>
                  </a:lnTo>
                  <a:lnTo>
                    <a:pt x="210397" y="25095"/>
                  </a:lnTo>
                  <a:lnTo>
                    <a:pt x="209199" y="25225"/>
                  </a:lnTo>
                  <a:lnTo>
                    <a:pt x="208002" y="25354"/>
                  </a:lnTo>
                  <a:lnTo>
                    <a:pt x="206831" y="25483"/>
                  </a:lnTo>
                  <a:lnTo>
                    <a:pt x="205711" y="25613"/>
                  </a:lnTo>
                  <a:lnTo>
                    <a:pt x="204662" y="25742"/>
                  </a:lnTo>
                  <a:lnTo>
                    <a:pt x="203703" y="25871"/>
                  </a:lnTo>
                  <a:lnTo>
                    <a:pt x="202850" y="26001"/>
                  </a:lnTo>
                  <a:lnTo>
                    <a:pt x="202139" y="26130"/>
                  </a:lnTo>
                  <a:lnTo>
                    <a:pt x="201566" y="26259"/>
                  </a:lnTo>
                  <a:lnTo>
                    <a:pt x="201140" y="26389"/>
                  </a:lnTo>
                  <a:lnTo>
                    <a:pt x="200873" y="26518"/>
                  </a:lnTo>
                  <a:lnTo>
                    <a:pt x="200777" y="26648"/>
                  </a:lnTo>
                  <a:lnTo>
                    <a:pt x="200864" y="26777"/>
                  </a:lnTo>
                  <a:lnTo>
                    <a:pt x="201151" y="26906"/>
                  </a:lnTo>
                  <a:lnTo>
                    <a:pt x="201659" y="27036"/>
                  </a:lnTo>
                  <a:lnTo>
                    <a:pt x="202442" y="27165"/>
                  </a:lnTo>
                  <a:lnTo>
                    <a:pt x="203491" y="27294"/>
                  </a:lnTo>
                  <a:lnTo>
                    <a:pt x="204826" y="27424"/>
                  </a:lnTo>
                  <a:lnTo>
                    <a:pt x="206469" y="27553"/>
                  </a:lnTo>
                  <a:lnTo>
                    <a:pt x="208439" y="27682"/>
                  </a:lnTo>
                  <a:lnTo>
                    <a:pt x="210751" y="27812"/>
                  </a:lnTo>
                  <a:lnTo>
                    <a:pt x="213416" y="27941"/>
                  </a:lnTo>
                  <a:lnTo>
                    <a:pt x="216456" y="28070"/>
                  </a:lnTo>
                  <a:lnTo>
                    <a:pt x="219879" y="28200"/>
                  </a:lnTo>
                  <a:lnTo>
                    <a:pt x="223617" y="28329"/>
                  </a:lnTo>
                  <a:lnTo>
                    <a:pt x="227633" y="28459"/>
                  </a:lnTo>
                  <a:lnTo>
                    <a:pt x="231874" y="28588"/>
                  </a:lnTo>
                  <a:lnTo>
                    <a:pt x="236277" y="28717"/>
                  </a:lnTo>
                  <a:lnTo>
                    <a:pt x="240762" y="28847"/>
                  </a:lnTo>
                  <a:lnTo>
                    <a:pt x="245244" y="28976"/>
                  </a:lnTo>
                  <a:lnTo>
                    <a:pt x="249597" y="29105"/>
                  </a:lnTo>
                  <a:lnTo>
                    <a:pt x="253691" y="29235"/>
                  </a:lnTo>
                  <a:lnTo>
                    <a:pt x="257427" y="29364"/>
                  </a:lnTo>
                  <a:lnTo>
                    <a:pt x="260705" y="29493"/>
                  </a:lnTo>
                  <a:lnTo>
                    <a:pt x="263432" y="29623"/>
                  </a:lnTo>
                  <a:lnTo>
                    <a:pt x="265528" y="29752"/>
                  </a:lnTo>
                  <a:lnTo>
                    <a:pt x="266929" y="29882"/>
                  </a:lnTo>
                  <a:lnTo>
                    <a:pt x="267588" y="30011"/>
                  </a:lnTo>
                  <a:lnTo>
                    <a:pt x="267373" y="30140"/>
                  </a:lnTo>
                  <a:lnTo>
                    <a:pt x="266376" y="30270"/>
                  </a:lnTo>
                  <a:lnTo>
                    <a:pt x="264656" y="30399"/>
                  </a:lnTo>
                  <a:lnTo>
                    <a:pt x="262268" y="30528"/>
                  </a:lnTo>
                  <a:lnTo>
                    <a:pt x="259286" y="30658"/>
                  </a:lnTo>
                  <a:lnTo>
                    <a:pt x="255795" y="30787"/>
                  </a:lnTo>
                  <a:lnTo>
                    <a:pt x="251892" y="30916"/>
                  </a:lnTo>
                  <a:lnTo>
                    <a:pt x="247682" y="31046"/>
                  </a:lnTo>
                  <a:lnTo>
                    <a:pt x="243269" y="31175"/>
                  </a:lnTo>
                  <a:lnTo>
                    <a:pt x="238809" y="31304"/>
                  </a:lnTo>
                  <a:lnTo>
                    <a:pt x="234400" y="31434"/>
                  </a:lnTo>
                  <a:lnTo>
                    <a:pt x="230131" y="31563"/>
                  </a:lnTo>
                  <a:lnTo>
                    <a:pt x="226083" y="31693"/>
                  </a:lnTo>
                  <a:lnTo>
                    <a:pt x="222325" y="31822"/>
                  </a:lnTo>
                  <a:lnTo>
                    <a:pt x="218916" y="31951"/>
                  </a:lnTo>
                  <a:lnTo>
                    <a:pt x="215925" y="32081"/>
                  </a:lnTo>
                  <a:lnTo>
                    <a:pt x="213438" y="32210"/>
                  </a:lnTo>
                  <a:lnTo>
                    <a:pt x="211434" y="32339"/>
                  </a:lnTo>
                  <a:lnTo>
                    <a:pt x="209941" y="32469"/>
                  </a:lnTo>
                  <a:lnTo>
                    <a:pt x="208987" y="32598"/>
                  </a:lnTo>
                  <a:lnTo>
                    <a:pt x="208604" y="32727"/>
                  </a:lnTo>
                  <a:lnTo>
                    <a:pt x="208824" y="32857"/>
                  </a:lnTo>
                  <a:lnTo>
                    <a:pt x="209687" y="32986"/>
                  </a:lnTo>
                  <a:lnTo>
                    <a:pt x="211300" y="33116"/>
                  </a:lnTo>
                  <a:lnTo>
                    <a:pt x="213732" y="33245"/>
                  </a:lnTo>
                  <a:lnTo>
                    <a:pt x="216976" y="33374"/>
                  </a:lnTo>
                  <a:lnTo>
                    <a:pt x="221088" y="33504"/>
                  </a:lnTo>
                  <a:lnTo>
                    <a:pt x="226120" y="33633"/>
                  </a:lnTo>
                  <a:lnTo>
                    <a:pt x="232114" y="33762"/>
                  </a:lnTo>
                  <a:lnTo>
                    <a:pt x="239102" y="33892"/>
                  </a:lnTo>
                  <a:lnTo>
                    <a:pt x="247098" y="34021"/>
                  </a:lnTo>
                  <a:lnTo>
                    <a:pt x="256214" y="34150"/>
                  </a:lnTo>
                  <a:lnTo>
                    <a:pt x="266308" y="34280"/>
                  </a:lnTo>
                  <a:lnTo>
                    <a:pt x="277241" y="34409"/>
                  </a:lnTo>
                  <a:lnTo>
                    <a:pt x="288882" y="34538"/>
                  </a:lnTo>
                  <a:lnTo>
                    <a:pt x="301062" y="34668"/>
                  </a:lnTo>
                  <a:lnTo>
                    <a:pt x="313581" y="34797"/>
                  </a:lnTo>
                  <a:lnTo>
                    <a:pt x="326201" y="34927"/>
                  </a:lnTo>
                  <a:lnTo>
                    <a:pt x="338659" y="35056"/>
                  </a:lnTo>
                  <a:lnTo>
                    <a:pt x="350524" y="35185"/>
                  </a:lnTo>
                  <a:lnTo>
                    <a:pt x="361514" y="35315"/>
                  </a:lnTo>
                  <a:lnTo>
                    <a:pt x="371339" y="35444"/>
                  </a:lnTo>
                  <a:lnTo>
                    <a:pt x="379730" y="35573"/>
                  </a:lnTo>
                  <a:lnTo>
                    <a:pt x="386444" y="35703"/>
                  </a:lnTo>
                  <a:lnTo>
                    <a:pt x="391280" y="35832"/>
                  </a:lnTo>
                  <a:lnTo>
                    <a:pt x="394085" y="35961"/>
                  </a:lnTo>
                  <a:lnTo>
                    <a:pt x="394526" y="36055"/>
                  </a:lnTo>
                  <a:lnTo>
                    <a:pt x="394692" y="36091"/>
                  </a:lnTo>
                  <a:lnTo>
                    <a:pt x="392841" y="36220"/>
                  </a:lnTo>
                  <a:lnTo>
                    <a:pt x="388906" y="36349"/>
                  </a:lnTo>
                  <a:lnTo>
                    <a:pt x="383018" y="36479"/>
                  </a:lnTo>
                  <a:lnTo>
                    <a:pt x="375358" y="36608"/>
                  </a:lnTo>
                  <a:lnTo>
                    <a:pt x="366152" y="36738"/>
                  </a:lnTo>
                  <a:lnTo>
                    <a:pt x="355658" y="36867"/>
                  </a:lnTo>
                  <a:lnTo>
                    <a:pt x="344161" y="36996"/>
                  </a:lnTo>
                  <a:lnTo>
                    <a:pt x="331937" y="37126"/>
                  </a:lnTo>
                  <a:lnTo>
                    <a:pt x="319358" y="37255"/>
                  </a:lnTo>
                  <a:lnTo>
                    <a:pt x="306772" y="37384"/>
                  </a:lnTo>
                  <a:lnTo>
                    <a:pt x="294427" y="37514"/>
                  </a:lnTo>
                  <a:lnTo>
                    <a:pt x="282545" y="37643"/>
                  </a:lnTo>
                  <a:lnTo>
                    <a:pt x="271312" y="37772"/>
                  </a:lnTo>
                  <a:lnTo>
                    <a:pt x="260877" y="37902"/>
                  </a:lnTo>
                  <a:lnTo>
                    <a:pt x="251356" y="38031"/>
                  </a:lnTo>
                  <a:lnTo>
                    <a:pt x="242944" y="38161"/>
                  </a:lnTo>
                  <a:lnTo>
                    <a:pt x="235640" y="38290"/>
                  </a:lnTo>
                  <a:lnTo>
                    <a:pt x="229386" y="38419"/>
                  </a:lnTo>
                  <a:lnTo>
                    <a:pt x="224169" y="38549"/>
                  </a:lnTo>
                  <a:lnTo>
                    <a:pt x="219965" y="38678"/>
                  </a:lnTo>
                  <a:lnTo>
                    <a:pt x="216742" y="38807"/>
                  </a:lnTo>
                  <a:lnTo>
                    <a:pt x="214465" y="38937"/>
                  </a:lnTo>
                  <a:lnTo>
                    <a:pt x="213098" y="39066"/>
                  </a:lnTo>
                  <a:lnTo>
                    <a:pt x="212737" y="39195"/>
                  </a:lnTo>
                  <a:lnTo>
                    <a:pt x="213238" y="39325"/>
                  </a:lnTo>
                  <a:lnTo>
                    <a:pt x="214566" y="39454"/>
                  </a:lnTo>
                  <a:lnTo>
                    <a:pt x="216706" y="39583"/>
                  </a:lnTo>
                  <a:lnTo>
                    <a:pt x="219645" y="39713"/>
                  </a:lnTo>
                  <a:lnTo>
                    <a:pt x="223371" y="39842"/>
                  </a:lnTo>
                  <a:lnTo>
                    <a:pt x="227867" y="39972"/>
                  </a:lnTo>
                  <a:lnTo>
                    <a:pt x="233118" y="40101"/>
                  </a:lnTo>
                  <a:lnTo>
                    <a:pt x="239172" y="40230"/>
                  </a:lnTo>
                  <a:lnTo>
                    <a:pt x="245846" y="40360"/>
                  </a:lnTo>
                  <a:lnTo>
                    <a:pt x="253056" y="40489"/>
                  </a:lnTo>
                  <a:lnTo>
                    <a:pt x="260694" y="40618"/>
                  </a:lnTo>
                  <a:lnTo>
                    <a:pt x="268631" y="40748"/>
                  </a:lnTo>
                  <a:lnTo>
                    <a:pt x="276718" y="40877"/>
                  </a:lnTo>
                  <a:lnTo>
                    <a:pt x="284790" y="41006"/>
                  </a:lnTo>
                  <a:lnTo>
                    <a:pt x="292638" y="41136"/>
                  </a:lnTo>
                  <a:lnTo>
                    <a:pt x="299989" y="41265"/>
                  </a:lnTo>
                  <a:lnTo>
                    <a:pt x="306676" y="41395"/>
                  </a:lnTo>
                  <a:lnTo>
                    <a:pt x="312516" y="41524"/>
                  </a:lnTo>
                  <a:lnTo>
                    <a:pt x="317342" y="41653"/>
                  </a:lnTo>
                  <a:lnTo>
                    <a:pt x="321014" y="41783"/>
                  </a:lnTo>
                  <a:lnTo>
                    <a:pt x="323418" y="41912"/>
                  </a:lnTo>
                  <a:lnTo>
                    <a:pt x="324389" y="42065"/>
                  </a:lnTo>
                  <a:lnTo>
                    <a:pt x="324008" y="42171"/>
                  </a:lnTo>
                  <a:lnTo>
                    <a:pt x="322065" y="42300"/>
                  </a:lnTo>
                  <a:lnTo>
                    <a:pt x="318822" y="42429"/>
                  </a:lnTo>
                  <a:lnTo>
                    <a:pt x="314381" y="42559"/>
                  </a:lnTo>
                  <a:lnTo>
                    <a:pt x="308875" y="42688"/>
                  </a:lnTo>
                  <a:lnTo>
                    <a:pt x="302463" y="42817"/>
                  </a:lnTo>
                  <a:lnTo>
                    <a:pt x="295321" y="42947"/>
                  </a:lnTo>
                  <a:lnTo>
                    <a:pt x="287638" y="43076"/>
                  </a:lnTo>
                  <a:lnTo>
                    <a:pt x="279593" y="43206"/>
                  </a:lnTo>
                  <a:lnTo>
                    <a:pt x="271449" y="43335"/>
                  </a:lnTo>
                  <a:lnTo>
                    <a:pt x="263387" y="43464"/>
                  </a:lnTo>
                  <a:lnTo>
                    <a:pt x="255555" y="43594"/>
                  </a:lnTo>
                  <a:lnTo>
                    <a:pt x="248078" y="43723"/>
                  </a:lnTo>
                  <a:lnTo>
                    <a:pt x="241059" y="43852"/>
                  </a:lnTo>
                  <a:lnTo>
                    <a:pt x="234578" y="43982"/>
                  </a:lnTo>
                  <a:lnTo>
                    <a:pt x="228689" y="44111"/>
                  </a:lnTo>
                  <a:lnTo>
                    <a:pt x="223530" y="44240"/>
                  </a:lnTo>
                  <a:lnTo>
                    <a:pt x="218995" y="44370"/>
                  </a:lnTo>
                  <a:lnTo>
                    <a:pt x="215068" y="44499"/>
                  </a:lnTo>
                  <a:lnTo>
                    <a:pt x="211718" y="44629"/>
                  </a:lnTo>
                  <a:lnTo>
                    <a:pt x="208907" y="44758"/>
                  </a:lnTo>
                  <a:lnTo>
                    <a:pt x="206593" y="44887"/>
                  </a:lnTo>
                  <a:lnTo>
                    <a:pt x="204727" y="45017"/>
                  </a:lnTo>
                  <a:lnTo>
                    <a:pt x="203275" y="45146"/>
                  </a:lnTo>
                  <a:lnTo>
                    <a:pt x="202212" y="45275"/>
                  </a:lnTo>
                  <a:lnTo>
                    <a:pt x="201441" y="45405"/>
                  </a:lnTo>
                  <a:lnTo>
                    <a:pt x="200927" y="45534"/>
                  </a:lnTo>
                  <a:lnTo>
                    <a:pt x="200634" y="45663"/>
                  </a:lnTo>
                  <a:lnTo>
                    <a:pt x="200533" y="45793"/>
                  </a:lnTo>
                  <a:lnTo>
                    <a:pt x="200598" y="45922"/>
                  </a:lnTo>
                  <a:lnTo>
                    <a:pt x="200806" y="46051"/>
                  </a:lnTo>
                  <a:lnTo>
                    <a:pt x="201146" y="46181"/>
                  </a:lnTo>
                  <a:lnTo>
                    <a:pt x="201594" y="46310"/>
                  </a:lnTo>
                  <a:lnTo>
                    <a:pt x="202125" y="46440"/>
                  </a:lnTo>
                  <a:lnTo>
                    <a:pt x="202720" y="46569"/>
                  </a:lnTo>
                  <a:lnTo>
                    <a:pt x="203365" y="46698"/>
                  </a:lnTo>
                  <a:lnTo>
                    <a:pt x="204041" y="46828"/>
                  </a:lnTo>
                  <a:lnTo>
                    <a:pt x="204731" y="46957"/>
                  </a:lnTo>
                  <a:lnTo>
                    <a:pt x="205418" y="47086"/>
                  </a:lnTo>
                  <a:lnTo>
                    <a:pt x="206076" y="47216"/>
                  </a:lnTo>
                  <a:lnTo>
                    <a:pt x="206685" y="47345"/>
                  </a:lnTo>
                  <a:lnTo>
                    <a:pt x="207229" y="47474"/>
                  </a:lnTo>
                  <a:lnTo>
                    <a:pt x="207692" y="47604"/>
                  </a:lnTo>
                  <a:lnTo>
                    <a:pt x="208059" y="47733"/>
                  </a:lnTo>
                  <a:lnTo>
                    <a:pt x="208320" y="47862"/>
                  </a:lnTo>
                  <a:lnTo>
                    <a:pt x="208466" y="47992"/>
                  </a:lnTo>
                  <a:lnTo>
                    <a:pt x="208492" y="48121"/>
                  </a:lnTo>
                  <a:lnTo>
                    <a:pt x="208377" y="48251"/>
                  </a:lnTo>
                  <a:lnTo>
                    <a:pt x="208143" y="48380"/>
                  </a:lnTo>
                  <a:lnTo>
                    <a:pt x="207800" y="48509"/>
                  </a:lnTo>
                  <a:lnTo>
                    <a:pt x="207358" y="48639"/>
                  </a:lnTo>
                  <a:lnTo>
                    <a:pt x="206830" y="48768"/>
                  </a:lnTo>
                  <a:lnTo>
                    <a:pt x="206231" y="48897"/>
                  </a:lnTo>
                  <a:lnTo>
                    <a:pt x="205577" y="49027"/>
                  </a:lnTo>
                  <a:lnTo>
                    <a:pt x="204885" y="49156"/>
                  </a:lnTo>
                  <a:lnTo>
                    <a:pt x="204173" y="49285"/>
                  </a:lnTo>
                  <a:lnTo>
                    <a:pt x="203463" y="49415"/>
                  </a:lnTo>
                  <a:lnTo>
                    <a:pt x="202767" y="49544"/>
                  </a:lnTo>
                  <a:lnTo>
                    <a:pt x="202098" y="49674"/>
                  </a:lnTo>
                  <a:lnTo>
                    <a:pt x="201467" y="49803"/>
                  </a:lnTo>
                  <a:lnTo>
                    <a:pt x="200880" y="49932"/>
                  </a:lnTo>
                  <a:lnTo>
                    <a:pt x="200346" y="50062"/>
                  </a:lnTo>
                  <a:lnTo>
                    <a:pt x="199871" y="50191"/>
                  </a:lnTo>
                  <a:lnTo>
                    <a:pt x="199460" y="50320"/>
                  </a:lnTo>
                  <a:lnTo>
                    <a:pt x="199107" y="50450"/>
                  </a:lnTo>
                  <a:lnTo>
                    <a:pt x="198811" y="50579"/>
                  </a:lnTo>
                  <a:lnTo>
                    <a:pt x="198570" y="50708"/>
                  </a:lnTo>
                  <a:lnTo>
                    <a:pt x="198381" y="50838"/>
                  </a:lnTo>
                  <a:lnTo>
                    <a:pt x="198243" y="50967"/>
                  </a:lnTo>
                  <a:lnTo>
                    <a:pt x="198152" y="51096"/>
                  </a:lnTo>
                  <a:lnTo>
                    <a:pt x="198110" y="51226"/>
                  </a:lnTo>
                  <a:lnTo>
                    <a:pt x="198114" y="51355"/>
                  </a:lnTo>
                  <a:lnTo>
                    <a:pt x="198159" y="51485"/>
                  </a:lnTo>
                  <a:lnTo>
                    <a:pt x="198243" y="51614"/>
                  </a:lnTo>
                  <a:lnTo>
                    <a:pt x="198365" y="51743"/>
                  </a:lnTo>
                  <a:lnTo>
                    <a:pt x="198524" y="51873"/>
                  </a:lnTo>
                  <a:lnTo>
                    <a:pt x="198719" y="52002"/>
                  </a:lnTo>
                  <a:lnTo>
                    <a:pt x="198947" y="52131"/>
                  </a:lnTo>
                  <a:lnTo>
                    <a:pt x="199212" y="52261"/>
                  </a:lnTo>
                  <a:lnTo>
                    <a:pt x="199505" y="52390"/>
                  </a:lnTo>
                  <a:lnTo>
                    <a:pt x="199822" y="52519"/>
                  </a:lnTo>
                  <a:lnTo>
                    <a:pt x="200157" y="52649"/>
                  </a:lnTo>
                  <a:lnTo>
                    <a:pt x="200506" y="52778"/>
                  </a:lnTo>
                  <a:lnTo>
                    <a:pt x="200860" y="52908"/>
                  </a:lnTo>
                  <a:lnTo>
                    <a:pt x="201213" y="53037"/>
                  </a:lnTo>
                  <a:lnTo>
                    <a:pt x="201557" y="53166"/>
                  </a:lnTo>
                  <a:lnTo>
                    <a:pt x="201877" y="53296"/>
                  </a:lnTo>
                  <a:lnTo>
                    <a:pt x="202167" y="53425"/>
                  </a:lnTo>
                  <a:lnTo>
                    <a:pt x="202419" y="53554"/>
                  </a:lnTo>
                  <a:lnTo>
                    <a:pt x="202626" y="53684"/>
                  </a:lnTo>
                  <a:lnTo>
                    <a:pt x="202782" y="53813"/>
                  </a:lnTo>
                  <a:lnTo>
                    <a:pt x="202882" y="53942"/>
                  </a:lnTo>
                  <a:lnTo>
                    <a:pt x="202922" y="54072"/>
                  </a:lnTo>
                  <a:lnTo>
                    <a:pt x="202898" y="54201"/>
                  </a:lnTo>
                  <a:lnTo>
                    <a:pt x="202807" y="54330"/>
                  </a:lnTo>
                  <a:lnTo>
                    <a:pt x="202660" y="54460"/>
                  </a:lnTo>
                  <a:lnTo>
                    <a:pt x="202460" y="54589"/>
                  </a:lnTo>
                  <a:lnTo>
                    <a:pt x="202214" y="54719"/>
                  </a:lnTo>
                  <a:lnTo>
                    <a:pt x="201929" y="54848"/>
                  </a:lnTo>
                  <a:lnTo>
                    <a:pt x="201613" y="54977"/>
                  </a:lnTo>
                  <a:lnTo>
                    <a:pt x="201274" y="55107"/>
                  </a:lnTo>
                  <a:lnTo>
                    <a:pt x="200921" y="55236"/>
                  </a:lnTo>
                  <a:lnTo>
                    <a:pt x="200563" y="55365"/>
                  </a:lnTo>
                  <a:lnTo>
                    <a:pt x="200210" y="55495"/>
                  </a:lnTo>
                  <a:lnTo>
                    <a:pt x="199867" y="55624"/>
                  </a:lnTo>
                  <a:lnTo>
                    <a:pt x="199541" y="55753"/>
                  </a:lnTo>
                  <a:lnTo>
                    <a:pt x="199235" y="55883"/>
                  </a:lnTo>
                  <a:lnTo>
                    <a:pt x="198952" y="56012"/>
                  </a:lnTo>
                  <a:lnTo>
                    <a:pt x="198696" y="56141"/>
                  </a:lnTo>
                  <a:lnTo>
                    <a:pt x="198470" y="56271"/>
                  </a:lnTo>
                  <a:lnTo>
                    <a:pt x="198272" y="56400"/>
                  </a:lnTo>
                  <a:lnTo>
                    <a:pt x="198101" y="56530"/>
                  </a:lnTo>
                  <a:lnTo>
                    <a:pt x="197954" y="56659"/>
                  </a:lnTo>
                  <a:lnTo>
                    <a:pt x="197830" y="56788"/>
                  </a:lnTo>
                  <a:lnTo>
                    <a:pt x="197726" y="56918"/>
                  </a:lnTo>
                  <a:lnTo>
                    <a:pt x="197641" y="57047"/>
                  </a:lnTo>
                  <a:lnTo>
                    <a:pt x="197572" y="57176"/>
                  </a:lnTo>
                  <a:lnTo>
                    <a:pt x="197519" y="57306"/>
                  </a:lnTo>
                  <a:lnTo>
                    <a:pt x="197476" y="57435"/>
                  </a:lnTo>
                  <a:lnTo>
                    <a:pt x="197443" y="57564"/>
                  </a:lnTo>
                  <a:lnTo>
                    <a:pt x="197417" y="57694"/>
                  </a:lnTo>
                  <a:lnTo>
                    <a:pt x="197398" y="57823"/>
                  </a:lnTo>
                  <a:lnTo>
                    <a:pt x="197383" y="57953"/>
                  </a:lnTo>
                  <a:lnTo>
                    <a:pt x="197372" y="58082"/>
                  </a:lnTo>
                  <a:lnTo>
                    <a:pt x="197364" y="58211"/>
                  </a:lnTo>
                  <a:lnTo>
                    <a:pt x="197359" y="58341"/>
                  </a:lnTo>
                  <a:lnTo>
                    <a:pt x="197355" y="58470"/>
                  </a:lnTo>
                  <a:lnTo>
                    <a:pt x="197352" y="58599"/>
                  </a:lnTo>
                  <a:lnTo>
                    <a:pt x="197350" y="58729"/>
                  </a:lnTo>
                  <a:lnTo>
                    <a:pt x="197348" y="58858"/>
                  </a:lnTo>
                  <a:lnTo>
                    <a:pt x="197347" y="58987"/>
                  </a:lnTo>
                  <a:lnTo>
                    <a:pt x="197347" y="59117"/>
                  </a:lnTo>
                  <a:lnTo>
                    <a:pt x="197346" y="59246"/>
                  </a:lnTo>
                  <a:lnTo>
                    <a:pt x="197346" y="59375"/>
                  </a:lnTo>
                  <a:lnTo>
                    <a:pt x="197346" y="59505"/>
                  </a:lnTo>
                  <a:lnTo>
                    <a:pt x="197346" y="59634"/>
                  </a:lnTo>
                  <a:lnTo>
                    <a:pt x="197346" y="59764"/>
                  </a:lnTo>
                  <a:lnTo>
                    <a:pt x="197346" y="59893"/>
                  </a:lnTo>
                  <a:lnTo>
                    <a:pt x="197346" y="60022"/>
                  </a:lnTo>
                  <a:lnTo>
                    <a:pt x="197346" y="60152"/>
                  </a:lnTo>
                  <a:lnTo>
                    <a:pt x="197346" y="60281"/>
                  </a:lnTo>
                  <a:lnTo>
                    <a:pt x="197346" y="60410"/>
                  </a:lnTo>
                  <a:lnTo>
                    <a:pt x="197346" y="60540"/>
                  </a:lnTo>
                  <a:lnTo>
                    <a:pt x="197346" y="60669"/>
                  </a:lnTo>
                  <a:lnTo>
                    <a:pt x="197346" y="60798"/>
                  </a:lnTo>
                  <a:lnTo>
                    <a:pt x="197346" y="60928"/>
                  </a:lnTo>
                  <a:lnTo>
                    <a:pt x="197346" y="61057"/>
                  </a:lnTo>
                  <a:lnTo>
                    <a:pt x="197346" y="61187"/>
                  </a:lnTo>
                  <a:lnTo>
                    <a:pt x="197346" y="61316"/>
                  </a:lnTo>
                  <a:lnTo>
                    <a:pt x="197346" y="61445"/>
                  </a:lnTo>
                  <a:lnTo>
                    <a:pt x="197347" y="61575"/>
                  </a:lnTo>
                  <a:lnTo>
                    <a:pt x="197347" y="61704"/>
                  </a:lnTo>
                  <a:lnTo>
                    <a:pt x="197348" y="61833"/>
                  </a:lnTo>
                  <a:lnTo>
                    <a:pt x="197349" y="61963"/>
                  </a:lnTo>
                  <a:lnTo>
                    <a:pt x="197351" y="62092"/>
                  </a:lnTo>
                  <a:lnTo>
                    <a:pt x="197353" y="62221"/>
                  </a:lnTo>
                  <a:lnTo>
                    <a:pt x="197356" y="62351"/>
                  </a:lnTo>
                  <a:lnTo>
                    <a:pt x="197360" y="62480"/>
                  </a:lnTo>
                  <a:lnTo>
                    <a:pt x="197365" y="62609"/>
                  </a:lnTo>
                  <a:lnTo>
                    <a:pt x="197371" y="62739"/>
                  </a:lnTo>
                  <a:lnTo>
                    <a:pt x="197379" y="62868"/>
                  </a:lnTo>
                  <a:lnTo>
                    <a:pt x="197390" y="62998"/>
                  </a:lnTo>
                  <a:lnTo>
                    <a:pt x="197403" y="63127"/>
                  </a:lnTo>
                  <a:lnTo>
                    <a:pt x="197420" y="63256"/>
                  </a:lnTo>
                  <a:lnTo>
                    <a:pt x="197440" y="63386"/>
                  </a:lnTo>
                  <a:lnTo>
                    <a:pt x="197465" y="63515"/>
                  </a:lnTo>
                  <a:lnTo>
                    <a:pt x="197494" y="63644"/>
                  </a:lnTo>
                  <a:lnTo>
                    <a:pt x="197528" y="63774"/>
                  </a:lnTo>
                  <a:lnTo>
                    <a:pt x="197567" y="63903"/>
                  </a:lnTo>
                  <a:lnTo>
                    <a:pt x="197612" y="64032"/>
                  </a:lnTo>
                  <a:lnTo>
                    <a:pt x="197662" y="64162"/>
                  </a:lnTo>
                  <a:lnTo>
                    <a:pt x="197718" y="64291"/>
                  </a:lnTo>
                  <a:lnTo>
                    <a:pt x="197779" y="64420"/>
                  </a:lnTo>
                  <a:lnTo>
                    <a:pt x="197844" y="64550"/>
                  </a:lnTo>
                  <a:lnTo>
                    <a:pt x="197912" y="64679"/>
                  </a:lnTo>
                  <a:lnTo>
                    <a:pt x="197983" y="64809"/>
                  </a:lnTo>
                  <a:lnTo>
                    <a:pt x="198054" y="64938"/>
                  </a:lnTo>
                  <a:lnTo>
                    <a:pt x="198125" y="65067"/>
                  </a:lnTo>
                  <a:lnTo>
                    <a:pt x="198194" y="65197"/>
                  </a:lnTo>
                  <a:lnTo>
                    <a:pt x="198257" y="65326"/>
                  </a:lnTo>
                  <a:lnTo>
                    <a:pt x="198315" y="65455"/>
                  </a:lnTo>
                  <a:lnTo>
                    <a:pt x="198365" y="65585"/>
                  </a:lnTo>
                  <a:lnTo>
                    <a:pt x="198405" y="65714"/>
                  </a:lnTo>
                  <a:lnTo>
                    <a:pt x="198435" y="65843"/>
                  </a:lnTo>
                  <a:lnTo>
                    <a:pt x="198454" y="65973"/>
                  </a:lnTo>
                  <a:lnTo>
                    <a:pt x="198461" y="66102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4" name="pg34"/>
            <p:cNvSpPr/>
            <p:nvPr/>
          </p:nvSpPr>
          <p:spPr>
            <a:xfrm>
              <a:off x="5851077" y="2428209"/>
              <a:ext cx="265470" cy="66102"/>
            </a:xfrm>
            <a:custGeom>
              <a:avLst/>
              <a:gdLst/>
              <a:ahLst/>
              <a:cxnLst/>
              <a:rect l="0" t="0" r="0" b="0"/>
              <a:pathLst>
                <a:path w="265470" h="66102">
                  <a:moveTo>
                    <a:pt x="127335" y="66102"/>
                  </a:moveTo>
                  <a:lnTo>
                    <a:pt x="127367" y="65973"/>
                  </a:lnTo>
                  <a:lnTo>
                    <a:pt x="127457" y="65843"/>
                  </a:lnTo>
                  <a:lnTo>
                    <a:pt x="127604" y="65714"/>
                  </a:lnTo>
                  <a:lnTo>
                    <a:pt x="127802" y="65585"/>
                  </a:lnTo>
                  <a:lnTo>
                    <a:pt x="128046" y="65455"/>
                  </a:lnTo>
                  <a:lnTo>
                    <a:pt x="128331" y="65326"/>
                  </a:lnTo>
                  <a:lnTo>
                    <a:pt x="128647" y="65197"/>
                  </a:lnTo>
                  <a:lnTo>
                    <a:pt x="128982" y="65067"/>
                  </a:lnTo>
                  <a:lnTo>
                    <a:pt x="129326" y="64938"/>
                  </a:lnTo>
                  <a:lnTo>
                    <a:pt x="129674" y="64809"/>
                  </a:lnTo>
                  <a:lnTo>
                    <a:pt x="130015" y="64679"/>
                  </a:lnTo>
                  <a:lnTo>
                    <a:pt x="130345" y="64550"/>
                  </a:lnTo>
                  <a:lnTo>
                    <a:pt x="130656" y="64420"/>
                  </a:lnTo>
                  <a:lnTo>
                    <a:pt x="130939" y="64291"/>
                  </a:lnTo>
                  <a:lnTo>
                    <a:pt x="131192" y="64162"/>
                  </a:lnTo>
                  <a:lnTo>
                    <a:pt x="131412" y="64032"/>
                  </a:lnTo>
                  <a:lnTo>
                    <a:pt x="131597" y="63903"/>
                  </a:lnTo>
                  <a:lnTo>
                    <a:pt x="131744" y="63774"/>
                  </a:lnTo>
                  <a:lnTo>
                    <a:pt x="131851" y="63644"/>
                  </a:lnTo>
                  <a:lnTo>
                    <a:pt x="131917" y="63515"/>
                  </a:lnTo>
                  <a:lnTo>
                    <a:pt x="131938" y="63386"/>
                  </a:lnTo>
                  <a:lnTo>
                    <a:pt x="131906" y="63256"/>
                  </a:lnTo>
                  <a:lnTo>
                    <a:pt x="131821" y="63127"/>
                  </a:lnTo>
                  <a:lnTo>
                    <a:pt x="131682" y="62998"/>
                  </a:lnTo>
                  <a:lnTo>
                    <a:pt x="131484" y="62868"/>
                  </a:lnTo>
                  <a:lnTo>
                    <a:pt x="131223" y="62739"/>
                  </a:lnTo>
                  <a:lnTo>
                    <a:pt x="130894" y="62609"/>
                  </a:lnTo>
                  <a:lnTo>
                    <a:pt x="130493" y="62480"/>
                  </a:lnTo>
                  <a:lnTo>
                    <a:pt x="130017" y="62351"/>
                  </a:lnTo>
                  <a:lnTo>
                    <a:pt x="129450" y="62221"/>
                  </a:lnTo>
                  <a:lnTo>
                    <a:pt x="128804" y="62092"/>
                  </a:lnTo>
                  <a:lnTo>
                    <a:pt x="128082" y="61963"/>
                  </a:lnTo>
                  <a:lnTo>
                    <a:pt x="127288" y="61833"/>
                  </a:lnTo>
                  <a:lnTo>
                    <a:pt x="126429" y="61704"/>
                  </a:lnTo>
                  <a:lnTo>
                    <a:pt x="125516" y="61575"/>
                  </a:lnTo>
                  <a:lnTo>
                    <a:pt x="124562" y="61445"/>
                  </a:lnTo>
                  <a:lnTo>
                    <a:pt x="123583" y="61316"/>
                  </a:lnTo>
                  <a:lnTo>
                    <a:pt x="122603" y="61187"/>
                  </a:lnTo>
                  <a:lnTo>
                    <a:pt x="121648" y="61057"/>
                  </a:lnTo>
                  <a:lnTo>
                    <a:pt x="120740" y="60928"/>
                  </a:lnTo>
                  <a:lnTo>
                    <a:pt x="119903" y="60798"/>
                  </a:lnTo>
                  <a:lnTo>
                    <a:pt x="119160" y="60669"/>
                  </a:lnTo>
                  <a:lnTo>
                    <a:pt x="118532" y="60540"/>
                  </a:lnTo>
                  <a:lnTo>
                    <a:pt x="118039" y="60410"/>
                  </a:lnTo>
                  <a:lnTo>
                    <a:pt x="117707" y="60281"/>
                  </a:lnTo>
                  <a:lnTo>
                    <a:pt x="117554" y="60152"/>
                  </a:lnTo>
                  <a:lnTo>
                    <a:pt x="117569" y="60022"/>
                  </a:lnTo>
                  <a:lnTo>
                    <a:pt x="117752" y="59893"/>
                  </a:lnTo>
                  <a:lnTo>
                    <a:pt x="118095" y="59764"/>
                  </a:lnTo>
                  <a:lnTo>
                    <a:pt x="118588" y="59634"/>
                  </a:lnTo>
                  <a:lnTo>
                    <a:pt x="119217" y="59505"/>
                  </a:lnTo>
                  <a:lnTo>
                    <a:pt x="119963" y="59375"/>
                  </a:lnTo>
                  <a:lnTo>
                    <a:pt x="120812" y="59246"/>
                  </a:lnTo>
                  <a:lnTo>
                    <a:pt x="121732" y="59117"/>
                  </a:lnTo>
                  <a:lnTo>
                    <a:pt x="122691" y="58987"/>
                  </a:lnTo>
                  <a:lnTo>
                    <a:pt x="123667" y="58858"/>
                  </a:lnTo>
                  <a:lnTo>
                    <a:pt x="124639" y="58729"/>
                  </a:lnTo>
                  <a:lnTo>
                    <a:pt x="125586" y="58599"/>
                  </a:lnTo>
                  <a:lnTo>
                    <a:pt x="126492" y="58470"/>
                  </a:lnTo>
                  <a:lnTo>
                    <a:pt x="127342" y="58341"/>
                  </a:lnTo>
                  <a:lnTo>
                    <a:pt x="128113" y="58211"/>
                  </a:lnTo>
                  <a:lnTo>
                    <a:pt x="128803" y="58082"/>
                  </a:lnTo>
                  <a:lnTo>
                    <a:pt x="129408" y="57953"/>
                  </a:lnTo>
                  <a:lnTo>
                    <a:pt x="129925" y="57823"/>
                  </a:lnTo>
                  <a:lnTo>
                    <a:pt x="130353" y="57694"/>
                  </a:lnTo>
                  <a:lnTo>
                    <a:pt x="130691" y="57564"/>
                  </a:lnTo>
                  <a:lnTo>
                    <a:pt x="130938" y="57435"/>
                  </a:lnTo>
                  <a:lnTo>
                    <a:pt x="131095" y="57306"/>
                  </a:lnTo>
                  <a:lnTo>
                    <a:pt x="131145" y="57176"/>
                  </a:lnTo>
                  <a:lnTo>
                    <a:pt x="131103" y="57047"/>
                  </a:lnTo>
                  <a:lnTo>
                    <a:pt x="130967" y="56918"/>
                  </a:lnTo>
                  <a:lnTo>
                    <a:pt x="130735" y="56788"/>
                  </a:lnTo>
                  <a:lnTo>
                    <a:pt x="130404" y="56659"/>
                  </a:lnTo>
                  <a:lnTo>
                    <a:pt x="129971" y="56530"/>
                  </a:lnTo>
                  <a:lnTo>
                    <a:pt x="129434" y="56400"/>
                  </a:lnTo>
                  <a:lnTo>
                    <a:pt x="128787" y="56271"/>
                  </a:lnTo>
                  <a:lnTo>
                    <a:pt x="128018" y="56141"/>
                  </a:lnTo>
                  <a:lnTo>
                    <a:pt x="127145" y="56012"/>
                  </a:lnTo>
                  <a:lnTo>
                    <a:pt x="126174" y="55883"/>
                  </a:lnTo>
                  <a:lnTo>
                    <a:pt x="125112" y="55753"/>
                  </a:lnTo>
                  <a:lnTo>
                    <a:pt x="123973" y="55624"/>
                  </a:lnTo>
                  <a:lnTo>
                    <a:pt x="122773" y="55495"/>
                  </a:lnTo>
                  <a:lnTo>
                    <a:pt x="121529" y="55365"/>
                  </a:lnTo>
                  <a:lnTo>
                    <a:pt x="120267" y="55236"/>
                  </a:lnTo>
                  <a:lnTo>
                    <a:pt x="119022" y="55107"/>
                  </a:lnTo>
                  <a:lnTo>
                    <a:pt x="117824" y="54977"/>
                  </a:lnTo>
                  <a:lnTo>
                    <a:pt x="116705" y="54848"/>
                  </a:lnTo>
                  <a:lnTo>
                    <a:pt x="115693" y="54719"/>
                  </a:lnTo>
                  <a:lnTo>
                    <a:pt x="114818" y="54589"/>
                  </a:lnTo>
                  <a:lnTo>
                    <a:pt x="114105" y="54460"/>
                  </a:lnTo>
                  <a:lnTo>
                    <a:pt x="113575" y="54330"/>
                  </a:lnTo>
                  <a:lnTo>
                    <a:pt x="113267" y="54201"/>
                  </a:lnTo>
                  <a:lnTo>
                    <a:pt x="113190" y="54072"/>
                  </a:lnTo>
                  <a:lnTo>
                    <a:pt x="113329" y="53942"/>
                  </a:lnTo>
                  <a:lnTo>
                    <a:pt x="113679" y="53813"/>
                  </a:lnTo>
                  <a:lnTo>
                    <a:pt x="114228" y="53684"/>
                  </a:lnTo>
                  <a:lnTo>
                    <a:pt x="114960" y="53554"/>
                  </a:lnTo>
                  <a:lnTo>
                    <a:pt x="115853" y="53425"/>
                  </a:lnTo>
                  <a:lnTo>
                    <a:pt x="116881" y="53296"/>
                  </a:lnTo>
                  <a:lnTo>
                    <a:pt x="118024" y="53166"/>
                  </a:lnTo>
                  <a:lnTo>
                    <a:pt x="119235" y="53037"/>
                  </a:lnTo>
                  <a:lnTo>
                    <a:pt x="120479" y="52908"/>
                  </a:lnTo>
                  <a:lnTo>
                    <a:pt x="121726" y="52778"/>
                  </a:lnTo>
                  <a:lnTo>
                    <a:pt x="122949" y="52649"/>
                  </a:lnTo>
                  <a:lnTo>
                    <a:pt x="124124" y="52519"/>
                  </a:lnTo>
                  <a:lnTo>
                    <a:pt x="125228" y="52390"/>
                  </a:lnTo>
                  <a:lnTo>
                    <a:pt x="126243" y="52261"/>
                  </a:lnTo>
                  <a:lnTo>
                    <a:pt x="127131" y="52131"/>
                  </a:lnTo>
                  <a:lnTo>
                    <a:pt x="127895" y="52002"/>
                  </a:lnTo>
                  <a:lnTo>
                    <a:pt x="128525" y="51873"/>
                  </a:lnTo>
                  <a:lnTo>
                    <a:pt x="129011" y="51743"/>
                  </a:lnTo>
                  <a:lnTo>
                    <a:pt x="129345" y="51614"/>
                  </a:lnTo>
                  <a:lnTo>
                    <a:pt x="129516" y="51485"/>
                  </a:lnTo>
                  <a:lnTo>
                    <a:pt x="129514" y="51355"/>
                  </a:lnTo>
                  <a:lnTo>
                    <a:pt x="129322" y="51226"/>
                  </a:lnTo>
                  <a:lnTo>
                    <a:pt x="128895" y="51096"/>
                  </a:lnTo>
                  <a:lnTo>
                    <a:pt x="128244" y="50967"/>
                  </a:lnTo>
                  <a:lnTo>
                    <a:pt x="127351" y="50838"/>
                  </a:lnTo>
                  <a:lnTo>
                    <a:pt x="126196" y="50708"/>
                  </a:lnTo>
                  <a:lnTo>
                    <a:pt x="124758" y="50579"/>
                  </a:lnTo>
                  <a:lnTo>
                    <a:pt x="123022" y="50450"/>
                  </a:lnTo>
                  <a:lnTo>
                    <a:pt x="120970" y="50320"/>
                  </a:lnTo>
                  <a:lnTo>
                    <a:pt x="118574" y="50191"/>
                  </a:lnTo>
                  <a:lnTo>
                    <a:pt x="115811" y="50062"/>
                  </a:lnTo>
                  <a:lnTo>
                    <a:pt x="112728" y="49932"/>
                  </a:lnTo>
                  <a:lnTo>
                    <a:pt x="109347" y="49803"/>
                  </a:lnTo>
                  <a:lnTo>
                    <a:pt x="105700" y="49674"/>
                  </a:lnTo>
                  <a:lnTo>
                    <a:pt x="101832" y="49544"/>
                  </a:lnTo>
                  <a:lnTo>
                    <a:pt x="97801" y="49415"/>
                  </a:lnTo>
                  <a:lnTo>
                    <a:pt x="93675" y="49285"/>
                  </a:lnTo>
                  <a:lnTo>
                    <a:pt x="89544" y="49156"/>
                  </a:lnTo>
                  <a:lnTo>
                    <a:pt x="85528" y="49027"/>
                  </a:lnTo>
                  <a:lnTo>
                    <a:pt x="81727" y="48897"/>
                  </a:lnTo>
                  <a:lnTo>
                    <a:pt x="78239" y="48768"/>
                  </a:lnTo>
                  <a:lnTo>
                    <a:pt x="75159" y="48639"/>
                  </a:lnTo>
                  <a:lnTo>
                    <a:pt x="72574" y="48509"/>
                  </a:lnTo>
                  <a:lnTo>
                    <a:pt x="70563" y="48380"/>
                  </a:lnTo>
                  <a:lnTo>
                    <a:pt x="69189" y="48251"/>
                  </a:lnTo>
                  <a:lnTo>
                    <a:pt x="68583" y="48121"/>
                  </a:lnTo>
                  <a:lnTo>
                    <a:pt x="68726" y="47992"/>
                  </a:lnTo>
                  <a:lnTo>
                    <a:pt x="69570" y="47862"/>
                  </a:lnTo>
                  <a:lnTo>
                    <a:pt x="71088" y="47733"/>
                  </a:lnTo>
                  <a:lnTo>
                    <a:pt x="73230" y="47604"/>
                  </a:lnTo>
                  <a:lnTo>
                    <a:pt x="75933" y="47474"/>
                  </a:lnTo>
                  <a:lnTo>
                    <a:pt x="79118" y="47345"/>
                  </a:lnTo>
                  <a:lnTo>
                    <a:pt x="82695" y="47216"/>
                  </a:lnTo>
                  <a:lnTo>
                    <a:pt x="86590" y="47086"/>
                  </a:lnTo>
                  <a:lnTo>
                    <a:pt x="90644" y="46957"/>
                  </a:lnTo>
                  <a:lnTo>
                    <a:pt x="94753" y="46828"/>
                  </a:lnTo>
                  <a:lnTo>
                    <a:pt x="98829" y="46698"/>
                  </a:lnTo>
                  <a:lnTo>
                    <a:pt x="102786" y="46569"/>
                  </a:lnTo>
                  <a:lnTo>
                    <a:pt x="106554" y="46440"/>
                  </a:lnTo>
                  <a:lnTo>
                    <a:pt x="110069" y="46310"/>
                  </a:lnTo>
                  <a:lnTo>
                    <a:pt x="113275" y="46181"/>
                  </a:lnTo>
                  <a:lnTo>
                    <a:pt x="116074" y="46051"/>
                  </a:lnTo>
                  <a:lnTo>
                    <a:pt x="118487" y="45922"/>
                  </a:lnTo>
                  <a:lnTo>
                    <a:pt x="120496" y="45793"/>
                  </a:lnTo>
                  <a:lnTo>
                    <a:pt x="122084" y="45663"/>
                  </a:lnTo>
                  <a:lnTo>
                    <a:pt x="123237" y="45534"/>
                  </a:lnTo>
                  <a:lnTo>
                    <a:pt x="123942" y="45405"/>
                  </a:lnTo>
                  <a:lnTo>
                    <a:pt x="124183" y="45275"/>
                  </a:lnTo>
                  <a:lnTo>
                    <a:pt x="123921" y="45146"/>
                  </a:lnTo>
                  <a:lnTo>
                    <a:pt x="123082" y="45017"/>
                  </a:lnTo>
                  <a:lnTo>
                    <a:pt x="121702" y="44887"/>
                  </a:lnTo>
                  <a:lnTo>
                    <a:pt x="119747" y="44758"/>
                  </a:lnTo>
                  <a:lnTo>
                    <a:pt x="117186" y="44629"/>
                  </a:lnTo>
                  <a:lnTo>
                    <a:pt x="113988" y="44499"/>
                  </a:lnTo>
                  <a:lnTo>
                    <a:pt x="110125" y="44370"/>
                  </a:lnTo>
                  <a:lnTo>
                    <a:pt x="105576" y="44240"/>
                  </a:lnTo>
                  <a:lnTo>
                    <a:pt x="100279" y="44111"/>
                  </a:lnTo>
                  <a:lnTo>
                    <a:pt x="94229" y="43982"/>
                  </a:lnTo>
                  <a:lnTo>
                    <a:pt x="87530" y="43852"/>
                  </a:lnTo>
                  <a:lnTo>
                    <a:pt x="80243" y="43723"/>
                  </a:lnTo>
                  <a:lnTo>
                    <a:pt x="72451" y="43594"/>
                  </a:lnTo>
                  <a:lnTo>
                    <a:pt x="64263" y="43464"/>
                  </a:lnTo>
                  <a:lnTo>
                    <a:pt x="55813" y="43335"/>
                  </a:lnTo>
                  <a:lnTo>
                    <a:pt x="47259" y="43206"/>
                  </a:lnTo>
                  <a:lnTo>
                    <a:pt x="38814" y="43076"/>
                  </a:lnTo>
                  <a:lnTo>
                    <a:pt x="30729" y="42947"/>
                  </a:lnTo>
                  <a:lnTo>
                    <a:pt x="23202" y="42817"/>
                  </a:lnTo>
                  <a:lnTo>
                    <a:pt x="16434" y="42688"/>
                  </a:lnTo>
                  <a:lnTo>
                    <a:pt x="10615" y="42559"/>
                  </a:lnTo>
                  <a:lnTo>
                    <a:pt x="5914" y="42429"/>
                  </a:lnTo>
                  <a:lnTo>
                    <a:pt x="2475" y="42300"/>
                  </a:lnTo>
                  <a:lnTo>
                    <a:pt x="410" y="42171"/>
                  </a:lnTo>
                  <a:lnTo>
                    <a:pt x="0" y="42041"/>
                  </a:lnTo>
                  <a:lnTo>
                    <a:pt x="1103" y="41912"/>
                  </a:lnTo>
                  <a:lnTo>
                    <a:pt x="3630" y="41783"/>
                  </a:lnTo>
                  <a:lnTo>
                    <a:pt x="7499" y="41653"/>
                  </a:lnTo>
                  <a:lnTo>
                    <a:pt x="12589" y="41524"/>
                  </a:lnTo>
                  <a:lnTo>
                    <a:pt x="18750" y="41395"/>
                  </a:lnTo>
                  <a:lnTo>
                    <a:pt x="25805" y="41265"/>
                  </a:lnTo>
                  <a:lnTo>
                    <a:pt x="33563" y="41136"/>
                  </a:lnTo>
                  <a:lnTo>
                    <a:pt x="41852" y="41006"/>
                  </a:lnTo>
                  <a:lnTo>
                    <a:pt x="50351" y="40877"/>
                  </a:lnTo>
                  <a:lnTo>
                    <a:pt x="58869" y="40748"/>
                  </a:lnTo>
                  <a:lnTo>
                    <a:pt x="67232" y="40618"/>
                  </a:lnTo>
                  <a:lnTo>
                    <a:pt x="75286" y="40489"/>
                  </a:lnTo>
                  <a:lnTo>
                    <a:pt x="82903" y="40360"/>
                  </a:lnTo>
                  <a:lnTo>
                    <a:pt x="89977" y="40230"/>
                  </a:lnTo>
                  <a:lnTo>
                    <a:pt x="96404" y="40101"/>
                  </a:lnTo>
                  <a:lnTo>
                    <a:pt x="102048" y="39972"/>
                  </a:lnTo>
                  <a:lnTo>
                    <a:pt x="106976" y="39842"/>
                  </a:lnTo>
                  <a:lnTo>
                    <a:pt x="111182" y="39713"/>
                  </a:lnTo>
                  <a:lnTo>
                    <a:pt x="114671" y="39583"/>
                  </a:lnTo>
                  <a:lnTo>
                    <a:pt x="117458" y="39454"/>
                  </a:lnTo>
                  <a:lnTo>
                    <a:pt x="119560" y="39325"/>
                  </a:lnTo>
                  <a:lnTo>
                    <a:pt x="120998" y="39195"/>
                  </a:lnTo>
                  <a:lnTo>
                    <a:pt x="121751" y="39066"/>
                  </a:lnTo>
                  <a:lnTo>
                    <a:pt x="121813" y="38937"/>
                  </a:lnTo>
                  <a:lnTo>
                    <a:pt x="121262" y="38807"/>
                  </a:lnTo>
                  <a:lnTo>
                    <a:pt x="120102" y="38678"/>
                  </a:lnTo>
                  <a:lnTo>
                    <a:pt x="118337" y="38549"/>
                  </a:lnTo>
                  <a:lnTo>
                    <a:pt x="115968" y="38419"/>
                  </a:lnTo>
                  <a:lnTo>
                    <a:pt x="112997" y="38290"/>
                  </a:lnTo>
                  <a:lnTo>
                    <a:pt x="109430" y="38161"/>
                  </a:lnTo>
                  <a:lnTo>
                    <a:pt x="105227" y="38031"/>
                  </a:lnTo>
                  <a:lnTo>
                    <a:pt x="100435" y="37902"/>
                  </a:lnTo>
                  <a:lnTo>
                    <a:pt x="95144" y="37772"/>
                  </a:lnTo>
                  <a:lnTo>
                    <a:pt x="89416" y="37643"/>
                  </a:lnTo>
                  <a:lnTo>
                    <a:pt x="83333" y="37514"/>
                  </a:lnTo>
                  <a:lnTo>
                    <a:pt x="76993" y="37384"/>
                  </a:lnTo>
                  <a:lnTo>
                    <a:pt x="70512" y="37255"/>
                  </a:lnTo>
                  <a:lnTo>
                    <a:pt x="64021" y="37126"/>
                  </a:lnTo>
                  <a:lnTo>
                    <a:pt x="57711" y="36996"/>
                  </a:lnTo>
                  <a:lnTo>
                    <a:pt x="51764" y="36867"/>
                  </a:lnTo>
                  <a:lnTo>
                    <a:pt x="46329" y="36738"/>
                  </a:lnTo>
                  <a:lnTo>
                    <a:pt x="41555" y="36608"/>
                  </a:lnTo>
                  <a:lnTo>
                    <a:pt x="37580" y="36479"/>
                  </a:lnTo>
                  <a:lnTo>
                    <a:pt x="34522" y="36349"/>
                  </a:lnTo>
                  <a:lnTo>
                    <a:pt x="32477" y="36220"/>
                  </a:lnTo>
                  <a:lnTo>
                    <a:pt x="31605" y="36055"/>
                  </a:lnTo>
                  <a:lnTo>
                    <a:pt x="31848" y="35961"/>
                  </a:lnTo>
                  <a:lnTo>
                    <a:pt x="33301" y="35832"/>
                  </a:lnTo>
                  <a:lnTo>
                    <a:pt x="35808" y="35703"/>
                  </a:lnTo>
                  <a:lnTo>
                    <a:pt x="39290" y="35573"/>
                  </a:lnTo>
                  <a:lnTo>
                    <a:pt x="43639" y="35444"/>
                  </a:lnTo>
                  <a:lnTo>
                    <a:pt x="48731" y="35315"/>
                  </a:lnTo>
                  <a:lnTo>
                    <a:pt x="54422" y="35185"/>
                  </a:lnTo>
                  <a:lnTo>
                    <a:pt x="60566" y="35056"/>
                  </a:lnTo>
                  <a:lnTo>
                    <a:pt x="67002" y="34927"/>
                  </a:lnTo>
                  <a:lnTo>
                    <a:pt x="73516" y="34797"/>
                  </a:lnTo>
                  <a:lnTo>
                    <a:pt x="79968" y="34668"/>
                  </a:lnTo>
                  <a:lnTo>
                    <a:pt x="86237" y="34538"/>
                  </a:lnTo>
                  <a:lnTo>
                    <a:pt x="92218" y="34409"/>
                  </a:lnTo>
                  <a:lnTo>
                    <a:pt x="97824" y="34280"/>
                  </a:lnTo>
                  <a:lnTo>
                    <a:pt x="102989" y="34150"/>
                  </a:lnTo>
                  <a:lnTo>
                    <a:pt x="107636" y="34021"/>
                  </a:lnTo>
                  <a:lnTo>
                    <a:pt x="111701" y="33892"/>
                  </a:lnTo>
                  <a:lnTo>
                    <a:pt x="115239" y="33762"/>
                  </a:lnTo>
                  <a:lnTo>
                    <a:pt x="118256" y="33633"/>
                  </a:lnTo>
                  <a:lnTo>
                    <a:pt x="120768" y="33504"/>
                  </a:lnTo>
                  <a:lnTo>
                    <a:pt x="122798" y="33374"/>
                  </a:lnTo>
                  <a:lnTo>
                    <a:pt x="124369" y="33245"/>
                  </a:lnTo>
                  <a:lnTo>
                    <a:pt x="125509" y="33116"/>
                  </a:lnTo>
                  <a:lnTo>
                    <a:pt x="126210" y="32986"/>
                  </a:lnTo>
                  <a:lnTo>
                    <a:pt x="126503" y="32857"/>
                  </a:lnTo>
                  <a:lnTo>
                    <a:pt x="126441" y="32727"/>
                  </a:lnTo>
                  <a:lnTo>
                    <a:pt x="126041" y="32598"/>
                  </a:lnTo>
                  <a:lnTo>
                    <a:pt x="125315" y="32469"/>
                  </a:lnTo>
                  <a:lnTo>
                    <a:pt x="124275" y="32339"/>
                  </a:lnTo>
                  <a:lnTo>
                    <a:pt x="122934" y="32210"/>
                  </a:lnTo>
                  <a:lnTo>
                    <a:pt x="121304" y="32081"/>
                  </a:lnTo>
                  <a:lnTo>
                    <a:pt x="119369" y="31951"/>
                  </a:lnTo>
                  <a:lnTo>
                    <a:pt x="117174" y="31822"/>
                  </a:lnTo>
                  <a:lnTo>
                    <a:pt x="114762" y="31693"/>
                  </a:lnTo>
                  <a:lnTo>
                    <a:pt x="112167" y="31563"/>
                  </a:lnTo>
                  <a:lnTo>
                    <a:pt x="109433" y="31434"/>
                  </a:lnTo>
                  <a:lnTo>
                    <a:pt x="106608" y="31304"/>
                  </a:lnTo>
                  <a:lnTo>
                    <a:pt x="103751" y="31175"/>
                  </a:lnTo>
                  <a:lnTo>
                    <a:pt x="100923" y="31046"/>
                  </a:lnTo>
                  <a:lnTo>
                    <a:pt x="98220" y="30916"/>
                  </a:lnTo>
                  <a:lnTo>
                    <a:pt x="95715" y="30787"/>
                  </a:lnTo>
                  <a:lnTo>
                    <a:pt x="93473" y="30658"/>
                  </a:lnTo>
                  <a:lnTo>
                    <a:pt x="91557" y="30528"/>
                  </a:lnTo>
                  <a:lnTo>
                    <a:pt x="90023" y="30399"/>
                  </a:lnTo>
                  <a:lnTo>
                    <a:pt x="88918" y="30270"/>
                  </a:lnTo>
                  <a:lnTo>
                    <a:pt x="88278" y="30140"/>
                  </a:lnTo>
                  <a:lnTo>
                    <a:pt x="88131" y="30011"/>
                  </a:lnTo>
                  <a:lnTo>
                    <a:pt x="88556" y="29882"/>
                  </a:lnTo>
                  <a:lnTo>
                    <a:pt x="89458" y="29752"/>
                  </a:lnTo>
                  <a:lnTo>
                    <a:pt x="90806" y="29623"/>
                  </a:lnTo>
                  <a:lnTo>
                    <a:pt x="92559" y="29493"/>
                  </a:lnTo>
                  <a:lnTo>
                    <a:pt x="94664" y="29364"/>
                  </a:lnTo>
                  <a:lnTo>
                    <a:pt x="97061" y="29235"/>
                  </a:lnTo>
                  <a:lnTo>
                    <a:pt x="99685" y="29105"/>
                  </a:lnTo>
                  <a:lnTo>
                    <a:pt x="102469" y="28976"/>
                  </a:lnTo>
                  <a:lnTo>
                    <a:pt x="105334" y="28847"/>
                  </a:lnTo>
                  <a:lnTo>
                    <a:pt x="108197" y="28717"/>
                  </a:lnTo>
                  <a:lnTo>
                    <a:pt x="111000" y="28588"/>
                  </a:lnTo>
                  <a:lnTo>
                    <a:pt x="113693" y="28459"/>
                  </a:lnTo>
                  <a:lnTo>
                    <a:pt x="116234" y="28329"/>
                  </a:lnTo>
                  <a:lnTo>
                    <a:pt x="118590" y="28200"/>
                  </a:lnTo>
                  <a:lnTo>
                    <a:pt x="120733" y="28070"/>
                  </a:lnTo>
                  <a:lnTo>
                    <a:pt x="122630" y="27941"/>
                  </a:lnTo>
                  <a:lnTo>
                    <a:pt x="124263" y="27812"/>
                  </a:lnTo>
                  <a:lnTo>
                    <a:pt x="125654" y="27682"/>
                  </a:lnTo>
                  <a:lnTo>
                    <a:pt x="126806" y="27553"/>
                  </a:lnTo>
                  <a:lnTo>
                    <a:pt x="127724" y="27424"/>
                  </a:lnTo>
                  <a:lnTo>
                    <a:pt x="128415" y="27294"/>
                  </a:lnTo>
                  <a:lnTo>
                    <a:pt x="128887" y="27165"/>
                  </a:lnTo>
                  <a:lnTo>
                    <a:pt x="129145" y="27036"/>
                  </a:lnTo>
                  <a:lnTo>
                    <a:pt x="129176" y="26906"/>
                  </a:lnTo>
                  <a:lnTo>
                    <a:pt x="128991" y="26777"/>
                  </a:lnTo>
                  <a:lnTo>
                    <a:pt x="128608" y="26648"/>
                  </a:lnTo>
                  <a:lnTo>
                    <a:pt x="128026" y="26518"/>
                  </a:lnTo>
                  <a:lnTo>
                    <a:pt x="127248" y="26389"/>
                  </a:lnTo>
                  <a:lnTo>
                    <a:pt x="126274" y="26259"/>
                  </a:lnTo>
                  <a:lnTo>
                    <a:pt x="125107" y="26130"/>
                  </a:lnTo>
                  <a:lnTo>
                    <a:pt x="123752" y="26001"/>
                  </a:lnTo>
                  <a:lnTo>
                    <a:pt x="122194" y="25871"/>
                  </a:lnTo>
                  <a:lnTo>
                    <a:pt x="120472" y="25742"/>
                  </a:lnTo>
                  <a:lnTo>
                    <a:pt x="118610" y="25613"/>
                  </a:lnTo>
                  <a:lnTo>
                    <a:pt x="116638" y="25483"/>
                  </a:lnTo>
                  <a:lnTo>
                    <a:pt x="114587" y="25354"/>
                  </a:lnTo>
                  <a:lnTo>
                    <a:pt x="112497" y="25225"/>
                  </a:lnTo>
                  <a:lnTo>
                    <a:pt x="110410" y="25095"/>
                  </a:lnTo>
                  <a:lnTo>
                    <a:pt x="108373" y="24966"/>
                  </a:lnTo>
                  <a:lnTo>
                    <a:pt x="106467" y="24837"/>
                  </a:lnTo>
                  <a:lnTo>
                    <a:pt x="104732" y="24707"/>
                  </a:lnTo>
                  <a:lnTo>
                    <a:pt x="103218" y="24578"/>
                  </a:lnTo>
                  <a:lnTo>
                    <a:pt x="101967" y="24448"/>
                  </a:lnTo>
                  <a:lnTo>
                    <a:pt x="101016" y="24319"/>
                  </a:lnTo>
                  <a:lnTo>
                    <a:pt x="100394" y="24190"/>
                  </a:lnTo>
                  <a:lnTo>
                    <a:pt x="100123" y="24060"/>
                  </a:lnTo>
                  <a:lnTo>
                    <a:pt x="100224" y="23931"/>
                  </a:lnTo>
                  <a:lnTo>
                    <a:pt x="100732" y="23802"/>
                  </a:lnTo>
                  <a:lnTo>
                    <a:pt x="101577" y="23672"/>
                  </a:lnTo>
                  <a:lnTo>
                    <a:pt x="102733" y="23543"/>
                  </a:lnTo>
                  <a:lnTo>
                    <a:pt x="104164" y="23414"/>
                  </a:lnTo>
                  <a:lnTo>
                    <a:pt x="105828" y="23284"/>
                  </a:lnTo>
                  <a:lnTo>
                    <a:pt x="107679" y="23155"/>
                  </a:lnTo>
                  <a:lnTo>
                    <a:pt x="109667" y="23025"/>
                  </a:lnTo>
                  <a:lnTo>
                    <a:pt x="111743" y="22896"/>
                  </a:lnTo>
                  <a:lnTo>
                    <a:pt x="113846" y="22767"/>
                  </a:lnTo>
                  <a:lnTo>
                    <a:pt x="115923" y="22637"/>
                  </a:lnTo>
                  <a:lnTo>
                    <a:pt x="117936" y="22508"/>
                  </a:lnTo>
                  <a:lnTo>
                    <a:pt x="119850" y="22379"/>
                  </a:lnTo>
                  <a:lnTo>
                    <a:pt x="121640" y="22249"/>
                  </a:lnTo>
                  <a:lnTo>
                    <a:pt x="123285" y="22120"/>
                  </a:lnTo>
                  <a:lnTo>
                    <a:pt x="124768" y="21991"/>
                  </a:lnTo>
                  <a:lnTo>
                    <a:pt x="126066" y="21861"/>
                  </a:lnTo>
                  <a:lnTo>
                    <a:pt x="127177" y="21732"/>
                  </a:lnTo>
                  <a:lnTo>
                    <a:pt x="128117" y="21603"/>
                  </a:lnTo>
                  <a:lnTo>
                    <a:pt x="128890" y="21473"/>
                  </a:lnTo>
                  <a:lnTo>
                    <a:pt x="129503" y="21344"/>
                  </a:lnTo>
                  <a:lnTo>
                    <a:pt x="129962" y="21214"/>
                  </a:lnTo>
                  <a:lnTo>
                    <a:pt x="130274" y="21085"/>
                  </a:lnTo>
                  <a:lnTo>
                    <a:pt x="130447" y="20956"/>
                  </a:lnTo>
                  <a:lnTo>
                    <a:pt x="130469" y="20826"/>
                  </a:lnTo>
                  <a:lnTo>
                    <a:pt x="130357" y="20697"/>
                  </a:lnTo>
                  <a:lnTo>
                    <a:pt x="130121" y="20568"/>
                  </a:lnTo>
                  <a:lnTo>
                    <a:pt x="129763" y="20438"/>
                  </a:lnTo>
                  <a:lnTo>
                    <a:pt x="129286" y="20309"/>
                  </a:lnTo>
                  <a:lnTo>
                    <a:pt x="128693" y="20180"/>
                  </a:lnTo>
                  <a:lnTo>
                    <a:pt x="127987" y="20050"/>
                  </a:lnTo>
                  <a:lnTo>
                    <a:pt x="127172" y="19921"/>
                  </a:lnTo>
                  <a:lnTo>
                    <a:pt x="126243" y="19791"/>
                  </a:lnTo>
                  <a:lnTo>
                    <a:pt x="125226" y="19662"/>
                  </a:lnTo>
                  <a:lnTo>
                    <a:pt x="124138" y="19533"/>
                  </a:lnTo>
                  <a:lnTo>
                    <a:pt x="122996" y="19403"/>
                  </a:lnTo>
                  <a:lnTo>
                    <a:pt x="121820" y="19274"/>
                  </a:lnTo>
                  <a:lnTo>
                    <a:pt x="120635" y="19145"/>
                  </a:lnTo>
                  <a:lnTo>
                    <a:pt x="119466" y="19015"/>
                  </a:lnTo>
                  <a:lnTo>
                    <a:pt x="118344" y="18886"/>
                  </a:lnTo>
                  <a:lnTo>
                    <a:pt x="117313" y="18757"/>
                  </a:lnTo>
                  <a:lnTo>
                    <a:pt x="116395" y="18627"/>
                  </a:lnTo>
                  <a:lnTo>
                    <a:pt x="115616" y="18498"/>
                  </a:lnTo>
                  <a:lnTo>
                    <a:pt x="114999" y="18369"/>
                  </a:lnTo>
                  <a:lnTo>
                    <a:pt x="114561" y="18239"/>
                  </a:lnTo>
                  <a:lnTo>
                    <a:pt x="114318" y="18110"/>
                  </a:lnTo>
                  <a:lnTo>
                    <a:pt x="114277" y="17980"/>
                  </a:lnTo>
                  <a:lnTo>
                    <a:pt x="114452" y="17851"/>
                  </a:lnTo>
                  <a:lnTo>
                    <a:pt x="114847" y="17722"/>
                  </a:lnTo>
                  <a:lnTo>
                    <a:pt x="115427" y="17592"/>
                  </a:lnTo>
                  <a:lnTo>
                    <a:pt x="116171" y="17463"/>
                  </a:lnTo>
                  <a:lnTo>
                    <a:pt x="117059" y="17334"/>
                  </a:lnTo>
                  <a:lnTo>
                    <a:pt x="118064" y="17204"/>
                  </a:lnTo>
                  <a:lnTo>
                    <a:pt x="119159" y="17075"/>
                  </a:lnTo>
                  <a:lnTo>
                    <a:pt x="120316" y="16946"/>
                  </a:lnTo>
                  <a:lnTo>
                    <a:pt x="121507" y="16816"/>
                  </a:lnTo>
                  <a:lnTo>
                    <a:pt x="122696" y="16687"/>
                  </a:lnTo>
                  <a:lnTo>
                    <a:pt x="123857" y="16558"/>
                  </a:lnTo>
                  <a:lnTo>
                    <a:pt x="124972" y="16428"/>
                  </a:lnTo>
                  <a:lnTo>
                    <a:pt x="126023" y="16299"/>
                  </a:lnTo>
                  <a:lnTo>
                    <a:pt x="126997" y="16169"/>
                  </a:lnTo>
                  <a:lnTo>
                    <a:pt x="127886" y="16040"/>
                  </a:lnTo>
                  <a:lnTo>
                    <a:pt x="128682" y="15911"/>
                  </a:lnTo>
                  <a:lnTo>
                    <a:pt x="129373" y="15781"/>
                  </a:lnTo>
                  <a:lnTo>
                    <a:pt x="129965" y="15652"/>
                  </a:lnTo>
                  <a:lnTo>
                    <a:pt x="130466" y="15523"/>
                  </a:lnTo>
                  <a:lnTo>
                    <a:pt x="130881" y="15393"/>
                  </a:lnTo>
                  <a:lnTo>
                    <a:pt x="131216" y="15264"/>
                  </a:lnTo>
                  <a:lnTo>
                    <a:pt x="131475" y="15135"/>
                  </a:lnTo>
                  <a:lnTo>
                    <a:pt x="131665" y="15005"/>
                  </a:lnTo>
                  <a:lnTo>
                    <a:pt x="131791" y="14876"/>
                  </a:lnTo>
                  <a:lnTo>
                    <a:pt x="131849" y="14746"/>
                  </a:lnTo>
                  <a:lnTo>
                    <a:pt x="131854" y="14617"/>
                  </a:lnTo>
                  <a:lnTo>
                    <a:pt x="131810" y="14488"/>
                  </a:lnTo>
                  <a:lnTo>
                    <a:pt x="131720" y="14358"/>
                  </a:lnTo>
                  <a:lnTo>
                    <a:pt x="131587" y="14229"/>
                  </a:lnTo>
                  <a:lnTo>
                    <a:pt x="131414" y="14100"/>
                  </a:lnTo>
                  <a:lnTo>
                    <a:pt x="131203" y="13970"/>
                  </a:lnTo>
                  <a:lnTo>
                    <a:pt x="130956" y="13841"/>
                  </a:lnTo>
                  <a:lnTo>
                    <a:pt x="130675" y="13712"/>
                  </a:lnTo>
                  <a:lnTo>
                    <a:pt x="130369" y="13582"/>
                  </a:lnTo>
                  <a:lnTo>
                    <a:pt x="130043" y="13453"/>
                  </a:lnTo>
                  <a:lnTo>
                    <a:pt x="129703" y="13324"/>
                  </a:lnTo>
                  <a:lnTo>
                    <a:pt x="129357" y="13194"/>
                  </a:lnTo>
                  <a:lnTo>
                    <a:pt x="129011" y="13065"/>
                  </a:lnTo>
                  <a:lnTo>
                    <a:pt x="128675" y="12935"/>
                  </a:lnTo>
                  <a:lnTo>
                    <a:pt x="128358" y="12806"/>
                  </a:lnTo>
                  <a:lnTo>
                    <a:pt x="128072" y="12677"/>
                  </a:lnTo>
                  <a:lnTo>
                    <a:pt x="127824" y="12547"/>
                  </a:lnTo>
                  <a:lnTo>
                    <a:pt x="127621" y="12418"/>
                  </a:lnTo>
                  <a:lnTo>
                    <a:pt x="127468" y="12289"/>
                  </a:lnTo>
                  <a:lnTo>
                    <a:pt x="127371" y="12159"/>
                  </a:lnTo>
                  <a:lnTo>
                    <a:pt x="127333" y="12030"/>
                  </a:lnTo>
                  <a:lnTo>
                    <a:pt x="127354" y="11901"/>
                  </a:lnTo>
                  <a:lnTo>
                    <a:pt x="127439" y="11771"/>
                  </a:lnTo>
                  <a:lnTo>
                    <a:pt x="127587" y="11642"/>
                  </a:lnTo>
                  <a:lnTo>
                    <a:pt x="127785" y="11512"/>
                  </a:lnTo>
                  <a:lnTo>
                    <a:pt x="128028" y="11383"/>
                  </a:lnTo>
                  <a:lnTo>
                    <a:pt x="128309" y="11254"/>
                  </a:lnTo>
                  <a:lnTo>
                    <a:pt x="128620" y="11124"/>
                  </a:lnTo>
                  <a:lnTo>
                    <a:pt x="128953" y="10995"/>
                  </a:lnTo>
                  <a:lnTo>
                    <a:pt x="129300" y="10866"/>
                  </a:lnTo>
                  <a:lnTo>
                    <a:pt x="129651" y="10736"/>
                  </a:lnTo>
                  <a:lnTo>
                    <a:pt x="129998" y="10607"/>
                  </a:lnTo>
                  <a:lnTo>
                    <a:pt x="130333" y="10478"/>
                  </a:lnTo>
                  <a:lnTo>
                    <a:pt x="130652" y="10348"/>
                  </a:lnTo>
                  <a:lnTo>
                    <a:pt x="130950" y="10219"/>
                  </a:lnTo>
                  <a:lnTo>
                    <a:pt x="131224" y="10090"/>
                  </a:lnTo>
                  <a:lnTo>
                    <a:pt x="131473" y="9960"/>
                  </a:lnTo>
                  <a:lnTo>
                    <a:pt x="131695" y="9831"/>
                  </a:lnTo>
                  <a:lnTo>
                    <a:pt x="131887" y="9701"/>
                  </a:lnTo>
                  <a:lnTo>
                    <a:pt x="132052" y="9572"/>
                  </a:lnTo>
                  <a:lnTo>
                    <a:pt x="132193" y="9443"/>
                  </a:lnTo>
                  <a:lnTo>
                    <a:pt x="132312" y="9313"/>
                  </a:lnTo>
                  <a:lnTo>
                    <a:pt x="132411" y="9184"/>
                  </a:lnTo>
                  <a:lnTo>
                    <a:pt x="132492" y="9055"/>
                  </a:lnTo>
                  <a:lnTo>
                    <a:pt x="132558" y="8925"/>
                  </a:lnTo>
                  <a:lnTo>
                    <a:pt x="132610" y="8796"/>
                  </a:lnTo>
                  <a:lnTo>
                    <a:pt x="132650" y="8667"/>
                  </a:lnTo>
                  <a:lnTo>
                    <a:pt x="132681" y="8537"/>
                  </a:lnTo>
                  <a:lnTo>
                    <a:pt x="132705" y="8408"/>
                  </a:lnTo>
                  <a:lnTo>
                    <a:pt x="132723" y="8279"/>
                  </a:lnTo>
                  <a:lnTo>
                    <a:pt x="132737" y="8149"/>
                  </a:lnTo>
                  <a:lnTo>
                    <a:pt x="132747" y="8020"/>
                  </a:lnTo>
                  <a:lnTo>
                    <a:pt x="132755" y="7890"/>
                  </a:lnTo>
                  <a:lnTo>
                    <a:pt x="132760" y="7761"/>
                  </a:lnTo>
                  <a:lnTo>
                    <a:pt x="132764" y="7632"/>
                  </a:lnTo>
                  <a:lnTo>
                    <a:pt x="132766" y="7502"/>
                  </a:lnTo>
                  <a:lnTo>
                    <a:pt x="132768" y="7373"/>
                  </a:lnTo>
                  <a:lnTo>
                    <a:pt x="132769" y="7244"/>
                  </a:lnTo>
                  <a:lnTo>
                    <a:pt x="132770" y="7114"/>
                  </a:lnTo>
                  <a:lnTo>
                    <a:pt x="132771" y="6985"/>
                  </a:lnTo>
                  <a:lnTo>
                    <a:pt x="132771" y="6856"/>
                  </a:lnTo>
                  <a:lnTo>
                    <a:pt x="132771" y="6726"/>
                  </a:lnTo>
                  <a:lnTo>
                    <a:pt x="132772" y="6597"/>
                  </a:lnTo>
                  <a:lnTo>
                    <a:pt x="132772" y="6467"/>
                  </a:lnTo>
                  <a:lnTo>
                    <a:pt x="132772" y="6338"/>
                  </a:lnTo>
                  <a:lnTo>
                    <a:pt x="132772" y="6209"/>
                  </a:lnTo>
                  <a:lnTo>
                    <a:pt x="132772" y="6079"/>
                  </a:lnTo>
                  <a:lnTo>
                    <a:pt x="132772" y="5950"/>
                  </a:lnTo>
                  <a:lnTo>
                    <a:pt x="132772" y="5821"/>
                  </a:lnTo>
                  <a:lnTo>
                    <a:pt x="132772" y="5691"/>
                  </a:lnTo>
                  <a:lnTo>
                    <a:pt x="132772" y="5562"/>
                  </a:lnTo>
                  <a:lnTo>
                    <a:pt x="132772" y="5433"/>
                  </a:lnTo>
                  <a:lnTo>
                    <a:pt x="132772" y="5303"/>
                  </a:lnTo>
                  <a:lnTo>
                    <a:pt x="132771" y="5174"/>
                  </a:lnTo>
                  <a:lnTo>
                    <a:pt x="132771" y="5045"/>
                  </a:lnTo>
                  <a:lnTo>
                    <a:pt x="132771" y="4915"/>
                  </a:lnTo>
                  <a:lnTo>
                    <a:pt x="132770" y="4786"/>
                  </a:lnTo>
                  <a:lnTo>
                    <a:pt x="132769" y="4656"/>
                  </a:lnTo>
                  <a:lnTo>
                    <a:pt x="132768" y="4527"/>
                  </a:lnTo>
                  <a:lnTo>
                    <a:pt x="132766" y="4398"/>
                  </a:lnTo>
                  <a:lnTo>
                    <a:pt x="132763" y="4268"/>
                  </a:lnTo>
                  <a:lnTo>
                    <a:pt x="132759" y="4139"/>
                  </a:lnTo>
                  <a:lnTo>
                    <a:pt x="132753" y="4010"/>
                  </a:lnTo>
                  <a:lnTo>
                    <a:pt x="132745" y="3880"/>
                  </a:lnTo>
                  <a:lnTo>
                    <a:pt x="132735" y="3751"/>
                  </a:lnTo>
                  <a:lnTo>
                    <a:pt x="132721" y="3622"/>
                  </a:lnTo>
                  <a:lnTo>
                    <a:pt x="132701" y="3492"/>
                  </a:lnTo>
                  <a:lnTo>
                    <a:pt x="132677" y="3363"/>
                  </a:lnTo>
                  <a:lnTo>
                    <a:pt x="132645" y="3233"/>
                  </a:lnTo>
                  <a:lnTo>
                    <a:pt x="132604" y="3104"/>
                  </a:lnTo>
                  <a:lnTo>
                    <a:pt x="132553" y="2975"/>
                  </a:lnTo>
                  <a:lnTo>
                    <a:pt x="132491" y="2845"/>
                  </a:lnTo>
                  <a:lnTo>
                    <a:pt x="132414" y="2716"/>
                  </a:lnTo>
                  <a:lnTo>
                    <a:pt x="132319" y="2587"/>
                  </a:lnTo>
                  <a:lnTo>
                    <a:pt x="132207" y="2457"/>
                  </a:lnTo>
                  <a:lnTo>
                    <a:pt x="132075" y="2328"/>
                  </a:lnTo>
                  <a:lnTo>
                    <a:pt x="131922" y="2199"/>
                  </a:lnTo>
                  <a:lnTo>
                    <a:pt x="131748" y="2069"/>
                  </a:lnTo>
                  <a:lnTo>
                    <a:pt x="131553" y="1940"/>
                  </a:lnTo>
                  <a:lnTo>
                    <a:pt x="131337" y="1811"/>
                  </a:lnTo>
                  <a:lnTo>
                    <a:pt x="131100" y="1681"/>
                  </a:lnTo>
                  <a:lnTo>
                    <a:pt x="130845" y="1552"/>
                  </a:lnTo>
                  <a:lnTo>
                    <a:pt x="130577" y="1422"/>
                  </a:lnTo>
                  <a:lnTo>
                    <a:pt x="130300" y="1293"/>
                  </a:lnTo>
                  <a:lnTo>
                    <a:pt x="130020" y="1164"/>
                  </a:lnTo>
                  <a:lnTo>
                    <a:pt x="129742" y="1034"/>
                  </a:lnTo>
                  <a:lnTo>
                    <a:pt x="129474" y="905"/>
                  </a:lnTo>
                  <a:lnTo>
                    <a:pt x="129221" y="776"/>
                  </a:lnTo>
                  <a:lnTo>
                    <a:pt x="128992" y="646"/>
                  </a:lnTo>
                  <a:lnTo>
                    <a:pt x="128797" y="517"/>
                  </a:lnTo>
                  <a:lnTo>
                    <a:pt x="128638" y="388"/>
                  </a:lnTo>
                  <a:lnTo>
                    <a:pt x="128520" y="258"/>
                  </a:lnTo>
                  <a:lnTo>
                    <a:pt x="128448" y="129"/>
                  </a:lnTo>
                  <a:lnTo>
                    <a:pt x="128422" y="0"/>
                  </a:lnTo>
                  <a:lnTo>
                    <a:pt x="137122" y="0"/>
                  </a:lnTo>
                  <a:lnTo>
                    <a:pt x="137096" y="129"/>
                  </a:lnTo>
                  <a:lnTo>
                    <a:pt x="137023" y="258"/>
                  </a:lnTo>
                  <a:lnTo>
                    <a:pt x="136906" y="388"/>
                  </a:lnTo>
                  <a:lnTo>
                    <a:pt x="136747" y="517"/>
                  </a:lnTo>
                  <a:lnTo>
                    <a:pt x="136552" y="646"/>
                  </a:lnTo>
                  <a:lnTo>
                    <a:pt x="136323" y="776"/>
                  </a:lnTo>
                  <a:lnTo>
                    <a:pt x="136070" y="905"/>
                  </a:lnTo>
                  <a:lnTo>
                    <a:pt x="135801" y="1034"/>
                  </a:lnTo>
                  <a:lnTo>
                    <a:pt x="135524" y="1164"/>
                  </a:lnTo>
                  <a:lnTo>
                    <a:pt x="135244" y="1293"/>
                  </a:lnTo>
                  <a:lnTo>
                    <a:pt x="134967" y="1422"/>
                  </a:lnTo>
                  <a:lnTo>
                    <a:pt x="134699" y="1552"/>
                  </a:lnTo>
                  <a:lnTo>
                    <a:pt x="134444" y="1681"/>
                  </a:lnTo>
                  <a:lnTo>
                    <a:pt x="134207" y="1811"/>
                  </a:lnTo>
                  <a:lnTo>
                    <a:pt x="133991" y="1940"/>
                  </a:lnTo>
                  <a:lnTo>
                    <a:pt x="133796" y="2069"/>
                  </a:lnTo>
                  <a:lnTo>
                    <a:pt x="133622" y="2199"/>
                  </a:lnTo>
                  <a:lnTo>
                    <a:pt x="133469" y="2328"/>
                  </a:lnTo>
                  <a:lnTo>
                    <a:pt x="133337" y="2457"/>
                  </a:lnTo>
                  <a:lnTo>
                    <a:pt x="133224" y="2587"/>
                  </a:lnTo>
                  <a:lnTo>
                    <a:pt x="133130" y="2716"/>
                  </a:lnTo>
                  <a:lnTo>
                    <a:pt x="133053" y="2845"/>
                  </a:lnTo>
                  <a:lnTo>
                    <a:pt x="132990" y="2975"/>
                  </a:lnTo>
                  <a:lnTo>
                    <a:pt x="132940" y="3104"/>
                  </a:lnTo>
                  <a:lnTo>
                    <a:pt x="132899" y="3233"/>
                  </a:lnTo>
                  <a:lnTo>
                    <a:pt x="132867" y="3363"/>
                  </a:lnTo>
                  <a:lnTo>
                    <a:pt x="132842" y="3492"/>
                  </a:lnTo>
                  <a:lnTo>
                    <a:pt x="132823" y="3622"/>
                  </a:lnTo>
                  <a:lnTo>
                    <a:pt x="132809" y="3751"/>
                  </a:lnTo>
                  <a:lnTo>
                    <a:pt x="132799" y="3880"/>
                  </a:lnTo>
                  <a:lnTo>
                    <a:pt x="132791" y="4010"/>
                  </a:lnTo>
                  <a:lnTo>
                    <a:pt x="132785" y="4139"/>
                  </a:lnTo>
                  <a:lnTo>
                    <a:pt x="132781" y="4268"/>
                  </a:lnTo>
                  <a:lnTo>
                    <a:pt x="132778" y="4398"/>
                  </a:lnTo>
                  <a:lnTo>
                    <a:pt x="132776" y="4527"/>
                  </a:lnTo>
                  <a:lnTo>
                    <a:pt x="132775" y="4656"/>
                  </a:lnTo>
                  <a:lnTo>
                    <a:pt x="132774" y="4786"/>
                  </a:lnTo>
                  <a:lnTo>
                    <a:pt x="132773" y="4915"/>
                  </a:lnTo>
                  <a:lnTo>
                    <a:pt x="132773" y="5045"/>
                  </a:lnTo>
                  <a:lnTo>
                    <a:pt x="132772" y="5174"/>
                  </a:lnTo>
                  <a:lnTo>
                    <a:pt x="132772" y="5303"/>
                  </a:lnTo>
                  <a:lnTo>
                    <a:pt x="132772" y="5433"/>
                  </a:lnTo>
                  <a:lnTo>
                    <a:pt x="132772" y="5562"/>
                  </a:lnTo>
                  <a:lnTo>
                    <a:pt x="132772" y="5691"/>
                  </a:lnTo>
                  <a:lnTo>
                    <a:pt x="132772" y="5821"/>
                  </a:lnTo>
                  <a:lnTo>
                    <a:pt x="132772" y="5950"/>
                  </a:lnTo>
                  <a:lnTo>
                    <a:pt x="132772" y="6079"/>
                  </a:lnTo>
                  <a:lnTo>
                    <a:pt x="132772" y="6209"/>
                  </a:lnTo>
                  <a:lnTo>
                    <a:pt x="132772" y="6338"/>
                  </a:lnTo>
                  <a:lnTo>
                    <a:pt x="132772" y="6467"/>
                  </a:lnTo>
                  <a:lnTo>
                    <a:pt x="132772" y="6597"/>
                  </a:lnTo>
                  <a:lnTo>
                    <a:pt x="132772" y="6726"/>
                  </a:lnTo>
                  <a:lnTo>
                    <a:pt x="132773" y="6856"/>
                  </a:lnTo>
                  <a:lnTo>
                    <a:pt x="132773" y="6985"/>
                  </a:lnTo>
                  <a:lnTo>
                    <a:pt x="132774" y="7114"/>
                  </a:lnTo>
                  <a:lnTo>
                    <a:pt x="132774" y="7244"/>
                  </a:lnTo>
                  <a:lnTo>
                    <a:pt x="132776" y="7373"/>
                  </a:lnTo>
                  <a:lnTo>
                    <a:pt x="132777" y="7502"/>
                  </a:lnTo>
                  <a:lnTo>
                    <a:pt x="132780" y="7632"/>
                  </a:lnTo>
                  <a:lnTo>
                    <a:pt x="132784" y="7761"/>
                  </a:lnTo>
                  <a:lnTo>
                    <a:pt x="132789" y="7890"/>
                  </a:lnTo>
                  <a:lnTo>
                    <a:pt x="132796" y="8020"/>
                  </a:lnTo>
                  <a:lnTo>
                    <a:pt x="132807" y="8149"/>
                  </a:lnTo>
                  <a:lnTo>
                    <a:pt x="132820" y="8279"/>
                  </a:lnTo>
                  <a:lnTo>
                    <a:pt x="132839" y="8408"/>
                  </a:lnTo>
                  <a:lnTo>
                    <a:pt x="132863" y="8537"/>
                  </a:lnTo>
                  <a:lnTo>
                    <a:pt x="132894" y="8667"/>
                  </a:lnTo>
                  <a:lnTo>
                    <a:pt x="132933" y="8796"/>
                  </a:lnTo>
                  <a:lnTo>
                    <a:pt x="132986" y="8925"/>
                  </a:lnTo>
                  <a:lnTo>
                    <a:pt x="133052" y="9055"/>
                  </a:lnTo>
                  <a:lnTo>
                    <a:pt x="133133" y="9184"/>
                  </a:lnTo>
                  <a:lnTo>
                    <a:pt x="133232" y="9313"/>
                  </a:lnTo>
                  <a:lnTo>
                    <a:pt x="133351" y="9443"/>
                  </a:lnTo>
                  <a:lnTo>
                    <a:pt x="133492" y="9572"/>
                  </a:lnTo>
                  <a:lnTo>
                    <a:pt x="133657" y="9701"/>
                  </a:lnTo>
                  <a:lnTo>
                    <a:pt x="133849" y="9831"/>
                  </a:lnTo>
                  <a:lnTo>
                    <a:pt x="134071" y="9960"/>
                  </a:lnTo>
                  <a:lnTo>
                    <a:pt x="134320" y="10090"/>
                  </a:lnTo>
                  <a:lnTo>
                    <a:pt x="134594" y="10219"/>
                  </a:lnTo>
                  <a:lnTo>
                    <a:pt x="134892" y="10348"/>
                  </a:lnTo>
                  <a:lnTo>
                    <a:pt x="135211" y="10478"/>
                  </a:lnTo>
                  <a:lnTo>
                    <a:pt x="135546" y="10607"/>
                  </a:lnTo>
                  <a:lnTo>
                    <a:pt x="135893" y="10736"/>
                  </a:lnTo>
                  <a:lnTo>
                    <a:pt x="136244" y="10866"/>
                  </a:lnTo>
                  <a:lnTo>
                    <a:pt x="136590" y="10995"/>
                  </a:lnTo>
                  <a:lnTo>
                    <a:pt x="136923" y="11124"/>
                  </a:lnTo>
                  <a:lnTo>
                    <a:pt x="137235" y="11254"/>
                  </a:lnTo>
                  <a:lnTo>
                    <a:pt x="137516" y="11383"/>
                  </a:lnTo>
                  <a:lnTo>
                    <a:pt x="137759" y="11512"/>
                  </a:lnTo>
                  <a:lnTo>
                    <a:pt x="137957" y="11642"/>
                  </a:lnTo>
                  <a:lnTo>
                    <a:pt x="138104" y="11771"/>
                  </a:lnTo>
                  <a:lnTo>
                    <a:pt x="138190" y="11901"/>
                  </a:lnTo>
                  <a:lnTo>
                    <a:pt x="138211" y="12030"/>
                  </a:lnTo>
                  <a:lnTo>
                    <a:pt x="138173" y="12159"/>
                  </a:lnTo>
                  <a:lnTo>
                    <a:pt x="138076" y="12289"/>
                  </a:lnTo>
                  <a:lnTo>
                    <a:pt x="137923" y="12418"/>
                  </a:lnTo>
                  <a:lnTo>
                    <a:pt x="137720" y="12547"/>
                  </a:lnTo>
                  <a:lnTo>
                    <a:pt x="137472" y="12677"/>
                  </a:lnTo>
                  <a:lnTo>
                    <a:pt x="137186" y="12806"/>
                  </a:lnTo>
                  <a:lnTo>
                    <a:pt x="136869" y="12935"/>
                  </a:lnTo>
                  <a:lnTo>
                    <a:pt x="136532" y="13065"/>
                  </a:lnTo>
                  <a:lnTo>
                    <a:pt x="136187" y="13194"/>
                  </a:lnTo>
                  <a:lnTo>
                    <a:pt x="135841" y="13324"/>
                  </a:lnTo>
                  <a:lnTo>
                    <a:pt x="135501" y="13453"/>
                  </a:lnTo>
                  <a:lnTo>
                    <a:pt x="135175" y="13582"/>
                  </a:lnTo>
                  <a:lnTo>
                    <a:pt x="134869" y="13712"/>
                  </a:lnTo>
                  <a:lnTo>
                    <a:pt x="134587" y="13841"/>
                  </a:lnTo>
                  <a:lnTo>
                    <a:pt x="134341" y="13970"/>
                  </a:lnTo>
                  <a:lnTo>
                    <a:pt x="134130" y="14100"/>
                  </a:lnTo>
                  <a:lnTo>
                    <a:pt x="133957" y="14229"/>
                  </a:lnTo>
                  <a:lnTo>
                    <a:pt x="133824" y="14358"/>
                  </a:lnTo>
                  <a:lnTo>
                    <a:pt x="133733" y="14488"/>
                  </a:lnTo>
                  <a:lnTo>
                    <a:pt x="133689" y="14617"/>
                  </a:lnTo>
                  <a:lnTo>
                    <a:pt x="133694" y="14746"/>
                  </a:lnTo>
                  <a:lnTo>
                    <a:pt x="133753" y="14876"/>
                  </a:lnTo>
                  <a:lnTo>
                    <a:pt x="133879" y="15005"/>
                  </a:lnTo>
                  <a:lnTo>
                    <a:pt x="134069" y="15135"/>
                  </a:lnTo>
                  <a:lnTo>
                    <a:pt x="134328" y="15264"/>
                  </a:lnTo>
                  <a:lnTo>
                    <a:pt x="134662" y="15393"/>
                  </a:lnTo>
                  <a:lnTo>
                    <a:pt x="135078" y="15523"/>
                  </a:lnTo>
                  <a:lnTo>
                    <a:pt x="135579" y="15652"/>
                  </a:lnTo>
                  <a:lnTo>
                    <a:pt x="136171" y="15781"/>
                  </a:lnTo>
                  <a:lnTo>
                    <a:pt x="136862" y="15911"/>
                  </a:lnTo>
                  <a:lnTo>
                    <a:pt x="137658" y="16040"/>
                  </a:lnTo>
                  <a:lnTo>
                    <a:pt x="138547" y="16169"/>
                  </a:lnTo>
                  <a:lnTo>
                    <a:pt x="139521" y="16299"/>
                  </a:lnTo>
                  <a:lnTo>
                    <a:pt x="140572" y="16428"/>
                  </a:lnTo>
                  <a:lnTo>
                    <a:pt x="141687" y="16558"/>
                  </a:lnTo>
                  <a:lnTo>
                    <a:pt x="142848" y="16687"/>
                  </a:lnTo>
                  <a:lnTo>
                    <a:pt x="144037" y="16816"/>
                  </a:lnTo>
                  <a:lnTo>
                    <a:pt x="145227" y="16946"/>
                  </a:lnTo>
                  <a:lnTo>
                    <a:pt x="146384" y="17075"/>
                  </a:lnTo>
                  <a:lnTo>
                    <a:pt x="147480" y="17204"/>
                  </a:lnTo>
                  <a:lnTo>
                    <a:pt x="148485" y="17334"/>
                  </a:lnTo>
                  <a:lnTo>
                    <a:pt x="149372" y="17463"/>
                  </a:lnTo>
                  <a:lnTo>
                    <a:pt x="150117" y="17592"/>
                  </a:lnTo>
                  <a:lnTo>
                    <a:pt x="150696" y="17722"/>
                  </a:lnTo>
                  <a:lnTo>
                    <a:pt x="151092" y="17851"/>
                  </a:lnTo>
                  <a:lnTo>
                    <a:pt x="151267" y="17980"/>
                  </a:lnTo>
                  <a:lnTo>
                    <a:pt x="151226" y="18110"/>
                  </a:lnTo>
                  <a:lnTo>
                    <a:pt x="150983" y="18239"/>
                  </a:lnTo>
                  <a:lnTo>
                    <a:pt x="150545" y="18369"/>
                  </a:lnTo>
                  <a:lnTo>
                    <a:pt x="149928" y="18498"/>
                  </a:lnTo>
                  <a:lnTo>
                    <a:pt x="149149" y="18627"/>
                  </a:lnTo>
                  <a:lnTo>
                    <a:pt x="148231" y="18757"/>
                  </a:lnTo>
                  <a:lnTo>
                    <a:pt x="147200" y="18886"/>
                  </a:lnTo>
                  <a:lnTo>
                    <a:pt x="146078" y="19015"/>
                  </a:lnTo>
                  <a:lnTo>
                    <a:pt x="144909" y="19145"/>
                  </a:lnTo>
                  <a:lnTo>
                    <a:pt x="143724" y="19274"/>
                  </a:lnTo>
                  <a:lnTo>
                    <a:pt x="142548" y="19403"/>
                  </a:lnTo>
                  <a:lnTo>
                    <a:pt x="141406" y="19533"/>
                  </a:lnTo>
                  <a:lnTo>
                    <a:pt x="140318" y="19662"/>
                  </a:lnTo>
                  <a:lnTo>
                    <a:pt x="139301" y="19791"/>
                  </a:lnTo>
                  <a:lnTo>
                    <a:pt x="138372" y="19921"/>
                  </a:lnTo>
                  <a:lnTo>
                    <a:pt x="137557" y="20050"/>
                  </a:lnTo>
                  <a:lnTo>
                    <a:pt x="136851" y="20180"/>
                  </a:lnTo>
                  <a:lnTo>
                    <a:pt x="136258" y="20309"/>
                  </a:lnTo>
                  <a:lnTo>
                    <a:pt x="135781" y="20438"/>
                  </a:lnTo>
                  <a:lnTo>
                    <a:pt x="135423" y="20568"/>
                  </a:lnTo>
                  <a:lnTo>
                    <a:pt x="135187" y="20697"/>
                  </a:lnTo>
                  <a:lnTo>
                    <a:pt x="135075" y="20826"/>
                  </a:lnTo>
                  <a:lnTo>
                    <a:pt x="135097" y="20956"/>
                  </a:lnTo>
                  <a:lnTo>
                    <a:pt x="135269" y="21085"/>
                  </a:lnTo>
                  <a:lnTo>
                    <a:pt x="135582" y="21214"/>
                  </a:lnTo>
                  <a:lnTo>
                    <a:pt x="136041" y="21344"/>
                  </a:lnTo>
                  <a:lnTo>
                    <a:pt x="136654" y="21473"/>
                  </a:lnTo>
                  <a:lnTo>
                    <a:pt x="137427" y="21603"/>
                  </a:lnTo>
                  <a:lnTo>
                    <a:pt x="138367" y="21732"/>
                  </a:lnTo>
                  <a:lnTo>
                    <a:pt x="139478" y="21861"/>
                  </a:lnTo>
                  <a:lnTo>
                    <a:pt x="140775" y="21991"/>
                  </a:lnTo>
                  <a:lnTo>
                    <a:pt x="142259" y="22120"/>
                  </a:lnTo>
                  <a:lnTo>
                    <a:pt x="143903" y="22249"/>
                  </a:lnTo>
                  <a:lnTo>
                    <a:pt x="145693" y="22379"/>
                  </a:lnTo>
                  <a:lnTo>
                    <a:pt x="147608" y="22508"/>
                  </a:lnTo>
                  <a:lnTo>
                    <a:pt x="149620" y="22637"/>
                  </a:lnTo>
                  <a:lnTo>
                    <a:pt x="151698" y="22767"/>
                  </a:lnTo>
                  <a:lnTo>
                    <a:pt x="153801" y="22896"/>
                  </a:lnTo>
                  <a:lnTo>
                    <a:pt x="155877" y="23025"/>
                  </a:lnTo>
                  <a:lnTo>
                    <a:pt x="157865" y="23155"/>
                  </a:lnTo>
                  <a:lnTo>
                    <a:pt x="159716" y="23284"/>
                  </a:lnTo>
                  <a:lnTo>
                    <a:pt x="161380" y="23414"/>
                  </a:lnTo>
                  <a:lnTo>
                    <a:pt x="162811" y="23543"/>
                  </a:lnTo>
                  <a:lnTo>
                    <a:pt x="163967" y="23672"/>
                  </a:lnTo>
                  <a:lnTo>
                    <a:pt x="164812" y="23802"/>
                  </a:lnTo>
                  <a:lnTo>
                    <a:pt x="165320" y="23931"/>
                  </a:lnTo>
                  <a:lnTo>
                    <a:pt x="165421" y="24060"/>
                  </a:lnTo>
                  <a:lnTo>
                    <a:pt x="165150" y="24190"/>
                  </a:lnTo>
                  <a:lnTo>
                    <a:pt x="164528" y="24319"/>
                  </a:lnTo>
                  <a:lnTo>
                    <a:pt x="163577" y="24448"/>
                  </a:lnTo>
                  <a:lnTo>
                    <a:pt x="162326" y="24578"/>
                  </a:lnTo>
                  <a:lnTo>
                    <a:pt x="160811" y="24707"/>
                  </a:lnTo>
                  <a:lnTo>
                    <a:pt x="159077" y="24837"/>
                  </a:lnTo>
                  <a:lnTo>
                    <a:pt x="157171" y="24966"/>
                  </a:lnTo>
                  <a:lnTo>
                    <a:pt x="155134" y="25095"/>
                  </a:lnTo>
                  <a:lnTo>
                    <a:pt x="153047" y="25225"/>
                  </a:lnTo>
                  <a:lnTo>
                    <a:pt x="150956" y="25354"/>
                  </a:lnTo>
                  <a:lnTo>
                    <a:pt x="148906" y="25483"/>
                  </a:lnTo>
                  <a:lnTo>
                    <a:pt x="146933" y="25613"/>
                  </a:lnTo>
                  <a:lnTo>
                    <a:pt x="145072" y="25742"/>
                  </a:lnTo>
                  <a:lnTo>
                    <a:pt x="143349" y="25871"/>
                  </a:lnTo>
                  <a:lnTo>
                    <a:pt x="141792" y="26001"/>
                  </a:lnTo>
                  <a:lnTo>
                    <a:pt x="140437" y="26130"/>
                  </a:lnTo>
                  <a:lnTo>
                    <a:pt x="139270" y="26259"/>
                  </a:lnTo>
                  <a:lnTo>
                    <a:pt x="138296" y="26389"/>
                  </a:lnTo>
                  <a:lnTo>
                    <a:pt x="137518" y="26518"/>
                  </a:lnTo>
                  <a:lnTo>
                    <a:pt x="136936" y="26648"/>
                  </a:lnTo>
                  <a:lnTo>
                    <a:pt x="136553" y="26777"/>
                  </a:lnTo>
                  <a:lnTo>
                    <a:pt x="136368" y="26906"/>
                  </a:lnTo>
                  <a:lnTo>
                    <a:pt x="136398" y="27036"/>
                  </a:lnTo>
                  <a:lnTo>
                    <a:pt x="136657" y="27165"/>
                  </a:lnTo>
                  <a:lnTo>
                    <a:pt x="137129" y="27294"/>
                  </a:lnTo>
                  <a:lnTo>
                    <a:pt x="137820" y="27424"/>
                  </a:lnTo>
                  <a:lnTo>
                    <a:pt x="138738" y="27553"/>
                  </a:lnTo>
                  <a:lnTo>
                    <a:pt x="139890" y="27682"/>
                  </a:lnTo>
                  <a:lnTo>
                    <a:pt x="141281" y="27812"/>
                  </a:lnTo>
                  <a:lnTo>
                    <a:pt x="142914" y="27941"/>
                  </a:lnTo>
                  <a:lnTo>
                    <a:pt x="144810" y="28070"/>
                  </a:lnTo>
                  <a:lnTo>
                    <a:pt x="146954" y="28200"/>
                  </a:lnTo>
                  <a:lnTo>
                    <a:pt x="149309" y="28329"/>
                  </a:lnTo>
                  <a:lnTo>
                    <a:pt x="151851" y="28459"/>
                  </a:lnTo>
                  <a:lnTo>
                    <a:pt x="154544" y="28588"/>
                  </a:lnTo>
                  <a:lnTo>
                    <a:pt x="157347" y="28717"/>
                  </a:lnTo>
                  <a:lnTo>
                    <a:pt x="160210" y="28847"/>
                  </a:lnTo>
                  <a:lnTo>
                    <a:pt x="163075" y="28976"/>
                  </a:lnTo>
                  <a:lnTo>
                    <a:pt x="165859" y="29105"/>
                  </a:lnTo>
                  <a:lnTo>
                    <a:pt x="168482" y="29235"/>
                  </a:lnTo>
                  <a:lnTo>
                    <a:pt x="170879" y="29364"/>
                  </a:lnTo>
                  <a:lnTo>
                    <a:pt x="172985" y="29493"/>
                  </a:lnTo>
                  <a:lnTo>
                    <a:pt x="174737" y="29623"/>
                  </a:lnTo>
                  <a:lnTo>
                    <a:pt x="176086" y="29752"/>
                  </a:lnTo>
                  <a:lnTo>
                    <a:pt x="176988" y="29882"/>
                  </a:lnTo>
                  <a:lnTo>
                    <a:pt x="177413" y="30011"/>
                  </a:lnTo>
                  <a:lnTo>
                    <a:pt x="177266" y="30140"/>
                  </a:lnTo>
                  <a:lnTo>
                    <a:pt x="176625" y="30270"/>
                  </a:lnTo>
                  <a:lnTo>
                    <a:pt x="175521" y="30399"/>
                  </a:lnTo>
                  <a:lnTo>
                    <a:pt x="173987" y="30528"/>
                  </a:lnTo>
                  <a:lnTo>
                    <a:pt x="172071" y="30658"/>
                  </a:lnTo>
                  <a:lnTo>
                    <a:pt x="169829" y="30787"/>
                  </a:lnTo>
                  <a:lnTo>
                    <a:pt x="167324" y="30916"/>
                  </a:lnTo>
                  <a:lnTo>
                    <a:pt x="164621" y="31046"/>
                  </a:lnTo>
                  <a:lnTo>
                    <a:pt x="161793" y="31175"/>
                  </a:lnTo>
                  <a:lnTo>
                    <a:pt x="158935" y="31304"/>
                  </a:lnTo>
                  <a:lnTo>
                    <a:pt x="156111" y="31434"/>
                  </a:lnTo>
                  <a:lnTo>
                    <a:pt x="153377" y="31563"/>
                  </a:lnTo>
                  <a:lnTo>
                    <a:pt x="150782" y="31693"/>
                  </a:lnTo>
                  <a:lnTo>
                    <a:pt x="148370" y="31822"/>
                  </a:lnTo>
                  <a:lnTo>
                    <a:pt x="146175" y="31951"/>
                  </a:lnTo>
                  <a:lnTo>
                    <a:pt x="144240" y="32081"/>
                  </a:lnTo>
                  <a:lnTo>
                    <a:pt x="142610" y="32210"/>
                  </a:lnTo>
                  <a:lnTo>
                    <a:pt x="141268" y="32339"/>
                  </a:lnTo>
                  <a:lnTo>
                    <a:pt x="140229" y="32469"/>
                  </a:lnTo>
                  <a:lnTo>
                    <a:pt x="139503" y="32598"/>
                  </a:lnTo>
                  <a:lnTo>
                    <a:pt x="139102" y="32727"/>
                  </a:lnTo>
                  <a:lnTo>
                    <a:pt x="139041" y="32857"/>
                  </a:lnTo>
                  <a:lnTo>
                    <a:pt x="139334" y="32986"/>
                  </a:lnTo>
                  <a:lnTo>
                    <a:pt x="140035" y="33116"/>
                  </a:lnTo>
                  <a:lnTo>
                    <a:pt x="141174" y="33245"/>
                  </a:lnTo>
                  <a:lnTo>
                    <a:pt x="142746" y="33374"/>
                  </a:lnTo>
                  <a:lnTo>
                    <a:pt x="144775" y="33504"/>
                  </a:lnTo>
                  <a:lnTo>
                    <a:pt x="147288" y="33633"/>
                  </a:lnTo>
                  <a:lnTo>
                    <a:pt x="150305" y="33762"/>
                  </a:lnTo>
                  <a:lnTo>
                    <a:pt x="153842" y="33892"/>
                  </a:lnTo>
                  <a:lnTo>
                    <a:pt x="157907" y="34021"/>
                  </a:lnTo>
                  <a:lnTo>
                    <a:pt x="162555" y="34150"/>
                  </a:lnTo>
                  <a:lnTo>
                    <a:pt x="167719" y="34280"/>
                  </a:lnTo>
                  <a:lnTo>
                    <a:pt x="173326" y="34409"/>
                  </a:lnTo>
                  <a:lnTo>
                    <a:pt x="179307" y="34538"/>
                  </a:lnTo>
                  <a:lnTo>
                    <a:pt x="185576" y="34668"/>
                  </a:lnTo>
                  <a:lnTo>
                    <a:pt x="192028" y="34797"/>
                  </a:lnTo>
                  <a:lnTo>
                    <a:pt x="198541" y="34927"/>
                  </a:lnTo>
                  <a:lnTo>
                    <a:pt x="204978" y="35056"/>
                  </a:lnTo>
                  <a:lnTo>
                    <a:pt x="211122" y="35185"/>
                  </a:lnTo>
                  <a:lnTo>
                    <a:pt x="216813" y="35315"/>
                  </a:lnTo>
                  <a:lnTo>
                    <a:pt x="221905" y="35444"/>
                  </a:lnTo>
                  <a:lnTo>
                    <a:pt x="226254" y="35573"/>
                  </a:lnTo>
                  <a:lnTo>
                    <a:pt x="229735" y="35703"/>
                  </a:lnTo>
                  <a:lnTo>
                    <a:pt x="232243" y="35832"/>
                  </a:lnTo>
                  <a:lnTo>
                    <a:pt x="233695" y="35961"/>
                  </a:lnTo>
                  <a:lnTo>
                    <a:pt x="234031" y="36091"/>
                  </a:lnTo>
                  <a:lnTo>
                    <a:pt x="233067" y="36220"/>
                  </a:lnTo>
                  <a:lnTo>
                    <a:pt x="231022" y="36349"/>
                  </a:lnTo>
                  <a:lnTo>
                    <a:pt x="227963" y="36479"/>
                  </a:lnTo>
                  <a:lnTo>
                    <a:pt x="223988" y="36608"/>
                  </a:lnTo>
                  <a:lnTo>
                    <a:pt x="219215" y="36738"/>
                  </a:lnTo>
                  <a:lnTo>
                    <a:pt x="213780" y="36867"/>
                  </a:lnTo>
                  <a:lnTo>
                    <a:pt x="207833" y="36996"/>
                  </a:lnTo>
                  <a:lnTo>
                    <a:pt x="201523" y="37126"/>
                  </a:lnTo>
                  <a:lnTo>
                    <a:pt x="195032" y="37255"/>
                  </a:lnTo>
                  <a:lnTo>
                    <a:pt x="188551" y="37384"/>
                  </a:lnTo>
                  <a:lnTo>
                    <a:pt x="182211" y="37514"/>
                  </a:lnTo>
                  <a:lnTo>
                    <a:pt x="176127" y="37643"/>
                  </a:lnTo>
                  <a:lnTo>
                    <a:pt x="170400" y="37772"/>
                  </a:lnTo>
                  <a:lnTo>
                    <a:pt x="165109" y="37902"/>
                  </a:lnTo>
                  <a:lnTo>
                    <a:pt x="160317" y="38031"/>
                  </a:lnTo>
                  <a:lnTo>
                    <a:pt x="156114" y="38161"/>
                  </a:lnTo>
                  <a:lnTo>
                    <a:pt x="152547" y="38290"/>
                  </a:lnTo>
                  <a:lnTo>
                    <a:pt x="149576" y="38419"/>
                  </a:lnTo>
                  <a:lnTo>
                    <a:pt x="147207" y="38549"/>
                  </a:lnTo>
                  <a:lnTo>
                    <a:pt x="145442" y="38678"/>
                  </a:lnTo>
                  <a:lnTo>
                    <a:pt x="144282" y="38807"/>
                  </a:lnTo>
                  <a:lnTo>
                    <a:pt x="143731" y="38937"/>
                  </a:lnTo>
                  <a:lnTo>
                    <a:pt x="143792" y="39066"/>
                  </a:lnTo>
                  <a:lnTo>
                    <a:pt x="144546" y="39195"/>
                  </a:lnTo>
                  <a:lnTo>
                    <a:pt x="145984" y="39325"/>
                  </a:lnTo>
                  <a:lnTo>
                    <a:pt x="148086" y="39454"/>
                  </a:lnTo>
                  <a:lnTo>
                    <a:pt x="150873" y="39583"/>
                  </a:lnTo>
                  <a:lnTo>
                    <a:pt x="154362" y="39713"/>
                  </a:lnTo>
                  <a:lnTo>
                    <a:pt x="158568" y="39842"/>
                  </a:lnTo>
                  <a:lnTo>
                    <a:pt x="163495" y="39972"/>
                  </a:lnTo>
                  <a:lnTo>
                    <a:pt x="169140" y="40101"/>
                  </a:lnTo>
                  <a:lnTo>
                    <a:pt x="175567" y="40230"/>
                  </a:lnTo>
                  <a:lnTo>
                    <a:pt x="182640" y="40360"/>
                  </a:lnTo>
                  <a:lnTo>
                    <a:pt x="190257" y="40489"/>
                  </a:lnTo>
                  <a:lnTo>
                    <a:pt x="198312" y="40618"/>
                  </a:lnTo>
                  <a:lnTo>
                    <a:pt x="206675" y="40748"/>
                  </a:lnTo>
                  <a:lnTo>
                    <a:pt x="215193" y="40877"/>
                  </a:lnTo>
                  <a:lnTo>
                    <a:pt x="223691" y="41006"/>
                  </a:lnTo>
                  <a:lnTo>
                    <a:pt x="231981" y="41136"/>
                  </a:lnTo>
                  <a:lnTo>
                    <a:pt x="239738" y="41265"/>
                  </a:lnTo>
                  <a:lnTo>
                    <a:pt x="246794" y="41395"/>
                  </a:lnTo>
                  <a:lnTo>
                    <a:pt x="252955" y="41524"/>
                  </a:lnTo>
                  <a:lnTo>
                    <a:pt x="258045" y="41653"/>
                  </a:lnTo>
                  <a:lnTo>
                    <a:pt x="261913" y="41783"/>
                  </a:lnTo>
                  <a:lnTo>
                    <a:pt x="264441" y="41912"/>
                  </a:lnTo>
                  <a:lnTo>
                    <a:pt x="265470" y="42065"/>
                  </a:lnTo>
                  <a:lnTo>
                    <a:pt x="265133" y="42171"/>
                  </a:lnTo>
                  <a:lnTo>
                    <a:pt x="263069" y="42300"/>
                  </a:lnTo>
                  <a:lnTo>
                    <a:pt x="259630" y="42429"/>
                  </a:lnTo>
                  <a:lnTo>
                    <a:pt x="254929" y="42559"/>
                  </a:lnTo>
                  <a:lnTo>
                    <a:pt x="249109" y="42688"/>
                  </a:lnTo>
                  <a:lnTo>
                    <a:pt x="242342" y="42817"/>
                  </a:lnTo>
                  <a:lnTo>
                    <a:pt x="234815" y="42947"/>
                  </a:lnTo>
                  <a:lnTo>
                    <a:pt x="226730" y="43076"/>
                  </a:lnTo>
                  <a:lnTo>
                    <a:pt x="218285" y="43206"/>
                  </a:lnTo>
                  <a:lnTo>
                    <a:pt x="209730" y="43335"/>
                  </a:lnTo>
                  <a:lnTo>
                    <a:pt x="201281" y="43464"/>
                  </a:lnTo>
                  <a:lnTo>
                    <a:pt x="193093" y="43594"/>
                  </a:lnTo>
                  <a:lnTo>
                    <a:pt x="185301" y="43723"/>
                  </a:lnTo>
                  <a:lnTo>
                    <a:pt x="178013" y="43852"/>
                  </a:lnTo>
                  <a:lnTo>
                    <a:pt x="171315" y="43982"/>
                  </a:lnTo>
                  <a:lnTo>
                    <a:pt x="165265" y="44111"/>
                  </a:lnTo>
                  <a:lnTo>
                    <a:pt x="159967" y="44240"/>
                  </a:lnTo>
                  <a:lnTo>
                    <a:pt x="155418" y="44370"/>
                  </a:lnTo>
                  <a:lnTo>
                    <a:pt x="151555" y="44499"/>
                  </a:lnTo>
                  <a:lnTo>
                    <a:pt x="148357" y="44629"/>
                  </a:lnTo>
                  <a:lnTo>
                    <a:pt x="145797" y="44758"/>
                  </a:lnTo>
                  <a:lnTo>
                    <a:pt x="143842" y="44887"/>
                  </a:lnTo>
                  <a:lnTo>
                    <a:pt x="142461" y="45017"/>
                  </a:lnTo>
                  <a:lnTo>
                    <a:pt x="141623" y="45146"/>
                  </a:lnTo>
                  <a:lnTo>
                    <a:pt x="141361" y="45275"/>
                  </a:lnTo>
                  <a:lnTo>
                    <a:pt x="141602" y="45405"/>
                  </a:lnTo>
                  <a:lnTo>
                    <a:pt x="142306" y="45534"/>
                  </a:lnTo>
                  <a:lnTo>
                    <a:pt x="143460" y="45663"/>
                  </a:lnTo>
                  <a:lnTo>
                    <a:pt x="145048" y="45793"/>
                  </a:lnTo>
                  <a:lnTo>
                    <a:pt x="147056" y="45922"/>
                  </a:lnTo>
                  <a:lnTo>
                    <a:pt x="149470" y="46051"/>
                  </a:lnTo>
                  <a:lnTo>
                    <a:pt x="152268" y="46181"/>
                  </a:lnTo>
                  <a:lnTo>
                    <a:pt x="155475" y="46310"/>
                  </a:lnTo>
                  <a:lnTo>
                    <a:pt x="158990" y="46440"/>
                  </a:lnTo>
                  <a:lnTo>
                    <a:pt x="162758" y="46569"/>
                  </a:lnTo>
                  <a:lnTo>
                    <a:pt x="166715" y="46698"/>
                  </a:lnTo>
                  <a:lnTo>
                    <a:pt x="170790" y="46828"/>
                  </a:lnTo>
                  <a:lnTo>
                    <a:pt x="174900" y="46957"/>
                  </a:lnTo>
                  <a:lnTo>
                    <a:pt x="178954" y="47086"/>
                  </a:lnTo>
                  <a:lnTo>
                    <a:pt x="182849" y="47216"/>
                  </a:lnTo>
                  <a:lnTo>
                    <a:pt x="186426" y="47345"/>
                  </a:lnTo>
                  <a:lnTo>
                    <a:pt x="189611" y="47474"/>
                  </a:lnTo>
                  <a:lnTo>
                    <a:pt x="192314" y="47604"/>
                  </a:lnTo>
                  <a:lnTo>
                    <a:pt x="194456" y="47733"/>
                  </a:lnTo>
                  <a:lnTo>
                    <a:pt x="195974" y="47862"/>
                  </a:lnTo>
                  <a:lnTo>
                    <a:pt x="196818" y="47992"/>
                  </a:lnTo>
                  <a:lnTo>
                    <a:pt x="196960" y="48121"/>
                  </a:lnTo>
                  <a:lnTo>
                    <a:pt x="196354" y="48251"/>
                  </a:lnTo>
                  <a:lnTo>
                    <a:pt x="194981" y="48380"/>
                  </a:lnTo>
                  <a:lnTo>
                    <a:pt x="192970" y="48509"/>
                  </a:lnTo>
                  <a:lnTo>
                    <a:pt x="190385" y="48639"/>
                  </a:lnTo>
                  <a:lnTo>
                    <a:pt x="187305" y="48768"/>
                  </a:lnTo>
                  <a:lnTo>
                    <a:pt x="183817" y="48897"/>
                  </a:lnTo>
                  <a:lnTo>
                    <a:pt x="180016" y="49027"/>
                  </a:lnTo>
                  <a:lnTo>
                    <a:pt x="176000" y="49156"/>
                  </a:lnTo>
                  <a:lnTo>
                    <a:pt x="171869" y="49285"/>
                  </a:lnTo>
                  <a:lnTo>
                    <a:pt x="167743" y="49415"/>
                  </a:lnTo>
                  <a:lnTo>
                    <a:pt x="163712" y="49544"/>
                  </a:lnTo>
                  <a:lnTo>
                    <a:pt x="159844" y="49674"/>
                  </a:lnTo>
                  <a:lnTo>
                    <a:pt x="156197" y="49803"/>
                  </a:lnTo>
                  <a:lnTo>
                    <a:pt x="152816" y="49932"/>
                  </a:lnTo>
                  <a:lnTo>
                    <a:pt x="149733" y="50062"/>
                  </a:lnTo>
                  <a:lnTo>
                    <a:pt x="146969" y="50191"/>
                  </a:lnTo>
                  <a:lnTo>
                    <a:pt x="144574" y="50320"/>
                  </a:lnTo>
                  <a:lnTo>
                    <a:pt x="142522" y="50450"/>
                  </a:lnTo>
                  <a:lnTo>
                    <a:pt x="140785" y="50579"/>
                  </a:lnTo>
                  <a:lnTo>
                    <a:pt x="139348" y="50708"/>
                  </a:lnTo>
                  <a:lnTo>
                    <a:pt x="138193" y="50838"/>
                  </a:lnTo>
                  <a:lnTo>
                    <a:pt x="137299" y="50967"/>
                  </a:lnTo>
                  <a:lnTo>
                    <a:pt x="136649" y="51096"/>
                  </a:lnTo>
                  <a:lnTo>
                    <a:pt x="136222" y="51226"/>
                  </a:lnTo>
                  <a:lnTo>
                    <a:pt x="136030" y="51355"/>
                  </a:lnTo>
                  <a:lnTo>
                    <a:pt x="136028" y="51485"/>
                  </a:lnTo>
                  <a:lnTo>
                    <a:pt x="136199" y="51614"/>
                  </a:lnTo>
                  <a:lnTo>
                    <a:pt x="136532" y="51743"/>
                  </a:lnTo>
                  <a:lnTo>
                    <a:pt x="137019" y="51873"/>
                  </a:lnTo>
                  <a:lnTo>
                    <a:pt x="137649" y="52002"/>
                  </a:lnTo>
                  <a:lnTo>
                    <a:pt x="138413" y="52131"/>
                  </a:lnTo>
                  <a:lnTo>
                    <a:pt x="139301" y="52261"/>
                  </a:lnTo>
                  <a:lnTo>
                    <a:pt x="140316" y="52390"/>
                  </a:lnTo>
                  <a:lnTo>
                    <a:pt x="141420" y="52519"/>
                  </a:lnTo>
                  <a:lnTo>
                    <a:pt x="142594" y="52649"/>
                  </a:lnTo>
                  <a:lnTo>
                    <a:pt x="143818" y="52778"/>
                  </a:lnTo>
                  <a:lnTo>
                    <a:pt x="145065" y="52908"/>
                  </a:lnTo>
                  <a:lnTo>
                    <a:pt x="146309" y="53037"/>
                  </a:lnTo>
                  <a:lnTo>
                    <a:pt x="147520" y="53166"/>
                  </a:lnTo>
                  <a:lnTo>
                    <a:pt x="148663" y="53296"/>
                  </a:lnTo>
                  <a:lnTo>
                    <a:pt x="149691" y="53425"/>
                  </a:lnTo>
                  <a:lnTo>
                    <a:pt x="150584" y="53554"/>
                  </a:lnTo>
                  <a:lnTo>
                    <a:pt x="151316" y="53684"/>
                  </a:lnTo>
                  <a:lnTo>
                    <a:pt x="151865" y="53813"/>
                  </a:lnTo>
                  <a:lnTo>
                    <a:pt x="152215" y="53942"/>
                  </a:lnTo>
                  <a:lnTo>
                    <a:pt x="152353" y="54072"/>
                  </a:lnTo>
                  <a:lnTo>
                    <a:pt x="152276" y="54201"/>
                  </a:lnTo>
                  <a:lnTo>
                    <a:pt x="151969" y="54330"/>
                  </a:lnTo>
                  <a:lnTo>
                    <a:pt x="151439" y="54460"/>
                  </a:lnTo>
                  <a:lnTo>
                    <a:pt x="150726" y="54589"/>
                  </a:lnTo>
                  <a:lnTo>
                    <a:pt x="149850" y="54719"/>
                  </a:lnTo>
                  <a:lnTo>
                    <a:pt x="148839" y="54848"/>
                  </a:lnTo>
                  <a:lnTo>
                    <a:pt x="147720" y="54977"/>
                  </a:lnTo>
                  <a:lnTo>
                    <a:pt x="146522" y="55107"/>
                  </a:lnTo>
                  <a:lnTo>
                    <a:pt x="145277" y="55236"/>
                  </a:lnTo>
                  <a:lnTo>
                    <a:pt x="144015" y="55365"/>
                  </a:lnTo>
                  <a:lnTo>
                    <a:pt x="142771" y="55495"/>
                  </a:lnTo>
                  <a:lnTo>
                    <a:pt x="141570" y="55624"/>
                  </a:lnTo>
                  <a:lnTo>
                    <a:pt x="140431" y="55753"/>
                  </a:lnTo>
                  <a:lnTo>
                    <a:pt x="139370" y="55883"/>
                  </a:lnTo>
                  <a:lnTo>
                    <a:pt x="138398" y="56012"/>
                  </a:lnTo>
                  <a:lnTo>
                    <a:pt x="137526" y="56141"/>
                  </a:lnTo>
                  <a:lnTo>
                    <a:pt x="136757" y="56271"/>
                  </a:lnTo>
                  <a:lnTo>
                    <a:pt x="136110" y="56400"/>
                  </a:lnTo>
                  <a:lnTo>
                    <a:pt x="135572" y="56530"/>
                  </a:lnTo>
                  <a:lnTo>
                    <a:pt x="135140" y="56659"/>
                  </a:lnTo>
                  <a:lnTo>
                    <a:pt x="134809" y="56788"/>
                  </a:lnTo>
                  <a:lnTo>
                    <a:pt x="134577" y="56918"/>
                  </a:lnTo>
                  <a:lnTo>
                    <a:pt x="134441" y="57047"/>
                  </a:lnTo>
                  <a:lnTo>
                    <a:pt x="134399" y="57176"/>
                  </a:lnTo>
                  <a:lnTo>
                    <a:pt x="134449" y="57306"/>
                  </a:lnTo>
                  <a:lnTo>
                    <a:pt x="134606" y="57435"/>
                  </a:lnTo>
                  <a:lnTo>
                    <a:pt x="134853" y="57564"/>
                  </a:lnTo>
                  <a:lnTo>
                    <a:pt x="135191" y="57694"/>
                  </a:lnTo>
                  <a:lnTo>
                    <a:pt x="135619" y="57823"/>
                  </a:lnTo>
                  <a:lnTo>
                    <a:pt x="136136" y="57953"/>
                  </a:lnTo>
                  <a:lnTo>
                    <a:pt x="136741" y="58082"/>
                  </a:lnTo>
                  <a:lnTo>
                    <a:pt x="137430" y="58211"/>
                  </a:lnTo>
                  <a:lnTo>
                    <a:pt x="138201" y="58341"/>
                  </a:lnTo>
                  <a:lnTo>
                    <a:pt x="139051" y="58470"/>
                  </a:lnTo>
                  <a:lnTo>
                    <a:pt x="139958" y="58599"/>
                  </a:lnTo>
                  <a:lnTo>
                    <a:pt x="140905" y="58729"/>
                  </a:lnTo>
                  <a:lnTo>
                    <a:pt x="141877" y="58858"/>
                  </a:lnTo>
                  <a:lnTo>
                    <a:pt x="142853" y="58987"/>
                  </a:lnTo>
                  <a:lnTo>
                    <a:pt x="143812" y="59117"/>
                  </a:lnTo>
                  <a:lnTo>
                    <a:pt x="144731" y="59246"/>
                  </a:lnTo>
                  <a:lnTo>
                    <a:pt x="145581" y="59375"/>
                  </a:lnTo>
                  <a:lnTo>
                    <a:pt x="146327" y="59505"/>
                  </a:lnTo>
                  <a:lnTo>
                    <a:pt x="146956" y="59634"/>
                  </a:lnTo>
                  <a:lnTo>
                    <a:pt x="147449" y="59764"/>
                  </a:lnTo>
                  <a:lnTo>
                    <a:pt x="147792" y="59893"/>
                  </a:lnTo>
                  <a:lnTo>
                    <a:pt x="147974" y="60022"/>
                  </a:lnTo>
                  <a:lnTo>
                    <a:pt x="147990" y="60152"/>
                  </a:lnTo>
                  <a:lnTo>
                    <a:pt x="147837" y="60281"/>
                  </a:lnTo>
                  <a:lnTo>
                    <a:pt x="147505" y="60410"/>
                  </a:lnTo>
                  <a:lnTo>
                    <a:pt x="147011" y="60540"/>
                  </a:lnTo>
                  <a:lnTo>
                    <a:pt x="146384" y="60669"/>
                  </a:lnTo>
                  <a:lnTo>
                    <a:pt x="145641" y="60798"/>
                  </a:lnTo>
                  <a:lnTo>
                    <a:pt x="144804" y="60928"/>
                  </a:lnTo>
                  <a:lnTo>
                    <a:pt x="143896" y="61057"/>
                  </a:lnTo>
                  <a:lnTo>
                    <a:pt x="142941" y="61187"/>
                  </a:lnTo>
                  <a:lnTo>
                    <a:pt x="141961" y="61316"/>
                  </a:lnTo>
                  <a:lnTo>
                    <a:pt x="140981" y="61445"/>
                  </a:lnTo>
                  <a:lnTo>
                    <a:pt x="140027" y="61575"/>
                  </a:lnTo>
                  <a:lnTo>
                    <a:pt x="139115" y="61704"/>
                  </a:lnTo>
                  <a:lnTo>
                    <a:pt x="138256" y="61833"/>
                  </a:lnTo>
                  <a:lnTo>
                    <a:pt x="137462" y="61963"/>
                  </a:lnTo>
                  <a:lnTo>
                    <a:pt x="136740" y="62092"/>
                  </a:lnTo>
                  <a:lnTo>
                    <a:pt x="136094" y="62221"/>
                  </a:lnTo>
                  <a:lnTo>
                    <a:pt x="135527" y="62351"/>
                  </a:lnTo>
                  <a:lnTo>
                    <a:pt x="135050" y="62480"/>
                  </a:lnTo>
                  <a:lnTo>
                    <a:pt x="134650" y="62609"/>
                  </a:lnTo>
                  <a:lnTo>
                    <a:pt x="134321" y="62739"/>
                  </a:lnTo>
                  <a:lnTo>
                    <a:pt x="134060" y="62868"/>
                  </a:lnTo>
                  <a:lnTo>
                    <a:pt x="133862" y="62998"/>
                  </a:lnTo>
                  <a:lnTo>
                    <a:pt x="133723" y="63127"/>
                  </a:lnTo>
                  <a:lnTo>
                    <a:pt x="133638" y="63256"/>
                  </a:lnTo>
                  <a:lnTo>
                    <a:pt x="133605" y="63386"/>
                  </a:lnTo>
                  <a:lnTo>
                    <a:pt x="133627" y="63515"/>
                  </a:lnTo>
                  <a:lnTo>
                    <a:pt x="133693" y="63644"/>
                  </a:lnTo>
                  <a:lnTo>
                    <a:pt x="133800" y="63774"/>
                  </a:lnTo>
                  <a:lnTo>
                    <a:pt x="133947" y="63903"/>
                  </a:lnTo>
                  <a:lnTo>
                    <a:pt x="134132" y="64032"/>
                  </a:lnTo>
                  <a:lnTo>
                    <a:pt x="134352" y="64162"/>
                  </a:lnTo>
                  <a:lnTo>
                    <a:pt x="134605" y="64291"/>
                  </a:lnTo>
                  <a:lnTo>
                    <a:pt x="134888" y="64420"/>
                  </a:lnTo>
                  <a:lnTo>
                    <a:pt x="135199" y="64550"/>
                  </a:lnTo>
                  <a:lnTo>
                    <a:pt x="135529" y="64679"/>
                  </a:lnTo>
                  <a:lnTo>
                    <a:pt x="135870" y="64809"/>
                  </a:lnTo>
                  <a:lnTo>
                    <a:pt x="136217" y="64938"/>
                  </a:lnTo>
                  <a:lnTo>
                    <a:pt x="136562" y="65067"/>
                  </a:lnTo>
                  <a:lnTo>
                    <a:pt x="136897" y="65197"/>
                  </a:lnTo>
                  <a:lnTo>
                    <a:pt x="137213" y="65326"/>
                  </a:lnTo>
                  <a:lnTo>
                    <a:pt x="137498" y="65455"/>
                  </a:lnTo>
                  <a:lnTo>
                    <a:pt x="137741" y="65585"/>
                  </a:lnTo>
                  <a:lnTo>
                    <a:pt x="137940" y="65714"/>
                  </a:lnTo>
                  <a:lnTo>
                    <a:pt x="138086" y="65843"/>
                  </a:lnTo>
                  <a:lnTo>
                    <a:pt x="138177" y="65973"/>
                  </a:lnTo>
                  <a:lnTo>
                    <a:pt x="138209" y="66102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5" name="pg35"/>
            <p:cNvSpPr/>
            <p:nvPr/>
          </p:nvSpPr>
          <p:spPr>
            <a:xfrm>
              <a:off x="6333019" y="3089236"/>
              <a:ext cx="178752" cy="54083"/>
            </a:xfrm>
            <a:custGeom>
              <a:avLst/>
              <a:gdLst/>
              <a:ahLst/>
              <a:cxnLst/>
              <a:rect l="0" t="0" r="0" b="0"/>
              <a:pathLst>
                <a:path w="178752" h="54083">
                  <a:moveTo>
                    <a:pt x="83569" y="54083"/>
                  </a:moveTo>
                  <a:lnTo>
                    <a:pt x="83413" y="53978"/>
                  </a:lnTo>
                  <a:lnTo>
                    <a:pt x="83252" y="53872"/>
                  </a:lnTo>
                  <a:lnTo>
                    <a:pt x="83081" y="53766"/>
                  </a:lnTo>
                  <a:lnTo>
                    <a:pt x="82903" y="53660"/>
                  </a:lnTo>
                  <a:lnTo>
                    <a:pt x="82716" y="53554"/>
                  </a:lnTo>
                  <a:lnTo>
                    <a:pt x="82519" y="53448"/>
                  </a:lnTo>
                  <a:lnTo>
                    <a:pt x="82306" y="53343"/>
                  </a:lnTo>
                  <a:lnTo>
                    <a:pt x="82082" y="53237"/>
                  </a:lnTo>
                  <a:lnTo>
                    <a:pt x="81846" y="53131"/>
                  </a:lnTo>
                  <a:lnTo>
                    <a:pt x="81594" y="53025"/>
                  </a:lnTo>
                  <a:lnTo>
                    <a:pt x="81322" y="52919"/>
                  </a:lnTo>
                  <a:lnTo>
                    <a:pt x="81035" y="52813"/>
                  </a:lnTo>
                  <a:lnTo>
                    <a:pt x="80731" y="52708"/>
                  </a:lnTo>
                  <a:lnTo>
                    <a:pt x="80404" y="52602"/>
                  </a:lnTo>
                  <a:lnTo>
                    <a:pt x="80055" y="52496"/>
                  </a:lnTo>
                  <a:lnTo>
                    <a:pt x="79687" y="52390"/>
                  </a:lnTo>
                  <a:lnTo>
                    <a:pt x="79300" y="52284"/>
                  </a:lnTo>
                  <a:lnTo>
                    <a:pt x="78883" y="52178"/>
                  </a:lnTo>
                  <a:lnTo>
                    <a:pt x="78444" y="52073"/>
                  </a:lnTo>
                  <a:lnTo>
                    <a:pt x="77984" y="51967"/>
                  </a:lnTo>
                  <a:lnTo>
                    <a:pt x="77502" y="51861"/>
                  </a:lnTo>
                  <a:lnTo>
                    <a:pt x="76989" y="51755"/>
                  </a:lnTo>
                  <a:lnTo>
                    <a:pt x="76454" y="51649"/>
                  </a:lnTo>
                  <a:lnTo>
                    <a:pt x="75899" y="51543"/>
                  </a:lnTo>
                  <a:lnTo>
                    <a:pt x="75321" y="51438"/>
                  </a:lnTo>
                  <a:lnTo>
                    <a:pt x="74716" y="51332"/>
                  </a:lnTo>
                  <a:lnTo>
                    <a:pt x="74092" y="51226"/>
                  </a:lnTo>
                  <a:lnTo>
                    <a:pt x="73451" y="51120"/>
                  </a:lnTo>
                  <a:lnTo>
                    <a:pt x="72789" y="51014"/>
                  </a:lnTo>
                  <a:lnTo>
                    <a:pt x="72107" y="50908"/>
                  </a:lnTo>
                  <a:lnTo>
                    <a:pt x="71413" y="50802"/>
                  </a:lnTo>
                  <a:lnTo>
                    <a:pt x="70705" y="50697"/>
                  </a:lnTo>
                  <a:lnTo>
                    <a:pt x="69984" y="50591"/>
                  </a:lnTo>
                  <a:lnTo>
                    <a:pt x="69254" y="50485"/>
                  </a:lnTo>
                  <a:lnTo>
                    <a:pt x="68517" y="50379"/>
                  </a:lnTo>
                  <a:lnTo>
                    <a:pt x="67775" y="50273"/>
                  </a:lnTo>
                  <a:lnTo>
                    <a:pt x="67031" y="50167"/>
                  </a:lnTo>
                  <a:lnTo>
                    <a:pt x="66287" y="50062"/>
                  </a:lnTo>
                  <a:lnTo>
                    <a:pt x="65546" y="49956"/>
                  </a:lnTo>
                  <a:lnTo>
                    <a:pt x="64809" y="49850"/>
                  </a:lnTo>
                  <a:lnTo>
                    <a:pt x="64082" y="49744"/>
                  </a:lnTo>
                  <a:lnTo>
                    <a:pt x="63365" y="49638"/>
                  </a:lnTo>
                  <a:lnTo>
                    <a:pt x="62658" y="49532"/>
                  </a:lnTo>
                  <a:lnTo>
                    <a:pt x="61966" y="49427"/>
                  </a:lnTo>
                  <a:lnTo>
                    <a:pt x="61294" y="49321"/>
                  </a:lnTo>
                  <a:lnTo>
                    <a:pt x="60639" y="49215"/>
                  </a:lnTo>
                  <a:lnTo>
                    <a:pt x="60000" y="49109"/>
                  </a:lnTo>
                  <a:lnTo>
                    <a:pt x="59386" y="49003"/>
                  </a:lnTo>
                  <a:lnTo>
                    <a:pt x="58797" y="48897"/>
                  </a:lnTo>
                  <a:lnTo>
                    <a:pt x="58227" y="48792"/>
                  </a:lnTo>
                  <a:lnTo>
                    <a:pt x="57678" y="48686"/>
                  </a:lnTo>
                  <a:lnTo>
                    <a:pt x="57159" y="48580"/>
                  </a:lnTo>
                  <a:lnTo>
                    <a:pt x="56661" y="48474"/>
                  </a:lnTo>
                  <a:lnTo>
                    <a:pt x="56183" y="48368"/>
                  </a:lnTo>
                  <a:lnTo>
                    <a:pt x="55724" y="48262"/>
                  </a:lnTo>
                  <a:lnTo>
                    <a:pt x="55291" y="48156"/>
                  </a:lnTo>
                  <a:lnTo>
                    <a:pt x="54874" y="48051"/>
                  </a:lnTo>
                  <a:lnTo>
                    <a:pt x="54469" y="47945"/>
                  </a:lnTo>
                  <a:lnTo>
                    <a:pt x="54078" y="47839"/>
                  </a:lnTo>
                  <a:lnTo>
                    <a:pt x="53698" y="47733"/>
                  </a:lnTo>
                  <a:lnTo>
                    <a:pt x="53322" y="47627"/>
                  </a:lnTo>
                  <a:lnTo>
                    <a:pt x="52949" y="47521"/>
                  </a:lnTo>
                  <a:lnTo>
                    <a:pt x="52576" y="47416"/>
                  </a:lnTo>
                  <a:lnTo>
                    <a:pt x="52194" y="47310"/>
                  </a:lnTo>
                  <a:lnTo>
                    <a:pt x="51803" y="47204"/>
                  </a:lnTo>
                  <a:lnTo>
                    <a:pt x="51400" y="47098"/>
                  </a:lnTo>
                  <a:lnTo>
                    <a:pt x="50974" y="46992"/>
                  </a:lnTo>
                  <a:lnTo>
                    <a:pt x="50521" y="46886"/>
                  </a:lnTo>
                  <a:lnTo>
                    <a:pt x="50043" y="46781"/>
                  </a:lnTo>
                  <a:lnTo>
                    <a:pt x="49536" y="46675"/>
                  </a:lnTo>
                  <a:lnTo>
                    <a:pt x="48979" y="46569"/>
                  </a:lnTo>
                  <a:lnTo>
                    <a:pt x="48381" y="46463"/>
                  </a:lnTo>
                  <a:lnTo>
                    <a:pt x="47742" y="46357"/>
                  </a:lnTo>
                  <a:lnTo>
                    <a:pt x="47058" y="46251"/>
                  </a:lnTo>
                  <a:lnTo>
                    <a:pt x="46301" y="46146"/>
                  </a:lnTo>
                  <a:lnTo>
                    <a:pt x="45493" y="46040"/>
                  </a:lnTo>
                  <a:lnTo>
                    <a:pt x="44633" y="45934"/>
                  </a:lnTo>
                  <a:lnTo>
                    <a:pt x="43711" y="45828"/>
                  </a:lnTo>
                  <a:lnTo>
                    <a:pt x="42710" y="45722"/>
                  </a:lnTo>
                  <a:lnTo>
                    <a:pt x="41653" y="45616"/>
                  </a:lnTo>
                  <a:lnTo>
                    <a:pt x="40538" y="45510"/>
                  </a:lnTo>
                  <a:lnTo>
                    <a:pt x="39352" y="45405"/>
                  </a:lnTo>
                  <a:lnTo>
                    <a:pt x="38095" y="45299"/>
                  </a:lnTo>
                  <a:lnTo>
                    <a:pt x="36784" y="45193"/>
                  </a:lnTo>
                  <a:lnTo>
                    <a:pt x="35421" y="45087"/>
                  </a:lnTo>
                  <a:lnTo>
                    <a:pt x="33990" y="44981"/>
                  </a:lnTo>
                  <a:lnTo>
                    <a:pt x="32507" y="44875"/>
                  </a:lnTo>
                  <a:lnTo>
                    <a:pt x="30983" y="44770"/>
                  </a:lnTo>
                  <a:lnTo>
                    <a:pt x="29422" y="44664"/>
                  </a:lnTo>
                  <a:lnTo>
                    <a:pt x="27813" y="44558"/>
                  </a:lnTo>
                  <a:lnTo>
                    <a:pt x="26180" y="44452"/>
                  </a:lnTo>
                  <a:lnTo>
                    <a:pt x="24528" y="44346"/>
                  </a:lnTo>
                  <a:lnTo>
                    <a:pt x="22861" y="44240"/>
                  </a:lnTo>
                  <a:lnTo>
                    <a:pt x="21187" y="44135"/>
                  </a:lnTo>
                  <a:lnTo>
                    <a:pt x="19519" y="44029"/>
                  </a:lnTo>
                  <a:lnTo>
                    <a:pt x="17860" y="43923"/>
                  </a:lnTo>
                  <a:lnTo>
                    <a:pt x="16221" y="43817"/>
                  </a:lnTo>
                  <a:lnTo>
                    <a:pt x="14620" y="43711"/>
                  </a:lnTo>
                  <a:lnTo>
                    <a:pt x="13055" y="43605"/>
                  </a:lnTo>
                  <a:lnTo>
                    <a:pt x="11532" y="43500"/>
                  </a:lnTo>
                  <a:lnTo>
                    <a:pt x="10076" y="43394"/>
                  </a:lnTo>
                  <a:lnTo>
                    <a:pt x="8694" y="43288"/>
                  </a:lnTo>
                  <a:lnTo>
                    <a:pt x="7379" y="43182"/>
                  </a:lnTo>
                  <a:lnTo>
                    <a:pt x="6136" y="43076"/>
                  </a:lnTo>
                  <a:lnTo>
                    <a:pt x="5010" y="42970"/>
                  </a:lnTo>
                  <a:lnTo>
                    <a:pt x="3983" y="42865"/>
                  </a:lnTo>
                  <a:lnTo>
                    <a:pt x="3049" y="42759"/>
                  </a:lnTo>
                  <a:lnTo>
                    <a:pt x="2212" y="42653"/>
                  </a:lnTo>
                  <a:lnTo>
                    <a:pt x="1535" y="42547"/>
                  </a:lnTo>
                  <a:lnTo>
                    <a:pt x="966" y="42441"/>
                  </a:lnTo>
                  <a:lnTo>
                    <a:pt x="506" y="42335"/>
                  </a:lnTo>
                  <a:lnTo>
                    <a:pt x="172" y="42229"/>
                  </a:lnTo>
                  <a:lnTo>
                    <a:pt x="0" y="41912"/>
                  </a:lnTo>
                  <a:lnTo>
                    <a:pt x="198" y="41806"/>
                  </a:lnTo>
                  <a:lnTo>
                    <a:pt x="541" y="41700"/>
                  </a:lnTo>
                  <a:lnTo>
                    <a:pt x="991" y="41594"/>
                  </a:lnTo>
                  <a:lnTo>
                    <a:pt x="1546" y="41489"/>
                  </a:lnTo>
                  <a:lnTo>
                    <a:pt x="2241" y="41383"/>
                  </a:lnTo>
                  <a:lnTo>
                    <a:pt x="3047" y="41277"/>
                  </a:lnTo>
                  <a:lnTo>
                    <a:pt x="3942" y="41171"/>
                  </a:lnTo>
                  <a:lnTo>
                    <a:pt x="4922" y="41065"/>
                  </a:lnTo>
                  <a:lnTo>
                    <a:pt x="6019" y="40959"/>
                  </a:lnTo>
                  <a:lnTo>
                    <a:pt x="7186" y="40854"/>
                  </a:lnTo>
                  <a:lnTo>
                    <a:pt x="8415" y="40748"/>
                  </a:lnTo>
                  <a:lnTo>
                    <a:pt x="9705" y="40642"/>
                  </a:lnTo>
                  <a:lnTo>
                    <a:pt x="11063" y="40536"/>
                  </a:lnTo>
                  <a:lnTo>
                    <a:pt x="12455" y="40430"/>
                  </a:lnTo>
                  <a:lnTo>
                    <a:pt x="13878" y="40324"/>
                  </a:lnTo>
                  <a:lnTo>
                    <a:pt x="15327" y="40219"/>
                  </a:lnTo>
                  <a:lnTo>
                    <a:pt x="16793" y="40113"/>
                  </a:lnTo>
                  <a:lnTo>
                    <a:pt x="18261" y="40007"/>
                  </a:lnTo>
                  <a:lnTo>
                    <a:pt x="19727" y="39901"/>
                  </a:lnTo>
                  <a:lnTo>
                    <a:pt x="21181" y="39795"/>
                  </a:lnTo>
                  <a:lnTo>
                    <a:pt x="22610" y="39689"/>
                  </a:lnTo>
                  <a:lnTo>
                    <a:pt x="24013" y="39583"/>
                  </a:lnTo>
                  <a:lnTo>
                    <a:pt x="25387" y="39478"/>
                  </a:lnTo>
                  <a:lnTo>
                    <a:pt x="26710" y="39372"/>
                  </a:lnTo>
                  <a:lnTo>
                    <a:pt x="27983" y="39266"/>
                  </a:lnTo>
                  <a:lnTo>
                    <a:pt x="29211" y="39160"/>
                  </a:lnTo>
                  <a:lnTo>
                    <a:pt x="30390" y="39054"/>
                  </a:lnTo>
                  <a:lnTo>
                    <a:pt x="31488" y="38948"/>
                  </a:lnTo>
                  <a:lnTo>
                    <a:pt x="32528" y="38843"/>
                  </a:lnTo>
                  <a:lnTo>
                    <a:pt x="33512" y="38737"/>
                  </a:lnTo>
                  <a:lnTo>
                    <a:pt x="34432" y="38631"/>
                  </a:lnTo>
                  <a:lnTo>
                    <a:pt x="35268" y="38525"/>
                  </a:lnTo>
                  <a:lnTo>
                    <a:pt x="36045" y="38419"/>
                  </a:lnTo>
                  <a:lnTo>
                    <a:pt x="36766" y="38313"/>
                  </a:lnTo>
                  <a:lnTo>
                    <a:pt x="37418" y="38208"/>
                  </a:lnTo>
                  <a:lnTo>
                    <a:pt x="38000" y="38102"/>
                  </a:lnTo>
                  <a:lnTo>
                    <a:pt x="38531" y="37996"/>
                  </a:lnTo>
                  <a:lnTo>
                    <a:pt x="39014" y="37890"/>
                  </a:lnTo>
                  <a:lnTo>
                    <a:pt x="39437" y="37784"/>
                  </a:lnTo>
                  <a:lnTo>
                    <a:pt x="39812" y="37678"/>
                  </a:lnTo>
                  <a:lnTo>
                    <a:pt x="40152" y="37573"/>
                  </a:lnTo>
                  <a:lnTo>
                    <a:pt x="40458" y="37467"/>
                  </a:lnTo>
                  <a:lnTo>
                    <a:pt x="40723" y="37361"/>
                  </a:lnTo>
                  <a:lnTo>
                    <a:pt x="40966" y="37255"/>
                  </a:lnTo>
                  <a:lnTo>
                    <a:pt x="41191" y="37149"/>
                  </a:lnTo>
                  <a:lnTo>
                    <a:pt x="41400" y="37043"/>
                  </a:lnTo>
                  <a:lnTo>
                    <a:pt x="41597" y="36937"/>
                  </a:lnTo>
                  <a:lnTo>
                    <a:pt x="41790" y="36832"/>
                  </a:lnTo>
                  <a:lnTo>
                    <a:pt x="41984" y="36726"/>
                  </a:lnTo>
                  <a:lnTo>
                    <a:pt x="42181" y="36620"/>
                  </a:lnTo>
                  <a:lnTo>
                    <a:pt x="42389" y="36514"/>
                  </a:lnTo>
                  <a:lnTo>
                    <a:pt x="42610" y="36408"/>
                  </a:lnTo>
                  <a:lnTo>
                    <a:pt x="42845" y="36302"/>
                  </a:lnTo>
                  <a:lnTo>
                    <a:pt x="43102" y="36197"/>
                  </a:lnTo>
                  <a:lnTo>
                    <a:pt x="43384" y="36091"/>
                  </a:lnTo>
                  <a:lnTo>
                    <a:pt x="43688" y="35985"/>
                  </a:lnTo>
                  <a:lnTo>
                    <a:pt x="44015" y="35879"/>
                  </a:lnTo>
                  <a:lnTo>
                    <a:pt x="44375" y="35773"/>
                  </a:lnTo>
                  <a:lnTo>
                    <a:pt x="44764" y="35667"/>
                  </a:lnTo>
                  <a:lnTo>
                    <a:pt x="45178" y="35562"/>
                  </a:lnTo>
                  <a:lnTo>
                    <a:pt x="45616" y="35456"/>
                  </a:lnTo>
                  <a:lnTo>
                    <a:pt x="46091" y="35350"/>
                  </a:lnTo>
                  <a:lnTo>
                    <a:pt x="46588" y="35244"/>
                  </a:lnTo>
                  <a:lnTo>
                    <a:pt x="47106" y="35138"/>
                  </a:lnTo>
                  <a:lnTo>
                    <a:pt x="47647" y="35032"/>
                  </a:lnTo>
                  <a:lnTo>
                    <a:pt x="48212" y="34927"/>
                  </a:lnTo>
                  <a:lnTo>
                    <a:pt x="48791" y="34821"/>
                  </a:lnTo>
                  <a:lnTo>
                    <a:pt x="49382" y="34715"/>
                  </a:lnTo>
                  <a:lnTo>
                    <a:pt x="49985" y="34609"/>
                  </a:lnTo>
                  <a:lnTo>
                    <a:pt x="50597" y="34503"/>
                  </a:lnTo>
                  <a:lnTo>
                    <a:pt x="51210" y="34397"/>
                  </a:lnTo>
                  <a:lnTo>
                    <a:pt x="51824" y="34292"/>
                  </a:lnTo>
                  <a:lnTo>
                    <a:pt x="52434" y="34186"/>
                  </a:lnTo>
                  <a:lnTo>
                    <a:pt x="53035" y="34080"/>
                  </a:lnTo>
                  <a:lnTo>
                    <a:pt x="53626" y="33974"/>
                  </a:lnTo>
                  <a:lnTo>
                    <a:pt x="54205" y="33868"/>
                  </a:lnTo>
                  <a:lnTo>
                    <a:pt x="54762" y="33762"/>
                  </a:lnTo>
                  <a:lnTo>
                    <a:pt x="55298" y="33656"/>
                  </a:lnTo>
                  <a:lnTo>
                    <a:pt x="55812" y="33551"/>
                  </a:lnTo>
                  <a:lnTo>
                    <a:pt x="56305" y="33445"/>
                  </a:lnTo>
                  <a:lnTo>
                    <a:pt x="56758" y="33339"/>
                  </a:lnTo>
                  <a:lnTo>
                    <a:pt x="57184" y="33233"/>
                  </a:lnTo>
                  <a:lnTo>
                    <a:pt x="57582" y="33127"/>
                  </a:lnTo>
                  <a:lnTo>
                    <a:pt x="57948" y="33021"/>
                  </a:lnTo>
                  <a:lnTo>
                    <a:pt x="58270" y="32916"/>
                  </a:lnTo>
                  <a:lnTo>
                    <a:pt x="58563" y="32810"/>
                  </a:lnTo>
                  <a:lnTo>
                    <a:pt x="58825" y="32704"/>
                  </a:lnTo>
                  <a:lnTo>
                    <a:pt x="59049" y="32598"/>
                  </a:lnTo>
                  <a:lnTo>
                    <a:pt x="59235" y="32492"/>
                  </a:lnTo>
                  <a:lnTo>
                    <a:pt x="59393" y="32386"/>
                  </a:lnTo>
                  <a:lnTo>
                    <a:pt x="59783" y="29846"/>
                  </a:lnTo>
                  <a:lnTo>
                    <a:pt x="59936" y="29740"/>
                  </a:lnTo>
                  <a:lnTo>
                    <a:pt x="60109" y="29635"/>
                  </a:lnTo>
                  <a:lnTo>
                    <a:pt x="60300" y="29529"/>
                  </a:lnTo>
                  <a:lnTo>
                    <a:pt x="60513" y="29423"/>
                  </a:lnTo>
                  <a:lnTo>
                    <a:pt x="60751" y="29317"/>
                  </a:lnTo>
                  <a:lnTo>
                    <a:pt x="61004" y="29211"/>
                  </a:lnTo>
                  <a:lnTo>
                    <a:pt x="61273" y="29105"/>
                  </a:lnTo>
                  <a:lnTo>
                    <a:pt x="61558" y="29000"/>
                  </a:lnTo>
                  <a:lnTo>
                    <a:pt x="61858" y="28894"/>
                  </a:lnTo>
                  <a:lnTo>
                    <a:pt x="62166" y="28788"/>
                  </a:lnTo>
                  <a:lnTo>
                    <a:pt x="62482" y="28682"/>
                  </a:lnTo>
                  <a:lnTo>
                    <a:pt x="62806" y="28576"/>
                  </a:lnTo>
                  <a:lnTo>
                    <a:pt x="63132" y="28470"/>
                  </a:lnTo>
                  <a:lnTo>
                    <a:pt x="63458" y="28364"/>
                  </a:lnTo>
                  <a:lnTo>
                    <a:pt x="63782" y="28259"/>
                  </a:lnTo>
                  <a:lnTo>
                    <a:pt x="64101" y="28153"/>
                  </a:lnTo>
                  <a:lnTo>
                    <a:pt x="64412" y="28047"/>
                  </a:lnTo>
                  <a:lnTo>
                    <a:pt x="64714" y="27941"/>
                  </a:lnTo>
                  <a:lnTo>
                    <a:pt x="65006" y="27835"/>
                  </a:lnTo>
                  <a:lnTo>
                    <a:pt x="65278" y="27729"/>
                  </a:lnTo>
                  <a:lnTo>
                    <a:pt x="65536" y="27624"/>
                  </a:lnTo>
                  <a:lnTo>
                    <a:pt x="65777" y="27518"/>
                  </a:lnTo>
                  <a:lnTo>
                    <a:pt x="65999" y="27412"/>
                  </a:lnTo>
                  <a:lnTo>
                    <a:pt x="66194" y="27306"/>
                  </a:lnTo>
                  <a:lnTo>
                    <a:pt x="66370" y="27200"/>
                  </a:lnTo>
                  <a:lnTo>
                    <a:pt x="66526" y="27094"/>
                  </a:lnTo>
                  <a:lnTo>
                    <a:pt x="65943" y="23919"/>
                  </a:lnTo>
                  <a:lnTo>
                    <a:pt x="66080" y="23813"/>
                  </a:lnTo>
                  <a:lnTo>
                    <a:pt x="66250" y="23708"/>
                  </a:lnTo>
                  <a:lnTo>
                    <a:pt x="66442" y="23602"/>
                  </a:lnTo>
                  <a:lnTo>
                    <a:pt x="66658" y="23496"/>
                  </a:lnTo>
                  <a:lnTo>
                    <a:pt x="66901" y="23390"/>
                  </a:lnTo>
                  <a:lnTo>
                    <a:pt x="67172" y="23284"/>
                  </a:lnTo>
                  <a:lnTo>
                    <a:pt x="67463" y="23178"/>
                  </a:lnTo>
                  <a:lnTo>
                    <a:pt x="67774" y="23073"/>
                  </a:lnTo>
                  <a:lnTo>
                    <a:pt x="68110" y="22967"/>
                  </a:lnTo>
                  <a:lnTo>
                    <a:pt x="68465" y="22861"/>
                  </a:lnTo>
                  <a:lnTo>
                    <a:pt x="68835" y="22755"/>
                  </a:lnTo>
                  <a:lnTo>
                    <a:pt x="69219" y="22649"/>
                  </a:lnTo>
                  <a:lnTo>
                    <a:pt x="69621" y="22543"/>
                  </a:lnTo>
                  <a:lnTo>
                    <a:pt x="70033" y="22437"/>
                  </a:lnTo>
                  <a:lnTo>
                    <a:pt x="70453" y="22332"/>
                  </a:lnTo>
                  <a:lnTo>
                    <a:pt x="70879" y="22226"/>
                  </a:lnTo>
                  <a:lnTo>
                    <a:pt x="71312" y="22120"/>
                  </a:lnTo>
                  <a:lnTo>
                    <a:pt x="71747" y="22014"/>
                  </a:lnTo>
                  <a:lnTo>
                    <a:pt x="72182" y="21908"/>
                  </a:lnTo>
                  <a:lnTo>
                    <a:pt x="72617" y="21802"/>
                  </a:lnTo>
                  <a:lnTo>
                    <a:pt x="73046" y="21697"/>
                  </a:lnTo>
                  <a:lnTo>
                    <a:pt x="73470" y="21591"/>
                  </a:lnTo>
                  <a:lnTo>
                    <a:pt x="73888" y="21485"/>
                  </a:lnTo>
                  <a:lnTo>
                    <a:pt x="74296" y="21379"/>
                  </a:lnTo>
                  <a:lnTo>
                    <a:pt x="74693" y="21273"/>
                  </a:lnTo>
                  <a:lnTo>
                    <a:pt x="75078" y="21167"/>
                  </a:lnTo>
                  <a:lnTo>
                    <a:pt x="75453" y="21062"/>
                  </a:lnTo>
                  <a:lnTo>
                    <a:pt x="75809" y="20956"/>
                  </a:lnTo>
                  <a:lnTo>
                    <a:pt x="76151" y="20850"/>
                  </a:lnTo>
                  <a:lnTo>
                    <a:pt x="76479" y="20744"/>
                  </a:lnTo>
                  <a:lnTo>
                    <a:pt x="76792" y="20638"/>
                  </a:lnTo>
                  <a:lnTo>
                    <a:pt x="77084" y="20532"/>
                  </a:lnTo>
                  <a:lnTo>
                    <a:pt x="77360" y="20427"/>
                  </a:lnTo>
                  <a:lnTo>
                    <a:pt x="77622" y="20321"/>
                  </a:lnTo>
                  <a:lnTo>
                    <a:pt x="77867" y="20215"/>
                  </a:lnTo>
                  <a:lnTo>
                    <a:pt x="78092" y="20109"/>
                  </a:lnTo>
                  <a:lnTo>
                    <a:pt x="78303" y="20003"/>
                  </a:lnTo>
                  <a:lnTo>
                    <a:pt x="78501" y="19897"/>
                  </a:lnTo>
                  <a:lnTo>
                    <a:pt x="78683" y="19791"/>
                  </a:lnTo>
                  <a:lnTo>
                    <a:pt x="78850" y="19686"/>
                  </a:lnTo>
                  <a:lnTo>
                    <a:pt x="79006" y="19580"/>
                  </a:lnTo>
                  <a:lnTo>
                    <a:pt x="79151" y="19474"/>
                  </a:lnTo>
                  <a:lnTo>
                    <a:pt x="81237" y="17357"/>
                  </a:lnTo>
                  <a:lnTo>
                    <a:pt x="81365" y="17251"/>
                  </a:lnTo>
                  <a:lnTo>
                    <a:pt x="81498" y="17146"/>
                  </a:lnTo>
                  <a:lnTo>
                    <a:pt x="81634" y="17040"/>
                  </a:lnTo>
                  <a:lnTo>
                    <a:pt x="81777" y="16934"/>
                  </a:lnTo>
                  <a:lnTo>
                    <a:pt x="81923" y="16828"/>
                  </a:lnTo>
                  <a:lnTo>
                    <a:pt x="82072" y="16722"/>
                  </a:lnTo>
                  <a:lnTo>
                    <a:pt x="82224" y="16616"/>
                  </a:lnTo>
                  <a:lnTo>
                    <a:pt x="82379" y="16510"/>
                  </a:lnTo>
                  <a:lnTo>
                    <a:pt x="82536" y="16405"/>
                  </a:lnTo>
                  <a:lnTo>
                    <a:pt x="82695" y="16299"/>
                  </a:lnTo>
                  <a:lnTo>
                    <a:pt x="82855" y="16193"/>
                  </a:lnTo>
                  <a:lnTo>
                    <a:pt x="83014" y="16087"/>
                  </a:lnTo>
                  <a:lnTo>
                    <a:pt x="83174" y="15981"/>
                  </a:lnTo>
                  <a:lnTo>
                    <a:pt x="83332" y="15875"/>
                  </a:lnTo>
                  <a:lnTo>
                    <a:pt x="83489" y="15770"/>
                  </a:lnTo>
                  <a:lnTo>
                    <a:pt x="83643" y="15664"/>
                  </a:lnTo>
                  <a:lnTo>
                    <a:pt x="83794" y="15558"/>
                  </a:lnTo>
                  <a:lnTo>
                    <a:pt x="83943" y="15452"/>
                  </a:lnTo>
                  <a:lnTo>
                    <a:pt x="84087" y="15346"/>
                  </a:lnTo>
                  <a:lnTo>
                    <a:pt x="84227" y="15240"/>
                  </a:lnTo>
                  <a:lnTo>
                    <a:pt x="84362" y="15135"/>
                  </a:lnTo>
                  <a:lnTo>
                    <a:pt x="88777" y="0"/>
                  </a:lnTo>
                  <a:lnTo>
                    <a:pt x="94259" y="15029"/>
                  </a:lnTo>
                  <a:lnTo>
                    <a:pt x="94391" y="15135"/>
                  </a:lnTo>
                  <a:lnTo>
                    <a:pt x="94526" y="15240"/>
                  </a:lnTo>
                  <a:lnTo>
                    <a:pt x="94666" y="15346"/>
                  </a:lnTo>
                  <a:lnTo>
                    <a:pt x="94810" y="15452"/>
                  </a:lnTo>
                  <a:lnTo>
                    <a:pt x="94958" y="15558"/>
                  </a:lnTo>
                  <a:lnTo>
                    <a:pt x="95110" y="15664"/>
                  </a:lnTo>
                  <a:lnTo>
                    <a:pt x="95264" y="15770"/>
                  </a:lnTo>
                  <a:lnTo>
                    <a:pt x="95421" y="15875"/>
                  </a:lnTo>
                  <a:lnTo>
                    <a:pt x="95579" y="15981"/>
                  </a:lnTo>
                  <a:lnTo>
                    <a:pt x="95739" y="16087"/>
                  </a:lnTo>
                  <a:lnTo>
                    <a:pt x="95898" y="16193"/>
                  </a:lnTo>
                  <a:lnTo>
                    <a:pt x="96058" y="16299"/>
                  </a:lnTo>
                  <a:lnTo>
                    <a:pt x="96216" y="16405"/>
                  </a:lnTo>
                  <a:lnTo>
                    <a:pt x="96374" y="16510"/>
                  </a:lnTo>
                  <a:lnTo>
                    <a:pt x="96529" y="16616"/>
                  </a:lnTo>
                  <a:lnTo>
                    <a:pt x="96681" y="16722"/>
                  </a:lnTo>
                  <a:lnTo>
                    <a:pt x="96830" y="16828"/>
                  </a:lnTo>
                  <a:lnTo>
                    <a:pt x="96976" y="16934"/>
                  </a:lnTo>
                  <a:lnTo>
                    <a:pt x="97119" y="17040"/>
                  </a:lnTo>
                  <a:lnTo>
                    <a:pt x="97255" y="17146"/>
                  </a:lnTo>
                  <a:lnTo>
                    <a:pt x="97388" y="17251"/>
                  </a:lnTo>
                  <a:lnTo>
                    <a:pt x="99469" y="19368"/>
                  </a:lnTo>
                  <a:lnTo>
                    <a:pt x="99602" y="19474"/>
                  </a:lnTo>
                  <a:lnTo>
                    <a:pt x="99747" y="19580"/>
                  </a:lnTo>
                  <a:lnTo>
                    <a:pt x="99903" y="19686"/>
                  </a:lnTo>
                  <a:lnTo>
                    <a:pt x="100070" y="19791"/>
                  </a:lnTo>
                  <a:lnTo>
                    <a:pt x="100252" y="19897"/>
                  </a:lnTo>
                  <a:lnTo>
                    <a:pt x="100450" y="20003"/>
                  </a:lnTo>
                  <a:lnTo>
                    <a:pt x="100661" y="20109"/>
                  </a:lnTo>
                  <a:lnTo>
                    <a:pt x="100886" y="20215"/>
                  </a:lnTo>
                  <a:lnTo>
                    <a:pt x="101131" y="20321"/>
                  </a:lnTo>
                  <a:lnTo>
                    <a:pt x="101393" y="20427"/>
                  </a:lnTo>
                  <a:lnTo>
                    <a:pt x="101669" y="20532"/>
                  </a:lnTo>
                  <a:lnTo>
                    <a:pt x="101960" y="20638"/>
                  </a:lnTo>
                  <a:lnTo>
                    <a:pt x="102274" y="20744"/>
                  </a:lnTo>
                  <a:lnTo>
                    <a:pt x="102602" y="20850"/>
                  </a:lnTo>
                  <a:lnTo>
                    <a:pt x="102943" y="20956"/>
                  </a:lnTo>
                  <a:lnTo>
                    <a:pt x="103300" y="21062"/>
                  </a:lnTo>
                  <a:lnTo>
                    <a:pt x="103675" y="21167"/>
                  </a:lnTo>
                  <a:lnTo>
                    <a:pt x="104060" y="21273"/>
                  </a:lnTo>
                  <a:lnTo>
                    <a:pt x="104456" y="21379"/>
                  </a:lnTo>
                  <a:lnTo>
                    <a:pt x="104865" y="21485"/>
                  </a:lnTo>
                  <a:lnTo>
                    <a:pt x="105283" y="21591"/>
                  </a:lnTo>
                  <a:lnTo>
                    <a:pt x="105707" y="21697"/>
                  </a:lnTo>
                  <a:lnTo>
                    <a:pt x="106136" y="21802"/>
                  </a:lnTo>
                  <a:lnTo>
                    <a:pt x="106571" y="21908"/>
                  </a:lnTo>
                  <a:lnTo>
                    <a:pt x="107006" y="22014"/>
                  </a:lnTo>
                  <a:lnTo>
                    <a:pt x="107441" y="22120"/>
                  </a:lnTo>
                  <a:lnTo>
                    <a:pt x="107874" y="22226"/>
                  </a:lnTo>
                  <a:lnTo>
                    <a:pt x="108300" y="22332"/>
                  </a:lnTo>
                  <a:lnTo>
                    <a:pt x="108720" y="22437"/>
                  </a:lnTo>
                  <a:lnTo>
                    <a:pt x="109132" y="22543"/>
                  </a:lnTo>
                  <a:lnTo>
                    <a:pt x="109534" y="22649"/>
                  </a:lnTo>
                  <a:lnTo>
                    <a:pt x="109918" y="22755"/>
                  </a:lnTo>
                  <a:lnTo>
                    <a:pt x="110288" y="22861"/>
                  </a:lnTo>
                  <a:lnTo>
                    <a:pt x="110643" y="22967"/>
                  </a:lnTo>
                  <a:lnTo>
                    <a:pt x="110979" y="23073"/>
                  </a:lnTo>
                  <a:lnTo>
                    <a:pt x="111290" y="23178"/>
                  </a:lnTo>
                  <a:lnTo>
                    <a:pt x="111581" y="23284"/>
                  </a:lnTo>
                  <a:lnTo>
                    <a:pt x="111852" y="23390"/>
                  </a:lnTo>
                  <a:lnTo>
                    <a:pt x="112095" y="23496"/>
                  </a:lnTo>
                  <a:lnTo>
                    <a:pt x="112311" y="23602"/>
                  </a:lnTo>
                  <a:lnTo>
                    <a:pt x="112503" y="23708"/>
                  </a:lnTo>
                  <a:lnTo>
                    <a:pt x="112673" y="23813"/>
                  </a:lnTo>
                  <a:lnTo>
                    <a:pt x="112098" y="26989"/>
                  </a:lnTo>
                  <a:lnTo>
                    <a:pt x="112227" y="27094"/>
                  </a:lnTo>
                  <a:lnTo>
                    <a:pt x="112383" y="27200"/>
                  </a:lnTo>
                  <a:lnTo>
                    <a:pt x="112559" y="27306"/>
                  </a:lnTo>
                  <a:lnTo>
                    <a:pt x="112754" y="27412"/>
                  </a:lnTo>
                  <a:lnTo>
                    <a:pt x="112976" y="27518"/>
                  </a:lnTo>
                  <a:lnTo>
                    <a:pt x="113217" y="27624"/>
                  </a:lnTo>
                  <a:lnTo>
                    <a:pt x="113475" y="27729"/>
                  </a:lnTo>
                  <a:lnTo>
                    <a:pt x="113747" y="27835"/>
                  </a:lnTo>
                  <a:lnTo>
                    <a:pt x="114039" y="27941"/>
                  </a:lnTo>
                  <a:lnTo>
                    <a:pt x="114341" y="28047"/>
                  </a:lnTo>
                  <a:lnTo>
                    <a:pt x="114652" y="28153"/>
                  </a:lnTo>
                  <a:lnTo>
                    <a:pt x="114970" y="28259"/>
                  </a:lnTo>
                  <a:lnTo>
                    <a:pt x="115295" y="28364"/>
                  </a:lnTo>
                  <a:lnTo>
                    <a:pt x="115621" y="28470"/>
                  </a:lnTo>
                  <a:lnTo>
                    <a:pt x="115947" y="28576"/>
                  </a:lnTo>
                  <a:lnTo>
                    <a:pt x="116271" y="28682"/>
                  </a:lnTo>
                  <a:lnTo>
                    <a:pt x="116587" y="28788"/>
                  </a:lnTo>
                  <a:lnTo>
                    <a:pt x="116895" y="28894"/>
                  </a:lnTo>
                  <a:lnTo>
                    <a:pt x="117195" y="29000"/>
                  </a:lnTo>
                  <a:lnTo>
                    <a:pt x="117480" y="29105"/>
                  </a:lnTo>
                  <a:lnTo>
                    <a:pt x="117749" y="29211"/>
                  </a:lnTo>
                  <a:lnTo>
                    <a:pt x="118002" y="29317"/>
                  </a:lnTo>
                  <a:lnTo>
                    <a:pt x="118240" y="29423"/>
                  </a:lnTo>
                  <a:lnTo>
                    <a:pt x="118453" y="29529"/>
                  </a:lnTo>
                  <a:lnTo>
                    <a:pt x="118644" y="29635"/>
                  </a:lnTo>
                  <a:lnTo>
                    <a:pt x="118817" y="29740"/>
                  </a:lnTo>
                  <a:lnTo>
                    <a:pt x="119229" y="32281"/>
                  </a:lnTo>
                  <a:lnTo>
                    <a:pt x="119360" y="32386"/>
                  </a:lnTo>
                  <a:lnTo>
                    <a:pt x="119517" y="32492"/>
                  </a:lnTo>
                  <a:lnTo>
                    <a:pt x="119704" y="32598"/>
                  </a:lnTo>
                  <a:lnTo>
                    <a:pt x="119928" y="32704"/>
                  </a:lnTo>
                  <a:lnTo>
                    <a:pt x="120190" y="32810"/>
                  </a:lnTo>
                  <a:lnTo>
                    <a:pt x="120482" y="32916"/>
                  </a:lnTo>
                  <a:lnTo>
                    <a:pt x="120805" y="33021"/>
                  </a:lnTo>
                  <a:lnTo>
                    <a:pt x="121171" y="33127"/>
                  </a:lnTo>
                  <a:lnTo>
                    <a:pt x="121569" y="33233"/>
                  </a:lnTo>
                  <a:lnTo>
                    <a:pt x="121995" y="33339"/>
                  </a:lnTo>
                  <a:lnTo>
                    <a:pt x="122448" y="33445"/>
                  </a:lnTo>
                  <a:lnTo>
                    <a:pt x="122940" y="33551"/>
                  </a:lnTo>
                  <a:lnTo>
                    <a:pt x="123455" y="33656"/>
                  </a:lnTo>
                  <a:lnTo>
                    <a:pt x="123991" y="33762"/>
                  </a:lnTo>
                  <a:lnTo>
                    <a:pt x="124548" y="33868"/>
                  </a:lnTo>
                  <a:lnTo>
                    <a:pt x="125127" y="33974"/>
                  </a:lnTo>
                  <a:lnTo>
                    <a:pt x="125718" y="34080"/>
                  </a:lnTo>
                  <a:lnTo>
                    <a:pt x="126319" y="34186"/>
                  </a:lnTo>
                  <a:lnTo>
                    <a:pt x="126929" y="34292"/>
                  </a:lnTo>
                  <a:lnTo>
                    <a:pt x="127543" y="34397"/>
                  </a:lnTo>
                  <a:lnTo>
                    <a:pt x="128156" y="34503"/>
                  </a:lnTo>
                  <a:lnTo>
                    <a:pt x="128767" y="34609"/>
                  </a:lnTo>
                  <a:lnTo>
                    <a:pt x="129371" y="34715"/>
                  </a:lnTo>
                  <a:lnTo>
                    <a:pt x="129962" y="34821"/>
                  </a:lnTo>
                  <a:lnTo>
                    <a:pt x="130541" y="34927"/>
                  </a:lnTo>
                  <a:lnTo>
                    <a:pt x="131106" y="35032"/>
                  </a:lnTo>
                  <a:lnTo>
                    <a:pt x="131646" y="35138"/>
                  </a:lnTo>
                  <a:lnTo>
                    <a:pt x="132165" y="35244"/>
                  </a:lnTo>
                  <a:lnTo>
                    <a:pt x="132662" y="35350"/>
                  </a:lnTo>
                  <a:lnTo>
                    <a:pt x="133137" y="35456"/>
                  </a:lnTo>
                  <a:lnTo>
                    <a:pt x="133575" y="35562"/>
                  </a:lnTo>
                  <a:lnTo>
                    <a:pt x="133989" y="35667"/>
                  </a:lnTo>
                  <a:lnTo>
                    <a:pt x="134378" y="35773"/>
                  </a:lnTo>
                  <a:lnTo>
                    <a:pt x="134738" y="35879"/>
                  </a:lnTo>
                  <a:lnTo>
                    <a:pt x="135065" y="35985"/>
                  </a:lnTo>
                  <a:lnTo>
                    <a:pt x="135369" y="36091"/>
                  </a:lnTo>
                  <a:lnTo>
                    <a:pt x="135651" y="36197"/>
                  </a:lnTo>
                  <a:lnTo>
                    <a:pt x="135908" y="36302"/>
                  </a:lnTo>
                  <a:lnTo>
                    <a:pt x="136143" y="36408"/>
                  </a:lnTo>
                  <a:lnTo>
                    <a:pt x="136364" y="36514"/>
                  </a:lnTo>
                  <a:lnTo>
                    <a:pt x="136572" y="36620"/>
                  </a:lnTo>
                  <a:lnTo>
                    <a:pt x="136769" y="36726"/>
                  </a:lnTo>
                  <a:lnTo>
                    <a:pt x="136963" y="36832"/>
                  </a:lnTo>
                  <a:lnTo>
                    <a:pt x="137156" y="36937"/>
                  </a:lnTo>
                  <a:lnTo>
                    <a:pt x="137353" y="37043"/>
                  </a:lnTo>
                  <a:lnTo>
                    <a:pt x="137562" y="37149"/>
                  </a:lnTo>
                  <a:lnTo>
                    <a:pt x="137787" y="37255"/>
                  </a:lnTo>
                  <a:lnTo>
                    <a:pt x="138029" y="37361"/>
                  </a:lnTo>
                  <a:lnTo>
                    <a:pt x="138295" y="37467"/>
                  </a:lnTo>
                  <a:lnTo>
                    <a:pt x="138601" y="37573"/>
                  </a:lnTo>
                  <a:lnTo>
                    <a:pt x="138941" y="37678"/>
                  </a:lnTo>
                  <a:lnTo>
                    <a:pt x="139316" y="37784"/>
                  </a:lnTo>
                  <a:lnTo>
                    <a:pt x="139739" y="37890"/>
                  </a:lnTo>
                  <a:lnTo>
                    <a:pt x="140222" y="37996"/>
                  </a:lnTo>
                  <a:lnTo>
                    <a:pt x="140753" y="38102"/>
                  </a:lnTo>
                  <a:lnTo>
                    <a:pt x="141335" y="38208"/>
                  </a:lnTo>
                  <a:lnTo>
                    <a:pt x="141987" y="38313"/>
                  </a:lnTo>
                  <a:lnTo>
                    <a:pt x="142707" y="38419"/>
                  </a:lnTo>
                  <a:lnTo>
                    <a:pt x="143485" y="38525"/>
                  </a:lnTo>
                  <a:lnTo>
                    <a:pt x="144321" y="38631"/>
                  </a:lnTo>
                  <a:lnTo>
                    <a:pt x="145240" y="38737"/>
                  </a:lnTo>
                  <a:lnTo>
                    <a:pt x="146224" y="38843"/>
                  </a:lnTo>
                  <a:lnTo>
                    <a:pt x="147265" y="38948"/>
                  </a:lnTo>
                  <a:lnTo>
                    <a:pt x="148362" y="39054"/>
                  </a:lnTo>
                  <a:lnTo>
                    <a:pt x="149542" y="39160"/>
                  </a:lnTo>
                  <a:lnTo>
                    <a:pt x="150769" y="39266"/>
                  </a:lnTo>
                  <a:lnTo>
                    <a:pt x="152043" y="39372"/>
                  </a:lnTo>
                  <a:lnTo>
                    <a:pt x="153366" y="39478"/>
                  </a:lnTo>
                  <a:lnTo>
                    <a:pt x="154740" y="39583"/>
                  </a:lnTo>
                  <a:lnTo>
                    <a:pt x="156143" y="39689"/>
                  </a:lnTo>
                  <a:lnTo>
                    <a:pt x="157572" y="39795"/>
                  </a:lnTo>
                  <a:lnTo>
                    <a:pt x="159026" y="39901"/>
                  </a:lnTo>
                  <a:lnTo>
                    <a:pt x="160492" y="40007"/>
                  </a:lnTo>
                  <a:lnTo>
                    <a:pt x="161960" y="40113"/>
                  </a:lnTo>
                  <a:lnTo>
                    <a:pt x="163425" y="40219"/>
                  </a:lnTo>
                  <a:lnTo>
                    <a:pt x="164875" y="40324"/>
                  </a:lnTo>
                  <a:lnTo>
                    <a:pt x="166298" y="40430"/>
                  </a:lnTo>
                  <a:lnTo>
                    <a:pt x="167690" y="40536"/>
                  </a:lnTo>
                  <a:lnTo>
                    <a:pt x="169048" y="40642"/>
                  </a:lnTo>
                  <a:lnTo>
                    <a:pt x="170338" y="40748"/>
                  </a:lnTo>
                  <a:lnTo>
                    <a:pt x="171567" y="40854"/>
                  </a:lnTo>
                  <a:lnTo>
                    <a:pt x="172734" y="40959"/>
                  </a:lnTo>
                  <a:lnTo>
                    <a:pt x="173831" y="41065"/>
                  </a:lnTo>
                  <a:lnTo>
                    <a:pt x="174811" y="41171"/>
                  </a:lnTo>
                  <a:lnTo>
                    <a:pt x="175706" y="41277"/>
                  </a:lnTo>
                  <a:lnTo>
                    <a:pt x="176512" y="41383"/>
                  </a:lnTo>
                  <a:lnTo>
                    <a:pt x="177207" y="41489"/>
                  </a:lnTo>
                  <a:lnTo>
                    <a:pt x="177762" y="41594"/>
                  </a:lnTo>
                  <a:lnTo>
                    <a:pt x="178212" y="41700"/>
                  </a:lnTo>
                  <a:lnTo>
                    <a:pt x="178555" y="41806"/>
                  </a:lnTo>
                  <a:lnTo>
                    <a:pt x="178752" y="42124"/>
                  </a:lnTo>
                  <a:lnTo>
                    <a:pt x="178580" y="42229"/>
                  </a:lnTo>
                  <a:lnTo>
                    <a:pt x="178247" y="42335"/>
                  </a:lnTo>
                  <a:lnTo>
                    <a:pt x="177787" y="42441"/>
                  </a:lnTo>
                  <a:lnTo>
                    <a:pt x="177218" y="42547"/>
                  </a:lnTo>
                  <a:lnTo>
                    <a:pt x="176540" y="42653"/>
                  </a:lnTo>
                  <a:lnTo>
                    <a:pt x="175704" y="42759"/>
                  </a:lnTo>
                  <a:lnTo>
                    <a:pt x="174770" y="42865"/>
                  </a:lnTo>
                  <a:lnTo>
                    <a:pt x="173742" y="42970"/>
                  </a:lnTo>
                  <a:lnTo>
                    <a:pt x="172617" y="43076"/>
                  </a:lnTo>
                  <a:lnTo>
                    <a:pt x="171374" y="43182"/>
                  </a:lnTo>
                  <a:lnTo>
                    <a:pt x="170059" y="43288"/>
                  </a:lnTo>
                  <a:lnTo>
                    <a:pt x="168677" y="43394"/>
                  </a:lnTo>
                  <a:lnTo>
                    <a:pt x="167221" y="43500"/>
                  </a:lnTo>
                  <a:lnTo>
                    <a:pt x="165698" y="43605"/>
                  </a:lnTo>
                  <a:lnTo>
                    <a:pt x="164133" y="43711"/>
                  </a:lnTo>
                  <a:lnTo>
                    <a:pt x="162532" y="43817"/>
                  </a:lnTo>
                  <a:lnTo>
                    <a:pt x="160893" y="43923"/>
                  </a:lnTo>
                  <a:lnTo>
                    <a:pt x="159234" y="44029"/>
                  </a:lnTo>
                  <a:lnTo>
                    <a:pt x="157565" y="44135"/>
                  </a:lnTo>
                  <a:lnTo>
                    <a:pt x="155892" y="44240"/>
                  </a:lnTo>
                  <a:lnTo>
                    <a:pt x="154225" y="44346"/>
                  </a:lnTo>
                  <a:lnTo>
                    <a:pt x="152573" y="44452"/>
                  </a:lnTo>
                  <a:lnTo>
                    <a:pt x="150940" y="44558"/>
                  </a:lnTo>
                  <a:lnTo>
                    <a:pt x="149331" y="44664"/>
                  </a:lnTo>
                  <a:lnTo>
                    <a:pt x="147770" y="44770"/>
                  </a:lnTo>
                  <a:lnTo>
                    <a:pt x="146246" y="44875"/>
                  </a:lnTo>
                  <a:lnTo>
                    <a:pt x="144763" y="44981"/>
                  </a:lnTo>
                  <a:lnTo>
                    <a:pt x="143332" y="45087"/>
                  </a:lnTo>
                  <a:lnTo>
                    <a:pt x="141969" y="45193"/>
                  </a:lnTo>
                  <a:lnTo>
                    <a:pt x="140658" y="45299"/>
                  </a:lnTo>
                  <a:lnTo>
                    <a:pt x="139401" y="45405"/>
                  </a:lnTo>
                  <a:lnTo>
                    <a:pt x="138214" y="45510"/>
                  </a:lnTo>
                  <a:lnTo>
                    <a:pt x="137100" y="45616"/>
                  </a:lnTo>
                  <a:lnTo>
                    <a:pt x="136043" y="45722"/>
                  </a:lnTo>
                  <a:lnTo>
                    <a:pt x="135042" y="45828"/>
                  </a:lnTo>
                  <a:lnTo>
                    <a:pt x="134119" y="45934"/>
                  </a:lnTo>
                  <a:lnTo>
                    <a:pt x="133259" y="46040"/>
                  </a:lnTo>
                  <a:lnTo>
                    <a:pt x="132452" y="46146"/>
                  </a:lnTo>
                  <a:lnTo>
                    <a:pt x="131695" y="46251"/>
                  </a:lnTo>
                  <a:lnTo>
                    <a:pt x="131011" y="46357"/>
                  </a:lnTo>
                  <a:lnTo>
                    <a:pt x="130372" y="46463"/>
                  </a:lnTo>
                  <a:lnTo>
                    <a:pt x="129774" y="46569"/>
                  </a:lnTo>
                  <a:lnTo>
                    <a:pt x="129217" y="46675"/>
                  </a:lnTo>
                  <a:lnTo>
                    <a:pt x="128710" y="46781"/>
                  </a:lnTo>
                  <a:lnTo>
                    <a:pt x="128232" y="46886"/>
                  </a:lnTo>
                  <a:lnTo>
                    <a:pt x="127779" y="46992"/>
                  </a:lnTo>
                  <a:lnTo>
                    <a:pt x="127353" y="47098"/>
                  </a:lnTo>
                  <a:lnTo>
                    <a:pt x="126950" y="47204"/>
                  </a:lnTo>
                  <a:lnTo>
                    <a:pt x="126559" y="47310"/>
                  </a:lnTo>
                  <a:lnTo>
                    <a:pt x="126177" y="47416"/>
                  </a:lnTo>
                  <a:lnTo>
                    <a:pt x="125803" y="47521"/>
                  </a:lnTo>
                  <a:lnTo>
                    <a:pt x="125431" y="47627"/>
                  </a:lnTo>
                  <a:lnTo>
                    <a:pt x="125055" y="47733"/>
                  </a:lnTo>
                  <a:lnTo>
                    <a:pt x="124675" y="47839"/>
                  </a:lnTo>
                  <a:lnTo>
                    <a:pt x="124284" y="47945"/>
                  </a:lnTo>
                  <a:lnTo>
                    <a:pt x="123879" y="48051"/>
                  </a:lnTo>
                  <a:lnTo>
                    <a:pt x="123462" y="48156"/>
                  </a:lnTo>
                  <a:lnTo>
                    <a:pt x="123029" y="48262"/>
                  </a:lnTo>
                  <a:lnTo>
                    <a:pt x="122570" y="48368"/>
                  </a:lnTo>
                  <a:lnTo>
                    <a:pt x="122092" y="48474"/>
                  </a:lnTo>
                  <a:lnTo>
                    <a:pt x="121594" y="48580"/>
                  </a:lnTo>
                  <a:lnTo>
                    <a:pt x="121075" y="48686"/>
                  </a:lnTo>
                  <a:lnTo>
                    <a:pt x="120525" y="48792"/>
                  </a:lnTo>
                  <a:lnTo>
                    <a:pt x="119956" y="48897"/>
                  </a:lnTo>
                  <a:lnTo>
                    <a:pt x="119367" y="49003"/>
                  </a:lnTo>
                  <a:lnTo>
                    <a:pt x="118752" y="49109"/>
                  </a:lnTo>
                  <a:lnTo>
                    <a:pt x="118114" y="49215"/>
                  </a:lnTo>
                  <a:lnTo>
                    <a:pt x="117459" y="49321"/>
                  </a:lnTo>
                  <a:lnTo>
                    <a:pt x="116787" y="49427"/>
                  </a:lnTo>
                  <a:lnTo>
                    <a:pt x="116095" y="49532"/>
                  </a:lnTo>
                  <a:lnTo>
                    <a:pt x="115388" y="49638"/>
                  </a:lnTo>
                  <a:lnTo>
                    <a:pt x="114671" y="49744"/>
                  </a:lnTo>
                  <a:lnTo>
                    <a:pt x="113944" y="49850"/>
                  </a:lnTo>
                  <a:lnTo>
                    <a:pt x="113207" y="49956"/>
                  </a:lnTo>
                  <a:lnTo>
                    <a:pt x="112466" y="50062"/>
                  </a:lnTo>
                  <a:lnTo>
                    <a:pt x="111722" y="50167"/>
                  </a:lnTo>
                  <a:lnTo>
                    <a:pt x="110977" y="50273"/>
                  </a:lnTo>
                  <a:lnTo>
                    <a:pt x="110236" y="50379"/>
                  </a:lnTo>
                  <a:lnTo>
                    <a:pt x="109499" y="50485"/>
                  </a:lnTo>
                  <a:lnTo>
                    <a:pt x="108769" y="50591"/>
                  </a:lnTo>
                  <a:lnTo>
                    <a:pt x="108047" y="50697"/>
                  </a:lnTo>
                  <a:lnTo>
                    <a:pt x="107340" y="50802"/>
                  </a:lnTo>
                  <a:lnTo>
                    <a:pt x="106646" y="50908"/>
                  </a:lnTo>
                  <a:lnTo>
                    <a:pt x="105964" y="51014"/>
                  </a:lnTo>
                  <a:lnTo>
                    <a:pt x="105302" y="51120"/>
                  </a:lnTo>
                  <a:lnTo>
                    <a:pt x="104660" y="51226"/>
                  </a:lnTo>
                  <a:lnTo>
                    <a:pt x="104037" y="51332"/>
                  </a:lnTo>
                  <a:lnTo>
                    <a:pt x="103431" y="51438"/>
                  </a:lnTo>
                  <a:lnTo>
                    <a:pt x="102854" y="51543"/>
                  </a:lnTo>
                  <a:lnTo>
                    <a:pt x="102299" y="51649"/>
                  </a:lnTo>
                  <a:lnTo>
                    <a:pt x="101764" y="51755"/>
                  </a:lnTo>
                  <a:lnTo>
                    <a:pt x="101250" y="51861"/>
                  </a:lnTo>
                  <a:lnTo>
                    <a:pt x="100769" y="51967"/>
                  </a:lnTo>
                  <a:lnTo>
                    <a:pt x="100309" y="52073"/>
                  </a:lnTo>
                  <a:lnTo>
                    <a:pt x="99870" y="52178"/>
                  </a:lnTo>
                  <a:lnTo>
                    <a:pt x="99453" y="52284"/>
                  </a:lnTo>
                  <a:lnTo>
                    <a:pt x="99066" y="52390"/>
                  </a:lnTo>
                  <a:lnTo>
                    <a:pt x="98698" y="52496"/>
                  </a:lnTo>
                  <a:lnTo>
                    <a:pt x="98349" y="52602"/>
                  </a:lnTo>
                  <a:lnTo>
                    <a:pt x="98022" y="52708"/>
                  </a:lnTo>
                  <a:lnTo>
                    <a:pt x="97718" y="52813"/>
                  </a:lnTo>
                  <a:lnTo>
                    <a:pt x="97431" y="52919"/>
                  </a:lnTo>
                  <a:lnTo>
                    <a:pt x="97159" y="53025"/>
                  </a:lnTo>
                  <a:lnTo>
                    <a:pt x="96907" y="53131"/>
                  </a:lnTo>
                  <a:lnTo>
                    <a:pt x="96670" y="53237"/>
                  </a:lnTo>
                  <a:lnTo>
                    <a:pt x="96447" y="53343"/>
                  </a:lnTo>
                  <a:lnTo>
                    <a:pt x="96234" y="53448"/>
                  </a:lnTo>
                  <a:lnTo>
                    <a:pt x="96037" y="53554"/>
                  </a:lnTo>
                  <a:lnTo>
                    <a:pt x="95850" y="53660"/>
                  </a:lnTo>
                  <a:lnTo>
                    <a:pt x="95672" y="53766"/>
                  </a:lnTo>
                  <a:lnTo>
                    <a:pt x="95501" y="53872"/>
                  </a:lnTo>
                  <a:lnTo>
                    <a:pt x="95340" y="53978"/>
                  </a:lnTo>
                  <a:lnTo>
                    <a:pt x="95184" y="54083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6" name="rc36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7" name="tx37"/>
            <p:cNvSpPr/>
            <p:nvPr/>
          </p:nvSpPr>
          <p:spPr>
            <a:xfrm>
              <a:off x="1148262" y="279683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48262" y="21959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148262" y="15949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1300456" y="28368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1" name="pl41"/>
            <p:cNvSpPr/>
            <p:nvPr/>
          </p:nvSpPr>
          <p:spPr>
            <a:xfrm>
              <a:off x="1300456" y="22359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2" name="pl42"/>
            <p:cNvSpPr/>
            <p:nvPr/>
          </p:nvSpPr>
          <p:spPr>
            <a:xfrm>
              <a:off x="1300456" y="163497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3" name="pl43"/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4" name="pl44"/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" name="pl45"/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" name="pl46"/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" name="pl47"/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" name="pl48"/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9" name="pl49"/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0" name="pl50"/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1" name="pl51"/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2" name="pl52"/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3" name="pl53"/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4" name="pl54"/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5" name="tx55"/>
            <p:cNvSpPr/>
            <p:nvPr/>
          </p:nvSpPr>
          <p:spPr>
            <a:xfrm rot="189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6" name="tx56"/>
            <p:cNvSpPr/>
            <p:nvPr/>
          </p:nvSpPr>
          <p:spPr>
            <a:xfrm rot="189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7" name="tx57"/>
            <p:cNvSpPr/>
            <p:nvPr/>
          </p:nvSpPr>
          <p:spPr>
            <a:xfrm rot="189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8" name="tx58"/>
            <p:cNvSpPr/>
            <p:nvPr/>
          </p:nvSpPr>
          <p:spPr>
            <a:xfrm rot="189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9" name="tx59"/>
            <p:cNvSpPr/>
            <p:nvPr/>
          </p:nvSpPr>
          <p:spPr>
            <a:xfrm rot="189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0" name="tx60"/>
            <p:cNvSpPr/>
            <p:nvPr/>
          </p:nvSpPr>
          <p:spPr>
            <a:xfrm rot="189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1" name="tx61"/>
            <p:cNvSpPr/>
            <p:nvPr/>
          </p:nvSpPr>
          <p:spPr>
            <a:xfrm rot="189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2" name="tx62"/>
            <p:cNvSpPr/>
            <p:nvPr/>
          </p:nvSpPr>
          <p:spPr>
            <a:xfrm rot="189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tx63"/>
            <p:cNvSpPr/>
            <p:nvPr/>
          </p:nvSpPr>
          <p:spPr>
            <a:xfrm rot="18900000">
              <a:off x="4360798" y="3639598"/>
              <a:ext cx="90708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Sea</a:t>
              </a:r>
            </a:p>
          </p:txBody>
        </p:sp>
        <p:sp>
          <p:nvSpPr>
            <p:cNvPr id="64" name="tx64"/>
            <p:cNvSpPr/>
            <p:nvPr/>
          </p:nvSpPr>
          <p:spPr>
            <a:xfrm rot="18900000">
              <a:off x="4799423" y="3639565"/>
              <a:ext cx="9069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Sea</a:t>
              </a:r>
            </a:p>
          </p:txBody>
        </p:sp>
        <p:sp>
          <p:nvSpPr>
            <p:cNvPr id="65" name="tx65"/>
            <p:cNvSpPr/>
            <p:nvPr/>
          </p:nvSpPr>
          <p:spPr>
            <a:xfrm rot="18900000">
              <a:off x="5280272" y="3622043"/>
              <a:ext cx="85743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Sea</a:t>
              </a:r>
            </a:p>
          </p:txBody>
        </p:sp>
        <p:sp>
          <p:nvSpPr>
            <p:cNvPr id="66" name="tx66"/>
            <p:cNvSpPr/>
            <p:nvPr/>
          </p:nvSpPr>
          <p:spPr>
            <a:xfrm rot="18900000">
              <a:off x="5718897" y="3622011"/>
              <a:ext cx="85734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Sea</a:t>
              </a:r>
            </a:p>
          </p:txBody>
        </p:sp>
        <p:sp>
          <p:nvSpPr>
            <p:cNvPr id="67" name="tx67"/>
            <p:cNvSpPr/>
            <p:nvPr/>
          </p:nvSpPr>
          <p:spPr>
            <a:xfrm rot="16200000">
              <a:off x="599255" y="2278874"/>
              <a:ext cx="86950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Salinity (PSU)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335251" y="983989"/>
              <a:ext cx="260695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Salinity at Experimental Source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335251" y="1165040"/>
              <a:ext cx="181563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Sites and in Mesocosms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0F0B92F-7CA6-E4E3-2D31-298044790A0D}"/>
              </a:ext>
            </a:extLst>
          </p:cNvPr>
          <p:cNvGrpSpPr/>
          <p:nvPr/>
        </p:nvGrpSpPr>
        <p:grpSpPr>
          <a:xfrm>
            <a:off x="2914800" y="1646040"/>
            <a:ext cx="17141670" cy="8079756"/>
            <a:chOff x="983988" y="983989"/>
            <a:chExt cx="5713890" cy="2693252"/>
          </a:xfrm>
        </p:grpSpPr>
        <p:sp>
          <p:nvSpPr>
            <p:cNvPr id="5" name="rc5">
              <a:extLst>
                <a:ext uri="{FF2B5EF4-FFF2-40B4-BE49-F238E27FC236}">
                  <a16:creationId xmlns:a16="http://schemas.microsoft.com/office/drawing/2014/main" id="{17AA7B32-7FD2-29B2-B4B4-D1C206571EFF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6" name="pl6">
              <a:extLst>
                <a:ext uri="{FF2B5EF4-FFF2-40B4-BE49-F238E27FC236}">
                  <a16:creationId xmlns:a16="http://schemas.microsoft.com/office/drawing/2014/main" id="{1C8B6167-3F2A-4D7B-63FD-618166D64BCA}"/>
                </a:ext>
              </a:extLst>
            </p:cNvPr>
            <p:cNvSpPr/>
            <p:nvPr/>
          </p:nvSpPr>
          <p:spPr>
            <a:xfrm>
              <a:off x="1335251" y="2984355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7" name="pl7">
              <a:extLst>
                <a:ext uri="{FF2B5EF4-FFF2-40B4-BE49-F238E27FC236}">
                  <a16:creationId xmlns:a16="http://schemas.microsoft.com/office/drawing/2014/main" id="{E5665AF2-C563-54B5-5BA1-B37F1ECD166B}"/>
                </a:ext>
              </a:extLst>
            </p:cNvPr>
            <p:cNvSpPr/>
            <p:nvPr/>
          </p:nvSpPr>
          <p:spPr>
            <a:xfrm>
              <a:off x="1335251" y="263712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" name="pl8">
              <a:extLst>
                <a:ext uri="{FF2B5EF4-FFF2-40B4-BE49-F238E27FC236}">
                  <a16:creationId xmlns:a16="http://schemas.microsoft.com/office/drawing/2014/main" id="{AFF06354-55A6-9BFF-A319-3EF09EECEFBB}"/>
                </a:ext>
              </a:extLst>
            </p:cNvPr>
            <p:cNvSpPr/>
            <p:nvPr/>
          </p:nvSpPr>
          <p:spPr>
            <a:xfrm>
              <a:off x="1335251" y="228989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" name="pl9">
              <a:extLst>
                <a:ext uri="{FF2B5EF4-FFF2-40B4-BE49-F238E27FC236}">
                  <a16:creationId xmlns:a16="http://schemas.microsoft.com/office/drawing/2014/main" id="{13DC897C-F22A-3EA9-59C3-EFE028E02706}"/>
                </a:ext>
              </a:extLst>
            </p:cNvPr>
            <p:cNvSpPr/>
            <p:nvPr/>
          </p:nvSpPr>
          <p:spPr>
            <a:xfrm>
              <a:off x="1335251" y="194266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" name="pl10">
              <a:extLst>
                <a:ext uri="{FF2B5EF4-FFF2-40B4-BE49-F238E27FC236}">
                  <a16:creationId xmlns:a16="http://schemas.microsoft.com/office/drawing/2014/main" id="{4B37D834-3EC4-5D6B-24E9-F50E0BB0B43E}"/>
                </a:ext>
              </a:extLst>
            </p:cNvPr>
            <p:cNvSpPr/>
            <p:nvPr/>
          </p:nvSpPr>
          <p:spPr>
            <a:xfrm>
              <a:off x="1335251" y="159543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" name="pl11">
              <a:extLst>
                <a:ext uri="{FF2B5EF4-FFF2-40B4-BE49-F238E27FC236}">
                  <a16:creationId xmlns:a16="http://schemas.microsoft.com/office/drawing/2014/main" id="{C7726552-3D80-42A6-C01C-A538731F67E0}"/>
                </a:ext>
              </a:extLst>
            </p:cNvPr>
            <p:cNvSpPr/>
            <p:nvPr/>
          </p:nvSpPr>
          <p:spPr>
            <a:xfrm>
              <a:off x="1335251" y="315797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" name="pl12">
              <a:extLst>
                <a:ext uri="{FF2B5EF4-FFF2-40B4-BE49-F238E27FC236}">
                  <a16:creationId xmlns:a16="http://schemas.microsoft.com/office/drawing/2014/main" id="{F1C62F31-A224-825B-D9DA-DBD62880B1BE}"/>
                </a:ext>
              </a:extLst>
            </p:cNvPr>
            <p:cNvSpPr/>
            <p:nvPr/>
          </p:nvSpPr>
          <p:spPr>
            <a:xfrm>
              <a:off x="1335251" y="281074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" name="pl13">
              <a:extLst>
                <a:ext uri="{FF2B5EF4-FFF2-40B4-BE49-F238E27FC236}">
                  <a16:creationId xmlns:a16="http://schemas.microsoft.com/office/drawing/2014/main" id="{88166A4E-90ED-96DC-C92F-1D362DF1C75D}"/>
                </a:ext>
              </a:extLst>
            </p:cNvPr>
            <p:cNvSpPr/>
            <p:nvPr/>
          </p:nvSpPr>
          <p:spPr>
            <a:xfrm>
              <a:off x="1335251" y="24635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" name="pl14">
              <a:extLst>
                <a:ext uri="{FF2B5EF4-FFF2-40B4-BE49-F238E27FC236}">
                  <a16:creationId xmlns:a16="http://schemas.microsoft.com/office/drawing/2014/main" id="{B349F359-ABF0-2F53-93A9-A54EAFDEDCD4}"/>
                </a:ext>
              </a:extLst>
            </p:cNvPr>
            <p:cNvSpPr/>
            <p:nvPr/>
          </p:nvSpPr>
          <p:spPr>
            <a:xfrm>
              <a:off x="1335251" y="211628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5" name="pl15">
              <a:extLst>
                <a:ext uri="{FF2B5EF4-FFF2-40B4-BE49-F238E27FC236}">
                  <a16:creationId xmlns:a16="http://schemas.microsoft.com/office/drawing/2014/main" id="{5008FE05-45D3-2780-FDD5-854B1B36C0E0}"/>
                </a:ext>
              </a:extLst>
            </p:cNvPr>
            <p:cNvSpPr/>
            <p:nvPr/>
          </p:nvSpPr>
          <p:spPr>
            <a:xfrm>
              <a:off x="1335251" y="176905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6" name="pl16">
              <a:extLst>
                <a:ext uri="{FF2B5EF4-FFF2-40B4-BE49-F238E27FC236}">
                  <a16:creationId xmlns:a16="http://schemas.microsoft.com/office/drawing/2014/main" id="{3AEF587B-7F6C-E87B-65C1-B95CE9F7C1BE}"/>
                </a:ext>
              </a:extLst>
            </p:cNvPr>
            <p:cNvSpPr/>
            <p:nvPr/>
          </p:nvSpPr>
          <p:spPr>
            <a:xfrm>
              <a:off x="1335251" y="1421822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7" name="pl17">
              <a:extLst>
                <a:ext uri="{FF2B5EF4-FFF2-40B4-BE49-F238E27FC236}">
                  <a16:creationId xmlns:a16="http://schemas.microsoft.com/office/drawing/2014/main" id="{9BE88900-C193-523F-92D1-116FCC4DC128}"/>
                </a:ext>
              </a:extLst>
            </p:cNvPr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8" name="pl18">
              <a:extLst>
                <a:ext uri="{FF2B5EF4-FFF2-40B4-BE49-F238E27FC236}">
                  <a16:creationId xmlns:a16="http://schemas.microsoft.com/office/drawing/2014/main" id="{8B4B3204-8CF4-E3E7-86FE-1850FA2FB3CC}"/>
                </a:ext>
              </a:extLst>
            </p:cNvPr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9" name="pl19">
              <a:extLst>
                <a:ext uri="{FF2B5EF4-FFF2-40B4-BE49-F238E27FC236}">
                  <a16:creationId xmlns:a16="http://schemas.microsoft.com/office/drawing/2014/main" id="{2C43872F-7230-A526-BBF3-40EC2C457990}"/>
                </a:ext>
              </a:extLst>
            </p:cNvPr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0" name="pl20">
              <a:extLst>
                <a:ext uri="{FF2B5EF4-FFF2-40B4-BE49-F238E27FC236}">
                  <a16:creationId xmlns:a16="http://schemas.microsoft.com/office/drawing/2014/main" id="{90408632-8EED-F105-CF0E-EDF41BE30386}"/>
                </a:ext>
              </a:extLst>
            </p:cNvPr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1" name="pl21">
              <a:extLst>
                <a:ext uri="{FF2B5EF4-FFF2-40B4-BE49-F238E27FC236}">
                  <a16:creationId xmlns:a16="http://schemas.microsoft.com/office/drawing/2014/main" id="{2E2EA94A-D64A-7AED-190B-7FCA71E0CDD6}"/>
                </a:ext>
              </a:extLst>
            </p:cNvPr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2" name="pl22">
              <a:extLst>
                <a:ext uri="{FF2B5EF4-FFF2-40B4-BE49-F238E27FC236}">
                  <a16:creationId xmlns:a16="http://schemas.microsoft.com/office/drawing/2014/main" id="{E240CA34-189F-32EC-66FA-9BB1BEC0EE42}"/>
                </a:ext>
              </a:extLst>
            </p:cNvPr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3" name="pl23">
              <a:extLst>
                <a:ext uri="{FF2B5EF4-FFF2-40B4-BE49-F238E27FC236}">
                  <a16:creationId xmlns:a16="http://schemas.microsoft.com/office/drawing/2014/main" id="{5028B8D4-E348-ED80-0CDC-FF2003974A78}"/>
                </a:ext>
              </a:extLst>
            </p:cNvPr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4" name="pl24">
              <a:extLst>
                <a:ext uri="{FF2B5EF4-FFF2-40B4-BE49-F238E27FC236}">
                  <a16:creationId xmlns:a16="http://schemas.microsoft.com/office/drawing/2014/main" id="{BD53CF19-ADCE-6AF4-3A54-7B4582A06B46}"/>
                </a:ext>
              </a:extLst>
            </p:cNvPr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5" name="pl25">
              <a:extLst>
                <a:ext uri="{FF2B5EF4-FFF2-40B4-BE49-F238E27FC236}">
                  <a16:creationId xmlns:a16="http://schemas.microsoft.com/office/drawing/2014/main" id="{68F51876-639E-1E9A-A4BC-B06001943A4F}"/>
                </a:ext>
              </a:extLst>
            </p:cNvPr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6" name="pl26">
              <a:extLst>
                <a:ext uri="{FF2B5EF4-FFF2-40B4-BE49-F238E27FC236}">
                  <a16:creationId xmlns:a16="http://schemas.microsoft.com/office/drawing/2014/main" id="{49CC4F20-A420-AF7E-6166-B971D7CDF4C4}"/>
                </a:ext>
              </a:extLst>
            </p:cNvPr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7" name="pl27">
              <a:extLst>
                <a:ext uri="{FF2B5EF4-FFF2-40B4-BE49-F238E27FC236}">
                  <a16:creationId xmlns:a16="http://schemas.microsoft.com/office/drawing/2014/main" id="{60E3B35A-4110-DA38-4D2E-A47A3B0EB40B}"/>
                </a:ext>
              </a:extLst>
            </p:cNvPr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8" name="pl28">
              <a:extLst>
                <a:ext uri="{FF2B5EF4-FFF2-40B4-BE49-F238E27FC236}">
                  <a16:creationId xmlns:a16="http://schemas.microsoft.com/office/drawing/2014/main" id="{74C15FA1-C23E-FC45-9D73-EAB2B955E71F}"/>
                </a:ext>
              </a:extLst>
            </p:cNvPr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29" name="pg29">
              <a:extLst>
                <a:ext uri="{FF2B5EF4-FFF2-40B4-BE49-F238E27FC236}">
                  <a16:creationId xmlns:a16="http://schemas.microsoft.com/office/drawing/2014/main" id="{1CAF4FD9-167E-3E93-3F66-A26E3F977190}"/>
                </a:ext>
              </a:extLst>
            </p:cNvPr>
            <p:cNvSpPr/>
            <p:nvPr/>
          </p:nvSpPr>
          <p:spPr>
            <a:xfrm>
              <a:off x="1426902" y="2007854"/>
              <a:ext cx="342953" cy="812103"/>
            </a:xfrm>
            <a:custGeom>
              <a:avLst/>
              <a:gdLst/>
              <a:ahLst/>
              <a:cxnLst/>
              <a:rect l="0" t="0" r="0" b="0"/>
              <a:pathLst>
                <a:path w="342953" h="812103">
                  <a:moveTo>
                    <a:pt x="169055" y="812103"/>
                  </a:moveTo>
                  <a:lnTo>
                    <a:pt x="168983" y="810514"/>
                  </a:lnTo>
                  <a:lnTo>
                    <a:pt x="168915" y="808925"/>
                  </a:lnTo>
                  <a:lnTo>
                    <a:pt x="168852" y="807336"/>
                  </a:lnTo>
                  <a:lnTo>
                    <a:pt x="168794" y="805746"/>
                  </a:lnTo>
                  <a:lnTo>
                    <a:pt x="168742" y="804157"/>
                  </a:lnTo>
                  <a:lnTo>
                    <a:pt x="168695" y="802568"/>
                  </a:lnTo>
                  <a:lnTo>
                    <a:pt x="168654" y="800979"/>
                  </a:lnTo>
                  <a:lnTo>
                    <a:pt x="168617" y="799389"/>
                  </a:lnTo>
                  <a:lnTo>
                    <a:pt x="168584" y="797800"/>
                  </a:lnTo>
                  <a:lnTo>
                    <a:pt x="168557" y="796211"/>
                  </a:lnTo>
                  <a:lnTo>
                    <a:pt x="168533" y="794622"/>
                  </a:lnTo>
                  <a:lnTo>
                    <a:pt x="168513" y="793032"/>
                  </a:lnTo>
                  <a:lnTo>
                    <a:pt x="168496" y="791443"/>
                  </a:lnTo>
                  <a:lnTo>
                    <a:pt x="168481" y="789854"/>
                  </a:lnTo>
                  <a:lnTo>
                    <a:pt x="168468" y="788265"/>
                  </a:lnTo>
                  <a:lnTo>
                    <a:pt x="168456" y="786675"/>
                  </a:lnTo>
                  <a:lnTo>
                    <a:pt x="168445" y="785086"/>
                  </a:lnTo>
                  <a:lnTo>
                    <a:pt x="168433" y="783497"/>
                  </a:lnTo>
                  <a:lnTo>
                    <a:pt x="168421" y="781908"/>
                  </a:lnTo>
                  <a:lnTo>
                    <a:pt x="168407" y="780318"/>
                  </a:lnTo>
                  <a:lnTo>
                    <a:pt x="168391" y="778729"/>
                  </a:lnTo>
                  <a:lnTo>
                    <a:pt x="168373" y="777140"/>
                  </a:lnTo>
                  <a:lnTo>
                    <a:pt x="168351" y="775551"/>
                  </a:lnTo>
                  <a:lnTo>
                    <a:pt x="168327" y="773961"/>
                  </a:lnTo>
                  <a:lnTo>
                    <a:pt x="168298" y="772372"/>
                  </a:lnTo>
                  <a:lnTo>
                    <a:pt x="168265" y="770783"/>
                  </a:lnTo>
                  <a:lnTo>
                    <a:pt x="168229" y="769194"/>
                  </a:lnTo>
                  <a:lnTo>
                    <a:pt x="168188" y="767604"/>
                  </a:lnTo>
                  <a:lnTo>
                    <a:pt x="168143" y="766015"/>
                  </a:lnTo>
                  <a:lnTo>
                    <a:pt x="168093" y="764426"/>
                  </a:lnTo>
                  <a:lnTo>
                    <a:pt x="168039" y="762837"/>
                  </a:lnTo>
                  <a:lnTo>
                    <a:pt x="167981" y="761247"/>
                  </a:lnTo>
                  <a:lnTo>
                    <a:pt x="167919" y="759658"/>
                  </a:lnTo>
                  <a:lnTo>
                    <a:pt x="167854" y="758069"/>
                  </a:lnTo>
                  <a:lnTo>
                    <a:pt x="167785" y="756480"/>
                  </a:lnTo>
                  <a:lnTo>
                    <a:pt x="167713" y="754891"/>
                  </a:lnTo>
                  <a:lnTo>
                    <a:pt x="167638" y="753301"/>
                  </a:lnTo>
                  <a:lnTo>
                    <a:pt x="167561" y="751712"/>
                  </a:lnTo>
                  <a:lnTo>
                    <a:pt x="167482" y="750123"/>
                  </a:lnTo>
                  <a:lnTo>
                    <a:pt x="167400" y="748534"/>
                  </a:lnTo>
                  <a:lnTo>
                    <a:pt x="167317" y="746944"/>
                  </a:lnTo>
                  <a:lnTo>
                    <a:pt x="167231" y="745355"/>
                  </a:lnTo>
                  <a:lnTo>
                    <a:pt x="167145" y="743766"/>
                  </a:lnTo>
                  <a:lnTo>
                    <a:pt x="167056" y="742177"/>
                  </a:lnTo>
                  <a:lnTo>
                    <a:pt x="166966" y="740587"/>
                  </a:lnTo>
                  <a:lnTo>
                    <a:pt x="166874" y="738998"/>
                  </a:lnTo>
                  <a:lnTo>
                    <a:pt x="166780" y="737409"/>
                  </a:lnTo>
                  <a:lnTo>
                    <a:pt x="166684" y="735820"/>
                  </a:lnTo>
                  <a:lnTo>
                    <a:pt x="166585" y="734230"/>
                  </a:lnTo>
                  <a:lnTo>
                    <a:pt x="166484" y="732641"/>
                  </a:lnTo>
                  <a:lnTo>
                    <a:pt x="166379" y="731052"/>
                  </a:lnTo>
                  <a:lnTo>
                    <a:pt x="166271" y="729463"/>
                  </a:lnTo>
                  <a:lnTo>
                    <a:pt x="166160" y="727873"/>
                  </a:lnTo>
                  <a:lnTo>
                    <a:pt x="166044" y="726284"/>
                  </a:lnTo>
                  <a:lnTo>
                    <a:pt x="165923" y="724695"/>
                  </a:lnTo>
                  <a:lnTo>
                    <a:pt x="165796" y="723106"/>
                  </a:lnTo>
                  <a:lnTo>
                    <a:pt x="165664" y="721516"/>
                  </a:lnTo>
                  <a:lnTo>
                    <a:pt x="165527" y="719927"/>
                  </a:lnTo>
                  <a:lnTo>
                    <a:pt x="165383" y="718338"/>
                  </a:lnTo>
                  <a:lnTo>
                    <a:pt x="165233" y="716749"/>
                  </a:lnTo>
                  <a:lnTo>
                    <a:pt x="165075" y="715159"/>
                  </a:lnTo>
                  <a:lnTo>
                    <a:pt x="164911" y="713570"/>
                  </a:lnTo>
                  <a:lnTo>
                    <a:pt x="164739" y="711981"/>
                  </a:lnTo>
                  <a:lnTo>
                    <a:pt x="164561" y="710392"/>
                  </a:lnTo>
                  <a:lnTo>
                    <a:pt x="164376" y="708802"/>
                  </a:lnTo>
                  <a:lnTo>
                    <a:pt x="164182" y="707213"/>
                  </a:lnTo>
                  <a:lnTo>
                    <a:pt x="163982" y="705624"/>
                  </a:lnTo>
                  <a:lnTo>
                    <a:pt x="163775" y="704035"/>
                  </a:lnTo>
                  <a:lnTo>
                    <a:pt x="163562" y="702445"/>
                  </a:lnTo>
                  <a:lnTo>
                    <a:pt x="163342" y="700856"/>
                  </a:lnTo>
                  <a:lnTo>
                    <a:pt x="163115" y="699267"/>
                  </a:lnTo>
                  <a:lnTo>
                    <a:pt x="162881" y="697678"/>
                  </a:lnTo>
                  <a:lnTo>
                    <a:pt x="162643" y="696088"/>
                  </a:lnTo>
                  <a:lnTo>
                    <a:pt x="162399" y="694499"/>
                  </a:lnTo>
                  <a:lnTo>
                    <a:pt x="162150" y="692910"/>
                  </a:lnTo>
                  <a:lnTo>
                    <a:pt x="161894" y="691321"/>
                  </a:lnTo>
                  <a:lnTo>
                    <a:pt x="161634" y="689731"/>
                  </a:lnTo>
                  <a:lnTo>
                    <a:pt x="161370" y="688142"/>
                  </a:lnTo>
                  <a:lnTo>
                    <a:pt x="161101" y="686553"/>
                  </a:lnTo>
                  <a:lnTo>
                    <a:pt x="160828" y="684964"/>
                  </a:lnTo>
                  <a:lnTo>
                    <a:pt x="160551" y="683375"/>
                  </a:lnTo>
                  <a:lnTo>
                    <a:pt x="160270" y="681785"/>
                  </a:lnTo>
                  <a:lnTo>
                    <a:pt x="159986" y="680196"/>
                  </a:lnTo>
                  <a:lnTo>
                    <a:pt x="159698" y="678607"/>
                  </a:lnTo>
                  <a:lnTo>
                    <a:pt x="159408" y="677018"/>
                  </a:lnTo>
                  <a:lnTo>
                    <a:pt x="159115" y="675428"/>
                  </a:lnTo>
                  <a:lnTo>
                    <a:pt x="158819" y="673839"/>
                  </a:lnTo>
                  <a:lnTo>
                    <a:pt x="158522" y="672250"/>
                  </a:lnTo>
                  <a:lnTo>
                    <a:pt x="158224" y="670661"/>
                  </a:lnTo>
                  <a:lnTo>
                    <a:pt x="157925" y="669071"/>
                  </a:lnTo>
                  <a:lnTo>
                    <a:pt x="157625" y="667482"/>
                  </a:lnTo>
                  <a:lnTo>
                    <a:pt x="157327" y="665893"/>
                  </a:lnTo>
                  <a:lnTo>
                    <a:pt x="157029" y="664304"/>
                  </a:lnTo>
                  <a:lnTo>
                    <a:pt x="156734" y="662714"/>
                  </a:lnTo>
                  <a:lnTo>
                    <a:pt x="156441" y="661125"/>
                  </a:lnTo>
                  <a:lnTo>
                    <a:pt x="156153" y="659536"/>
                  </a:lnTo>
                  <a:lnTo>
                    <a:pt x="155870" y="657947"/>
                  </a:lnTo>
                  <a:lnTo>
                    <a:pt x="155592" y="656357"/>
                  </a:lnTo>
                  <a:lnTo>
                    <a:pt x="155320" y="654768"/>
                  </a:lnTo>
                  <a:lnTo>
                    <a:pt x="155056" y="653179"/>
                  </a:lnTo>
                  <a:lnTo>
                    <a:pt x="154801" y="651590"/>
                  </a:lnTo>
                  <a:lnTo>
                    <a:pt x="154556" y="650000"/>
                  </a:lnTo>
                  <a:lnTo>
                    <a:pt x="154319" y="648411"/>
                  </a:lnTo>
                  <a:lnTo>
                    <a:pt x="154093" y="646822"/>
                  </a:lnTo>
                  <a:lnTo>
                    <a:pt x="153878" y="645233"/>
                  </a:lnTo>
                  <a:lnTo>
                    <a:pt x="153676" y="643643"/>
                  </a:lnTo>
                  <a:lnTo>
                    <a:pt x="153486" y="642054"/>
                  </a:lnTo>
                  <a:lnTo>
                    <a:pt x="153307" y="640465"/>
                  </a:lnTo>
                  <a:lnTo>
                    <a:pt x="153140" y="638876"/>
                  </a:lnTo>
                  <a:lnTo>
                    <a:pt x="152984" y="637286"/>
                  </a:lnTo>
                  <a:lnTo>
                    <a:pt x="152843" y="635697"/>
                  </a:lnTo>
                  <a:lnTo>
                    <a:pt x="152712" y="634108"/>
                  </a:lnTo>
                  <a:lnTo>
                    <a:pt x="152591" y="632519"/>
                  </a:lnTo>
                  <a:lnTo>
                    <a:pt x="152480" y="630929"/>
                  </a:lnTo>
                  <a:lnTo>
                    <a:pt x="152378" y="629340"/>
                  </a:lnTo>
                  <a:lnTo>
                    <a:pt x="152286" y="627751"/>
                  </a:lnTo>
                  <a:lnTo>
                    <a:pt x="152202" y="626162"/>
                  </a:lnTo>
                  <a:lnTo>
                    <a:pt x="152124" y="624572"/>
                  </a:lnTo>
                  <a:lnTo>
                    <a:pt x="152052" y="622983"/>
                  </a:lnTo>
                  <a:lnTo>
                    <a:pt x="151984" y="621394"/>
                  </a:lnTo>
                  <a:lnTo>
                    <a:pt x="151922" y="619805"/>
                  </a:lnTo>
                  <a:lnTo>
                    <a:pt x="151862" y="618215"/>
                  </a:lnTo>
                  <a:lnTo>
                    <a:pt x="151804" y="616626"/>
                  </a:lnTo>
                  <a:lnTo>
                    <a:pt x="151747" y="615037"/>
                  </a:lnTo>
                  <a:lnTo>
                    <a:pt x="151691" y="613448"/>
                  </a:lnTo>
                  <a:lnTo>
                    <a:pt x="151634" y="611859"/>
                  </a:lnTo>
                  <a:lnTo>
                    <a:pt x="151576" y="610269"/>
                  </a:lnTo>
                  <a:lnTo>
                    <a:pt x="151517" y="608680"/>
                  </a:lnTo>
                  <a:lnTo>
                    <a:pt x="151456" y="607091"/>
                  </a:lnTo>
                  <a:lnTo>
                    <a:pt x="151392" y="605502"/>
                  </a:lnTo>
                  <a:lnTo>
                    <a:pt x="151325" y="603912"/>
                  </a:lnTo>
                  <a:lnTo>
                    <a:pt x="151254" y="602323"/>
                  </a:lnTo>
                  <a:lnTo>
                    <a:pt x="151179" y="600734"/>
                  </a:lnTo>
                  <a:lnTo>
                    <a:pt x="151101" y="599145"/>
                  </a:lnTo>
                  <a:lnTo>
                    <a:pt x="151017" y="597555"/>
                  </a:lnTo>
                  <a:lnTo>
                    <a:pt x="150927" y="595966"/>
                  </a:lnTo>
                  <a:lnTo>
                    <a:pt x="150832" y="594377"/>
                  </a:lnTo>
                  <a:lnTo>
                    <a:pt x="150730" y="592788"/>
                  </a:lnTo>
                  <a:lnTo>
                    <a:pt x="150622" y="591198"/>
                  </a:lnTo>
                  <a:lnTo>
                    <a:pt x="150506" y="589609"/>
                  </a:lnTo>
                  <a:lnTo>
                    <a:pt x="150379" y="588020"/>
                  </a:lnTo>
                  <a:lnTo>
                    <a:pt x="150243" y="586431"/>
                  </a:lnTo>
                  <a:lnTo>
                    <a:pt x="150097" y="584841"/>
                  </a:lnTo>
                  <a:lnTo>
                    <a:pt x="149940" y="583252"/>
                  </a:lnTo>
                  <a:lnTo>
                    <a:pt x="149771" y="581663"/>
                  </a:lnTo>
                  <a:lnTo>
                    <a:pt x="149584" y="580074"/>
                  </a:lnTo>
                  <a:lnTo>
                    <a:pt x="149382" y="578484"/>
                  </a:lnTo>
                  <a:lnTo>
                    <a:pt x="149165" y="576895"/>
                  </a:lnTo>
                  <a:lnTo>
                    <a:pt x="148930" y="575306"/>
                  </a:lnTo>
                  <a:lnTo>
                    <a:pt x="148677" y="573717"/>
                  </a:lnTo>
                  <a:lnTo>
                    <a:pt x="148399" y="572127"/>
                  </a:lnTo>
                  <a:lnTo>
                    <a:pt x="148099" y="570538"/>
                  </a:lnTo>
                  <a:lnTo>
                    <a:pt x="147778" y="568949"/>
                  </a:lnTo>
                  <a:lnTo>
                    <a:pt x="147434" y="567360"/>
                  </a:lnTo>
                  <a:lnTo>
                    <a:pt x="147067" y="565770"/>
                  </a:lnTo>
                  <a:lnTo>
                    <a:pt x="146668" y="564181"/>
                  </a:lnTo>
                  <a:lnTo>
                    <a:pt x="146243" y="562592"/>
                  </a:lnTo>
                  <a:lnTo>
                    <a:pt x="145793" y="561003"/>
                  </a:lnTo>
                  <a:lnTo>
                    <a:pt x="145318" y="559413"/>
                  </a:lnTo>
                  <a:lnTo>
                    <a:pt x="144816" y="557824"/>
                  </a:lnTo>
                  <a:lnTo>
                    <a:pt x="144282" y="556235"/>
                  </a:lnTo>
                  <a:lnTo>
                    <a:pt x="143722" y="554646"/>
                  </a:lnTo>
                  <a:lnTo>
                    <a:pt x="143136" y="553056"/>
                  </a:lnTo>
                  <a:lnTo>
                    <a:pt x="142527" y="551467"/>
                  </a:lnTo>
                  <a:lnTo>
                    <a:pt x="141894" y="549878"/>
                  </a:lnTo>
                  <a:lnTo>
                    <a:pt x="141232" y="548289"/>
                  </a:lnTo>
                  <a:lnTo>
                    <a:pt x="140548" y="546700"/>
                  </a:lnTo>
                  <a:lnTo>
                    <a:pt x="139844" y="545110"/>
                  </a:lnTo>
                  <a:lnTo>
                    <a:pt x="139121" y="543521"/>
                  </a:lnTo>
                  <a:lnTo>
                    <a:pt x="138380" y="541932"/>
                  </a:lnTo>
                  <a:lnTo>
                    <a:pt x="137619" y="540343"/>
                  </a:lnTo>
                  <a:lnTo>
                    <a:pt x="136843" y="538753"/>
                  </a:lnTo>
                  <a:lnTo>
                    <a:pt x="136055" y="537164"/>
                  </a:lnTo>
                  <a:lnTo>
                    <a:pt x="135255" y="535575"/>
                  </a:lnTo>
                  <a:lnTo>
                    <a:pt x="134446" y="533986"/>
                  </a:lnTo>
                  <a:lnTo>
                    <a:pt x="133626" y="532396"/>
                  </a:lnTo>
                  <a:lnTo>
                    <a:pt x="132799" y="530807"/>
                  </a:lnTo>
                  <a:lnTo>
                    <a:pt x="131968" y="529218"/>
                  </a:lnTo>
                  <a:lnTo>
                    <a:pt x="131132" y="527629"/>
                  </a:lnTo>
                  <a:lnTo>
                    <a:pt x="130294" y="526039"/>
                  </a:lnTo>
                  <a:lnTo>
                    <a:pt x="129454" y="524450"/>
                  </a:lnTo>
                  <a:lnTo>
                    <a:pt x="128613" y="522861"/>
                  </a:lnTo>
                  <a:lnTo>
                    <a:pt x="127773" y="521272"/>
                  </a:lnTo>
                  <a:lnTo>
                    <a:pt x="126933" y="519682"/>
                  </a:lnTo>
                  <a:lnTo>
                    <a:pt x="126095" y="518093"/>
                  </a:lnTo>
                  <a:lnTo>
                    <a:pt x="125259" y="516504"/>
                  </a:lnTo>
                  <a:lnTo>
                    <a:pt x="124424" y="514915"/>
                  </a:lnTo>
                  <a:lnTo>
                    <a:pt x="123592" y="513325"/>
                  </a:lnTo>
                  <a:lnTo>
                    <a:pt x="122761" y="511736"/>
                  </a:lnTo>
                  <a:lnTo>
                    <a:pt x="121931" y="510147"/>
                  </a:lnTo>
                  <a:lnTo>
                    <a:pt x="121103" y="508558"/>
                  </a:lnTo>
                  <a:lnTo>
                    <a:pt x="120274" y="506968"/>
                  </a:lnTo>
                  <a:lnTo>
                    <a:pt x="119446" y="505379"/>
                  </a:lnTo>
                  <a:lnTo>
                    <a:pt x="118616" y="503790"/>
                  </a:lnTo>
                  <a:lnTo>
                    <a:pt x="117784" y="502201"/>
                  </a:lnTo>
                  <a:lnTo>
                    <a:pt x="116949" y="500611"/>
                  </a:lnTo>
                  <a:lnTo>
                    <a:pt x="116110" y="499022"/>
                  </a:lnTo>
                  <a:lnTo>
                    <a:pt x="115266" y="497433"/>
                  </a:lnTo>
                  <a:lnTo>
                    <a:pt x="114417" y="495844"/>
                  </a:lnTo>
                  <a:lnTo>
                    <a:pt x="113562" y="494254"/>
                  </a:lnTo>
                  <a:lnTo>
                    <a:pt x="112698" y="492665"/>
                  </a:lnTo>
                  <a:lnTo>
                    <a:pt x="111825" y="491076"/>
                  </a:lnTo>
                  <a:lnTo>
                    <a:pt x="110944" y="489487"/>
                  </a:lnTo>
                  <a:lnTo>
                    <a:pt x="110055" y="487897"/>
                  </a:lnTo>
                  <a:lnTo>
                    <a:pt x="109156" y="486308"/>
                  </a:lnTo>
                  <a:lnTo>
                    <a:pt x="108245" y="484719"/>
                  </a:lnTo>
                  <a:lnTo>
                    <a:pt x="107323" y="483130"/>
                  </a:lnTo>
                  <a:lnTo>
                    <a:pt x="106391" y="481540"/>
                  </a:lnTo>
                  <a:lnTo>
                    <a:pt x="105449" y="479951"/>
                  </a:lnTo>
                  <a:lnTo>
                    <a:pt x="104497" y="478362"/>
                  </a:lnTo>
                  <a:lnTo>
                    <a:pt x="103533" y="476773"/>
                  </a:lnTo>
                  <a:lnTo>
                    <a:pt x="102558" y="475184"/>
                  </a:lnTo>
                  <a:lnTo>
                    <a:pt x="101575" y="473594"/>
                  </a:lnTo>
                  <a:lnTo>
                    <a:pt x="100582" y="472005"/>
                  </a:lnTo>
                  <a:lnTo>
                    <a:pt x="99582" y="470416"/>
                  </a:lnTo>
                  <a:lnTo>
                    <a:pt x="98572" y="468827"/>
                  </a:lnTo>
                  <a:lnTo>
                    <a:pt x="97554" y="467237"/>
                  </a:lnTo>
                  <a:lnTo>
                    <a:pt x="96529" y="465648"/>
                  </a:lnTo>
                  <a:lnTo>
                    <a:pt x="95498" y="464059"/>
                  </a:lnTo>
                  <a:lnTo>
                    <a:pt x="94462" y="462470"/>
                  </a:lnTo>
                  <a:lnTo>
                    <a:pt x="93418" y="460880"/>
                  </a:lnTo>
                  <a:lnTo>
                    <a:pt x="92369" y="459291"/>
                  </a:lnTo>
                  <a:lnTo>
                    <a:pt x="91315" y="457702"/>
                  </a:lnTo>
                  <a:lnTo>
                    <a:pt x="90256" y="456113"/>
                  </a:lnTo>
                  <a:lnTo>
                    <a:pt x="89192" y="454523"/>
                  </a:lnTo>
                  <a:lnTo>
                    <a:pt x="88122" y="452934"/>
                  </a:lnTo>
                  <a:lnTo>
                    <a:pt x="87044" y="451345"/>
                  </a:lnTo>
                  <a:lnTo>
                    <a:pt x="85961" y="449756"/>
                  </a:lnTo>
                  <a:lnTo>
                    <a:pt x="84870" y="448166"/>
                  </a:lnTo>
                  <a:lnTo>
                    <a:pt x="83772" y="446577"/>
                  </a:lnTo>
                  <a:lnTo>
                    <a:pt x="82662" y="444988"/>
                  </a:lnTo>
                  <a:lnTo>
                    <a:pt x="81541" y="443399"/>
                  </a:lnTo>
                  <a:lnTo>
                    <a:pt x="80408" y="441809"/>
                  </a:lnTo>
                  <a:lnTo>
                    <a:pt x="79262" y="440220"/>
                  </a:lnTo>
                  <a:lnTo>
                    <a:pt x="78102" y="438631"/>
                  </a:lnTo>
                  <a:lnTo>
                    <a:pt x="76923" y="437042"/>
                  </a:lnTo>
                  <a:lnTo>
                    <a:pt x="75723" y="435452"/>
                  </a:lnTo>
                  <a:lnTo>
                    <a:pt x="74505" y="433863"/>
                  </a:lnTo>
                  <a:lnTo>
                    <a:pt x="73265" y="432274"/>
                  </a:lnTo>
                  <a:lnTo>
                    <a:pt x="72004" y="430685"/>
                  </a:lnTo>
                  <a:lnTo>
                    <a:pt x="70716" y="429095"/>
                  </a:lnTo>
                  <a:lnTo>
                    <a:pt x="69400" y="427506"/>
                  </a:lnTo>
                  <a:lnTo>
                    <a:pt x="68023" y="425875"/>
                  </a:lnTo>
                  <a:lnTo>
                    <a:pt x="66692" y="424328"/>
                  </a:lnTo>
                  <a:lnTo>
                    <a:pt x="65300" y="422738"/>
                  </a:lnTo>
                  <a:lnTo>
                    <a:pt x="63878" y="421149"/>
                  </a:lnTo>
                  <a:lnTo>
                    <a:pt x="62426" y="419560"/>
                  </a:lnTo>
                  <a:lnTo>
                    <a:pt x="60950" y="417971"/>
                  </a:lnTo>
                  <a:lnTo>
                    <a:pt x="59450" y="416381"/>
                  </a:lnTo>
                  <a:lnTo>
                    <a:pt x="57928" y="414792"/>
                  </a:lnTo>
                  <a:lnTo>
                    <a:pt x="56380" y="413203"/>
                  </a:lnTo>
                  <a:lnTo>
                    <a:pt x="54811" y="411614"/>
                  </a:lnTo>
                  <a:lnTo>
                    <a:pt x="53226" y="410025"/>
                  </a:lnTo>
                  <a:lnTo>
                    <a:pt x="51625" y="408435"/>
                  </a:lnTo>
                  <a:lnTo>
                    <a:pt x="50013" y="406846"/>
                  </a:lnTo>
                  <a:lnTo>
                    <a:pt x="48389" y="405257"/>
                  </a:lnTo>
                  <a:lnTo>
                    <a:pt x="46757" y="403668"/>
                  </a:lnTo>
                  <a:lnTo>
                    <a:pt x="45122" y="402078"/>
                  </a:lnTo>
                  <a:lnTo>
                    <a:pt x="43486" y="400489"/>
                  </a:lnTo>
                  <a:lnTo>
                    <a:pt x="41850" y="398900"/>
                  </a:lnTo>
                  <a:lnTo>
                    <a:pt x="40219" y="397311"/>
                  </a:lnTo>
                  <a:lnTo>
                    <a:pt x="38596" y="395721"/>
                  </a:lnTo>
                  <a:lnTo>
                    <a:pt x="36982" y="394132"/>
                  </a:lnTo>
                  <a:lnTo>
                    <a:pt x="35379" y="392543"/>
                  </a:lnTo>
                  <a:lnTo>
                    <a:pt x="33788" y="390954"/>
                  </a:lnTo>
                  <a:lnTo>
                    <a:pt x="32214" y="389364"/>
                  </a:lnTo>
                  <a:lnTo>
                    <a:pt x="30658" y="387775"/>
                  </a:lnTo>
                  <a:lnTo>
                    <a:pt x="29118" y="386186"/>
                  </a:lnTo>
                  <a:lnTo>
                    <a:pt x="27597" y="384597"/>
                  </a:lnTo>
                  <a:lnTo>
                    <a:pt x="26094" y="383007"/>
                  </a:lnTo>
                  <a:lnTo>
                    <a:pt x="24613" y="381418"/>
                  </a:lnTo>
                  <a:lnTo>
                    <a:pt x="23155" y="379829"/>
                  </a:lnTo>
                  <a:lnTo>
                    <a:pt x="21718" y="378240"/>
                  </a:lnTo>
                  <a:lnTo>
                    <a:pt x="20302" y="376650"/>
                  </a:lnTo>
                  <a:lnTo>
                    <a:pt x="18907" y="375061"/>
                  </a:lnTo>
                  <a:lnTo>
                    <a:pt x="17538" y="373472"/>
                  </a:lnTo>
                  <a:lnTo>
                    <a:pt x="16197" y="371883"/>
                  </a:lnTo>
                  <a:lnTo>
                    <a:pt x="14881" y="370293"/>
                  </a:lnTo>
                  <a:lnTo>
                    <a:pt x="13592" y="368704"/>
                  </a:lnTo>
                  <a:lnTo>
                    <a:pt x="12331" y="367115"/>
                  </a:lnTo>
                  <a:lnTo>
                    <a:pt x="11105" y="365526"/>
                  </a:lnTo>
                  <a:lnTo>
                    <a:pt x="9921" y="363936"/>
                  </a:lnTo>
                  <a:lnTo>
                    <a:pt x="8775" y="362347"/>
                  </a:lnTo>
                  <a:lnTo>
                    <a:pt x="7671" y="360758"/>
                  </a:lnTo>
                  <a:lnTo>
                    <a:pt x="6612" y="359169"/>
                  </a:lnTo>
                  <a:lnTo>
                    <a:pt x="5610" y="357579"/>
                  </a:lnTo>
                  <a:lnTo>
                    <a:pt x="4677" y="355990"/>
                  </a:lnTo>
                  <a:lnTo>
                    <a:pt x="3808" y="354401"/>
                  </a:lnTo>
                  <a:lnTo>
                    <a:pt x="3006" y="352812"/>
                  </a:lnTo>
                  <a:lnTo>
                    <a:pt x="2279" y="351222"/>
                  </a:lnTo>
                  <a:lnTo>
                    <a:pt x="1641" y="349633"/>
                  </a:lnTo>
                  <a:lnTo>
                    <a:pt x="1110" y="348044"/>
                  </a:lnTo>
                  <a:lnTo>
                    <a:pt x="800" y="346916"/>
                  </a:lnTo>
                  <a:lnTo>
                    <a:pt x="673" y="346455"/>
                  </a:lnTo>
                  <a:lnTo>
                    <a:pt x="338" y="344865"/>
                  </a:lnTo>
                  <a:lnTo>
                    <a:pt x="107" y="343276"/>
                  </a:lnTo>
                  <a:lnTo>
                    <a:pt x="0" y="341687"/>
                  </a:lnTo>
                  <a:lnTo>
                    <a:pt x="35" y="340098"/>
                  </a:lnTo>
                  <a:lnTo>
                    <a:pt x="192" y="338509"/>
                  </a:lnTo>
                  <a:lnTo>
                    <a:pt x="474" y="336919"/>
                  </a:lnTo>
                  <a:lnTo>
                    <a:pt x="884" y="335330"/>
                  </a:lnTo>
                  <a:lnTo>
                    <a:pt x="1437" y="333741"/>
                  </a:lnTo>
                  <a:lnTo>
                    <a:pt x="2150" y="332152"/>
                  </a:lnTo>
                  <a:lnTo>
                    <a:pt x="2995" y="330562"/>
                  </a:lnTo>
                  <a:lnTo>
                    <a:pt x="3971" y="328973"/>
                  </a:lnTo>
                  <a:lnTo>
                    <a:pt x="5075" y="327384"/>
                  </a:lnTo>
                  <a:lnTo>
                    <a:pt x="6318" y="325795"/>
                  </a:lnTo>
                  <a:lnTo>
                    <a:pt x="7712" y="324205"/>
                  </a:lnTo>
                  <a:lnTo>
                    <a:pt x="9222" y="322616"/>
                  </a:lnTo>
                  <a:lnTo>
                    <a:pt x="10844" y="321027"/>
                  </a:lnTo>
                  <a:lnTo>
                    <a:pt x="12572" y="319438"/>
                  </a:lnTo>
                  <a:lnTo>
                    <a:pt x="14410" y="317848"/>
                  </a:lnTo>
                  <a:lnTo>
                    <a:pt x="16360" y="316259"/>
                  </a:lnTo>
                  <a:lnTo>
                    <a:pt x="18391" y="314670"/>
                  </a:lnTo>
                  <a:lnTo>
                    <a:pt x="20496" y="313081"/>
                  </a:lnTo>
                  <a:lnTo>
                    <a:pt x="22668" y="311491"/>
                  </a:lnTo>
                  <a:lnTo>
                    <a:pt x="24903" y="309902"/>
                  </a:lnTo>
                  <a:lnTo>
                    <a:pt x="27196" y="308313"/>
                  </a:lnTo>
                  <a:lnTo>
                    <a:pt x="29525" y="306724"/>
                  </a:lnTo>
                  <a:lnTo>
                    <a:pt x="31883" y="305134"/>
                  </a:lnTo>
                  <a:lnTo>
                    <a:pt x="34262" y="303545"/>
                  </a:lnTo>
                  <a:lnTo>
                    <a:pt x="36655" y="301956"/>
                  </a:lnTo>
                  <a:lnTo>
                    <a:pt x="39052" y="300367"/>
                  </a:lnTo>
                  <a:lnTo>
                    <a:pt x="41443" y="298777"/>
                  </a:lnTo>
                  <a:lnTo>
                    <a:pt x="43822" y="297188"/>
                  </a:lnTo>
                  <a:lnTo>
                    <a:pt x="46184" y="295599"/>
                  </a:lnTo>
                  <a:lnTo>
                    <a:pt x="48520" y="294010"/>
                  </a:lnTo>
                  <a:lnTo>
                    <a:pt x="50817" y="292420"/>
                  </a:lnTo>
                  <a:lnTo>
                    <a:pt x="53078" y="290831"/>
                  </a:lnTo>
                  <a:lnTo>
                    <a:pt x="55298" y="289242"/>
                  </a:lnTo>
                  <a:lnTo>
                    <a:pt x="57475" y="287653"/>
                  </a:lnTo>
                  <a:lnTo>
                    <a:pt x="59603" y="286063"/>
                  </a:lnTo>
                  <a:lnTo>
                    <a:pt x="61666" y="284474"/>
                  </a:lnTo>
                  <a:lnTo>
                    <a:pt x="63677" y="282885"/>
                  </a:lnTo>
                  <a:lnTo>
                    <a:pt x="65634" y="281296"/>
                  </a:lnTo>
                  <a:lnTo>
                    <a:pt x="67535" y="279706"/>
                  </a:lnTo>
                  <a:lnTo>
                    <a:pt x="69377" y="278117"/>
                  </a:lnTo>
                  <a:lnTo>
                    <a:pt x="71148" y="276528"/>
                  </a:lnTo>
                  <a:lnTo>
                    <a:pt x="71880" y="275849"/>
                  </a:lnTo>
                  <a:lnTo>
                    <a:pt x="72862" y="274939"/>
                  </a:lnTo>
                  <a:lnTo>
                    <a:pt x="74519" y="273350"/>
                  </a:lnTo>
                  <a:lnTo>
                    <a:pt x="76122" y="271760"/>
                  </a:lnTo>
                  <a:lnTo>
                    <a:pt x="77667" y="270171"/>
                  </a:lnTo>
                  <a:lnTo>
                    <a:pt x="79144" y="268582"/>
                  </a:lnTo>
                  <a:lnTo>
                    <a:pt x="80570" y="266993"/>
                  </a:lnTo>
                  <a:lnTo>
                    <a:pt x="81947" y="265403"/>
                  </a:lnTo>
                  <a:lnTo>
                    <a:pt x="83275" y="263814"/>
                  </a:lnTo>
                  <a:lnTo>
                    <a:pt x="84556" y="262225"/>
                  </a:lnTo>
                  <a:lnTo>
                    <a:pt x="85780" y="260636"/>
                  </a:lnTo>
                  <a:lnTo>
                    <a:pt x="86963" y="259046"/>
                  </a:lnTo>
                  <a:lnTo>
                    <a:pt x="88108" y="257457"/>
                  </a:lnTo>
                  <a:lnTo>
                    <a:pt x="89216" y="255868"/>
                  </a:lnTo>
                  <a:lnTo>
                    <a:pt x="90288" y="254279"/>
                  </a:lnTo>
                  <a:lnTo>
                    <a:pt x="91319" y="252689"/>
                  </a:lnTo>
                  <a:lnTo>
                    <a:pt x="92322" y="251100"/>
                  </a:lnTo>
                  <a:lnTo>
                    <a:pt x="93297" y="249511"/>
                  </a:lnTo>
                  <a:lnTo>
                    <a:pt x="94248" y="247922"/>
                  </a:lnTo>
                  <a:lnTo>
                    <a:pt x="95176" y="246332"/>
                  </a:lnTo>
                  <a:lnTo>
                    <a:pt x="96077" y="244743"/>
                  </a:lnTo>
                  <a:lnTo>
                    <a:pt x="96961" y="243154"/>
                  </a:lnTo>
                  <a:lnTo>
                    <a:pt x="97829" y="241565"/>
                  </a:lnTo>
                  <a:lnTo>
                    <a:pt x="98683" y="239975"/>
                  </a:lnTo>
                  <a:lnTo>
                    <a:pt x="99523" y="238386"/>
                  </a:lnTo>
                  <a:lnTo>
                    <a:pt x="100349" y="236797"/>
                  </a:lnTo>
                  <a:lnTo>
                    <a:pt x="101166" y="235208"/>
                  </a:lnTo>
                  <a:lnTo>
                    <a:pt x="101974" y="233618"/>
                  </a:lnTo>
                  <a:lnTo>
                    <a:pt x="102774" y="232029"/>
                  </a:lnTo>
                  <a:lnTo>
                    <a:pt x="103568" y="230440"/>
                  </a:lnTo>
                  <a:lnTo>
                    <a:pt x="104355" y="228851"/>
                  </a:lnTo>
                  <a:lnTo>
                    <a:pt x="105136" y="227261"/>
                  </a:lnTo>
                  <a:lnTo>
                    <a:pt x="105912" y="225672"/>
                  </a:lnTo>
                  <a:lnTo>
                    <a:pt x="106684" y="224083"/>
                  </a:lnTo>
                  <a:lnTo>
                    <a:pt x="107452" y="222494"/>
                  </a:lnTo>
                  <a:lnTo>
                    <a:pt x="108213" y="220904"/>
                  </a:lnTo>
                  <a:lnTo>
                    <a:pt x="108970" y="219315"/>
                  </a:lnTo>
                  <a:lnTo>
                    <a:pt x="109721" y="217726"/>
                  </a:lnTo>
                  <a:lnTo>
                    <a:pt x="110468" y="216137"/>
                  </a:lnTo>
                  <a:lnTo>
                    <a:pt x="111208" y="214547"/>
                  </a:lnTo>
                  <a:lnTo>
                    <a:pt x="111939" y="212958"/>
                  </a:lnTo>
                  <a:lnTo>
                    <a:pt x="112663" y="211369"/>
                  </a:lnTo>
                  <a:lnTo>
                    <a:pt x="113379" y="209780"/>
                  </a:lnTo>
                  <a:lnTo>
                    <a:pt x="114085" y="208190"/>
                  </a:lnTo>
                  <a:lnTo>
                    <a:pt x="114782" y="206601"/>
                  </a:lnTo>
                  <a:lnTo>
                    <a:pt x="115465" y="205012"/>
                  </a:lnTo>
                  <a:lnTo>
                    <a:pt x="116136" y="203423"/>
                  </a:lnTo>
                  <a:lnTo>
                    <a:pt x="116795" y="201834"/>
                  </a:lnTo>
                  <a:lnTo>
                    <a:pt x="117440" y="200244"/>
                  </a:lnTo>
                  <a:lnTo>
                    <a:pt x="118072" y="198655"/>
                  </a:lnTo>
                  <a:lnTo>
                    <a:pt x="118685" y="197066"/>
                  </a:lnTo>
                  <a:lnTo>
                    <a:pt x="119282" y="195477"/>
                  </a:lnTo>
                  <a:lnTo>
                    <a:pt x="119864" y="193887"/>
                  </a:lnTo>
                  <a:lnTo>
                    <a:pt x="120430" y="192298"/>
                  </a:lnTo>
                  <a:lnTo>
                    <a:pt x="120979" y="190709"/>
                  </a:lnTo>
                  <a:lnTo>
                    <a:pt x="121508" y="189120"/>
                  </a:lnTo>
                  <a:lnTo>
                    <a:pt x="122021" y="187530"/>
                  </a:lnTo>
                  <a:lnTo>
                    <a:pt x="122517" y="185941"/>
                  </a:lnTo>
                  <a:lnTo>
                    <a:pt x="122998" y="184352"/>
                  </a:lnTo>
                  <a:lnTo>
                    <a:pt x="123464" y="182763"/>
                  </a:lnTo>
                  <a:lnTo>
                    <a:pt x="123911" y="181173"/>
                  </a:lnTo>
                  <a:lnTo>
                    <a:pt x="124345" y="179584"/>
                  </a:lnTo>
                  <a:lnTo>
                    <a:pt x="124765" y="177995"/>
                  </a:lnTo>
                  <a:lnTo>
                    <a:pt x="125174" y="176406"/>
                  </a:lnTo>
                  <a:lnTo>
                    <a:pt x="125571" y="174816"/>
                  </a:lnTo>
                  <a:lnTo>
                    <a:pt x="125955" y="173227"/>
                  </a:lnTo>
                  <a:lnTo>
                    <a:pt x="126331" y="171638"/>
                  </a:lnTo>
                  <a:lnTo>
                    <a:pt x="126698" y="170049"/>
                  </a:lnTo>
                  <a:lnTo>
                    <a:pt x="127059" y="168459"/>
                  </a:lnTo>
                  <a:lnTo>
                    <a:pt x="127413" y="166870"/>
                  </a:lnTo>
                  <a:lnTo>
                    <a:pt x="127761" y="165281"/>
                  </a:lnTo>
                  <a:lnTo>
                    <a:pt x="128105" y="163692"/>
                  </a:lnTo>
                  <a:lnTo>
                    <a:pt x="128445" y="162102"/>
                  </a:lnTo>
                  <a:lnTo>
                    <a:pt x="128783" y="160513"/>
                  </a:lnTo>
                  <a:lnTo>
                    <a:pt x="129118" y="158924"/>
                  </a:lnTo>
                  <a:lnTo>
                    <a:pt x="129451" y="157335"/>
                  </a:lnTo>
                  <a:lnTo>
                    <a:pt x="129783" y="155745"/>
                  </a:lnTo>
                  <a:lnTo>
                    <a:pt x="130114" y="154156"/>
                  </a:lnTo>
                  <a:lnTo>
                    <a:pt x="130443" y="152567"/>
                  </a:lnTo>
                  <a:lnTo>
                    <a:pt x="130771" y="150978"/>
                  </a:lnTo>
                  <a:lnTo>
                    <a:pt x="131098" y="149388"/>
                  </a:lnTo>
                  <a:lnTo>
                    <a:pt x="131424" y="147799"/>
                  </a:lnTo>
                  <a:lnTo>
                    <a:pt x="131748" y="146210"/>
                  </a:lnTo>
                  <a:lnTo>
                    <a:pt x="132070" y="144621"/>
                  </a:lnTo>
                  <a:lnTo>
                    <a:pt x="132390" y="143031"/>
                  </a:lnTo>
                  <a:lnTo>
                    <a:pt x="132706" y="141442"/>
                  </a:lnTo>
                  <a:lnTo>
                    <a:pt x="133020" y="139853"/>
                  </a:lnTo>
                  <a:lnTo>
                    <a:pt x="133331" y="138264"/>
                  </a:lnTo>
                  <a:lnTo>
                    <a:pt x="133638" y="136675"/>
                  </a:lnTo>
                  <a:lnTo>
                    <a:pt x="133943" y="135085"/>
                  </a:lnTo>
                  <a:lnTo>
                    <a:pt x="134243" y="133496"/>
                  </a:lnTo>
                  <a:lnTo>
                    <a:pt x="134540" y="131907"/>
                  </a:lnTo>
                  <a:lnTo>
                    <a:pt x="134834" y="130318"/>
                  </a:lnTo>
                  <a:lnTo>
                    <a:pt x="135125" y="128728"/>
                  </a:lnTo>
                  <a:lnTo>
                    <a:pt x="135414" y="127139"/>
                  </a:lnTo>
                  <a:lnTo>
                    <a:pt x="135701" y="125550"/>
                  </a:lnTo>
                  <a:lnTo>
                    <a:pt x="135988" y="123961"/>
                  </a:lnTo>
                  <a:lnTo>
                    <a:pt x="136275" y="122371"/>
                  </a:lnTo>
                  <a:lnTo>
                    <a:pt x="136563" y="120782"/>
                  </a:lnTo>
                  <a:lnTo>
                    <a:pt x="136853" y="119193"/>
                  </a:lnTo>
                  <a:lnTo>
                    <a:pt x="137148" y="117604"/>
                  </a:lnTo>
                  <a:lnTo>
                    <a:pt x="137449" y="116014"/>
                  </a:lnTo>
                  <a:lnTo>
                    <a:pt x="137756" y="114425"/>
                  </a:lnTo>
                  <a:lnTo>
                    <a:pt x="138070" y="112836"/>
                  </a:lnTo>
                  <a:lnTo>
                    <a:pt x="138394" y="111247"/>
                  </a:lnTo>
                  <a:lnTo>
                    <a:pt x="138730" y="109657"/>
                  </a:lnTo>
                  <a:lnTo>
                    <a:pt x="139080" y="108068"/>
                  </a:lnTo>
                  <a:lnTo>
                    <a:pt x="139442" y="106479"/>
                  </a:lnTo>
                  <a:lnTo>
                    <a:pt x="139818" y="104890"/>
                  </a:lnTo>
                  <a:lnTo>
                    <a:pt x="140210" y="103300"/>
                  </a:lnTo>
                  <a:lnTo>
                    <a:pt x="140621" y="101711"/>
                  </a:lnTo>
                  <a:lnTo>
                    <a:pt x="141050" y="100122"/>
                  </a:lnTo>
                  <a:lnTo>
                    <a:pt x="141496" y="98533"/>
                  </a:lnTo>
                  <a:lnTo>
                    <a:pt x="141960" y="96943"/>
                  </a:lnTo>
                  <a:lnTo>
                    <a:pt x="142441" y="95354"/>
                  </a:lnTo>
                  <a:lnTo>
                    <a:pt x="142943" y="93765"/>
                  </a:lnTo>
                  <a:lnTo>
                    <a:pt x="143464" y="92176"/>
                  </a:lnTo>
                  <a:lnTo>
                    <a:pt x="144001" y="90586"/>
                  </a:lnTo>
                  <a:lnTo>
                    <a:pt x="144553" y="88997"/>
                  </a:lnTo>
                  <a:lnTo>
                    <a:pt x="145119" y="87408"/>
                  </a:lnTo>
                  <a:lnTo>
                    <a:pt x="145702" y="85819"/>
                  </a:lnTo>
                  <a:lnTo>
                    <a:pt x="146298" y="84229"/>
                  </a:lnTo>
                  <a:lnTo>
                    <a:pt x="146903" y="82640"/>
                  </a:lnTo>
                  <a:lnTo>
                    <a:pt x="147517" y="81051"/>
                  </a:lnTo>
                  <a:lnTo>
                    <a:pt x="148138" y="79462"/>
                  </a:lnTo>
                  <a:lnTo>
                    <a:pt x="148765" y="77872"/>
                  </a:lnTo>
                  <a:lnTo>
                    <a:pt x="149395" y="76283"/>
                  </a:lnTo>
                  <a:lnTo>
                    <a:pt x="150025" y="74694"/>
                  </a:lnTo>
                  <a:lnTo>
                    <a:pt x="150655" y="73105"/>
                  </a:lnTo>
                  <a:lnTo>
                    <a:pt x="151282" y="71515"/>
                  </a:lnTo>
                  <a:lnTo>
                    <a:pt x="151903" y="69926"/>
                  </a:lnTo>
                  <a:lnTo>
                    <a:pt x="152517" y="68337"/>
                  </a:lnTo>
                  <a:lnTo>
                    <a:pt x="153122" y="66748"/>
                  </a:lnTo>
                  <a:lnTo>
                    <a:pt x="153718" y="65159"/>
                  </a:lnTo>
                  <a:lnTo>
                    <a:pt x="154302" y="63569"/>
                  </a:lnTo>
                  <a:lnTo>
                    <a:pt x="154872" y="61980"/>
                  </a:lnTo>
                  <a:lnTo>
                    <a:pt x="155426" y="60391"/>
                  </a:lnTo>
                  <a:lnTo>
                    <a:pt x="155965" y="58802"/>
                  </a:lnTo>
                  <a:lnTo>
                    <a:pt x="156489" y="57212"/>
                  </a:lnTo>
                  <a:lnTo>
                    <a:pt x="156997" y="55623"/>
                  </a:lnTo>
                  <a:lnTo>
                    <a:pt x="157485" y="54034"/>
                  </a:lnTo>
                  <a:lnTo>
                    <a:pt x="157953" y="52445"/>
                  </a:lnTo>
                  <a:lnTo>
                    <a:pt x="158405" y="50855"/>
                  </a:lnTo>
                  <a:lnTo>
                    <a:pt x="158839" y="49266"/>
                  </a:lnTo>
                  <a:lnTo>
                    <a:pt x="159255" y="47677"/>
                  </a:lnTo>
                  <a:lnTo>
                    <a:pt x="159652" y="46088"/>
                  </a:lnTo>
                  <a:lnTo>
                    <a:pt x="160029" y="44498"/>
                  </a:lnTo>
                  <a:lnTo>
                    <a:pt x="160390" y="42909"/>
                  </a:lnTo>
                  <a:lnTo>
                    <a:pt x="160736" y="41320"/>
                  </a:lnTo>
                  <a:lnTo>
                    <a:pt x="161066" y="39731"/>
                  </a:lnTo>
                  <a:lnTo>
                    <a:pt x="161379" y="38141"/>
                  </a:lnTo>
                  <a:lnTo>
                    <a:pt x="161677" y="36552"/>
                  </a:lnTo>
                  <a:lnTo>
                    <a:pt x="161962" y="34963"/>
                  </a:lnTo>
                  <a:lnTo>
                    <a:pt x="162235" y="33374"/>
                  </a:lnTo>
                  <a:lnTo>
                    <a:pt x="162497" y="31784"/>
                  </a:lnTo>
                  <a:lnTo>
                    <a:pt x="162747" y="30195"/>
                  </a:lnTo>
                  <a:lnTo>
                    <a:pt x="162987" y="28606"/>
                  </a:lnTo>
                  <a:lnTo>
                    <a:pt x="163218" y="27017"/>
                  </a:lnTo>
                  <a:lnTo>
                    <a:pt x="163443" y="25427"/>
                  </a:lnTo>
                  <a:lnTo>
                    <a:pt x="163661" y="23838"/>
                  </a:lnTo>
                  <a:lnTo>
                    <a:pt x="163874" y="22249"/>
                  </a:lnTo>
                  <a:lnTo>
                    <a:pt x="164081" y="20660"/>
                  </a:lnTo>
                  <a:lnTo>
                    <a:pt x="164285" y="19070"/>
                  </a:lnTo>
                  <a:lnTo>
                    <a:pt x="164487" y="17481"/>
                  </a:lnTo>
                  <a:lnTo>
                    <a:pt x="164687" y="15892"/>
                  </a:lnTo>
                  <a:lnTo>
                    <a:pt x="164885" y="14303"/>
                  </a:lnTo>
                  <a:lnTo>
                    <a:pt x="165084" y="12713"/>
                  </a:lnTo>
                  <a:lnTo>
                    <a:pt x="165282" y="11124"/>
                  </a:lnTo>
                  <a:lnTo>
                    <a:pt x="165481" y="9535"/>
                  </a:lnTo>
                  <a:lnTo>
                    <a:pt x="165680" y="7946"/>
                  </a:lnTo>
                  <a:lnTo>
                    <a:pt x="165881" y="6356"/>
                  </a:lnTo>
                  <a:lnTo>
                    <a:pt x="166083" y="4767"/>
                  </a:lnTo>
                  <a:lnTo>
                    <a:pt x="166287" y="3178"/>
                  </a:lnTo>
                  <a:lnTo>
                    <a:pt x="166492" y="1589"/>
                  </a:lnTo>
                  <a:lnTo>
                    <a:pt x="166698" y="0"/>
                  </a:lnTo>
                  <a:lnTo>
                    <a:pt x="176255" y="0"/>
                  </a:lnTo>
                  <a:lnTo>
                    <a:pt x="176461" y="1589"/>
                  </a:lnTo>
                  <a:lnTo>
                    <a:pt x="176666" y="3178"/>
                  </a:lnTo>
                  <a:lnTo>
                    <a:pt x="176869" y="4767"/>
                  </a:lnTo>
                  <a:lnTo>
                    <a:pt x="177072" y="6356"/>
                  </a:lnTo>
                  <a:lnTo>
                    <a:pt x="177272" y="7946"/>
                  </a:lnTo>
                  <a:lnTo>
                    <a:pt x="177472" y="9535"/>
                  </a:lnTo>
                  <a:lnTo>
                    <a:pt x="177671" y="11124"/>
                  </a:lnTo>
                  <a:lnTo>
                    <a:pt x="177869" y="12713"/>
                  </a:lnTo>
                  <a:lnTo>
                    <a:pt x="178067" y="14303"/>
                  </a:lnTo>
                  <a:lnTo>
                    <a:pt x="178266" y="15892"/>
                  </a:lnTo>
                  <a:lnTo>
                    <a:pt x="178466" y="17481"/>
                  </a:lnTo>
                  <a:lnTo>
                    <a:pt x="178667" y="19070"/>
                  </a:lnTo>
                  <a:lnTo>
                    <a:pt x="178872" y="20660"/>
                  </a:lnTo>
                  <a:lnTo>
                    <a:pt x="179079" y="22249"/>
                  </a:lnTo>
                  <a:lnTo>
                    <a:pt x="179291" y="23838"/>
                  </a:lnTo>
                  <a:lnTo>
                    <a:pt x="179510" y="25427"/>
                  </a:lnTo>
                  <a:lnTo>
                    <a:pt x="179734" y="27017"/>
                  </a:lnTo>
                  <a:lnTo>
                    <a:pt x="179966" y="28606"/>
                  </a:lnTo>
                  <a:lnTo>
                    <a:pt x="180206" y="30195"/>
                  </a:lnTo>
                  <a:lnTo>
                    <a:pt x="180456" y="31784"/>
                  </a:lnTo>
                  <a:lnTo>
                    <a:pt x="180718" y="33374"/>
                  </a:lnTo>
                  <a:lnTo>
                    <a:pt x="180991" y="34963"/>
                  </a:lnTo>
                  <a:lnTo>
                    <a:pt x="181276" y="36552"/>
                  </a:lnTo>
                  <a:lnTo>
                    <a:pt x="181573" y="38141"/>
                  </a:lnTo>
                  <a:lnTo>
                    <a:pt x="181887" y="39731"/>
                  </a:lnTo>
                  <a:lnTo>
                    <a:pt x="182217" y="41320"/>
                  </a:lnTo>
                  <a:lnTo>
                    <a:pt x="182562" y="42909"/>
                  </a:lnTo>
                  <a:lnTo>
                    <a:pt x="182924" y="44498"/>
                  </a:lnTo>
                  <a:lnTo>
                    <a:pt x="183301" y="46088"/>
                  </a:lnTo>
                  <a:lnTo>
                    <a:pt x="183697" y="47677"/>
                  </a:lnTo>
                  <a:lnTo>
                    <a:pt x="184114" y="49266"/>
                  </a:lnTo>
                  <a:lnTo>
                    <a:pt x="184548" y="50855"/>
                  </a:lnTo>
                  <a:lnTo>
                    <a:pt x="184999" y="52445"/>
                  </a:lnTo>
                  <a:lnTo>
                    <a:pt x="185468" y="54034"/>
                  </a:lnTo>
                  <a:lnTo>
                    <a:pt x="185956" y="55623"/>
                  </a:lnTo>
                  <a:lnTo>
                    <a:pt x="186463" y="57212"/>
                  </a:lnTo>
                  <a:lnTo>
                    <a:pt x="186987" y="58802"/>
                  </a:lnTo>
                  <a:lnTo>
                    <a:pt x="187527" y="60391"/>
                  </a:lnTo>
                  <a:lnTo>
                    <a:pt x="188081" y="61980"/>
                  </a:lnTo>
                  <a:lnTo>
                    <a:pt x="188650" y="63569"/>
                  </a:lnTo>
                  <a:lnTo>
                    <a:pt x="189235" y="65159"/>
                  </a:lnTo>
                  <a:lnTo>
                    <a:pt x="189831" y="66748"/>
                  </a:lnTo>
                  <a:lnTo>
                    <a:pt x="190436" y="68337"/>
                  </a:lnTo>
                  <a:lnTo>
                    <a:pt x="191050" y="69926"/>
                  </a:lnTo>
                  <a:lnTo>
                    <a:pt x="191671" y="71515"/>
                  </a:lnTo>
                  <a:lnTo>
                    <a:pt x="192298" y="73105"/>
                  </a:lnTo>
                  <a:lnTo>
                    <a:pt x="192928" y="74694"/>
                  </a:lnTo>
                  <a:lnTo>
                    <a:pt x="193558" y="76283"/>
                  </a:lnTo>
                  <a:lnTo>
                    <a:pt x="194188" y="77872"/>
                  </a:lnTo>
                  <a:lnTo>
                    <a:pt x="194815" y="79462"/>
                  </a:lnTo>
                  <a:lnTo>
                    <a:pt x="195436" y="81051"/>
                  </a:lnTo>
                  <a:lnTo>
                    <a:pt x="196050" y="82640"/>
                  </a:lnTo>
                  <a:lnTo>
                    <a:pt x="196655" y="84229"/>
                  </a:lnTo>
                  <a:lnTo>
                    <a:pt x="197250" y="85819"/>
                  </a:lnTo>
                  <a:lnTo>
                    <a:pt x="197833" y="87408"/>
                  </a:lnTo>
                  <a:lnTo>
                    <a:pt x="198400" y="88997"/>
                  </a:lnTo>
                  <a:lnTo>
                    <a:pt x="198952" y="90586"/>
                  </a:lnTo>
                  <a:lnTo>
                    <a:pt x="199489" y="92176"/>
                  </a:lnTo>
                  <a:lnTo>
                    <a:pt x="200009" y="93765"/>
                  </a:lnTo>
                  <a:lnTo>
                    <a:pt x="200512" y="95354"/>
                  </a:lnTo>
                  <a:lnTo>
                    <a:pt x="200993" y="96943"/>
                  </a:lnTo>
                  <a:lnTo>
                    <a:pt x="201456" y="98533"/>
                  </a:lnTo>
                  <a:lnTo>
                    <a:pt x="201903" y="100122"/>
                  </a:lnTo>
                  <a:lnTo>
                    <a:pt x="202332" y="101711"/>
                  </a:lnTo>
                  <a:lnTo>
                    <a:pt x="202743" y="103300"/>
                  </a:lnTo>
                  <a:lnTo>
                    <a:pt x="203134" y="104890"/>
                  </a:lnTo>
                  <a:lnTo>
                    <a:pt x="203511" y="106479"/>
                  </a:lnTo>
                  <a:lnTo>
                    <a:pt x="203873" y="108068"/>
                  </a:lnTo>
                  <a:lnTo>
                    <a:pt x="204222" y="109657"/>
                  </a:lnTo>
                  <a:lnTo>
                    <a:pt x="204559" y="111247"/>
                  </a:lnTo>
                  <a:lnTo>
                    <a:pt x="204882" y="112836"/>
                  </a:lnTo>
                  <a:lnTo>
                    <a:pt x="205197" y="114425"/>
                  </a:lnTo>
                  <a:lnTo>
                    <a:pt x="205504" y="116014"/>
                  </a:lnTo>
                  <a:lnTo>
                    <a:pt x="205804" y="117604"/>
                  </a:lnTo>
                  <a:lnTo>
                    <a:pt x="206099" y="119193"/>
                  </a:lnTo>
                  <a:lnTo>
                    <a:pt x="206390" y="120782"/>
                  </a:lnTo>
                  <a:lnTo>
                    <a:pt x="206678" y="122371"/>
                  </a:lnTo>
                  <a:lnTo>
                    <a:pt x="206965" y="123961"/>
                  </a:lnTo>
                  <a:lnTo>
                    <a:pt x="207252" y="125550"/>
                  </a:lnTo>
                  <a:lnTo>
                    <a:pt x="207539" y="127139"/>
                  </a:lnTo>
                  <a:lnTo>
                    <a:pt x="207828" y="128728"/>
                  </a:lnTo>
                  <a:lnTo>
                    <a:pt x="208119" y="130318"/>
                  </a:lnTo>
                  <a:lnTo>
                    <a:pt x="208413" y="131907"/>
                  </a:lnTo>
                  <a:lnTo>
                    <a:pt x="208710" y="133496"/>
                  </a:lnTo>
                  <a:lnTo>
                    <a:pt x="209010" y="135085"/>
                  </a:lnTo>
                  <a:lnTo>
                    <a:pt x="209314" y="136675"/>
                  </a:lnTo>
                  <a:lnTo>
                    <a:pt x="209622" y="138264"/>
                  </a:lnTo>
                  <a:lnTo>
                    <a:pt x="209933" y="139853"/>
                  </a:lnTo>
                  <a:lnTo>
                    <a:pt x="210246" y="141442"/>
                  </a:lnTo>
                  <a:lnTo>
                    <a:pt x="210563" y="143031"/>
                  </a:lnTo>
                  <a:lnTo>
                    <a:pt x="210883" y="144621"/>
                  </a:lnTo>
                  <a:lnTo>
                    <a:pt x="211205" y="146210"/>
                  </a:lnTo>
                  <a:lnTo>
                    <a:pt x="211529" y="147799"/>
                  </a:lnTo>
                  <a:lnTo>
                    <a:pt x="211854" y="149388"/>
                  </a:lnTo>
                  <a:lnTo>
                    <a:pt x="212181" y="150978"/>
                  </a:lnTo>
                  <a:lnTo>
                    <a:pt x="212510" y="152567"/>
                  </a:lnTo>
                  <a:lnTo>
                    <a:pt x="212839" y="154156"/>
                  </a:lnTo>
                  <a:lnTo>
                    <a:pt x="213170" y="155745"/>
                  </a:lnTo>
                  <a:lnTo>
                    <a:pt x="213502" y="157335"/>
                  </a:lnTo>
                  <a:lnTo>
                    <a:pt x="213835" y="158924"/>
                  </a:lnTo>
                  <a:lnTo>
                    <a:pt x="214170" y="160513"/>
                  </a:lnTo>
                  <a:lnTo>
                    <a:pt x="214508" y="162102"/>
                  </a:lnTo>
                  <a:lnTo>
                    <a:pt x="214848" y="163692"/>
                  </a:lnTo>
                  <a:lnTo>
                    <a:pt x="215192" y="165281"/>
                  </a:lnTo>
                  <a:lnTo>
                    <a:pt x="215540" y="166870"/>
                  </a:lnTo>
                  <a:lnTo>
                    <a:pt x="215894" y="168459"/>
                  </a:lnTo>
                  <a:lnTo>
                    <a:pt x="216254" y="170049"/>
                  </a:lnTo>
                  <a:lnTo>
                    <a:pt x="216622" y="171638"/>
                  </a:lnTo>
                  <a:lnTo>
                    <a:pt x="216997" y="173227"/>
                  </a:lnTo>
                  <a:lnTo>
                    <a:pt x="217381" y="174816"/>
                  </a:lnTo>
                  <a:lnTo>
                    <a:pt x="217779" y="176406"/>
                  </a:lnTo>
                  <a:lnTo>
                    <a:pt x="218187" y="177995"/>
                  </a:lnTo>
                  <a:lnTo>
                    <a:pt x="218608" y="179584"/>
                  </a:lnTo>
                  <a:lnTo>
                    <a:pt x="219041" y="181173"/>
                  </a:lnTo>
                  <a:lnTo>
                    <a:pt x="219488" y="182763"/>
                  </a:lnTo>
                  <a:lnTo>
                    <a:pt x="219954" y="184352"/>
                  </a:lnTo>
                  <a:lnTo>
                    <a:pt x="220436" y="185941"/>
                  </a:lnTo>
                  <a:lnTo>
                    <a:pt x="220932" y="187530"/>
                  </a:lnTo>
                  <a:lnTo>
                    <a:pt x="221445" y="189120"/>
                  </a:lnTo>
                  <a:lnTo>
                    <a:pt x="221973" y="190709"/>
                  </a:lnTo>
                  <a:lnTo>
                    <a:pt x="222523" y="192298"/>
                  </a:lnTo>
                  <a:lnTo>
                    <a:pt x="223089" y="193887"/>
                  </a:lnTo>
                  <a:lnTo>
                    <a:pt x="223671" y="195477"/>
                  </a:lnTo>
                  <a:lnTo>
                    <a:pt x="224268" y="197066"/>
                  </a:lnTo>
                  <a:lnTo>
                    <a:pt x="224880" y="198655"/>
                  </a:lnTo>
                  <a:lnTo>
                    <a:pt x="225512" y="200244"/>
                  </a:lnTo>
                  <a:lnTo>
                    <a:pt x="226158" y="201834"/>
                  </a:lnTo>
                  <a:lnTo>
                    <a:pt x="226816" y="203423"/>
                  </a:lnTo>
                  <a:lnTo>
                    <a:pt x="227487" y="205012"/>
                  </a:lnTo>
                  <a:lnTo>
                    <a:pt x="228170" y="206601"/>
                  </a:lnTo>
                  <a:lnTo>
                    <a:pt x="228867" y="208190"/>
                  </a:lnTo>
                  <a:lnTo>
                    <a:pt x="229574" y="209780"/>
                  </a:lnTo>
                  <a:lnTo>
                    <a:pt x="230290" y="211369"/>
                  </a:lnTo>
                  <a:lnTo>
                    <a:pt x="231013" y="212958"/>
                  </a:lnTo>
                  <a:lnTo>
                    <a:pt x="231745" y="214547"/>
                  </a:lnTo>
                  <a:lnTo>
                    <a:pt x="232485" y="216137"/>
                  </a:lnTo>
                  <a:lnTo>
                    <a:pt x="233231" y="217726"/>
                  </a:lnTo>
                  <a:lnTo>
                    <a:pt x="233983" y="219315"/>
                  </a:lnTo>
                  <a:lnTo>
                    <a:pt x="234739" y="220904"/>
                  </a:lnTo>
                  <a:lnTo>
                    <a:pt x="235501" y="222494"/>
                  </a:lnTo>
                  <a:lnTo>
                    <a:pt x="236268" y="224083"/>
                  </a:lnTo>
                  <a:lnTo>
                    <a:pt x="237040" y="225672"/>
                  </a:lnTo>
                  <a:lnTo>
                    <a:pt x="237817" y="227261"/>
                  </a:lnTo>
                  <a:lnTo>
                    <a:pt x="238598" y="228851"/>
                  </a:lnTo>
                  <a:lnTo>
                    <a:pt x="239384" y="230440"/>
                  </a:lnTo>
                  <a:lnTo>
                    <a:pt x="240178" y="232029"/>
                  </a:lnTo>
                  <a:lnTo>
                    <a:pt x="240979" y="233618"/>
                  </a:lnTo>
                  <a:lnTo>
                    <a:pt x="241787" y="235208"/>
                  </a:lnTo>
                  <a:lnTo>
                    <a:pt x="242604" y="236797"/>
                  </a:lnTo>
                  <a:lnTo>
                    <a:pt x="243430" y="238386"/>
                  </a:lnTo>
                  <a:lnTo>
                    <a:pt x="244270" y="239975"/>
                  </a:lnTo>
                  <a:lnTo>
                    <a:pt x="245123" y="241565"/>
                  </a:lnTo>
                  <a:lnTo>
                    <a:pt x="245991" y="243154"/>
                  </a:lnTo>
                  <a:lnTo>
                    <a:pt x="246875" y="244743"/>
                  </a:lnTo>
                  <a:lnTo>
                    <a:pt x="247777" y="246332"/>
                  </a:lnTo>
                  <a:lnTo>
                    <a:pt x="248704" y="247922"/>
                  </a:lnTo>
                  <a:lnTo>
                    <a:pt x="249655" y="249511"/>
                  </a:lnTo>
                  <a:lnTo>
                    <a:pt x="250631" y="251100"/>
                  </a:lnTo>
                  <a:lnTo>
                    <a:pt x="251634" y="252689"/>
                  </a:lnTo>
                  <a:lnTo>
                    <a:pt x="252665" y="254279"/>
                  </a:lnTo>
                  <a:lnTo>
                    <a:pt x="253737" y="255868"/>
                  </a:lnTo>
                  <a:lnTo>
                    <a:pt x="254845" y="257457"/>
                  </a:lnTo>
                  <a:lnTo>
                    <a:pt x="255989" y="259046"/>
                  </a:lnTo>
                  <a:lnTo>
                    <a:pt x="257173" y="260636"/>
                  </a:lnTo>
                  <a:lnTo>
                    <a:pt x="258397" y="262225"/>
                  </a:lnTo>
                  <a:lnTo>
                    <a:pt x="259677" y="263814"/>
                  </a:lnTo>
                  <a:lnTo>
                    <a:pt x="261006" y="265403"/>
                  </a:lnTo>
                  <a:lnTo>
                    <a:pt x="262382" y="266993"/>
                  </a:lnTo>
                  <a:lnTo>
                    <a:pt x="263808" y="268582"/>
                  </a:lnTo>
                  <a:lnTo>
                    <a:pt x="265286" y="270171"/>
                  </a:lnTo>
                  <a:lnTo>
                    <a:pt x="266831" y="271760"/>
                  </a:lnTo>
                  <a:lnTo>
                    <a:pt x="268433" y="273350"/>
                  </a:lnTo>
                  <a:lnTo>
                    <a:pt x="270091" y="274939"/>
                  </a:lnTo>
                  <a:lnTo>
                    <a:pt x="271072" y="275849"/>
                  </a:lnTo>
                  <a:lnTo>
                    <a:pt x="271805" y="276528"/>
                  </a:lnTo>
                  <a:lnTo>
                    <a:pt x="273575" y="278117"/>
                  </a:lnTo>
                  <a:lnTo>
                    <a:pt x="275417" y="279706"/>
                  </a:lnTo>
                  <a:lnTo>
                    <a:pt x="277319" y="281296"/>
                  </a:lnTo>
                  <a:lnTo>
                    <a:pt x="279276" y="282885"/>
                  </a:lnTo>
                  <a:lnTo>
                    <a:pt x="281286" y="284474"/>
                  </a:lnTo>
                  <a:lnTo>
                    <a:pt x="283350" y="286063"/>
                  </a:lnTo>
                  <a:lnTo>
                    <a:pt x="285477" y="287653"/>
                  </a:lnTo>
                  <a:lnTo>
                    <a:pt x="287654" y="289242"/>
                  </a:lnTo>
                  <a:lnTo>
                    <a:pt x="289875" y="290831"/>
                  </a:lnTo>
                  <a:lnTo>
                    <a:pt x="292135" y="292420"/>
                  </a:lnTo>
                  <a:lnTo>
                    <a:pt x="294433" y="294010"/>
                  </a:lnTo>
                  <a:lnTo>
                    <a:pt x="296769" y="295599"/>
                  </a:lnTo>
                  <a:lnTo>
                    <a:pt x="299130" y="297188"/>
                  </a:lnTo>
                  <a:lnTo>
                    <a:pt x="301509" y="298777"/>
                  </a:lnTo>
                  <a:lnTo>
                    <a:pt x="303900" y="300367"/>
                  </a:lnTo>
                  <a:lnTo>
                    <a:pt x="306297" y="301956"/>
                  </a:lnTo>
                  <a:lnTo>
                    <a:pt x="308691" y="303545"/>
                  </a:lnTo>
                  <a:lnTo>
                    <a:pt x="311070" y="305134"/>
                  </a:lnTo>
                  <a:lnTo>
                    <a:pt x="313428" y="306724"/>
                  </a:lnTo>
                  <a:lnTo>
                    <a:pt x="315757" y="308313"/>
                  </a:lnTo>
                  <a:lnTo>
                    <a:pt x="318050" y="309902"/>
                  </a:lnTo>
                  <a:lnTo>
                    <a:pt x="320285" y="311491"/>
                  </a:lnTo>
                  <a:lnTo>
                    <a:pt x="322457" y="313081"/>
                  </a:lnTo>
                  <a:lnTo>
                    <a:pt x="324562" y="314670"/>
                  </a:lnTo>
                  <a:lnTo>
                    <a:pt x="326593" y="316259"/>
                  </a:lnTo>
                  <a:lnTo>
                    <a:pt x="328543" y="317848"/>
                  </a:lnTo>
                  <a:lnTo>
                    <a:pt x="330381" y="319438"/>
                  </a:lnTo>
                  <a:lnTo>
                    <a:pt x="332109" y="321027"/>
                  </a:lnTo>
                  <a:lnTo>
                    <a:pt x="333731" y="322616"/>
                  </a:lnTo>
                  <a:lnTo>
                    <a:pt x="335241" y="324205"/>
                  </a:lnTo>
                  <a:lnTo>
                    <a:pt x="336635" y="325795"/>
                  </a:lnTo>
                  <a:lnTo>
                    <a:pt x="337878" y="327384"/>
                  </a:lnTo>
                  <a:lnTo>
                    <a:pt x="338982" y="328973"/>
                  </a:lnTo>
                  <a:lnTo>
                    <a:pt x="339957" y="330562"/>
                  </a:lnTo>
                  <a:lnTo>
                    <a:pt x="340802" y="332152"/>
                  </a:lnTo>
                  <a:lnTo>
                    <a:pt x="341516" y="333741"/>
                  </a:lnTo>
                  <a:lnTo>
                    <a:pt x="342069" y="335330"/>
                  </a:lnTo>
                  <a:lnTo>
                    <a:pt x="342478" y="336919"/>
                  </a:lnTo>
                  <a:lnTo>
                    <a:pt x="342761" y="338509"/>
                  </a:lnTo>
                  <a:lnTo>
                    <a:pt x="342918" y="340098"/>
                  </a:lnTo>
                  <a:lnTo>
                    <a:pt x="342953" y="341687"/>
                  </a:lnTo>
                  <a:lnTo>
                    <a:pt x="342846" y="343276"/>
                  </a:lnTo>
                  <a:lnTo>
                    <a:pt x="342615" y="344865"/>
                  </a:lnTo>
                  <a:lnTo>
                    <a:pt x="342279" y="346455"/>
                  </a:lnTo>
                  <a:lnTo>
                    <a:pt x="342153" y="346916"/>
                  </a:lnTo>
                  <a:lnTo>
                    <a:pt x="341843" y="348044"/>
                  </a:lnTo>
                  <a:lnTo>
                    <a:pt x="341312" y="349633"/>
                  </a:lnTo>
                  <a:lnTo>
                    <a:pt x="340674" y="351222"/>
                  </a:lnTo>
                  <a:lnTo>
                    <a:pt x="339946" y="352812"/>
                  </a:lnTo>
                  <a:lnTo>
                    <a:pt x="339145" y="354401"/>
                  </a:lnTo>
                  <a:lnTo>
                    <a:pt x="338275" y="355990"/>
                  </a:lnTo>
                  <a:lnTo>
                    <a:pt x="337342" y="357579"/>
                  </a:lnTo>
                  <a:lnTo>
                    <a:pt x="336340" y="359169"/>
                  </a:lnTo>
                  <a:lnTo>
                    <a:pt x="335282" y="360758"/>
                  </a:lnTo>
                  <a:lnTo>
                    <a:pt x="334178" y="362347"/>
                  </a:lnTo>
                  <a:lnTo>
                    <a:pt x="333032" y="363936"/>
                  </a:lnTo>
                  <a:lnTo>
                    <a:pt x="331848" y="365526"/>
                  </a:lnTo>
                  <a:lnTo>
                    <a:pt x="330622" y="367115"/>
                  </a:lnTo>
                  <a:lnTo>
                    <a:pt x="329361" y="368704"/>
                  </a:lnTo>
                  <a:lnTo>
                    <a:pt x="328072" y="370293"/>
                  </a:lnTo>
                  <a:lnTo>
                    <a:pt x="326756" y="371883"/>
                  </a:lnTo>
                  <a:lnTo>
                    <a:pt x="325415" y="373472"/>
                  </a:lnTo>
                  <a:lnTo>
                    <a:pt x="324046" y="375061"/>
                  </a:lnTo>
                  <a:lnTo>
                    <a:pt x="322651" y="376650"/>
                  </a:lnTo>
                  <a:lnTo>
                    <a:pt x="321235" y="378240"/>
                  </a:lnTo>
                  <a:lnTo>
                    <a:pt x="319798" y="379829"/>
                  </a:lnTo>
                  <a:lnTo>
                    <a:pt x="318340" y="381418"/>
                  </a:lnTo>
                  <a:lnTo>
                    <a:pt x="316859" y="383007"/>
                  </a:lnTo>
                  <a:lnTo>
                    <a:pt x="315356" y="384597"/>
                  </a:lnTo>
                  <a:lnTo>
                    <a:pt x="313834" y="386186"/>
                  </a:lnTo>
                  <a:lnTo>
                    <a:pt x="312295" y="387775"/>
                  </a:lnTo>
                  <a:lnTo>
                    <a:pt x="310739" y="389364"/>
                  </a:lnTo>
                  <a:lnTo>
                    <a:pt x="309164" y="390954"/>
                  </a:lnTo>
                  <a:lnTo>
                    <a:pt x="307573" y="392543"/>
                  </a:lnTo>
                  <a:lnTo>
                    <a:pt x="305970" y="394132"/>
                  </a:lnTo>
                  <a:lnTo>
                    <a:pt x="304356" y="395721"/>
                  </a:lnTo>
                  <a:lnTo>
                    <a:pt x="302733" y="397311"/>
                  </a:lnTo>
                  <a:lnTo>
                    <a:pt x="301102" y="398900"/>
                  </a:lnTo>
                  <a:lnTo>
                    <a:pt x="299467" y="400489"/>
                  </a:lnTo>
                  <a:lnTo>
                    <a:pt x="297831" y="402078"/>
                  </a:lnTo>
                  <a:lnTo>
                    <a:pt x="296196" y="403668"/>
                  </a:lnTo>
                  <a:lnTo>
                    <a:pt x="294564" y="405257"/>
                  </a:lnTo>
                  <a:lnTo>
                    <a:pt x="292940" y="406846"/>
                  </a:lnTo>
                  <a:lnTo>
                    <a:pt x="291327" y="408435"/>
                  </a:lnTo>
                  <a:lnTo>
                    <a:pt x="289727" y="410025"/>
                  </a:lnTo>
                  <a:lnTo>
                    <a:pt x="288142" y="411614"/>
                  </a:lnTo>
                  <a:lnTo>
                    <a:pt x="286572" y="413203"/>
                  </a:lnTo>
                  <a:lnTo>
                    <a:pt x="285025" y="414792"/>
                  </a:lnTo>
                  <a:lnTo>
                    <a:pt x="283503" y="416381"/>
                  </a:lnTo>
                  <a:lnTo>
                    <a:pt x="282003" y="417971"/>
                  </a:lnTo>
                  <a:lnTo>
                    <a:pt x="280526" y="419560"/>
                  </a:lnTo>
                  <a:lnTo>
                    <a:pt x="279075" y="421149"/>
                  </a:lnTo>
                  <a:lnTo>
                    <a:pt x="277652" y="422738"/>
                  </a:lnTo>
                  <a:lnTo>
                    <a:pt x="276260" y="424328"/>
                  </a:lnTo>
                  <a:lnTo>
                    <a:pt x="274894" y="425917"/>
                  </a:lnTo>
                  <a:lnTo>
                    <a:pt x="273553" y="427506"/>
                  </a:lnTo>
                  <a:lnTo>
                    <a:pt x="272237" y="429095"/>
                  </a:lnTo>
                  <a:lnTo>
                    <a:pt x="270948" y="430685"/>
                  </a:lnTo>
                  <a:lnTo>
                    <a:pt x="269687" y="432274"/>
                  </a:lnTo>
                  <a:lnTo>
                    <a:pt x="268448" y="433863"/>
                  </a:lnTo>
                  <a:lnTo>
                    <a:pt x="267229" y="435452"/>
                  </a:lnTo>
                  <a:lnTo>
                    <a:pt x="266030" y="437042"/>
                  </a:lnTo>
                  <a:lnTo>
                    <a:pt x="264851" y="438631"/>
                  </a:lnTo>
                  <a:lnTo>
                    <a:pt x="263690" y="440220"/>
                  </a:lnTo>
                  <a:lnTo>
                    <a:pt x="262544" y="441809"/>
                  </a:lnTo>
                  <a:lnTo>
                    <a:pt x="261411" y="443399"/>
                  </a:lnTo>
                  <a:lnTo>
                    <a:pt x="260290" y="444988"/>
                  </a:lnTo>
                  <a:lnTo>
                    <a:pt x="259181" y="446577"/>
                  </a:lnTo>
                  <a:lnTo>
                    <a:pt x="258083" y="448166"/>
                  </a:lnTo>
                  <a:lnTo>
                    <a:pt x="256992" y="449756"/>
                  </a:lnTo>
                  <a:lnTo>
                    <a:pt x="255908" y="451345"/>
                  </a:lnTo>
                  <a:lnTo>
                    <a:pt x="254831" y="452934"/>
                  </a:lnTo>
                  <a:lnTo>
                    <a:pt x="253761" y="454523"/>
                  </a:lnTo>
                  <a:lnTo>
                    <a:pt x="252696" y="456113"/>
                  </a:lnTo>
                  <a:lnTo>
                    <a:pt x="251637" y="457702"/>
                  </a:lnTo>
                  <a:lnTo>
                    <a:pt x="250583" y="459291"/>
                  </a:lnTo>
                  <a:lnTo>
                    <a:pt x="249534" y="460880"/>
                  </a:lnTo>
                  <a:lnTo>
                    <a:pt x="248491" y="462470"/>
                  </a:lnTo>
                  <a:lnTo>
                    <a:pt x="247454" y="464059"/>
                  </a:lnTo>
                  <a:lnTo>
                    <a:pt x="246423" y="465648"/>
                  </a:lnTo>
                  <a:lnTo>
                    <a:pt x="245399" y="467237"/>
                  </a:lnTo>
                  <a:lnTo>
                    <a:pt x="244381" y="468827"/>
                  </a:lnTo>
                  <a:lnTo>
                    <a:pt x="243371" y="470416"/>
                  </a:lnTo>
                  <a:lnTo>
                    <a:pt x="242370" y="472005"/>
                  </a:lnTo>
                  <a:lnTo>
                    <a:pt x="241378" y="473594"/>
                  </a:lnTo>
                  <a:lnTo>
                    <a:pt x="240395" y="475184"/>
                  </a:lnTo>
                  <a:lnTo>
                    <a:pt x="239420" y="476773"/>
                  </a:lnTo>
                  <a:lnTo>
                    <a:pt x="238456" y="478362"/>
                  </a:lnTo>
                  <a:lnTo>
                    <a:pt x="237504" y="479951"/>
                  </a:lnTo>
                  <a:lnTo>
                    <a:pt x="236562" y="481540"/>
                  </a:lnTo>
                  <a:lnTo>
                    <a:pt x="235630" y="483130"/>
                  </a:lnTo>
                  <a:lnTo>
                    <a:pt x="234708" y="484719"/>
                  </a:lnTo>
                  <a:lnTo>
                    <a:pt x="233797" y="486308"/>
                  </a:lnTo>
                  <a:lnTo>
                    <a:pt x="232898" y="487897"/>
                  </a:lnTo>
                  <a:lnTo>
                    <a:pt x="232008" y="489487"/>
                  </a:lnTo>
                  <a:lnTo>
                    <a:pt x="231127" y="491076"/>
                  </a:lnTo>
                  <a:lnTo>
                    <a:pt x="230255" y="492665"/>
                  </a:lnTo>
                  <a:lnTo>
                    <a:pt x="229391" y="494254"/>
                  </a:lnTo>
                  <a:lnTo>
                    <a:pt x="228536" y="495844"/>
                  </a:lnTo>
                  <a:lnTo>
                    <a:pt x="227687" y="497433"/>
                  </a:lnTo>
                  <a:lnTo>
                    <a:pt x="226843" y="499022"/>
                  </a:lnTo>
                  <a:lnTo>
                    <a:pt x="226004" y="500611"/>
                  </a:lnTo>
                  <a:lnTo>
                    <a:pt x="225169" y="502201"/>
                  </a:lnTo>
                  <a:lnTo>
                    <a:pt x="224337" y="503790"/>
                  </a:lnTo>
                  <a:lnTo>
                    <a:pt x="223507" y="505379"/>
                  </a:lnTo>
                  <a:lnTo>
                    <a:pt x="222678" y="506968"/>
                  </a:lnTo>
                  <a:lnTo>
                    <a:pt x="221850" y="508558"/>
                  </a:lnTo>
                  <a:lnTo>
                    <a:pt x="221021" y="510147"/>
                  </a:lnTo>
                  <a:lnTo>
                    <a:pt x="220192" y="511736"/>
                  </a:lnTo>
                  <a:lnTo>
                    <a:pt x="219361" y="513325"/>
                  </a:lnTo>
                  <a:lnTo>
                    <a:pt x="218528" y="514915"/>
                  </a:lnTo>
                  <a:lnTo>
                    <a:pt x="217694" y="516504"/>
                  </a:lnTo>
                  <a:lnTo>
                    <a:pt x="216858" y="518093"/>
                  </a:lnTo>
                  <a:lnTo>
                    <a:pt x="216019" y="519682"/>
                  </a:lnTo>
                  <a:lnTo>
                    <a:pt x="215180" y="521272"/>
                  </a:lnTo>
                  <a:lnTo>
                    <a:pt x="214339" y="522861"/>
                  </a:lnTo>
                  <a:lnTo>
                    <a:pt x="213499" y="524450"/>
                  </a:lnTo>
                  <a:lnTo>
                    <a:pt x="212659" y="526039"/>
                  </a:lnTo>
                  <a:lnTo>
                    <a:pt x="211820" y="527629"/>
                  </a:lnTo>
                  <a:lnTo>
                    <a:pt x="210985" y="529218"/>
                  </a:lnTo>
                  <a:lnTo>
                    <a:pt x="210153" y="530807"/>
                  </a:lnTo>
                  <a:lnTo>
                    <a:pt x="209327" y="532396"/>
                  </a:lnTo>
                  <a:lnTo>
                    <a:pt x="208507" y="533986"/>
                  </a:lnTo>
                  <a:lnTo>
                    <a:pt x="207697" y="535575"/>
                  </a:lnTo>
                  <a:lnTo>
                    <a:pt x="206898" y="537164"/>
                  </a:lnTo>
                  <a:lnTo>
                    <a:pt x="206109" y="538753"/>
                  </a:lnTo>
                  <a:lnTo>
                    <a:pt x="205333" y="540343"/>
                  </a:lnTo>
                  <a:lnTo>
                    <a:pt x="204572" y="541932"/>
                  </a:lnTo>
                  <a:lnTo>
                    <a:pt x="203832" y="543521"/>
                  </a:lnTo>
                  <a:lnTo>
                    <a:pt x="203109" y="545110"/>
                  </a:lnTo>
                  <a:lnTo>
                    <a:pt x="202405" y="546700"/>
                  </a:lnTo>
                  <a:lnTo>
                    <a:pt x="201721" y="548289"/>
                  </a:lnTo>
                  <a:lnTo>
                    <a:pt x="201059" y="549878"/>
                  </a:lnTo>
                  <a:lnTo>
                    <a:pt x="200426" y="551467"/>
                  </a:lnTo>
                  <a:lnTo>
                    <a:pt x="199816" y="553056"/>
                  </a:lnTo>
                  <a:lnTo>
                    <a:pt x="199231" y="554646"/>
                  </a:lnTo>
                  <a:lnTo>
                    <a:pt x="198671" y="556235"/>
                  </a:lnTo>
                  <a:lnTo>
                    <a:pt x="198136" y="557824"/>
                  </a:lnTo>
                  <a:lnTo>
                    <a:pt x="197635" y="559413"/>
                  </a:lnTo>
                  <a:lnTo>
                    <a:pt x="197160" y="561003"/>
                  </a:lnTo>
                  <a:lnTo>
                    <a:pt x="196710" y="562592"/>
                  </a:lnTo>
                  <a:lnTo>
                    <a:pt x="196285" y="564181"/>
                  </a:lnTo>
                  <a:lnTo>
                    <a:pt x="195886" y="565770"/>
                  </a:lnTo>
                  <a:lnTo>
                    <a:pt x="195519" y="567360"/>
                  </a:lnTo>
                  <a:lnTo>
                    <a:pt x="195175" y="568949"/>
                  </a:lnTo>
                  <a:lnTo>
                    <a:pt x="194853" y="570538"/>
                  </a:lnTo>
                  <a:lnTo>
                    <a:pt x="194554" y="572127"/>
                  </a:lnTo>
                  <a:lnTo>
                    <a:pt x="194276" y="573717"/>
                  </a:lnTo>
                  <a:lnTo>
                    <a:pt x="194023" y="575306"/>
                  </a:lnTo>
                  <a:lnTo>
                    <a:pt x="193788" y="576895"/>
                  </a:lnTo>
                  <a:lnTo>
                    <a:pt x="193570" y="578484"/>
                  </a:lnTo>
                  <a:lnTo>
                    <a:pt x="193368" y="580074"/>
                  </a:lnTo>
                  <a:lnTo>
                    <a:pt x="193182" y="581663"/>
                  </a:lnTo>
                  <a:lnTo>
                    <a:pt x="193013" y="583252"/>
                  </a:lnTo>
                  <a:lnTo>
                    <a:pt x="192855" y="584841"/>
                  </a:lnTo>
                  <a:lnTo>
                    <a:pt x="192709" y="586431"/>
                  </a:lnTo>
                  <a:lnTo>
                    <a:pt x="192573" y="588020"/>
                  </a:lnTo>
                  <a:lnTo>
                    <a:pt x="192447" y="589609"/>
                  </a:lnTo>
                  <a:lnTo>
                    <a:pt x="192331" y="591198"/>
                  </a:lnTo>
                  <a:lnTo>
                    <a:pt x="192223" y="592788"/>
                  </a:lnTo>
                  <a:lnTo>
                    <a:pt x="192121" y="594377"/>
                  </a:lnTo>
                  <a:lnTo>
                    <a:pt x="192025" y="595966"/>
                  </a:lnTo>
                  <a:lnTo>
                    <a:pt x="191935" y="597555"/>
                  </a:lnTo>
                  <a:lnTo>
                    <a:pt x="191852" y="599145"/>
                  </a:lnTo>
                  <a:lnTo>
                    <a:pt x="191773" y="600734"/>
                  </a:lnTo>
                  <a:lnTo>
                    <a:pt x="191699" y="602323"/>
                  </a:lnTo>
                  <a:lnTo>
                    <a:pt x="191628" y="603912"/>
                  </a:lnTo>
                  <a:lnTo>
                    <a:pt x="191560" y="605502"/>
                  </a:lnTo>
                  <a:lnTo>
                    <a:pt x="191497" y="607091"/>
                  </a:lnTo>
                  <a:lnTo>
                    <a:pt x="191436" y="608680"/>
                  </a:lnTo>
                  <a:lnTo>
                    <a:pt x="191376" y="610269"/>
                  </a:lnTo>
                  <a:lnTo>
                    <a:pt x="191319" y="611859"/>
                  </a:lnTo>
                  <a:lnTo>
                    <a:pt x="191262" y="613448"/>
                  </a:lnTo>
                  <a:lnTo>
                    <a:pt x="191206" y="615037"/>
                  </a:lnTo>
                  <a:lnTo>
                    <a:pt x="191149" y="616626"/>
                  </a:lnTo>
                  <a:lnTo>
                    <a:pt x="191091" y="618215"/>
                  </a:lnTo>
                  <a:lnTo>
                    <a:pt x="191031" y="619805"/>
                  </a:lnTo>
                  <a:lnTo>
                    <a:pt x="190968" y="621394"/>
                  </a:lnTo>
                  <a:lnTo>
                    <a:pt x="190901" y="622983"/>
                  </a:lnTo>
                  <a:lnTo>
                    <a:pt x="190829" y="624572"/>
                  </a:lnTo>
                  <a:lnTo>
                    <a:pt x="190751" y="626162"/>
                  </a:lnTo>
                  <a:lnTo>
                    <a:pt x="190666" y="627751"/>
                  </a:lnTo>
                  <a:lnTo>
                    <a:pt x="190575" y="629340"/>
                  </a:lnTo>
                  <a:lnTo>
                    <a:pt x="190473" y="630929"/>
                  </a:lnTo>
                  <a:lnTo>
                    <a:pt x="190362" y="632519"/>
                  </a:lnTo>
                  <a:lnTo>
                    <a:pt x="190241" y="634108"/>
                  </a:lnTo>
                  <a:lnTo>
                    <a:pt x="190110" y="635697"/>
                  </a:lnTo>
                  <a:lnTo>
                    <a:pt x="189969" y="637286"/>
                  </a:lnTo>
                  <a:lnTo>
                    <a:pt x="189813" y="638876"/>
                  </a:lnTo>
                  <a:lnTo>
                    <a:pt x="189645" y="640465"/>
                  </a:lnTo>
                  <a:lnTo>
                    <a:pt x="189467" y="642054"/>
                  </a:lnTo>
                  <a:lnTo>
                    <a:pt x="189276" y="643643"/>
                  </a:lnTo>
                  <a:lnTo>
                    <a:pt x="189075" y="645233"/>
                  </a:lnTo>
                  <a:lnTo>
                    <a:pt x="188859" y="646822"/>
                  </a:lnTo>
                  <a:lnTo>
                    <a:pt x="188633" y="648411"/>
                  </a:lnTo>
                  <a:lnTo>
                    <a:pt x="188397" y="650000"/>
                  </a:lnTo>
                  <a:lnTo>
                    <a:pt x="188151" y="651590"/>
                  </a:lnTo>
                  <a:lnTo>
                    <a:pt x="187897" y="653179"/>
                  </a:lnTo>
                  <a:lnTo>
                    <a:pt x="187632" y="654768"/>
                  </a:lnTo>
                  <a:lnTo>
                    <a:pt x="187361" y="656357"/>
                  </a:lnTo>
                  <a:lnTo>
                    <a:pt x="187083" y="657947"/>
                  </a:lnTo>
                  <a:lnTo>
                    <a:pt x="186799" y="659536"/>
                  </a:lnTo>
                  <a:lnTo>
                    <a:pt x="186511" y="661125"/>
                  </a:lnTo>
                  <a:lnTo>
                    <a:pt x="186219" y="662714"/>
                  </a:lnTo>
                  <a:lnTo>
                    <a:pt x="185923" y="664304"/>
                  </a:lnTo>
                  <a:lnTo>
                    <a:pt x="185626" y="665893"/>
                  </a:lnTo>
                  <a:lnTo>
                    <a:pt x="185327" y="667482"/>
                  </a:lnTo>
                  <a:lnTo>
                    <a:pt x="185028" y="669071"/>
                  </a:lnTo>
                  <a:lnTo>
                    <a:pt x="184729" y="670661"/>
                  </a:lnTo>
                  <a:lnTo>
                    <a:pt x="184431" y="672250"/>
                  </a:lnTo>
                  <a:lnTo>
                    <a:pt x="184133" y="673839"/>
                  </a:lnTo>
                  <a:lnTo>
                    <a:pt x="183838" y="675428"/>
                  </a:lnTo>
                  <a:lnTo>
                    <a:pt x="183545" y="677018"/>
                  </a:lnTo>
                  <a:lnTo>
                    <a:pt x="183254" y="678607"/>
                  </a:lnTo>
                  <a:lnTo>
                    <a:pt x="182967" y="680196"/>
                  </a:lnTo>
                  <a:lnTo>
                    <a:pt x="182683" y="681785"/>
                  </a:lnTo>
                  <a:lnTo>
                    <a:pt x="182402" y="683375"/>
                  </a:lnTo>
                  <a:lnTo>
                    <a:pt x="182124" y="684964"/>
                  </a:lnTo>
                  <a:lnTo>
                    <a:pt x="181851" y="686553"/>
                  </a:lnTo>
                  <a:lnTo>
                    <a:pt x="181583" y="688142"/>
                  </a:lnTo>
                  <a:lnTo>
                    <a:pt x="181319" y="689731"/>
                  </a:lnTo>
                  <a:lnTo>
                    <a:pt x="181059" y="691321"/>
                  </a:lnTo>
                  <a:lnTo>
                    <a:pt x="180803" y="692910"/>
                  </a:lnTo>
                  <a:lnTo>
                    <a:pt x="180554" y="694499"/>
                  </a:lnTo>
                  <a:lnTo>
                    <a:pt x="180310" y="696088"/>
                  </a:lnTo>
                  <a:lnTo>
                    <a:pt x="180071" y="697678"/>
                  </a:lnTo>
                  <a:lnTo>
                    <a:pt x="179838" y="699267"/>
                  </a:lnTo>
                  <a:lnTo>
                    <a:pt x="179611" y="700856"/>
                  </a:lnTo>
                  <a:lnTo>
                    <a:pt x="179391" y="702445"/>
                  </a:lnTo>
                  <a:lnTo>
                    <a:pt x="179178" y="704035"/>
                  </a:lnTo>
                  <a:lnTo>
                    <a:pt x="178971" y="705624"/>
                  </a:lnTo>
                  <a:lnTo>
                    <a:pt x="178770" y="707213"/>
                  </a:lnTo>
                  <a:lnTo>
                    <a:pt x="178577" y="708802"/>
                  </a:lnTo>
                  <a:lnTo>
                    <a:pt x="178391" y="710392"/>
                  </a:lnTo>
                  <a:lnTo>
                    <a:pt x="178213" y="711981"/>
                  </a:lnTo>
                  <a:lnTo>
                    <a:pt x="178042" y="713570"/>
                  </a:lnTo>
                  <a:lnTo>
                    <a:pt x="177878" y="715159"/>
                  </a:lnTo>
                  <a:lnTo>
                    <a:pt x="177719" y="716749"/>
                  </a:lnTo>
                  <a:lnTo>
                    <a:pt x="177569" y="718338"/>
                  </a:lnTo>
                  <a:lnTo>
                    <a:pt x="177426" y="719927"/>
                  </a:lnTo>
                  <a:lnTo>
                    <a:pt x="177288" y="721516"/>
                  </a:lnTo>
                  <a:lnTo>
                    <a:pt x="177156" y="723106"/>
                  </a:lnTo>
                  <a:lnTo>
                    <a:pt x="177030" y="724695"/>
                  </a:lnTo>
                  <a:lnTo>
                    <a:pt x="176909" y="726284"/>
                  </a:lnTo>
                  <a:lnTo>
                    <a:pt x="176793" y="727873"/>
                  </a:lnTo>
                  <a:lnTo>
                    <a:pt x="176681" y="729463"/>
                  </a:lnTo>
                  <a:lnTo>
                    <a:pt x="176573" y="731052"/>
                  </a:lnTo>
                  <a:lnTo>
                    <a:pt x="176468" y="732641"/>
                  </a:lnTo>
                  <a:lnTo>
                    <a:pt x="176367" y="734230"/>
                  </a:lnTo>
                  <a:lnTo>
                    <a:pt x="176269" y="735820"/>
                  </a:lnTo>
                  <a:lnTo>
                    <a:pt x="176173" y="737409"/>
                  </a:lnTo>
                  <a:lnTo>
                    <a:pt x="176079" y="738998"/>
                  </a:lnTo>
                  <a:lnTo>
                    <a:pt x="175987" y="740587"/>
                  </a:lnTo>
                  <a:lnTo>
                    <a:pt x="175896" y="742177"/>
                  </a:lnTo>
                  <a:lnTo>
                    <a:pt x="175808" y="743766"/>
                  </a:lnTo>
                  <a:lnTo>
                    <a:pt x="175721" y="745355"/>
                  </a:lnTo>
                  <a:lnTo>
                    <a:pt x="175636" y="746944"/>
                  </a:lnTo>
                  <a:lnTo>
                    <a:pt x="175552" y="748534"/>
                  </a:lnTo>
                  <a:lnTo>
                    <a:pt x="175471" y="750123"/>
                  </a:lnTo>
                  <a:lnTo>
                    <a:pt x="175392" y="751712"/>
                  </a:lnTo>
                  <a:lnTo>
                    <a:pt x="175314" y="753301"/>
                  </a:lnTo>
                  <a:lnTo>
                    <a:pt x="175240" y="754891"/>
                  </a:lnTo>
                  <a:lnTo>
                    <a:pt x="175167" y="756480"/>
                  </a:lnTo>
                  <a:lnTo>
                    <a:pt x="175099" y="758069"/>
                  </a:lnTo>
                  <a:lnTo>
                    <a:pt x="175034" y="759658"/>
                  </a:lnTo>
                  <a:lnTo>
                    <a:pt x="174972" y="761247"/>
                  </a:lnTo>
                  <a:lnTo>
                    <a:pt x="174914" y="762837"/>
                  </a:lnTo>
                  <a:lnTo>
                    <a:pt x="174860" y="764426"/>
                  </a:lnTo>
                  <a:lnTo>
                    <a:pt x="174810" y="766015"/>
                  </a:lnTo>
                  <a:lnTo>
                    <a:pt x="174765" y="767604"/>
                  </a:lnTo>
                  <a:lnTo>
                    <a:pt x="174724" y="769194"/>
                  </a:lnTo>
                  <a:lnTo>
                    <a:pt x="174687" y="770783"/>
                  </a:lnTo>
                  <a:lnTo>
                    <a:pt x="174654" y="772372"/>
                  </a:lnTo>
                  <a:lnTo>
                    <a:pt x="174626" y="773961"/>
                  </a:lnTo>
                  <a:lnTo>
                    <a:pt x="174601" y="775551"/>
                  </a:lnTo>
                  <a:lnTo>
                    <a:pt x="174580" y="777140"/>
                  </a:lnTo>
                  <a:lnTo>
                    <a:pt x="174561" y="778729"/>
                  </a:lnTo>
                  <a:lnTo>
                    <a:pt x="174545" y="780318"/>
                  </a:lnTo>
                  <a:lnTo>
                    <a:pt x="174532" y="781908"/>
                  </a:lnTo>
                  <a:lnTo>
                    <a:pt x="174519" y="783497"/>
                  </a:lnTo>
                  <a:lnTo>
                    <a:pt x="174508" y="785086"/>
                  </a:lnTo>
                  <a:lnTo>
                    <a:pt x="174496" y="786675"/>
                  </a:lnTo>
                  <a:lnTo>
                    <a:pt x="174485" y="788265"/>
                  </a:lnTo>
                  <a:lnTo>
                    <a:pt x="174472" y="789854"/>
                  </a:lnTo>
                  <a:lnTo>
                    <a:pt x="174457" y="791443"/>
                  </a:lnTo>
                  <a:lnTo>
                    <a:pt x="174439" y="793032"/>
                  </a:lnTo>
                  <a:lnTo>
                    <a:pt x="174419" y="794622"/>
                  </a:lnTo>
                  <a:lnTo>
                    <a:pt x="174396" y="796211"/>
                  </a:lnTo>
                  <a:lnTo>
                    <a:pt x="174368" y="797800"/>
                  </a:lnTo>
                  <a:lnTo>
                    <a:pt x="174336" y="799389"/>
                  </a:lnTo>
                  <a:lnTo>
                    <a:pt x="174299" y="800979"/>
                  </a:lnTo>
                  <a:lnTo>
                    <a:pt x="174257" y="802568"/>
                  </a:lnTo>
                  <a:lnTo>
                    <a:pt x="174211" y="804157"/>
                  </a:lnTo>
                  <a:lnTo>
                    <a:pt x="174158" y="805746"/>
                  </a:lnTo>
                  <a:lnTo>
                    <a:pt x="174100" y="807336"/>
                  </a:lnTo>
                  <a:lnTo>
                    <a:pt x="174037" y="808925"/>
                  </a:lnTo>
                  <a:lnTo>
                    <a:pt x="173970" y="810514"/>
                  </a:lnTo>
                  <a:lnTo>
                    <a:pt x="173898" y="812103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0" name="pg30">
              <a:extLst>
                <a:ext uri="{FF2B5EF4-FFF2-40B4-BE49-F238E27FC236}">
                  <a16:creationId xmlns:a16="http://schemas.microsoft.com/office/drawing/2014/main" id="{C03E2E92-9ACC-CAE0-A436-955591946E85}"/>
                </a:ext>
              </a:extLst>
            </p:cNvPr>
            <p:cNvSpPr/>
            <p:nvPr/>
          </p:nvSpPr>
          <p:spPr>
            <a:xfrm>
              <a:off x="1839580" y="1991926"/>
              <a:ext cx="394692" cy="716752"/>
            </a:xfrm>
            <a:custGeom>
              <a:avLst/>
              <a:gdLst/>
              <a:ahLst/>
              <a:cxnLst/>
              <a:rect l="0" t="0" r="0" b="0"/>
              <a:pathLst>
                <a:path w="394692" h="716752">
                  <a:moveTo>
                    <a:pt x="194531" y="716752"/>
                  </a:moveTo>
                  <a:lnTo>
                    <a:pt x="194454" y="715349"/>
                  </a:lnTo>
                  <a:lnTo>
                    <a:pt x="194383" y="713946"/>
                  </a:lnTo>
                  <a:lnTo>
                    <a:pt x="194319" y="712544"/>
                  </a:lnTo>
                  <a:lnTo>
                    <a:pt x="194260" y="711141"/>
                  </a:lnTo>
                  <a:lnTo>
                    <a:pt x="194207" y="709738"/>
                  </a:lnTo>
                  <a:lnTo>
                    <a:pt x="194160" y="708336"/>
                  </a:lnTo>
                  <a:lnTo>
                    <a:pt x="194119" y="706933"/>
                  </a:lnTo>
                  <a:lnTo>
                    <a:pt x="194086" y="705530"/>
                  </a:lnTo>
                  <a:lnTo>
                    <a:pt x="194058" y="704128"/>
                  </a:lnTo>
                  <a:lnTo>
                    <a:pt x="194035" y="702725"/>
                  </a:lnTo>
                  <a:lnTo>
                    <a:pt x="194018" y="701322"/>
                  </a:lnTo>
                  <a:lnTo>
                    <a:pt x="194006" y="699920"/>
                  </a:lnTo>
                  <a:lnTo>
                    <a:pt x="194000" y="698517"/>
                  </a:lnTo>
                  <a:lnTo>
                    <a:pt x="193998" y="697115"/>
                  </a:lnTo>
                  <a:lnTo>
                    <a:pt x="194000" y="695712"/>
                  </a:lnTo>
                  <a:lnTo>
                    <a:pt x="194005" y="694309"/>
                  </a:lnTo>
                  <a:lnTo>
                    <a:pt x="194014" y="692907"/>
                  </a:lnTo>
                  <a:lnTo>
                    <a:pt x="194026" y="691504"/>
                  </a:lnTo>
                  <a:lnTo>
                    <a:pt x="194039" y="690101"/>
                  </a:lnTo>
                  <a:lnTo>
                    <a:pt x="194054" y="688699"/>
                  </a:lnTo>
                  <a:lnTo>
                    <a:pt x="194071" y="687296"/>
                  </a:lnTo>
                  <a:lnTo>
                    <a:pt x="194088" y="685893"/>
                  </a:lnTo>
                  <a:lnTo>
                    <a:pt x="194106" y="684491"/>
                  </a:lnTo>
                  <a:lnTo>
                    <a:pt x="194123" y="683088"/>
                  </a:lnTo>
                  <a:lnTo>
                    <a:pt x="194140" y="681685"/>
                  </a:lnTo>
                  <a:lnTo>
                    <a:pt x="194156" y="680283"/>
                  </a:lnTo>
                  <a:lnTo>
                    <a:pt x="194171" y="678880"/>
                  </a:lnTo>
                  <a:lnTo>
                    <a:pt x="194184" y="677477"/>
                  </a:lnTo>
                  <a:lnTo>
                    <a:pt x="194196" y="676075"/>
                  </a:lnTo>
                  <a:lnTo>
                    <a:pt x="194206" y="674672"/>
                  </a:lnTo>
                  <a:lnTo>
                    <a:pt x="194213" y="673270"/>
                  </a:lnTo>
                  <a:lnTo>
                    <a:pt x="194218" y="671867"/>
                  </a:lnTo>
                  <a:lnTo>
                    <a:pt x="194220" y="670464"/>
                  </a:lnTo>
                  <a:lnTo>
                    <a:pt x="194220" y="669062"/>
                  </a:lnTo>
                  <a:lnTo>
                    <a:pt x="194217" y="667659"/>
                  </a:lnTo>
                  <a:lnTo>
                    <a:pt x="194212" y="666256"/>
                  </a:lnTo>
                  <a:lnTo>
                    <a:pt x="194203" y="664854"/>
                  </a:lnTo>
                  <a:lnTo>
                    <a:pt x="194190" y="663451"/>
                  </a:lnTo>
                  <a:lnTo>
                    <a:pt x="194175" y="662048"/>
                  </a:lnTo>
                  <a:lnTo>
                    <a:pt x="194157" y="660646"/>
                  </a:lnTo>
                  <a:lnTo>
                    <a:pt x="194136" y="659243"/>
                  </a:lnTo>
                  <a:lnTo>
                    <a:pt x="194110" y="657840"/>
                  </a:lnTo>
                  <a:lnTo>
                    <a:pt x="194082" y="656438"/>
                  </a:lnTo>
                  <a:lnTo>
                    <a:pt x="194050" y="655035"/>
                  </a:lnTo>
                  <a:lnTo>
                    <a:pt x="194014" y="653633"/>
                  </a:lnTo>
                  <a:lnTo>
                    <a:pt x="193975" y="652230"/>
                  </a:lnTo>
                  <a:lnTo>
                    <a:pt x="193932" y="650827"/>
                  </a:lnTo>
                  <a:lnTo>
                    <a:pt x="193885" y="649425"/>
                  </a:lnTo>
                  <a:lnTo>
                    <a:pt x="193834" y="648022"/>
                  </a:lnTo>
                  <a:lnTo>
                    <a:pt x="193779" y="646619"/>
                  </a:lnTo>
                  <a:lnTo>
                    <a:pt x="193720" y="645217"/>
                  </a:lnTo>
                  <a:lnTo>
                    <a:pt x="193655" y="643814"/>
                  </a:lnTo>
                  <a:lnTo>
                    <a:pt x="193586" y="642411"/>
                  </a:lnTo>
                  <a:lnTo>
                    <a:pt x="193512" y="641009"/>
                  </a:lnTo>
                  <a:lnTo>
                    <a:pt x="193433" y="639606"/>
                  </a:lnTo>
                  <a:lnTo>
                    <a:pt x="193349" y="638203"/>
                  </a:lnTo>
                  <a:lnTo>
                    <a:pt x="193258" y="636801"/>
                  </a:lnTo>
                  <a:lnTo>
                    <a:pt x="193161" y="635398"/>
                  </a:lnTo>
                  <a:lnTo>
                    <a:pt x="193059" y="633995"/>
                  </a:lnTo>
                  <a:lnTo>
                    <a:pt x="192950" y="632593"/>
                  </a:lnTo>
                  <a:lnTo>
                    <a:pt x="192834" y="631190"/>
                  </a:lnTo>
                  <a:lnTo>
                    <a:pt x="192710" y="629788"/>
                  </a:lnTo>
                  <a:lnTo>
                    <a:pt x="192580" y="628385"/>
                  </a:lnTo>
                  <a:lnTo>
                    <a:pt x="192442" y="626982"/>
                  </a:lnTo>
                  <a:lnTo>
                    <a:pt x="192297" y="625580"/>
                  </a:lnTo>
                  <a:lnTo>
                    <a:pt x="192143" y="624177"/>
                  </a:lnTo>
                  <a:lnTo>
                    <a:pt x="191981" y="622774"/>
                  </a:lnTo>
                  <a:lnTo>
                    <a:pt x="191812" y="621372"/>
                  </a:lnTo>
                  <a:lnTo>
                    <a:pt x="191635" y="619969"/>
                  </a:lnTo>
                  <a:lnTo>
                    <a:pt x="191451" y="618566"/>
                  </a:lnTo>
                  <a:lnTo>
                    <a:pt x="191258" y="617164"/>
                  </a:lnTo>
                  <a:lnTo>
                    <a:pt x="191057" y="615761"/>
                  </a:lnTo>
                  <a:lnTo>
                    <a:pt x="190850" y="614358"/>
                  </a:lnTo>
                  <a:lnTo>
                    <a:pt x="190637" y="612956"/>
                  </a:lnTo>
                  <a:lnTo>
                    <a:pt x="190418" y="611553"/>
                  </a:lnTo>
                  <a:lnTo>
                    <a:pt x="190192" y="610150"/>
                  </a:lnTo>
                  <a:lnTo>
                    <a:pt x="189961" y="608748"/>
                  </a:lnTo>
                  <a:lnTo>
                    <a:pt x="189726" y="607345"/>
                  </a:lnTo>
                  <a:lnTo>
                    <a:pt x="189488" y="605943"/>
                  </a:lnTo>
                  <a:lnTo>
                    <a:pt x="189247" y="604540"/>
                  </a:lnTo>
                  <a:lnTo>
                    <a:pt x="189004" y="603137"/>
                  </a:lnTo>
                  <a:lnTo>
                    <a:pt x="188760" y="601735"/>
                  </a:lnTo>
                  <a:lnTo>
                    <a:pt x="188516" y="600332"/>
                  </a:lnTo>
                  <a:lnTo>
                    <a:pt x="188273" y="598929"/>
                  </a:lnTo>
                  <a:lnTo>
                    <a:pt x="188032" y="597527"/>
                  </a:lnTo>
                  <a:lnTo>
                    <a:pt x="187794" y="596124"/>
                  </a:lnTo>
                  <a:lnTo>
                    <a:pt x="187560" y="594721"/>
                  </a:lnTo>
                  <a:lnTo>
                    <a:pt x="187330" y="593319"/>
                  </a:lnTo>
                  <a:lnTo>
                    <a:pt x="187105" y="591916"/>
                  </a:lnTo>
                  <a:lnTo>
                    <a:pt x="186886" y="590513"/>
                  </a:lnTo>
                  <a:lnTo>
                    <a:pt x="186675" y="589111"/>
                  </a:lnTo>
                  <a:lnTo>
                    <a:pt x="186472" y="587708"/>
                  </a:lnTo>
                  <a:lnTo>
                    <a:pt x="186276" y="586306"/>
                  </a:lnTo>
                  <a:lnTo>
                    <a:pt x="186087" y="584903"/>
                  </a:lnTo>
                  <a:lnTo>
                    <a:pt x="185908" y="583500"/>
                  </a:lnTo>
                  <a:lnTo>
                    <a:pt x="185738" y="582098"/>
                  </a:lnTo>
                  <a:lnTo>
                    <a:pt x="185577" y="580695"/>
                  </a:lnTo>
                  <a:lnTo>
                    <a:pt x="185423" y="579292"/>
                  </a:lnTo>
                  <a:lnTo>
                    <a:pt x="185278" y="577890"/>
                  </a:lnTo>
                  <a:lnTo>
                    <a:pt x="185141" y="576487"/>
                  </a:lnTo>
                  <a:lnTo>
                    <a:pt x="185013" y="575084"/>
                  </a:lnTo>
                  <a:lnTo>
                    <a:pt x="184891" y="573682"/>
                  </a:lnTo>
                  <a:lnTo>
                    <a:pt x="184775" y="572279"/>
                  </a:lnTo>
                  <a:lnTo>
                    <a:pt x="184664" y="570876"/>
                  </a:lnTo>
                  <a:lnTo>
                    <a:pt x="184559" y="569474"/>
                  </a:lnTo>
                  <a:lnTo>
                    <a:pt x="184458" y="568071"/>
                  </a:lnTo>
                  <a:lnTo>
                    <a:pt x="184359" y="566668"/>
                  </a:lnTo>
                  <a:lnTo>
                    <a:pt x="184261" y="565266"/>
                  </a:lnTo>
                  <a:lnTo>
                    <a:pt x="184164" y="563863"/>
                  </a:lnTo>
                  <a:lnTo>
                    <a:pt x="184067" y="562461"/>
                  </a:lnTo>
                  <a:lnTo>
                    <a:pt x="183967" y="561058"/>
                  </a:lnTo>
                  <a:lnTo>
                    <a:pt x="183865" y="559655"/>
                  </a:lnTo>
                  <a:lnTo>
                    <a:pt x="183758" y="558253"/>
                  </a:lnTo>
                  <a:lnTo>
                    <a:pt x="183647" y="556850"/>
                  </a:lnTo>
                  <a:lnTo>
                    <a:pt x="183527" y="555447"/>
                  </a:lnTo>
                  <a:lnTo>
                    <a:pt x="183400" y="554045"/>
                  </a:lnTo>
                  <a:lnTo>
                    <a:pt x="183264" y="552642"/>
                  </a:lnTo>
                  <a:lnTo>
                    <a:pt x="183120" y="551239"/>
                  </a:lnTo>
                  <a:lnTo>
                    <a:pt x="182964" y="549837"/>
                  </a:lnTo>
                  <a:lnTo>
                    <a:pt x="182794" y="548434"/>
                  </a:lnTo>
                  <a:lnTo>
                    <a:pt x="182611" y="547031"/>
                  </a:lnTo>
                  <a:lnTo>
                    <a:pt x="182415" y="545629"/>
                  </a:lnTo>
                  <a:lnTo>
                    <a:pt x="182205" y="544226"/>
                  </a:lnTo>
                  <a:lnTo>
                    <a:pt x="181979" y="542823"/>
                  </a:lnTo>
                  <a:lnTo>
                    <a:pt x="181733" y="541421"/>
                  </a:lnTo>
                  <a:lnTo>
                    <a:pt x="181471" y="540018"/>
                  </a:lnTo>
                  <a:lnTo>
                    <a:pt x="181191" y="538616"/>
                  </a:lnTo>
                  <a:lnTo>
                    <a:pt x="180893" y="537213"/>
                  </a:lnTo>
                  <a:lnTo>
                    <a:pt x="180576" y="535810"/>
                  </a:lnTo>
                  <a:lnTo>
                    <a:pt x="180234" y="534408"/>
                  </a:lnTo>
                  <a:lnTo>
                    <a:pt x="179873" y="533005"/>
                  </a:lnTo>
                  <a:lnTo>
                    <a:pt x="179492" y="531602"/>
                  </a:lnTo>
                  <a:lnTo>
                    <a:pt x="179090" y="530200"/>
                  </a:lnTo>
                  <a:lnTo>
                    <a:pt x="178665" y="528797"/>
                  </a:lnTo>
                  <a:lnTo>
                    <a:pt x="178214" y="527394"/>
                  </a:lnTo>
                  <a:lnTo>
                    <a:pt x="177741" y="525992"/>
                  </a:lnTo>
                  <a:lnTo>
                    <a:pt x="177247" y="524589"/>
                  </a:lnTo>
                  <a:lnTo>
                    <a:pt x="176732" y="523186"/>
                  </a:lnTo>
                  <a:lnTo>
                    <a:pt x="176191" y="521784"/>
                  </a:lnTo>
                  <a:lnTo>
                    <a:pt x="175626" y="520381"/>
                  </a:lnTo>
                  <a:lnTo>
                    <a:pt x="175040" y="518979"/>
                  </a:lnTo>
                  <a:lnTo>
                    <a:pt x="174434" y="517576"/>
                  </a:lnTo>
                  <a:lnTo>
                    <a:pt x="173808" y="516173"/>
                  </a:lnTo>
                  <a:lnTo>
                    <a:pt x="173159" y="514771"/>
                  </a:lnTo>
                  <a:lnTo>
                    <a:pt x="172489" y="513368"/>
                  </a:lnTo>
                  <a:lnTo>
                    <a:pt x="171803" y="511965"/>
                  </a:lnTo>
                  <a:lnTo>
                    <a:pt x="171100" y="510563"/>
                  </a:lnTo>
                  <a:lnTo>
                    <a:pt x="170383" y="509160"/>
                  </a:lnTo>
                  <a:lnTo>
                    <a:pt x="169648" y="507757"/>
                  </a:lnTo>
                  <a:lnTo>
                    <a:pt x="168900" y="506355"/>
                  </a:lnTo>
                  <a:lnTo>
                    <a:pt x="168141" y="504952"/>
                  </a:lnTo>
                  <a:lnTo>
                    <a:pt x="167373" y="503549"/>
                  </a:lnTo>
                  <a:lnTo>
                    <a:pt x="166596" y="502147"/>
                  </a:lnTo>
                  <a:lnTo>
                    <a:pt x="165811" y="500744"/>
                  </a:lnTo>
                  <a:lnTo>
                    <a:pt x="165020" y="499341"/>
                  </a:lnTo>
                  <a:lnTo>
                    <a:pt x="164224" y="497939"/>
                  </a:lnTo>
                  <a:lnTo>
                    <a:pt x="163425" y="496536"/>
                  </a:lnTo>
                  <a:lnTo>
                    <a:pt x="162624" y="495134"/>
                  </a:lnTo>
                  <a:lnTo>
                    <a:pt x="161819" y="493731"/>
                  </a:lnTo>
                  <a:lnTo>
                    <a:pt x="161013" y="492328"/>
                  </a:lnTo>
                  <a:lnTo>
                    <a:pt x="160205" y="490926"/>
                  </a:lnTo>
                  <a:lnTo>
                    <a:pt x="159396" y="489523"/>
                  </a:lnTo>
                  <a:lnTo>
                    <a:pt x="158585" y="488120"/>
                  </a:lnTo>
                  <a:lnTo>
                    <a:pt x="157771" y="486718"/>
                  </a:lnTo>
                  <a:lnTo>
                    <a:pt x="156953" y="485315"/>
                  </a:lnTo>
                  <a:lnTo>
                    <a:pt x="156130" y="483912"/>
                  </a:lnTo>
                  <a:lnTo>
                    <a:pt x="155302" y="482510"/>
                  </a:lnTo>
                  <a:lnTo>
                    <a:pt x="154466" y="481107"/>
                  </a:lnTo>
                  <a:lnTo>
                    <a:pt x="153618" y="479704"/>
                  </a:lnTo>
                  <a:lnTo>
                    <a:pt x="152758" y="478302"/>
                  </a:lnTo>
                  <a:lnTo>
                    <a:pt x="151885" y="476899"/>
                  </a:lnTo>
                  <a:lnTo>
                    <a:pt x="150997" y="475496"/>
                  </a:lnTo>
                  <a:lnTo>
                    <a:pt x="150090" y="474094"/>
                  </a:lnTo>
                  <a:lnTo>
                    <a:pt x="149160" y="472691"/>
                  </a:lnTo>
                  <a:lnTo>
                    <a:pt x="148207" y="471289"/>
                  </a:lnTo>
                  <a:lnTo>
                    <a:pt x="147232" y="469886"/>
                  </a:lnTo>
                  <a:lnTo>
                    <a:pt x="146233" y="468483"/>
                  </a:lnTo>
                  <a:lnTo>
                    <a:pt x="145203" y="467081"/>
                  </a:lnTo>
                  <a:lnTo>
                    <a:pt x="144142" y="465678"/>
                  </a:lnTo>
                  <a:lnTo>
                    <a:pt x="143054" y="464275"/>
                  </a:lnTo>
                  <a:lnTo>
                    <a:pt x="141938" y="462873"/>
                  </a:lnTo>
                  <a:lnTo>
                    <a:pt x="140795" y="461470"/>
                  </a:lnTo>
                  <a:lnTo>
                    <a:pt x="139618" y="460067"/>
                  </a:lnTo>
                  <a:lnTo>
                    <a:pt x="138412" y="458665"/>
                  </a:lnTo>
                  <a:lnTo>
                    <a:pt x="137182" y="457262"/>
                  </a:lnTo>
                  <a:lnTo>
                    <a:pt x="135929" y="455859"/>
                  </a:lnTo>
                  <a:lnTo>
                    <a:pt x="134654" y="454457"/>
                  </a:lnTo>
                  <a:lnTo>
                    <a:pt x="133355" y="453054"/>
                  </a:lnTo>
                  <a:lnTo>
                    <a:pt x="132040" y="451651"/>
                  </a:lnTo>
                  <a:lnTo>
                    <a:pt x="130712" y="450249"/>
                  </a:lnTo>
                  <a:lnTo>
                    <a:pt x="129374" y="448846"/>
                  </a:lnTo>
                  <a:lnTo>
                    <a:pt x="128029" y="447444"/>
                  </a:lnTo>
                  <a:lnTo>
                    <a:pt x="126680" y="446041"/>
                  </a:lnTo>
                  <a:lnTo>
                    <a:pt x="125332" y="444638"/>
                  </a:lnTo>
                  <a:lnTo>
                    <a:pt x="123988" y="443236"/>
                  </a:lnTo>
                  <a:lnTo>
                    <a:pt x="122650" y="441833"/>
                  </a:lnTo>
                  <a:lnTo>
                    <a:pt x="121322" y="440430"/>
                  </a:lnTo>
                  <a:lnTo>
                    <a:pt x="120011" y="439028"/>
                  </a:lnTo>
                  <a:lnTo>
                    <a:pt x="118717" y="437625"/>
                  </a:lnTo>
                  <a:lnTo>
                    <a:pt x="117441" y="436222"/>
                  </a:lnTo>
                  <a:lnTo>
                    <a:pt x="116184" y="434820"/>
                  </a:lnTo>
                  <a:lnTo>
                    <a:pt x="114950" y="433417"/>
                  </a:lnTo>
                  <a:lnTo>
                    <a:pt x="113745" y="432014"/>
                  </a:lnTo>
                  <a:lnTo>
                    <a:pt x="112565" y="430612"/>
                  </a:lnTo>
                  <a:lnTo>
                    <a:pt x="111408" y="429209"/>
                  </a:lnTo>
                  <a:lnTo>
                    <a:pt x="110275" y="427807"/>
                  </a:lnTo>
                  <a:lnTo>
                    <a:pt x="109167" y="426404"/>
                  </a:lnTo>
                  <a:lnTo>
                    <a:pt x="108088" y="425001"/>
                  </a:lnTo>
                  <a:lnTo>
                    <a:pt x="107030" y="423599"/>
                  </a:lnTo>
                  <a:lnTo>
                    <a:pt x="105991" y="422196"/>
                  </a:lnTo>
                  <a:lnTo>
                    <a:pt x="104970" y="420793"/>
                  </a:lnTo>
                  <a:lnTo>
                    <a:pt x="103967" y="419391"/>
                  </a:lnTo>
                  <a:lnTo>
                    <a:pt x="102979" y="417988"/>
                  </a:lnTo>
                  <a:lnTo>
                    <a:pt x="102000" y="416585"/>
                  </a:lnTo>
                  <a:lnTo>
                    <a:pt x="101028" y="415183"/>
                  </a:lnTo>
                  <a:lnTo>
                    <a:pt x="100060" y="413780"/>
                  </a:lnTo>
                  <a:lnTo>
                    <a:pt x="99092" y="412377"/>
                  </a:lnTo>
                  <a:lnTo>
                    <a:pt x="98121" y="410975"/>
                  </a:lnTo>
                  <a:lnTo>
                    <a:pt x="97143" y="409572"/>
                  </a:lnTo>
                  <a:lnTo>
                    <a:pt x="96154" y="408169"/>
                  </a:lnTo>
                  <a:lnTo>
                    <a:pt x="95154" y="406767"/>
                  </a:lnTo>
                  <a:lnTo>
                    <a:pt x="94133" y="405364"/>
                  </a:lnTo>
                  <a:lnTo>
                    <a:pt x="93088" y="403962"/>
                  </a:lnTo>
                  <a:lnTo>
                    <a:pt x="92021" y="402559"/>
                  </a:lnTo>
                  <a:lnTo>
                    <a:pt x="90927" y="401156"/>
                  </a:lnTo>
                  <a:lnTo>
                    <a:pt x="89804" y="399754"/>
                  </a:lnTo>
                  <a:lnTo>
                    <a:pt x="88641" y="398351"/>
                  </a:lnTo>
                  <a:lnTo>
                    <a:pt x="87440" y="396948"/>
                  </a:lnTo>
                  <a:lnTo>
                    <a:pt x="86201" y="395546"/>
                  </a:lnTo>
                  <a:lnTo>
                    <a:pt x="84923" y="394143"/>
                  </a:lnTo>
                  <a:lnTo>
                    <a:pt x="83603" y="392740"/>
                  </a:lnTo>
                  <a:lnTo>
                    <a:pt x="82227" y="391338"/>
                  </a:lnTo>
                  <a:lnTo>
                    <a:pt x="80803" y="389935"/>
                  </a:lnTo>
                  <a:lnTo>
                    <a:pt x="79332" y="388532"/>
                  </a:lnTo>
                  <a:lnTo>
                    <a:pt x="77812" y="387130"/>
                  </a:lnTo>
                  <a:lnTo>
                    <a:pt x="76244" y="385727"/>
                  </a:lnTo>
                  <a:lnTo>
                    <a:pt x="74607" y="384324"/>
                  </a:lnTo>
                  <a:lnTo>
                    <a:pt x="72920" y="382922"/>
                  </a:lnTo>
                  <a:lnTo>
                    <a:pt x="71181" y="381519"/>
                  </a:lnTo>
                  <a:lnTo>
                    <a:pt x="70749" y="381180"/>
                  </a:lnTo>
                  <a:lnTo>
                    <a:pt x="69391" y="380117"/>
                  </a:lnTo>
                  <a:lnTo>
                    <a:pt x="67548" y="378714"/>
                  </a:lnTo>
                  <a:lnTo>
                    <a:pt x="65639" y="377311"/>
                  </a:lnTo>
                  <a:lnTo>
                    <a:pt x="63680" y="375909"/>
                  </a:lnTo>
                  <a:lnTo>
                    <a:pt x="61674" y="374506"/>
                  </a:lnTo>
                  <a:lnTo>
                    <a:pt x="59621" y="373103"/>
                  </a:lnTo>
                  <a:lnTo>
                    <a:pt x="57519" y="371701"/>
                  </a:lnTo>
                  <a:lnTo>
                    <a:pt x="55365" y="370298"/>
                  </a:lnTo>
                  <a:lnTo>
                    <a:pt x="53173" y="368895"/>
                  </a:lnTo>
                  <a:lnTo>
                    <a:pt x="50946" y="367493"/>
                  </a:lnTo>
                  <a:lnTo>
                    <a:pt x="48688" y="366090"/>
                  </a:lnTo>
                  <a:lnTo>
                    <a:pt x="46398" y="364687"/>
                  </a:lnTo>
                  <a:lnTo>
                    <a:pt x="44082" y="363285"/>
                  </a:lnTo>
                  <a:lnTo>
                    <a:pt x="41751" y="361882"/>
                  </a:lnTo>
                  <a:lnTo>
                    <a:pt x="39410" y="360480"/>
                  </a:lnTo>
                  <a:lnTo>
                    <a:pt x="37063" y="359077"/>
                  </a:lnTo>
                  <a:lnTo>
                    <a:pt x="34718" y="357674"/>
                  </a:lnTo>
                  <a:lnTo>
                    <a:pt x="32386" y="356272"/>
                  </a:lnTo>
                  <a:lnTo>
                    <a:pt x="30071" y="354869"/>
                  </a:lnTo>
                  <a:lnTo>
                    <a:pt x="27780" y="353466"/>
                  </a:lnTo>
                  <a:lnTo>
                    <a:pt x="25521" y="352064"/>
                  </a:lnTo>
                  <a:lnTo>
                    <a:pt x="23309" y="350661"/>
                  </a:lnTo>
                  <a:lnTo>
                    <a:pt x="21153" y="349258"/>
                  </a:lnTo>
                  <a:lnTo>
                    <a:pt x="19055" y="347856"/>
                  </a:lnTo>
                  <a:lnTo>
                    <a:pt x="17022" y="346453"/>
                  </a:lnTo>
                  <a:lnTo>
                    <a:pt x="15059" y="345050"/>
                  </a:lnTo>
                  <a:lnTo>
                    <a:pt x="13198" y="343648"/>
                  </a:lnTo>
                  <a:lnTo>
                    <a:pt x="11434" y="342245"/>
                  </a:lnTo>
                  <a:lnTo>
                    <a:pt x="9766" y="340842"/>
                  </a:lnTo>
                  <a:lnTo>
                    <a:pt x="8202" y="339440"/>
                  </a:lnTo>
                  <a:lnTo>
                    <a:pt x="6745" y="338037"/>
                  </a:lnTo>
                  <a:lnTo>
                    <a:pt x="5439" y="336635"/>
                  </a:lnTo>
                  <a:lnTo>
                    <a:pt x="4262" y="335232"/>
                  </a:lnTo>
                  <a:lnTo>
                    <a:pt x="3212" y="333829"/>
                  </a:lnTo>
                  <a:lnTo>
                    <a:pt x="2294" y="332427"/>
                  </a:lnTo>
                  <a:lnTo>
                    <a:pt x="1511" y="331024"/>
                  </a:lnTo>
                  <a:lnTo>
                    <a:pt x="917" y="329621"/>
                  </a:lnTo>
                  <a:lnTo>
                    <a:pt x="466" y="328219"/>
                  </a:lnTo>
                  <a:lnTo>
                    <a:pt x="161" y="326816"/>
                  </a:lnTo>
                  <a:lnTo>
                    <a:pt x="3" y="325413"/>
                  </a:lnTo>
                  <a:lnTo>
                    <a:pt x="0" y="324011"/>
                  </a:lnTo>
                  <a:lnTo>
                    <a:pt x="190" y="322608"/>
                  </a:lnTo>
                  <a:lnTo>
                    <a:pt x="529" y="321205"/>
                  </a:lnTo>
                  <a:lnTo>
                    <a:pt x="1016" y="319803"/>
                  </a:lnTo>
                  <a:lnTo>
                    <a:pt x="1347" y="319071"/>
                  </a:lnTo>
                  <a:lnTo>
                    <a:pt x="1650" y="318400"/>
                  </a:lnTo>
                  <a:lnTo>
                    <a:pt x="2440" y="316997"/>
                  </a:lnTo>
                  <a:lnTo>
                    <a:pt x="3409" y="315595"/>
                  </a:lnTo>
                  <a:lnTo>
                    <a:pt x="4516" y="314192"/>
                  </a:lnTo>
                  <a:lnTo>
                    <a:pt x="5757" y="312790"/>
                  </a:lnTo>
                  <a:lnTo>
                    <a:pt x="7129" y="311387"/>
                  </a:lnTo>
                  <a:lnTo>
                    <a:pt x="8643" y="309984"/>
                  </a:lnTo>
                  <a:lnTo>
                    <a:pt x="10302" y="308582"/>
                  </a:lnTo>
                  <a:lnTo>
                    <a:pt x="12073" y="307179"/>
                  </a:lnTo>
                  <a:lnTo>
                    <a:pt x="13951" y="305776"/>
                  </a:lnTo>
                  <a:lnTo>
                    <a:pt x="15932" y="304374"/>
                  </a:lnTo>
                  <a:lnTo>
                    <a:pt x="18023" y="302971"/>
                  </a:lnTo>
                  <a:lnTo>
                    <a:pt x="20213" y="301568"/>
                  </a:lnTo>
                  <a:lnTo>
                    <a:pt x="22481" y="300166"/>
                  </a:lnTo>
                  <a:lnTo>
                    <a:pt x="24819" y="298763"/>
                  </a:lnTo>
                  <a:lnTo>
                    <a:pt x="27221" y="297360"/>
                  </a:lnTo>
                  <a:lnTo>
                    <a:pt x="29690" y="295958"/>
                  </a:lnTo>
                  <a:lnTo>
                    <a:pt x="32210" y="294555"/>
                  </a:lnTo>
                  <a:lnTo>
                    <a:pt x="34767" y="293153"/>
                  </a:lnTo>
                  <a:lnTo>
                    <a:pt x="37354" y="291750"/>
                  </a:lnTo>
                  <a:lnTo>
                    <a:pt x="39964" y="290347"/>
                  </a:lnTo>
                  <a:lnTo>
                    <a:pt x="42594" y="288945"/>
                  </a:lnTo>
                  <a:lnTo>
                    <a:pt x="45229" y="287542"/>
                  </a:lnTo>
                  <a:lnTo>
                    <a:pt x="47864" y="286139"/>
                  </a:lnTo>
                  <a:lnTo>
                    <a:pt x="50491" y="284737"/>
                  </a:lnTo>
                  <a:lnTo>
                    <a:pt x="53107" y="283334"/>
                  </a:lnTo>
                  <a:lnTo>
                    <a:pt x="55698" y="281931"/>
                  </a:lnTo>
                  <a:lnTo>
                    <a:pt x="58260" y="280529"/>
                  </a:lnTo>
                  <a:lnTo>
                    <a:pt x="60792" y="279126"/>
                  </a:lnTo>
                  <a:lnTo>
                    <a:pt x="63290" y="277723"/>
                  </a:lnTo>
                  <a:lnTo>
                    <a:pt x="65749" y="276321"/>
                  </a:lnTo>
                  <a:lnTo>
                    <a:pt x="68149" y="274918"/>
                  </a:lnTo>
                  <a:lnTo>
                    <a:pt x="70503" y="273515"/>
                  </a:lnTo>
                  <a:lnTo>
                    <a:pt x="72806" y="272113"/>
                  </a:lnTo>
                  <a:lnTo>
                    <a:pt x="75059" y="270710"/>
                  </a:lnTo>
                  <a:lnTo>
                    <a:pt x="77255" y="269308"/>
                  </a:lnTo>
                  <a:lnTo>
                    <a:pt x="79380" y="267905"/>
                  </a:lnTo>
                  <a:lnTo>
                    <a:pt x="81447" y="266502"/>
                  </a:lnTo>
                  <a:lnTo>
                    <a:pt x="83457" y="265100"/>
                  </a:lnTo>
                  <a:lnTo>
                    <a:pt x="85410" y="263697"/>
                  </a:lnTo>
                  <a:lnTo>
                    <a:pt x="87300" y="262294"/>
                  </a:lnTo>
                  <a:lnTo>
                    <a:pt x="89116" y="260892"/>
                  </a:lnTo>
                  <a:lnTo>
                    <a:pt x="90876" y="259489"/>
                  </a:lnTo>
                  <a:lnTo>
                    <a:pt x="92579" y="258086"/>
                  </a:lnTo>
                  <a:lnTo>
                    <a:pt x="94227" y="256684"/>
                  </a:lnTo>
                  <a:lnTo>
                    <a:pt x="95813" y="255281"/>
                  </a:lnTo>
                  <a:lnTo>
                    <a:pt x="97334" y="253878"/>
                  </a:lnTo>
                  <a:lnTo>
                    <a:pt x="98804" y="252476"/>
                  </a:lnTo>
                  <a:lnTo>
                    <a:pt x="100225" y="251073"/>
                  </a:lnTo>
                  <a:lnTo>
                    <a:pt x="101597" y="249670"/>
                  </a:lnTo>
                  <a:lnTo>
                    <a:pt x="102915" y="248268"/>
                  </a:lnTo>
                  <a:lnTo>
                    <a:pt x="104182" y="246865"/>
                  </a:lnTo>
                  <a:lnTo>
                    <a:pt x="105407" y="245463"/>
                  </a:lnTo>
                  <a:lnTo>
                    <a:pt x="106593" y="244060"/>
                  </a:lnTo>
                  <a:lnTo>
                    <a:pt x="106789" y="243821"/>
                  </a:lnTo>
                  <a:lnTo>
                    <a:pt x="107742" y="242657"/>
                  </a:lnTo>
                  <a:lnTo>
                    <a:pt x="108847" y="241255"/>
                  </a:lnTo>
                  <a:lnTo>
                    <a:pt x="109917" y="239852"/>
                  </a:lnTo>
                  <a:lnTo>
                    <a:pt x="110956" y="238449"/>
                  </a:lnTo>
                  <a:lnTo>
                    <a:pt x="111968" y="237047"/>
                  </a:lnTo>
                  <a:lnTo>
                    <a:pt x="112953" y="235644"/>
                  </a:lnTo>
                  <a:lnTo>
                    <a:pt x="113909" y="234241"/>
                  </a:lnTo>
                  <a:lnTo>
                    <a:pt x="114842" y="232839"/>
                  </a:lnTo>
                  <a:lnTo>
                    <a:pt x="115756" y="231436"/>
                  </a:lnTo>
                  <a:lnTo>
                    <a:pt x="116652" y="230033"/>
                  </a:lnTo>
                  <a:lnTo>
                    <a:pt x="117532" y="228631"/>
                  </a:lnTo>
                  <a:lnTo>
                    <a:pt x="118394" y="227228"/>
                  </a:lnTo>
                  <a:lnTo>
                    <a:pt x="119242" y="225825"/>
                  </a:lnTo>
                  <a:lnTo>
                    <a:pt x="120079" y="224423"/>
                  </a:lnTo>
                  <a:lnTo>
                    <a:pt x="120904" y="223020"/>
                  </a:lnTo>
                  <a:lnTo>
                    <a:pt x="121719" y="221618"/>
                  </a:lnTo>
                  <a:lnTo>
                    <a:pt x="122522" y="220215"/>
                  </a:lnTo>
                  <a:lnTo>
                    <a:pt x="123314" y="218812"/>
                  </a:lnTo>
                  <a:lnTo>
                    <a:pt x="124098" y="217410"/>
                  </a:lnTo>
                  <a:lnTo>
                    <a:pt x="124871" y="216007"/>
                  </a:lnTo>
                  <a:lnTo>
                    <a:pt x="125634" y="214604"/>
                  </a:lnTo>
                  <a:lnTo>
                    <a:pt x="126384" y="213202"/>
                  </a:lnTo>
                  <a:lnTo>
                    <a:pt x="127122" y="211799"/>
                  </a:lnTo>
                  <a:lnTo>
                    <a:pt x="127847" y="210396"/>
                  </a:lnTo>
                  <a:lnTo>
                    <a:pt x="128559" y="208994"/>
                  </a:lnTo>
                  <a:lnTo>
                    <a:pt x="129256" y="207591"/>
                  </a:lnTo>
                  <a:lnTo>
                    <a:pt x="129933" y="206188"/>
                  </a:lnTo>
                  <a:lnTo>
                    <a:pt x="130593" y="204786"/>
                  </a:lnTo>
                  <a:lnTo>
                    <a:pt x="131235" y="203383"/>
                  </a:lnTo>
                  <a:lnTo>
                    <a:pt x="131858" y="201981"/>
                  </a:lnTo>
                  <a:lnTo>
                    <a:pt x="132458" y="200578"/>
                  </a:lnTo>
                  <a:lnTo>
                    <a:pt x="133031" y="199175"/>
                  </a:lnTo>
                  <a:lnTo>
                    <a:pt x="133581" y="197773"/>
                  </a:lnTo>
                  <a:lnTo>
                    <a:pt x="134108" y="196370"/>
                  </a:lnTo>
                  <a:lnTo>
                    <a:pt x="134611" y="194967"/>
                  </a:lnTo>
                  <a:lnTo>
                    <a:pt x="135086" y="193565"/>
                  </a:lnTo>
                  <a:lnTo>
                    <a:pt x="135531" y="192162"/>
                  </a:lnTo>
                  <a:lnTo>
                    <a:pt x="135951" y="190759"/>
                  </a:lnTo>
                  <a:lnTo>
                    <a:pt x="136347" y="189357"/>
                  </a:lnTo>
                  <a:lnTo>
                    <a:pt x="136718" y="187954"/>
                  </a:lnTo>
                  <a:lnTo>
                    <a:pt x="137061" y="186551"/>
                  </a:lnTo>
                  <a:lnTo>
                    <a:pt x="137378" y="185149"/>
                  </a:lnTo>
                  <a:lnTo>
                    <a:pt x="137675" y="183746"/>
                  </a:lnTo>
                  <a:lnTo>
                    <a:pt x="137951" y="182343"/>
                  </a:lnTo>
                  <a:lnTo>
                    <a:pt x="138210" y="180941"/>
                  </a:lnTo>
                  <a:lnTo>
                    <a:pt x="138448" y="179538"/>
                  </a:lnTo>
                  <a:lnTo>
                    <a:pt x="138672" y="178136"/>
                  </a:lnTo>
                  <a:lnTo>
                    <a:pt x="138885" y="176733"/>
                  </a:lnTo>
                  <a:lnTo>
                    <a:pt x="139089" y="175330"/>
                  </a:lnTo>
                  <a:lnTo>
                    <a:pt x="139286" y="173928"/>
                  </a:lnTo>
                  <a:lnTo>
                    <a:pt x="139479" y="172525"/>
                  </a:lnTo>
                  <a:lnTo>
                    <a:pt x="139672" y="171122"/>
                  </a:lnTo>
                  <a:lnTo>
                    <a:pt x="139868" y="169720"/>
                  </a:lnTo>
                  <a:lnTo>
                    <a:pt x="140069" y="168317"/>
                  </a:lnTo>
                  <a:lnTo>
                    <a:pt x="140277" y="166914"/>
                  </a:lnTo>
                  <a:lnTo>
                    <a:pt x="140500" y="165512"/>
                  </a:lnTo>
                  <a:lnTo>
                    <a:pt x="140737" y="164109"/>
                  </a:lnTo>
                  <a:lnTo>
                    <a:pt x="140990" y="162706"/>
                  </a:lnTo>
                  <a:lnTo>
                    <a:pt x="141260" y="161304"/>
                  </a:lnTo>
                  <a:lnTo>
                    <a:pt x="141551" y="159901"/>
                  </a:lnTo>
                  <a:lnTo>
                    <a:pt x="141871" y="158498"/>
                  </a:lnTo>
                  <a:lnTo>
                    <a:pt x="142213" y="157096"/>
                  </a:lnTo>
                  <a:lnTo>
                    <a:pt x="142580" y="155693"/>
                  </a:lnTo>
                  <a:lnTo>
                    <a:pt x="142972" y="154291"/>
                  </a:lnTo>
                  <a:lnTo>
                    <a:pt x="143390" y="152888"/>
                  </a:lnTo>
                  <a:lnTo>
                    <a:pt x="143841" y="151485"/>
                  </a:lnTo>
                  <a:lnTo>
                    <a:pt x="144316" y="150083"/>
                  </a:lnTo>
                  <a:lnTo>
                    <a:pt x="144816" y="148680"/>
                  </a:lnTo>
                  <a:lnTo>
                    <a:pt x="145338" y="147277"/>
                  </a:lnTo>
                  <a:lnTo>
                    <a:pt x="145885" y="145875"/>
                  </a:lnTo>
                  <a:lnTo>
                    <a:pt x="146457" y="144472"/>
                  </a:lnTo>
                  <a:lnTo>
                    <a:pt x="147045" y="143069"/>
                  </a:lnTo>
                  <a:lnTo>
                    <a:pt x="147650" y="141667"/>
                  </a:lnTo>
                  <a:lnTo>
                    <a:pt x="148268" y="140264"/>
                  </a:lnTo>
                  <a:lnTo>
                    <a:pt x="148898" y="138861"/>
                  </a:lnTo>
                  <a:lnTo>
                    <a:pt x="149537" y="137459"/>
                  </a:lnTo>
                  <a:lnTo>
                    <a:pt x="150181" y="136056"/>
                  </a:lnTo>
                  <a:lnTo>
                    <a:pt x="150826" y="134654"/>
                  </a:lnTo>
                  <a:lnTo>
                    <a:pt x="151470" y="133251"/>
                  </a:lnTo>
                  <a:lnTo>
                    <a:pt x="152110" y="131848"/>
                  </a:lnTo>
                  <a:lnTo>
                    <a:pt x="152741" y="130446"/>
                  </a:lnTo>
                  <a:lnTo>
                    <a:pt x="153361" y="129043"/>
                  </a:lnTo>
                  <a:lnTo>
                    <a:pt x="153969" y="127640"/>
                  </a:lnTo>
                  <a:lnTo>
                    <a:pt x="154562" y="126238"/>
                  </a:lnTo>
                  <a:lnTo>
                    <a:pt x="155133" y="124835"/>
                  </a:lnTo>
                  <a:lnTo>
                    <a:pt x="155682" y="123432"/>
                  </a:lnTo>
                  <a:lnTo>
                    <a:pt x="156210" y="122030"/>
                  </a:lnTo>
                  <a:lnTo>
                    <a:pt x="156715" y="120627"/>
                  </a:lnTo>
                  <a:lnTo>
                    <a:pt x="157196" y="119224"/>
                  </a:lnTo>
                  <a:lnTo>
                    <a:pt x="157645" y="117822"/>
                  </a:lnTo>
                  <a:lnTo>
                    <a:pt x="158066" y="116419"/>
                  </a:lnTo>
                  <a:lnTo>
                    <a:pt x="158462" y="115016"/>
                  </a:lnTo>
                  <a:lnTo>
                    <a:pt x="158831" y="113614"/>
                  </a:lnTo>
                  <a:lnTo>
                    <a:pt x="159174" y="112211"/>
                  </a:lnTo>
                  <a:lnTo>
                    <a:pt x="159482" y="110809"/>
                  </a:lnTo>
                  <a:lnTo>
                    <a:pt x="159766" y="109406"/>
                  </a:lnTo>
                  <a:lnTo>
                    <a:pt x="160027" y="108003"/>
                  </a:lnTo>
                  <a:lnTo>
                    <a:pt x="160264" y="106601"/>
                  </a:lnTo>
                  <a:lnTo>
                    <a:pt x="160479" y="105198"/>
                  </a:lnTo>
                  <a:lnTo>
                    <a:pt x="160668" y="103795"/>
                  </a:lnTo>
                  <a:lnTo>
                    <a:pt x="160838" y="102393"/>
                  </a:lnTo>
                  <a:lnTo>
                    <a:pt x="160993" y="100990"/>
                  </a:lnTo>
                  <a:lnTo>
                    <a:pt x="161132" y="99587"/>
                  </a:lnTo>
                  <a:lnTo>
                    <a:pt x="161256" y="98185"/>
                  </a:lnTo>
                  <a:lnTo>
                    <a:pt x="161366" y="96782"/>
                  </a:lnTo>
                  <a:lnTo>
                    <a:pt x="161467" y="95379"/>
                  </a:lnTo>
                  <a:lnTo>
                    <a:pt x="161560" y="93977"/>
                  </a:lnTo>
                  <a:lnTo>
                    <a:pt x="161647" y="92574"/>
                  </a:lnTo>
                  <a:lnTo>
                    <a:pt x="161728" y="91171"/>
                  </a:lnTo>
                  <a:lnTo>
                    <a:pt x="161807" y="89769"/>
                  </a:lnTo>
                  <a:lnTo>
                    <a:pt x="161884" y="88366"/>
                  </a:lnTo>
                  <a:lnTo>
                    <a:pt x="161961" y="86964"/>
                  </a:lnTo>
                  <a:lnTo>
                    <a:pt x="162039" y="85561"/>
                  </a:lnTo>
                  <a:lnTo>
                    <a:pt x="162120" y="84158"/>
                  </a:lnTo>
                  <a:lnTo>
                    <a:pt x="162206" y="82756"/>
                  </a:lnTo>
                  <a:lnTo>
                    <a:pt x="162297" y="81353"/>
                  </a:lnTo>
                  <a:lnTo>
                    <a:pt x="162394" y="79950"/>
                  </a:lnTo>
                  <a:lnTo>
                    <a:pt x="162497" y="78548"/>
                  </a:lnTo>
                  <a:lnTo>
                    <a:pt x="162610" y="77145"/>
                  </a:lnTo>
                  <a:lnTo>
                    <a:pt x="162733" y="75742"/>
                  </a:lnTo>
                  <a:lnTo>
                    <a:pt x="162865" y="74340"/>
                  </a:lnTo>
                  <a:lnTo>
                    <a:pt x="163008" y="72937"/>
                  </a:lnTo>
                  <a:lnTo>
                    <a:pt x="163162" y="71534"/>
                  </a:lnTo>
                  <a:lnTo>
                    <a:pt x="163330" y="70132"/>
                  </a:lnTo>
                  <a:lnTo>
                    <a:pt x="163512" y="68729"/>
                  </a:lnTo>
                  <a:lnTo>
                    <a:pt x="163708" y="67327"/>
                  </a:lnTo>
                  <a:lnTo>
                    <a:pt x="163919" y="65924"/>
                  </a:lnTo>
                  <a:lnTo>
                    <a:pt x="164143" y="64521"/>
                  </a:lnTo>
                  <a:lnTo>
                    <a:pt x="164389" y="63119"/>
                  </a:lnTo>
                  <a:lnTo>
                    <a:pt x="164652" y="61716"/>
                  </a:lnTo>
                  <a:lnTo>
                    <a:pt x="164932" y="60313"/>
                  </a:lnTo>
                  <a:lnTo>
                    <a:pt x="165230" y="58911"/>
                  </a:lnTo>
                  <a:lnTo>
                    <a:pt x="165546" y="57508"/>
                  </a:lnTo>
                  <a:lnTo>
                    <a:pt x="165889" y="56105"/>
                  </a:lnTo>
                  <a:lnTo>
                    <a:pt x="166251" y="54703"/>
                  </a:lnTo>
                  <a:lnTo>
                    <a:pt x="166634" y="53300"/>
                  </a:lnTo>
                  <a:lnTo>
                    <a:pt x="167038" y="51897"/>
                  </a:lnTo>
                  <a:lnTo>
                    <a:pt x="167463" y="50495"/>
                  </a:lnTo>
                  <a:lnTo>
                    <a:pt x="167915" y="49092"/>
                  </a:lnTo>
                  <a:lnTo>
                    <a:pt x="168389" y="47689"/>
                  </a:lnTo>
                  <a:lnTo>
                    <a:pt x="168884" y="46287"/>
                  </a:lnTo>
                  <a:lnTo>
                    <a:pt x="169399" y="44884"/>
                  </a:lnTo>
                  <a:lnTo>
                    <a:pt x="169936" y="43482"/>
                  </a:lnTo>
                  <a:lnTo>
                    <a:pt x="170498" y="42079"/>
                  </a:lnTo>
                  <a:lnTo>
                    <a:pt x="171078" y="40676"/>
                  </a:lnTo>
                  <a:lnTo>
                    <a:pt x="171676" y="39274"/>
                  </a:lnTo>
                  <a:lnTo>
                    <a:pt x="172291" y="37871"/>
                  </a:lnTo>
                  <a:lnTo>
                    <a:pt x="172923" y="36468"/>
                  </a:lnTo>
                  <a:lnTo>
                    <a:pt x="173573" y="35066"/>
                  </a:lnTo>
                  <a:lnTo>
                    <a:pt x="174236" y="33663"/>
                  </a:lnTo>
                  <a:lnTo>
                    <a:pt x="174909" y="32260"/>
                  </a:lnTo>
                  <a:lnTo>
                    <a:pt x="175593" y="30858"/>
                  </a:lnTo>
                  <a:lnTo>
                    <a:pt x="176286" y="29455"/>
                  </a:lnTo>
                  <a:lnTo>
                    <a:pt x="176986" y="28052"/>
                  </a:lnTo>
                  <a:lnTo>
                    <a:pt x="177690" y="26650"/>
                  </a:lnTo>
                  <a:lnTo>
                    <a:pt x="178397" y="25247"/>
                  </a:lnTo>
                  <a:lnTo>
                    <a:pt x="179106" y="23844"/>
                  </a:lnTo>
                  <a:lnTo>
                    <a:pt x="179813" y="22442"/>
                  </a:lnTo>
                  <a:lnTo>
                    <a:pt x="180518" y="21039"/>
                  </a:lnTo>
                  <a:lnTo>
                    <a:pt x="181218" y="19637"/>
                  </a:lnTo>
                  <a:lnTo>
                    <a:pt x="181912" y="18234"/>
                  </a:lnTo>
                  <a:lnTo>
                    <a:pt x="182600" y="16831"/>
                  </a:lnTo>
                  <a:lnTo>
                    <a:pt x="183276" y="15429"/>
                  </a:lnTo>
                  <a:lnTo>
                    <a:pt x="183942" y="14026"/>
                  </a:lnTo>
                  <a:lnTo>
                    <a:pt x="184596" y="12623"/>
                  </a:lnTo>
                  <a:lnTo>
                    <a:pt x="185239" y="11221"/>
                  </a:lnTo>
                  <a:lnTo>
                    <a:pt x="185868" y="9818"/>
                  </a:lnTo>
                  <a:lnTo>
                    <a:pt x="186478" y="8415"/>
                  </a:lnTo>
                  <a:lnTo>
                    <a:pt x="187073" y="7013"/>
                  </a:lnTo>
                  <a:lnTo>
                    <a:pt x="187652" y="5610"/>
                  </a:lnTo>
                  <a:lnTo>
                    <a:pt x="188214" y="4207"/>
                  </a:lnTo>
                  <a:lnTo>
                    <a:pt x="188760" y="2805"/>
                  </a:lnTo>
                  <a:lnTo>
                    <a:pt x="189283" y="1402"/>
                  </a:lnTo>
                  <a:lnTo>
                    <a:pt x="189787" y="0"/>
                  </a:lnTo>
                  <a:lnTo>
                    <a:pt x="204904" y="0"/>
                  </a:lnTo>
                  <a:lnTo>
                    <a:pt x="205409" y="1402"/>
                  </a:lnTo>
                  <a:lnTo>
                    <a:pt x="205931" y="2805"/>
                  </a:lnTo>
                  <a:lnTo>
                    <a:pt x="206477" y="4207"/>
                  </a:lnTo>
                  <a:lnTo>
                    <a:pt x="207039" y="5610"/>
                  </a:lnTo>
                  <a:lnTo>
                    <a:pt x="207618" y="7013"/>
                  </a:lnTo>
                  <a:lnTo>
                    <a:pt x="208213" y="8415"/>
                  </a:lnTo>
                  <a:lnTo>
                    <a:pt x="208824" y="9818"/>
                  </a:lnTo>
                  <a:lnTo>
                    <a:pt x="209453" y="11221"/>
                  </a:lnTo>
                  <a:lnTo>
                    <a:pt x="210095" y="12623"/>
                  </a:lnTo>
                  <a:lnTo>
                    <a:pt x="210749" y="14026"/>
                  </a:lnTo>
                  <a:lnTo>
                    <a:pt x="211415" y="15429"/>
                  </a:lnTo>
                  <a:lnTo>
                    <a:pt x="212092" y="16831"/>
                  </a:lnTo>
                  <a:lnTo>
                    <a:pt x="212779" y="18234"/>
                  </a:lnTo>
                  <a:lnTo>
                    <a:pt x="213474" y="19637"/>
                  </a:lnTo>
                  <a:lnTo>
                    <a:pt x="214174" y="21039"/>
                  </a:lnTo>
                  <a:lnTo>
                    <a:pt x="214878" y="22442"/>
                  </a:lnTo>
                  <a:lnTo>
                    <a:pt x="215586" y="23844"/>
                  </a:lnTo>
                  <a:lnTo>
                    <a:pt x="216294" y="25247"/>
                  </a:lnTo>
                  <a:lnTo>
                    <a:pt x="217001" y="26650"/>
                  </a:lnTo>
                  <a:lnTo>
                    <a:pt x="217705" y="28052"/>
                  </a:lnTo>
                  <a:lnTo>
                    <a:pt x="218405" y="29455"/>
                  </a:lnTo>
                  <a:lnTo>
                    <a:pt x="219098" y="30858"/>
                  </a:lnTo>
                  <a:lnTo>
                    <a:pt x="219782" y="32260"/>
                  </a:lnTo>
                  <a:lnTo>
                    <a:pt x="220456" y="33663"/>
                  </a:lnTo>
                  <a:lnTo>
                    <a:pt x="221118" y="35066"/>
                  </a:lnTo>
                  <a:lnTo>
                    <a:pt x="221768" y="36468"/>
                  </a:lnTo>
                  <a:lnTo>
                    <a:pt x="222401" y="37871"/>
                  </a:lnTo>
                  <a:lnTo>
                    <a:pt x="223015" y="39274"/>
                  </a:lnTo>
                  <a:lnTo>
                    <a:pt x="223614" y="40676"/>
                  </a:lnTo>
                  <a:lnTo>
                    <a:pt x="224194" y="42079"/>
                  </a:lnTo>
                  <a:lnTo>
                    <a:pt x="224755" y="43482"/>
                  </a:lnTo>
                  <a:lnTo>
                    <a:pt x="225292" y="44884"/>
                  </a:lnTo>
                  <a:lnTo>
                    <a:pt x="225808" y="46287"/>
                  </a:lnTo>
                  <a:lnTo>
                    <a:pt x="226302" y="47689"/>
                  </a:lnTo>
                  <a:lnTo>
                    <a:pt x="226776" y="49092"/>
                  </a:lnTo>
                  <a:lnTo>
                    <a:pt x="227229" y="50495"/>
                  </a:lnTo>
                  <a:lnTo>
                    <a:pt x="227654" y="51897"/>
                  </a:lnTo>
                  <a:lnTo>
                    <a:pt x="228057" y="53300"/>
                  </a:lnTo>
                  <a:lnTo>
                    <a:pt x="228440" y="54703"/>
                  </a:lnTo>
                  <a:lnTo>
                    <a:pt x="228802" y="56105"/>
                  </a:lnTo>
                  <a:lnTo>
                    <a:pt x="229145" y="57508"/>
                  </a:lnTo>
                  <a:lnTo>
                    <a:pt x="229461" y="58911"/>
                  </a:lnTo>
                  <a:lnTo>
                    <a:pt x="229760" y="60313"/>
                  </a:lnTo>
                  <a:lnTo>
                    <a:pt x="230040" y="61716"/>
                  </a:lnTo>
                  <a:lnTo>
                    <a:pt x="230303" y="63119"/>
                  </a:lnTo>
                  <a:lnTo>
                    <a:pt x="230548" y="64521"/>
                  </a:lnTo>
                  <a:lnTo>
                    <a:pt x="230773" y="65924"/>
                  </a:lnTo>
                  <a:lnTo>
                    <a:pt x="230983" y="67327"/>
                  </a:lnTo>
                  <a:lnTo>
                    <a:pt x="231179" y="68729"/>
                  </a:lnTo>
                  <a:lnTo>
                    <a:pt x="231361" y="70132"/>
                  </a:lnTo>
                  <a:lnTo>
                    <a:pt x="231530" y="71534"/>
                  </a:lnTo>
                  <a:lnTo>
                    <a:pt x="231683" y="72937"/>
                  </a:lnTo>
                  <a:lnTo>
                    <a:pt x="231826" y="74340"/>
                  </a:lnTo>
                  <a:lnTo>
                    <a:pt x="231958" y="75742"/>
                  </a:lnTo>
                  <a:lnTo>
                    <a:pt x="232081" y="77145"/>
                  </a:lnTo>
                  <a:lnTo>
                    <a:pt x="232194" y="78548"/>
                  </a:lnTo>
                  <a:lnTo>
                    <a:pt x="232298" y="79950"/>
                  </a:lnTo>
                  <a:lnTo>
                    <a:pt x="232394" y="81353"/>
                  </a:lnTo>
                  <a:lnTo>
                    <a:pt x="232485" y="82756"/>
                  </a:lnTo>
                  <a:lnTo>
                    <a:pt x="232571" y="84158"/>
                  </a:lnTo>
                  <a:lnTo>
                    <a:pt x="232652" y="85561"/>
                  </a:lnTo>
                  <a:lnTo>
                    <a:pt x="232731" y="86964"/>
                  </a:lnTo>
                  <a:lnTo>
                    <a:pt x="232808" y="88366"/>
                  </a:lnTo>
                  <a:lnTo>
                    <a:pt x="232885" y="89769"/>
                  </a:lnTo>
                  <a:lnTo>
                    <a:pt x="232963" y="91171"/>
                  </a:lnTo>
                  <a:lnTo>
                    <a:pt x="233044" y="92574"/>
                  </a:lnTo>
                  <a:lnTo>
                    <a:pt x="233131" y="93977"/>
                  </a:lnTo>
                  <a:lnTo>
                    <a:pt x="233224" y="95379"/>
                  </a:lnTo>
                  <a:lnTo>
                    <a:pt x="233325" y="96782"/>
                  </a:lnTo>
                  <a:lnTo>
                    <a:pt x="233435" y="98185"/>
                  </a:lnTo>
                  <a:lnTo>
                    <a:pt x="233560" y="99587"/>
                  </a:lnTo>
                  <a:lnTo>
                    <a:pt x="233699" y="100990"/>
                  </a:lnTo>
                  <a:lnTo>
                    <a:pt x="233853" y="102393"/>
                  </a:lnTo>
                  <a:lnTo>
                    <a:pt x="234024" y="103795"/>
                  </a:lnTo>
                  <a:lnTo>
                    <a:pt x="234213" y="105198"/>
                  </a:lnTo>
                  <a:lnTo>
                    <a:pt x="234427" y="106601"/>
                  </a:lnTo>
                  <a:lnTo>
                    <a:pt x="234665" y="108003"/>
                  </a:lnTo>
                  <a:lnTo>
                    <a:pt x="234925" y="109406"/>
                  </a:lnTo>
                  <a:lnTo>
                    <a:pt x="235209" y="110809"/>
                  </a:lnTo>
                  <a:lnTo>
                    <a:pt x="235518" y="112211"/>
                  </a:lnTo>
                  <a:lnTo>
                    <a:pt x="235861" y="113614"/>
                  </a:lnTo>
                  <a:lnTo>
                    <a:pt x="236230" y="115016"/>
                  </a:lnTo>
                  <a:lnTo>
                    <a:pt x="236625" y="116419"/>
                  </a:lnTo>
                  <a:lnTo>
                    <a:pt x="237046" y="117822"/>
                  </a:lnTo>
                  <a:lnTo>
                    <a:pt x="237495" y="119224"/>
                  </a:lnTo>
                  <a:lnTo>
                    <a:pt x="237976" y="120627"/>
                  </a:lnTo>
                  <a:lnTo>
                    <a:pt x="238481" y="122030"/>
                  </a:lnTo>
                  <a:lnTo>
                    <a:pt x="239009" y="123432"/>
                  </a:lnTo>
                  <a:lnTo>
                    <a:pt x="239558" y="124835"/>
                  </a:lnTo>
                  <a:lnTo>
                    <a:pt x="240130" y="126238"/>
                  </a:lnTo>
                  <a:lnTo>
                    <a:pt x="240723" y="127640"/>
                  </a:lnTo>
                  <a:lnTo>
                    <a:pt x="241330" y="129043"/>
                  </a:lnTo>
                  <a:lnTo>
                    <a:pt x="241951" y="130446"/>
                  </a:lnTo>
                  <a:lnTo>
                    <a:pt x="242582" y="131848"/>
                  </a:lnTo>
                  <a:lnTo>
                    <a:pt x="243221" y="133251"/>
                  </a:lnTo>
                  <a:lnTo>
                    <a:pt x="243865" y="134654"/>
                  </a:lnTo>
                  <a:lnTo>
                    <a:pt x="244511" y="136056"/>
                  </a:lnTo>
                  <a:lnTo>
                    <a:pt x="245154" y="137459"/>
                  </a:lnTo>
                  <a:lnTo>
                    <a:pt x="245793" y="138861"/>
                  </a:lnTo>
                  <a:lnTo>
                    <a:pt x="246424" y="140264"/>
                  </a:lnTo>
                  <a:lnTo>
                    <a:pt x="247042" y="141667"/>
                  </a:lnTo>
                  <a:lnTo>
                    <a:pt x="247646" y="143069"/>
                  </a:lnTo>
                  <a:lnTo>
                    <a:pt x="248235" y="144472"/>
                  </a:lnTo>
                  <a:lnTo>
                    <a:pt x="248806" y="145875"/>
                  </a:lnTo>
                  <a:lnTo>
                    <a:pt x="249353" y="147277"/>
                  </a:lnTo>
                  <a:lnTo>
                    <a:pt x="249876" y="148680"/>
                  </a:lnTo>
                  <a:lnTo>
                    <a:pt x="250375" y="150083"/>
                  </a:lnTo>
                  <a:lnTo>
                    <a:pt x="250850" y="151485"/>
                  </a:lnTo>
                  <a:lnTo>
                    <a:pt x="251301" y="152888"/>
                  </a:lnTo>
                  <a:lnTo>
                    <a:pt x="251720" y="154291"/>
                  </a:lnTo>
                  <a:lnTo>
                    <a:pt x="252111" y="155693"/>
                  </a:lnTo>
                  <a:lnTo>
                    <a:pt x="252478" y="157096"/>
                  </a:lnTo>
                  <a:lnTo>
                    <a:pt x="252821" y="158498"/>
                  </a:lnTo>
                  <a:lnTo>
                    <a:pt x="253140" y="159901"/>
                  </a:lnTo>
                  <a:lnTo>
                    <a:pt x="253431" y="161304"/>
                  </a:lnTo>
                  <a:lnTo>
                    <a:pt x="253702" y="162706"/>
                  </a:lnTo>
                  <a:lnTo>
                    <a:pt x="253955" y="164109"/>
                  </a:lnTo>
                  <a:lnTo>
                    <a:pt x="254192" y="165512"/>
                  </a:lnTo>
                  <a:lnTo>
                    <a:pt x="254414" y="166914"/>
                  </a:lnTo>
                  <a:lnTo>
                    <a:pt x="254623" y="168317"/>
                  </a:lnTo>
                  <a:lnTo>
                    <a:pt x="254823" y="169720"/>
                  </a:lnTo>
                  <a:lnTo>
                    <a:pt x="255019" y="171122"/>
                  </a:lnTo>
                  <a:lnTo>
                    <a:pt x="255212" y="172525"/>
                  </a:lnTo>
                  <a:lnTo>
                    <a:pt x="255405" y="173928"/>
                  </a:lnTo>
                  <a:lnTo>
                    <a:pt x="255602" y="175330"/>
                  </a:lnTo>
                  <a:lnTo>
                    <a:pt x="255806" y="176733"/>
                  </a:lnTo>
                  <a:lnTo>
                    <a:pt x="256019" y="178136"/>
                  </a:lnTo>
                  <a:lnTo>
                    <a:pt x="256243" y="179538"/>
                  </a:lnTo>
                  <a:lnTo>
                    <a:pt x="256481" y="180941"/>
                  </a:lnTo>
                  <a:lnTo>
                    <a:pt x="256740" y="182343"/>
                  </a:lnTo>
                  <a:lnTo>
                    <a:pt x="257017" y="183746"/>
                  </a:lnTo>
                  <a:lnTo>
                    <a:pt x="257313" y="185149"/>
                  </a:lnTo>
                  <a:lnTo>
                    <a:pt x="257631" y="186551"/>
                  </a:lnTo>
                  <a:lnTo>
                    <a:pt x="257973" y="187954"/>
                  </a:lnTo>
                  <a:lnTo>
                    <a:pt x="258345" y="189357"/>
                  </a:lnTo>
                  <a:lnTo>
                    <a:pt x="258740" y="190759"/>
                  </a:lnTo>
                  <a:lnTo>
                    <a:pt x="259161" y="192162"/>
                  </a:lnTo>
                  <a:lnTo>
                    <a:pt x="259606" y="193565"/>
                  </a:lnTo>
                  <a:lnTo>
                    <a:pt x="260080" y="194967"/>
                  </a:lnTo>
                  <a:lnTo>
                    <a:pt x="260583" y="196370"/>
                  </a:lnTo>
                  <a:lnTo>
                    <a:pt x="261110" y="197773"/>
                  </a:lnTo>
                  <a:lnTo>
                    <a:pt x="261661" y="199175"/>
                  </a:lnTo>
                  <a:lnTo>
                    <a:pt x="262234" y="200578"/>
                  </a:lnTo>
                  <a:lnTo>
                    <a:pt x="262833" y="201981"/>
                  </a:lnTo>
                  <a:lnTo>
                    <a:pt x="263456" y="203383"/>
                  </a:lnTo>
                  <a:lnTo>
                    <a:pt x="264098" y="204786"/>
                  </a:lnTo>
                  <a:lnTo>
                    <a:pt x="264758" y="206188"/>
                  </a:lnTo>
                  <a:lnTo>
                    <a:pt x="265435" y="207591"/>
                  </a:lnTo>
                  <a:lnTo>
                    <a:pt x="266132" y="208994"/>
                  </a:lnTo>
                  <a:lnTo>
                    <a:pt x="266844" y="210396"/>
                  </a:lnTo>
                  <a:lnTo>
                    <a:pt x="267570" y="211799"/>
                  </a:lnTo>
                  <a:lnTo>
                    <a:pt x="268308" y="213202"/>
                  </a:lnTo>
                  <a:lnTo>
                    <a:pt x="269057" y="214604"/>
                  </a:lnTo>
                  <a:lnTo>
                    <a:pt x="269820" y="216007"/>
                  </a:lnTo>
                  <a:lnTo>
                    <a:pt x="270594" y="217410"/>
                  </a:lnTo>
                  <a:lnTo>
                    <a:pt x="271377" y="218812"/>
                  </a:lnTo>
                  <a:lnTo>
                    <a:pt x="272170" y="220215"/>
                  </a:lnTo>
                  <a:lnTo>
                    <a:pt x="272972" y="221618"/>
                  </a:lnTo>
                  <a:lnTo>
                    <a:pt x="273787" y="223020"/>
                  </a:lnTo>
                  <a:lnTo>
                    <a:pt x="274613" y="224423"/>
                  </a:lnTo>
                  <a:lnTo>
                    <a:pt x="275449" y="225825"/>
                  </a:lnTo>
                  <a:lnTo>
                    <a:pt x="276297" y="227228"/>
                  </a:lnTo>
                  <a:lnTo>
                    <a:pt x="277159" y="228631"/>
                  </a:lnTo>
                  <a:lnTo>
                    <a:pt x="278039" y="230033"/>
                  </a:lnTo>
                  <a:lnTo>
                    <a:pt x="278935" y="231436"/>
                  </a:lnTo>
                  <a:lnTo>
                    <a:pt x="279849" y="232839"/>
                  </a:lnTo>
                  <a:lnTo>
                    <a:pt x="280782" y="234241"/>
                  </a:lnTo>
                  <a:lnTo>
                    <a:pt x="281738" y="235644"/>
                  </a:lnTo>
                  <a:lnTo>
                    <a:pt x="282724" y="237047"/>
                  </a:lnTo>
                  <a:lnTo>
                    <a:pt x="283735" y="238449"/>
                  </a:lnTo>
                  <a:lnTo>
                    <a:pt x="284775" y="239852"/>
                  </a:lnTo>
                  <a:lnTo>
                    <a:pt x="285844" y="241255"/>
                  </a:lnTo>
                  <a:lnTo>
                    <a:pt x="286950" y="242657"/>
                  </a:lnTo>
                  <a:lnTo>
                    <a:pt x="287902" y="243821"/>
                  </a:lnTo>
                  <a:lnTo>
                    <a:pt x="288098" y="244060"/>
                  </a:lnTo>
                  <a:lnTo>
                    <a:pt x="289284" y="245463"/>
                  </a:lnTo>
                  <a:lnTo>
                    <a:pt x="290509" y="246865"/>
                  </a:lnTo>
                  <a:lnTo>
                    <a:pt x="291776" y="248268"/>
                  </a:lnTo>
                  <a:lnTo>
                    <a:pt x="293094" y="249670"/>
                  </a:lnTo>
                  <a:lnTo>
                    <a:pt x="294466" y="251073"/>
                  </a:lnTo>
                  <a:lnTo>
                    <a:pt x="295887" y="252476"/>
                  </a:lnTo>
                  <a:lnTo>
                    <a:pt x="297357" y="253878"/>
                  </a:lnTo>
                  <a:lnTo>
                    <a:pt x="298878" y="255281"/>
                  </a:lnTo>
                  <a:lnTo>
                    <a:pt x="300464" y="256684"/>
                  </a:lnTo>
                  <a:lnTo>
                    <a:pt x="302112" y="258086"/>
                  </a:lnTo>
                  <a:lnTo>
                    <a:pt x="303815" y="259489"/>
                  </a:lnTo>
                  <a:lnTo>
                    <a:pt x="305575" y="260892"/>
                  </a:lnTo>
                  <a:lnTo>
                    <a:pt x="307392" y="262294"/>
                  </a:lnTo>
                  <a:lnTo>
                    <a:pt x="309281" y="263697"/>
                  </a:lnTo>
                  <a:lnTo>
                    <a:pt x="311234" y="265100"/>
                  </a:lnTo>
                  <a:lnTo>
                    <a:pt x="313244" y="266502"/>
                  </a:lnTo>
                  <a:lnTo>
                    <a:pt x="315312" y="267905"/>
                  </a:lnTo>
                  <a:lnTo>
                    <a:pt x="317436" y="269308"/>
                  </a:lnTo>
                  <a:lnTo>
                    <a:pt x="319633" y="270710"/>
                  </a:lnTo>
                  <a:lnTo>
                    <a:pt x="321885" y="272113"/>
                  </a:lnTo>
                  <a:lnTo>
                    <a:pt x="324189" y="273515"/>
                  </a:lnTo>
                  <a:lnTo>
                    <a:pt x="326542" y="274918"/>
                  </a:lnTo>
                  <a:lnTo>
                    <a:pt x="328943" y="276321"/>
                  </a:lnTo>
                  <a:lnTo>
                    <a:pt x="331402" y="277723"/>
                  </a:lnTo>
                  <a:lnTo>
                    <a:pt x="333899" y="279126"/>
                  </a:lnTo>
                  <a:lnTo>
                    <a:pt x="336431" y="280529"/>
                  </a:lnTo>
                  <a:lnTo>
                    <a:pt x="338994" y="281931"/>
                  </a:lnTo>
                  <a:lnTo>
                    <a:pt x="341584" y="283334"/>
                  </a:lnTo>
                  <a:lnTo>
                    <a:pt x="344200" y="284737"/>
                  </a:lnTo>
                  <a:lnTo>
                    <a:pt x="346828" y="286139"/>
                  </a:lnTo>
                  <a:lnTo>
                    <a:pt x="349462" y="287542"/>
                  </a:lnTo>
                  <a:lnTo>
                    <a:pt x="352098" y="288945"/>
                  </a:lnTo>
                  <a:lnTo>
                    <a:pt x="354727" y="290347"/>
                  </a:lnTo>
                  <a:lnTo>
                    <a:pt x="357338" y="291750"/>
                  </a:lnTo>
                  <a:lnTo>
                    <a:pt x="359925" y="293153"/>
                  </a:lnTo>
                  <a:lnTo>
                    <a:pt x="362481" y="294555"/>
                  </a:lnTo>
                  <a:lnTo>
                    <a:pt x="365001" y="295958"/>
                  </a:lnTo>
                  <a:lnTo>
                    <a:pt x="367470" y="297360"/>
                  </a:lnTo>
                  <a:lnTo>
                    <a:pt x="369872" y="298763"/>
                  </a:lnTo>
                  <a:lnTo>
                    <a:pt x="372210" y="300166"/>
                  </a:lnTo>
                  <a:lnTo>
                    <a:pt x="374478" y="301568"/>
                  </a:lnTo>
                  <a:lnTo>
                    <a:pt x="376669" y="302971"/>
                  </a:lnTo>
                  <a:lnTo>
                    <a:pt x="378760" y="304374"/>
                  </a:lnTo>
                  <a:lnTo>
                    <a:pt x="380740" y="305776"/>
                  </a:lnTo>
                  <a:lnTo>
                    <a:pt x="382618" y="307179"/>
                  </a:lnTo>
                  <a:lnTo>
                    <a:pt x="384390" y="308582"/>
                  </a:lnTo>
                  <a:lnTo>
                    <a:pt x="386049" y="309984"/>
                  </a:lnTo>
                  <a:lnTo>
                    <a:pt x="387563" y="311387"/>
                  </a:lnTo>
                  <a:lnTo>
                    <a:pt x="388934" y="312790"/>
                  </a:lnTo>
                  <a:lnTo>
                    <a:pt x="390175" y="314192"/>
                  </a:lnTo>
                  <a:lnTo>
                    <a:pt x="391282" y="315595"/>
                  </a:lnTo>
                  <a:lnTo>
                    <a:pt x="392251" y="316997"/>
                  </a:lnTo>
                  <a:lnTo>
                    <a:pt x="393042" y="318400"/>
                  </a:lnTo>
                  <a:lnTo>
                    <a:pt x="393345" y="319071"/>
                  </a:lnTo>
                  <a:lnTo>
                    <a:pt x="393675" y="319803"/>
                  </a:lnTo>
                  <a:lnTo>
                    <a:pt x="394162" y="321205"/>
                  </a:lnTo>
                  <a:lnTo>
                    <a:pt x="394501" y="322608"/>
                  </a:lnTo>
                  <a:lnTo>
                    <a:pt x="394692" y="324011"/>
                  </a:lnTo>
                  <a:lnTo>
                    <a:pt x="394688" y="325413"/>
                  </a:lnTo>
                  <a:lnTo>
                    <a:pt x="394530" y="326816"/>
                  </a:lnTo>
                  <a:lnTo>
                    <a:pt x="394225" y="328219"/>
                  </a:lnTo>
                  <a:lnTo>
                    <a:pt x="393775" y="329621"/>
                  </a:lnTo>
                  <a:lnTo>
                    <a:pt x="393180" y="331024"/>
                  </a:lnTo>
                  <a:lnTo>
                    <a:pt x="392397" y="332427"/>
                  </a:lnTo>
                  <a:lnTo>
                    <a:pt x="391479" y="333829"/>
                  </a:lnTo>
                  <a:lnTo>
                    <a:pt x="390430" y="335232"/>
                  </a:lnTo>
                  <a:lnTo>
                    <a:pt x="389252" y="336635"/>
                  </a:lnTo>
                  <a:lnTo>
                    <a:pt x="387947" y="338037"/>
                  </a:lnTo>
                  <a:lnTo>
                    <a:pt x="386490" y="339440"/>
                  </a:lnTo>
                  <a:lnTo>
                    <a:pt x="384925" y="340842"/>
                  </a:lnTo>
                  <a:lnTo>
                    <a:pt x="383258" y="342245"/>
                  </a:lnTo>
                  <a:lnTo>
                    <a:pt x="381494" y="343648"/>
                  </a:lnTo>
                  <a:lnTo>
                    <a:pt x="379632" y="345050"/>
                  </a:lnTo>
                  <a:lnTo>
                    <a:pt x="377669" y="346453"/>
                  </a:lnTo>
                  <a:lnTo>
                    <a:pt x="375636" y="347856"/>
                  </a:lnTo>
                  <a:lnTo>
                    <a:pt x="373538" y="349258"/>
                  </a:lnTo>
                  <a:lnTo>
                    <a:pt x="371382" y="350661"/>
                  </a:lnTo>
                  <a:lnTo>
                    <a:pt x="369171" y="352064"/>
                  </a:lnTo>
                  <a:lnTo>
                    <a:pt x="366911" y="353466"/>
                  </a:lnTo>
                  <a:lnTo>
                    <a:pt x="364621" y="354869"/>
                  </a:lnTo>
                  <a:lnTo>
                    <a:pt x="362306" y="356272"/>
                  </a:lnTo>
                  <a:lnTo>
                    <a:pt x="359973" y="357674"/>
                  </a:lnTo>
                  <a:lnTo>
                    <a:pt x="357628" y="359077"/>
                  </a:lnTo>
                  <a:lnTo>
                    <a:pt x="355281" y="360480"/>
                  </a:lnTo>
                  <a:lnTo>
                    <a:pt x="352940" y="361882"/>
                  </a:lnTo>
                  <a:lnTo>
                    <a:pt x="350609" y="363285"/>
                  </a:lnTo>
                  <a:lnTo>
                    <a:pt x="348293" y="364687"/>
                  </a:lnTo>
                  <a:lnTo>
                    <a:pt x="346004" y="366090"/>
                  </a:lnTo>
                  <a:lnTo>
                    <a:pt x="343745" y="367493"/>
                  </a:lnTo>
                  <a:lnTo>
                    <a:pt x="341518" y="368895"/>
                  </a:lnTo>
                  <a:lnTo>
                    <a:pt x="339326" y="370298"/>
                  </a:lnTo>
                  <a:lnTo>
                    <a:pt x="337172" y="371701"/>
                  </a:lnTo>
                  <a:lnTo>
                    <a:pt x="335070" y="373103"/>
                  </a:lnTo>
                  <a:lnTo>
                    <a:pt x="333017" y="374506"/>
                  </a:lnTo>
                  <a:lnTo>
                    <a:pt x="331011" y="375909"/>
                  </a:lnTo>
                  <a:lnTo>
                    <a:pt x="329053" y="377311"/>
                  </a:lnTo>
                  <a:lnTo>
                    <a:pt x="327143" y="378714"/>
                  </a:lnTo>
                  <a:lnTo>
                    <a:pt x="325300" y="380117"/>
                  </a:lnTo>
                  <a:lnTo>
                    <a:pt x="323942" y="381180"/>
                  </a:lnTo>
                  <a:lnTo>
                    <a:pt x="323510" y="381519"/>
                  </a:lnTo>
                  <a:lnTo>
                    <a:pt x="321771" y="382922"/>
                  </a:lnTo>
                  <a:lnTo>
                    <a:pt x="320084" y="384324"/>
                  </a:lnTo>
                  <a:lnTo>
                    <a:pt x="318448" y="385727"/>
                  </a:lnTo>
                  <a:lnTo>
                    <a:pt x="316879" y="387130"/>
                  </a:lnTo>
                  <a:lnTo>
                    <a:pt x="315360" y="388532"/>
                  </a:lnTo>
                  <a:lnTo>
                    <a:pt x="313888" y="389935"/>
                  </a:lnTo>
                  <a:lnTo>
                    <a:pt x="312464" y="391338"/>
                  </a:lnTo>
                  <a:lnTo>
                    <a:pt x="311088" y="392740"/>
                  </a:lnTo>
                  <a:lnTo>
                    <a:pt x="309768" y="394143"/>
                  </a:lnTo>
                  <a:lnTo>
                    <a:pt x="308490" y="395546"/>
                  </a:lnTo>
                  <a:lnTo>
                    <a:pt x="307252" y="396948"/>
                  </a:lnTo>
                  <a:lnTo>
                    <a:pt x="306050" y="398351"/>
                  </a:lnTo>
                  <a:lnTo>
                    <a:pt x="304887" y="399754"/>
                  </a:lnTo>
                  <a:lnTo>
                    <a:pt x="303765" y="401156"/>
                  </a:lnTo>
                  <a:lnTo>
                    <a:pt x="302671" y="402559"/>
                  </a:lnTo>
                  <a:lnTo>
                    <a:pt x="301603" y="403962"/>
                  </a:lnTo>
                  <a:lnTo>
                    <a:pt x="300559" y="405364"/>
                  </a:lnTo>
                  <a:lnTo>
                    <a:pt x="299538" y="406767"/>
                  </a:lnTo>
                  <a:lnTo>
                    <a:pt x="298537" y="408169"/>
                  </a:lnTo>
                  <a:lnTo>
                    <a:pt x="297549" y="409572"/>
                  </a:lnTo>
                  <a:lnTo>
                    <a:pt x="296570" y="410975"/>
                  </a:lnTo>
                  <a:lnTo>
                    <a:pt x="295599" y="412377"/>
                  </a:lnTo>
                  <a:lnTo>
                    <a:pt x="294632" y="413780"/>
                  </a:lnTo>
                  <a:lnTo>
                    <a:pt x="293664" y="415183"/>
                  </a:lnTo>
                  <a:lnTo>
                    <a:pt x="292692" y="416585"/>
                  </a:lnTo>
                  <a:lnTo>
                    <a:pt x="291713" y="417988"/>
                  </a:lnTo>
                  <a:lnTo>
                    <a:pt x="290724" y="419391"/>
                  </a:lnTo>
                  <a:lnTo>
                    <a:pt x="289721" y="420793"/>
                  </a:lnTo>
                  <a:lnTo>
                    <a:pt x="288700" y="422196"/>
                  </a:lnTo>
                  <a:lnTo>
                    <a:pt x="287661" y="423599"/>
                  </a:lnTo>
                  <a:lnTo>
                    <a:pt x="286603" y="425001"/>
                  </a:lnTo>
                  <a:lnTo>
                    <a:pt x="285524" y="426404"/>
                  </a:lnTo>
                  <a:lnTo>
                    <a:pt x="284417" y="427807"/>
                  </a:lnTo>
                  <a:lnTo>
                    <a:pt x="283284" y="429209"/>
                  </a:lnTo>
                  <a:lnTo>
                    <a:pt x="282127" y="430612"/>
                  </a:lnTo>
                  <a:lnTo>
                    <a:pt x="280946" y="432014"/>
                  </a:lnTo>
                  <a:lnTo>
                    <a:pt x="279741" y="433417"/>
                  </a:lnTo>
                  <a:lnTo>
                    <a:pt x="278507" y="434820"/>
                  </a:lnTo>
                  <a:lnTo>
                    <a:pt x="277251" y="436222"/>
                  </a:lnTo>
                  <a:lnTo>
                    <a:pt x="275974" y="437625"/>
                  </a:lnTo>
                  <a:lnTo>
                    <a:pt x="274680" y="439028"/>
                  </a:lnTo>
                  <a:lnTo>
                    <a:pt x="273369" y="440430"/>
                  </a:lnTo>
                  <a:lnTo>
                    <a:pt x="272041" y="441833"/>
                  </a:lnTo>
                  <a:lnTo>
                    <a:pt x="270704" y="443236"/>
                  </a:lnTo>
                  <a:lnTo>
                    <a:pt x="269360" y="444638"/>
                  </a:lnTo>
                  <a:lnTo>
                    <a:pt x="268011" y="446041"/>
                  </a:lnTo>
                  <a:lnTo>
                    <a:pt x="266662" y="447444"/>
                  </a:lnTo>
                  <a:lnTo>
                    <a:pt x="265317" y="448846"/>
                  </a:lnTo>
                  <a:lnTo>
                    <a:pt x="263979" y="450249"/>
                  </a:lnTo>
                  <a:lnTo>
                    <a:pt x="262652" y="451651"/>
                  </a:lnTo>
                  <a:lnTo>
                    <a:pt x="261336" y="453054"/>
                  </a:lnTo>
                  <a:lnTo>
                    <a:pt x="260038" y="454457"/>
                  </a:lnTo>
                  <a:lnTo>
                    <a:pt x="258763" y="455859"/>
                  </a:lnTo>
                  <a:lnTo>
                    <a:pt x="257509" y="457262"/>
                  </a:lnTo>
                  <a:lnTo>
                    <a:pt x="256279" y="458665"/>
                  </a:lnTo>
                  <a:lnTo>
                    <a:pt x="255073" y="460067"/>
                  </a:lnTo>
                  <a:lnTo>
                    <a:pt x="253897" y="461470"/>
                  </a:lnTo>
                  <a:lnTo>
                    <a:pt x="252753" y="462873"/>
                  </a:lnTo>
                  <a:lnTo>
                    <a:pt x="251637" y="464275"/>
                  </a:lnTo>
                  <a:lnTo>
                    <a:pt x="250549" y="465678"/>
                  </a:lnTo>
                  <a:lnTo>
                    <a:pt x="249488" y="467081"/>
                  </a:lnTo>
                  <a:lnTo>
                    <a:pt x="248459" y="468483"/>
                  </a:lnTo>
                  <a:lnTo>
                    <a:pt x="247459" y="469886"/>
                  </a:lnTo>
                  <a:lnTo>
                    <a:pt x="246484" y="471289"/>
                  </a:lnTo>
                  <a:lnTo>
                    <a:pt x="245532" y="472691"/>
                  </a:lnTo>
                  <a:lnTo>
                    <a:pt x="244601" y="474094"/>
                  </a:lnTo>
                  <a:lnTo>
                    <a:pt x="243694" y="475496"/>
                  </a:lnTo>
                  <a:lnTo>
                    <a:pt x="242806" y="476899"/>
                  </a:lnTo>
                  <a:lnTo>
                    <a:pt x="241933" y="478302"/>
                  </a:lnTo>
                  <a:lnTo>
                    <a:pt x="241074" y="479704"/>
                  </a:lnTo>
                  <a:lnTo>
                    <a:pt x="240226" y="481107"/>
                  </a:lnTo>
                  <a:lnTo>
                    <a:pt x="239389" y="482510"/>
                  </a:lnTo>
                  <a:lnTo>
                    <a:pt x="238561" y="483912"/>
                  </a:lnTo>
                  <a:lnTo>
                    <a:pt x="237738" y="485315"/>
                  </a:lnTo>
                  <a:lnTo>
                    <a:pt x="236920" y="486718"/>
                  </a:lnTo>
                  <a:lnTo>
                    <a:pt x="236106" y="488120"/>
                  </a:lnTo>
                  <a:lnTo>
                    <a:pt x="235295" y="489523"/>
                  </a:lnTo>
                  <a:lnTo>
                    <a:pt x="234486" y="490926"/>
                  </a:lnTo>
                  <a:lnTo>
                    <a:pt x="233678" y="492328"/>
                  </a:lnTo>
                  <a:lnTo>
                    <a:pt x="232872" y="493731"/>
                  </a:lnTo>
                  <a:lnTo>
                    <a:pt x="232068" y="495134"/>
                  </a:lnTo>
                  <a:lnTo>
                    <a:pt x="231266" y="496536"/>
                  </a:lnTo>
                  <a:lnTo>
                    <a:pt x="230467" y="497939"/>
                  </a:lnTo>
                  <a:lnTo>
                    <a:pt x="229672" y="499341"/>
                  </a:lnTo>
                  <a:lnTo>
                    <a:pt x="228880" y="500744"/>
                  </a:lnTo>
                  <a:lnTo>
                    <a:pt x="228095" y="502147"/>
                  </a:lnTo>
                  <a:lnTo>
                    <a:pt x="227318" y="503549"/>
                  </a:lnTo>
                  <a:lnTo>
                    <a:pt x="226550" y="504952"/>
                  </a:lnTo>
                  <a:lnTo>
                    <a:pt x="225792" y="506355"/>
                  </a:lnTo>
                  <a:lnTo>
                    <a:pt x="225044" y="507757"/>
                  </a:lnTo>
                  <a:lnTo>
                    <a:pt x="224309" y="509160"/>
                  </a:lnTo>
                  <a:lnTo>
                    <a:pt x="223591" y="510563"/>
                  </a:lnTo>
                  <a:lnTo>
                    <a:pt x="222889" y="511965"/>
                  </a:lnTo>
                  <a:lnTo>
                    <a:pt x="222202" y="513368"/>
                  </a:lnTo>
                  <a:lnTo>
                    <a:pt x="221533" y="514771"/>
                  </a:lnTo>
                  <a:lnTo>
                    <a:pt x="220883" y="516173"/>
                  </a:lnTo>
                  <a:lnTo>
                    <a:pt x="220257" y="517576"/>
                  </a:lnTo>
                  <a:lnTo>
                    <a:pt x="219651" y="518979"/>
                  </a:lnTo>
                  <a:lnTo>
                    <a:pt x="219065" y="520381"/>
                  </a:lnTo>
                  <a:lnTo>
                    <a:pt x="218500" y="521784"/>
                  </a:lnTo>
                  <a:lnTo>
                    <a:pt x="217960" y="523186"/>
                  </a:lnTo>
                  <a:lnTo>
                    <a:pt x="217444" y="524589"/>
                  </a:lnTo>
                  <a:lnTo>
                    <a:pt x="216950" y="525992"/>
                  </a:lnTo>
                  <a:lnTo>
                    <a:pt x="216478" y="527394"/>
                  </a:lnTo>
                  <a:lnTo>
                    <a:pt x="216027" y="528797"/>
                  </a:lnTo>
                  <a:lnTo>
                    <a:pt x="215601" y="530200"/>
                  </a:lnTo>
                  <a:lnTo>
                    <a:pt x="215200" y="531602"/>
                  </a:lnTo>
                  <a:lnTo>
                    <a:pt x="214818" y="533005"/>
                  </a:lnTo>
                  <a:lnTo>
                    <a:pt x="214457" y="534408"/>
                  </a:lnTo>
                  <a:lnTo>
                    <a:pt x="214115" y="535810"/>
                  </a:lnTo>
                  <a:lnTo>
                    <a:pt x="213798" y="537213"/>
                  </a:lnTo>
                  <a:lnTo>
                    <a:pt x="213500" y="538616"/>
                  </a:lnTo>
                  <a:lnTo>
                    <a:pt x="213221" y="540018"/>
                  </a:lnTo>
                  <a:lnTo>
                    <a:pt x="212958" y="541421"/>
                  </a:lnTo>
                  <a:lnTo>
                    <a:pt x="212712" y="542823"/>
                  </a:lnTo>
                  <a:lnTo>
                    <a:pt x="212487" y="544226"/>
                  </a:lnTo>
                  <a:lnTo>
                    <a:pt x="212276" y="545629"/>
                  </a:lnTo>
                  <a:lnTo>
                    <a:pt x="212080" y="547031"/>
                  </a:lnTo>
                  <a:lnTo>
                    <a:pt x="211897" y="548434"/>
                  </a:lnTo>
                  <a:lnTo>
                    <a:pt x="211727" y="549837"/>
                  </a:lnTo>
                  <a:lnTo>
                    <a:pt x="211572" y="551239"/>
                  </a:lnTo>
                  <a:lnTo>
                    <a:pt x="211427" y="552642"/>
                  </a:lnTo>
                  <a:lnTo>
                    <a:pt x="211291" y="554045"/>
                  </a:lnTo>
                  <a:lnTo>
                    <a:pt x="211164" y="555447"/>
                  </a:lnTo>
                  <a:lnTo>
                    <a:pt x="211045" y="556850"/>
                  </a:lnTo>
                  <a:lnTo>
                    <a:pt x="210933" y="558253"/>
                  </a:lnTo>
                  <a:lnTo>
                    <a:pt x="210827" y="559655"/>
                  </a:lnTo>
                  <a:lnTo>
                    <a:pt x="210724" y="561058"/>
                  </a:lnTo>
                  <a:lnTo>
                    <a:pt x="210624" y="562461"/>
                  </a:lnTo>
                  <a:lnTo>
                    <a:pt x="210527" y="563863"/>
                  </a:lnTo>
                  <a:lnTo>
                    <a:pt x="210430" y="565266"/>
                  </a:lnTo>
                  <a:lnTo>
                    <a:pt x="210333" y="566668"/>
                  </a:lnTo>
                  <a:lnTo>
                    <a:pt x="210233" y="568071"/>
                  </a:lnTo>
                  <a:lnTo>
                    <a:pt x="210132" y="569474"/>
                  </a:lnTo>
                  <a:lnTo>
                    <a:pt x="210027" y="570876"/>
                  </a:lnTo>
                  <a:lnTo>
                    <a:pt x="209916" y="572279"/>
                  </a:lnTo>
                  <a:lnTo>
                    <a:pt x="209800" y="573682"/>
                  </a:lnTo>
                  <a:lnTo>
                    <a:pt x="209678" y="575084"/>
                  </a:lnTo>
                  <a:lnTo>
                    <a:pt x="209550" y="576487"/>
                  </a:lnTo>
                  <a:lnTo>
                    <a:pt x="209414" y="577890"/>
                  </a:lnTo>
                  <a:lnTo>
                    <a:pt x="209268" y="579292"/>
                  </a:lnTo>
                  <a:lnTo>
                    <a:pt x="209115" y="580695"/>
                  </a:lnTo>
                  <a:lnTo>
                    <a:pt x="208953" y="582098"/>
                  </a:lnTo>
                  <a:lnTo>
                    <a:pt x="208784" y="583500"/>
                  </a:lnTo>
                  <a:lnTo>
                    <a:pt x="208604" y="584903"/>
                  </a:lnTo>
                  <a:lnTo>
                    <a:pt x="208416" y="586306"/>
                  </a:lnTo>
                  <a:lnTo>
                    <a:pt x="208220" y="587708"/>
                  </a:lnTo>
                  <a:lnTo>
                    <a:pt x="208016" y="589111"/>
                  </a:lnTo>
                  <a:lnTo>
                    <a:pt x="207805" y="590513"/>
                  </a:lnTo>
                  <a:lnTo>
                    <a:pt x="207586" y="591916"/>
                  </a:lnTo>
                  <a:lnTo>
                    <a:pt x="207362" y="593319"/>
                  </a:lnTo>
                  <a:lnTo>
                    <a:pt x="207132" y="594721"/>
                  </a:lnTo>
                  <a:lnTo>
                    <a:pt x="206897" y="596124"/>
                  </a:lnTo>
                  <a:lnTo>
                    <a:pt x="206660" y="597527"/>
                  </a:lnTo>
                  <a:lnTo>
                    <a:pt x="206418" y="598929"/>
                  </a:lnTo>
                  <a:lnTo>
                    <a:pt x="206175" y="600332"/>
                  </a:lnTo>
                  <a:lnTo>
                    <a:pt x="205931" y="601735"/>
                  </a:lnTo>
                  <a:lnTo>
                    <a:pt x="205687" y="603137"/>
                  </a:lnTo>
                  <a:lnTo>
                    <a:pt x="205444" y="604540"/>
                  </a:lnTo>
                  <a:lnTo>
                    <a:pt x="205203" y="605943"/>
                  </a:lnTo>
                  <a:lnTo>
                    <a:pt x="204965" y="607345"/>
                  </a:lnTo>
                  <a:lnTo>
                    <a:pt x="204731" y="608748"/>
                  </a:lnTo>
                  <a:lnTo>
                    <a:pt x="204500" y="610150"/>
                  </a:lnTo>
                  <a:lnTo>
                    <a:pt x="204274" y="611553"/>
                  </a:lnTo>
                  <a:lnTo>
                    <a:pt x="204054" y="612956"/>
                  </a:lnTo>
                  <a:lnTo>
                    <a:pt x="203841" y="614358"/>
                  </a:lnTo>
                  <a:lnTo>
                    <a:pt x="203634" y="615761"/>
                  </a:lnTo>
                  <a:lnTo>
                    <a:pt x="203433" y="617164"/>
                  </a:lnTo>
                  <a:lnTo>
                    <a:pt x="203240" y="618566"/>
                  </a:lnTo>
                  <a:lnTo>
                    <a:pt x="203056" y="619969"/>
                  </a:lnTo>
                  <a:lnTo>
                    <a:pt x="202879" y="621372"/>
                  </a:lnTo>
                  <a:lnTo>
                    <a:pt x="202710" y="622774"/>
                  </a:lnTo>
                  <a:lnTo>
                    <a:pt x="202548" y="624177"/>
                  </a:lnTo>
                  <a:lnTo>
                    <a:pt x="202394" y="625580"/>
                  </a:lnTo>
                  <a:lnTo>
                    <a:pt x="202249" y="626982"/>
                  </a:lnTo>
                  <a:lnTo>
                    <a:pt x="202112" y="628385"/>
                  </a:lnTo>
                  <a:lnTo>
                    <a:pt x="201981" y="629788"/>
                  </a:lnTo>
                  <a:lnTo>
                    <a:pt x="201857" y="631190"/>
                  </a:lnTo>
                  <a:lnTo>
                    <a:pt x="201741" y="632593"/>
                  </a:lnTo>
                  <a:lnTo>
                    <a:pt x="201632" y="633995"/>
                  </a:lnTo>
                  <a:lnTo>
                    <a:pt x="201530" y="635398"/>
                  </a:lnTo>
                  <a:lnTo>
                    <a:pt x="201433" y="636801"/>
                  </a:lnTo>
                  <a:lnTo>
                    <a:pt x="201342" y="638203"/>
                  </a:lnTo>
                  <a:lnTo>
                    <a:pt x="201258" y="639606"/>
                  </a:lnTo>
                  <a:lnTo>
                    <a:pt x="201179" y="641009"/>
                  </a:lnTo>
                  <a:lnTo>
                    <a:pt x="201105" y="642411"/>
                  </a:lnTo>
                  <a:lnTo>
                    <a:pt x="201036" y="643814"/>
                  </a:lnTo>
                  <a:lnTo>
                    <a:pt x="200972" y="645217"/>
                  </a:lnTo>
                  <a:lnTo>
                    <a:pt x="200912" y="646619"/>
                  </a:lnTo>
                  <a:lnTo>
                    <a:pt x="200858" y="648022"/>
                  </a:lnTo>
                  <a:lnTo>
                    <a:pt x="200807" y="649425"/>
                  </a:lnTo>
                  <a:lnTo>
                    <a:pt x="200759" y="650827"/>
                  </a:lnTo>
                  <a:lnTo>
                    <a:pt x="200716" y="652230"/>
                  </a:lnTo>
                  <a:lnTo>
                    <a:pt x="200677" y="653633"/>
                  </a:lnTo>
                  <a:lnTo>
                    <a:pt x="200642" y="655035"/>
                  </a:lnTo>
                  <a:lnTo>
                    <a:pt x="200610" y="656438"/>
                  </a:lnTo>
                  <a:lnTo>
                    <a:pt x="200581" y="657840"/>
                  </a:lnTo>
                  <a:lnTo>
                    <a:pt x="200556" y="659243"/>
                  </a:lnTo>
                  <a:lnTo>
                    <a:pt x="200534" y="660646"/>
                  </a:lnTo>
                  <a:lnTo>
                    <a:pt x="200516" y="662048"/>
                  </a:lnTo>
                  <a:lnTo>
                    <a:pt x="200501" y="663451"/>
                  </a:lnTo>
                  <a:lnTo>
                    <a:pt x="200489" y="664854"/>
                  </a:lnTo>
                  <a:lnTo>
                    <a:pt x="200480" y="666256"/>
                  </a:lnTo>
                  <a:lnTo>
                    <a:pt x="200474" y="667659"/>
                  </a:lnTo>
                  <a:lnTo>
                    <a:pt x="200471" y="669062"/>
                  </a:lnTo>
                  <a:lnTo>
                    <a:pt x="200471" y="670464"/>
                  </a:lnTo>
                  <a:lnTo>
                    <a:pt x="200473" y="671867"/>
                  </a:lnTo>
                  <a:lnTo>
                    <a:pt x="200478" y="673270"/>
                  </a:lnTo>
                  <a:lnTo>
                    <a:pt x="200486" y="674672"/>
                  </a:lnTo>
                  <a:lnTo>
                    <a:pt x="200496" y="676075"/>
                  </a:lnTo>
                  <a:lnTo>
                    <a:pt x="200507" y="677477"/>
                  </a:lnTo>
                  <a:lnTo>
                    <a:pt x="200520" y="678880"/>
                  </a:lnTo>
                  <a:lnTo>
                    <a:pt x="200535" y="680283"/>
                  </a:lnTo>
                  <a:lnTo>
                    <a:pt x="200551" y="681685"/>
                  </a:lnTo>
                  <a:lnTo>
                    <a:pt x="200568" y="683088"/>
                  </a:lnTo>
                  <a:lnTo>
                    <a:pt x="200586" y="684491"/>
                  </a:lnTo>
                  <a:lnTo>
                    <a:pt x="200603" y="685893"/>
                  </a:lnTo>
                  <a:lnTo>
                    <a:pt x="200621" y="687296"/>
                  </a:lnTo>
                  <a:lnTo>
                    <a:pt x="200637" y="688699"/>
                  </a:lnTo>
                  <a:lnTo>
                    <a:pt x="200652" y="690101"/>
                  </a:lnTo>
                  <a:lnTo>
                    <a:pt x="200666" y="691504"/>
                  </a:lnTo>
                  <a:lnTo>
                    <a:pt x="200677" y="692907"/>
                  </a:lnTo>
                  <a:lnTo>
                    <a:pt x="200686" y="694309"/>
                  </a:lnTo>
                  <a:lnTo>
                    <a:pt x="200691" y="695712"/>
                  </a:lnTo>
                  <a:lnTo>
                    <a:pt x="200693" y="697115"/>
                  </a:lnTo>
                  <a:lnTo>
                    <a:pt x="200691" y="698517"/>
                  </a:lnTo>
                  <a:lnTo>
                    <a:pt x="200685" y="699920"/>
                  </a:lnTo>
                  <a:lnTo>
                    <a:pt x="200673" y="701322"/>
                  </a:lnTo>
                  <a:lnTo>
                    <a:pt x="200656" y="702725"/>
                  </a:lnTo>
                  <a:lnTo>
                    <a:pt x="200634" y="704128"/>
                  </a:lnTo>
                  <a:lnTo>
                    <a:pt x="200606" y="705530"/>
                  </a:lnTo>
                  <a:lnTo>
                    <a:pt x="200572" y="706933"/>
                  </a:lnTo>
                  <a:lnTo>
                    <a:pt x="200531" y="708336"/>
                  </a:lnTo>
                  <a:lnTo>
                    <a:pt x="200484" y="709738"/>
                  </a:lnTo>
                  <a:lnTo>
                    <a:pt x="200431" y="711141"/>
                  </a:lnTo>
                  <a:lnTo>
                    <a:pt x="200373" y="712544"/>
                  </a:lnTo>
                  <a:lnTo>
                    <a:pt x="200308" y="713946"/>
                  </a:lnTo>
                  <a:lnTo>
                    <a:pt x="200237" y="715349"/>
                  </a:lnTo>
                  <a:lnTo>
                    <a:pt x="200160" y="716752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1" name="pg31">
              <a:extLst>
                <a:ext uri="{FF2B5EF4-FFF2-40B4-BE49-F238E27FC236}">
                  <a16:creationId xmlns:a16="http://schemas.microsoft.com/office/drawing/2014/main" id="{D2FD76AB-A2E8-0D15-4AA1-AC525841D101}"/>
                </a:ext>
              </a:extLst>
            </p:cNvPr>
            <p:cNvSpPr/>
            <p:nvPr/>
          </p:nvSpPr>
          <p:spPr>
            <a:xfrm>
              <a:off x="2305021" y="2016104"/>
              <a:ext cx="340903" cy="726096"/>
            </a:xfrm>
            <a:custGeom>
              <a:avLst/>
              <a:gdLst/>
              <a:ahLst/>
              <a:cxnLst/>
              <a:rect l="0" t="0" r="0" b="0"/>
              <a:pathLst>
                <a:path w="340903" h="726096">
                  <a:moveTo>
                    <a:pt x="164687" y="726096"/>
                  </a:moveTo>
                  <a:lnTo>
                    <a:pt x="164391" y="724675"/>
                  </a:lnTo>
                  <a:lnTo>
                    <a:pt x="164095" y="723254"/>
                  </a:lnTo>
                  <a:lnTo>
                    <a:pt x="163798" y="721833"/>
                  </a:lnTo>
                  <a:lnTo>
                    <a:pt x="163503" y="720412"/>
                  </a:lnTo>
                  <a:lnTo>
                    <a:pt x="163210" y="718991"/>
                  </a:lnTo>
                  <a:lnTo>
                    <a:pt x="162919" y="717570"/>
                  </a:lnTo>
                  <a:lnTo>
                    <a:pt x="162633" y="716150"/>
                  </a:lnTo>
                  <a:lnTo>
                    <a:pt x="162352" y="714729"/>
                  </a:lnTo>
                  <a:lnTo>
                    <a:pt x="162077" y="713308"/>
                  </a:lnTo>
                  <a:lnTo>
                    <a:pt x="161807" y="711887"/>
                  </a:lnTo>
                  <a:lnTo>
                    <a:pt x="161544" y="710466"/>
                  </a:lnTo>
                  <a:lnTo>
                    <a:pt x="161290" y="709045"/>
                  </a:lnTo>
                  <a:lnTo>
                    <a:pt x="161044" y="707624"/>
                  </a:lnTo>
                  <a:lnTo>
                    <a:pt x="160806" y="706203"/>
                  </a:lnTo>
                  <a:lnTo>
                    <a:pt x="160576" y="704782"/>
                  </a:lnTo>
                  <a:lnTo>
                    <a:pt x="160355" y="703361"/>
                  </a:lnTo>
                  <a:lnTo>
                    <a:pt x="160144" y="701940"/>
                  </a:lnTo>
                  <a:lnTo>
                    <a:pt x="159943" y="700519"/>
                  </a:lnTo>
                  <a:lnTo>
                    <a:pt x="159751" y="699098"/>
                  </a:lnTo>
                  <a:lnTo>
                    <a:pt x="159567" y="697677"/>
                  </a:lnTo>
                  <a:lnTo>
                    <a:pt x="159391" y="696256"/>
                  </a:lnTo>
                  <a:lnTo>
                    <a:pt x="159226" y="694836"/>
                  </a:lnTo>
                  <a:lnTo>
                    <a:pt x="159070" y="693415"/>
                  </a:lnTo>
                  <a:lnTo>
                    <a:pt x="158920" y="691994"/>
                  </a:lnTo>
                  <a:lnTo>
                    <a:pt x="158779" y="690573"/>
                  </a:lnTo>
                  <a:lnTo>
                    <a:pt x="158645" y="689152"/>
                  </a:lnTo>
                  <a:lnTo>
                    <a:pt x="158519" y="687731"/>
                  </a:lnTo>
                  <a:lnTo>
                    <a:pt x="158400" y="686310"/>
                  </a:lnTo>
                  <a:lnTo>
                    <a:pt x="158286" y="684889"/>
                  </a:lnTo>
                  <a:lnTo>
                    <a:pt x="158178" y="683468"/>
                  </a:lnTo>
                  <a:lnTo>
                    <a:pt x="158077" y="682047"/>
                  </a:lnTo>
                  <a:lnTo>
                    <a:pt x="157981" y="680626"/>
                  </a:lnTo>
                  <a:lnTo>
                    <a:pt x="157889" y="679205"/>
                  </a:lnTo>
                  <a:lnTo>
                    <a:pt x="157802" y="677784"/>
                  </a:lnTo>
                  <a:lnTo>
                    <a:pt x="157718" y="676363"/>
                  </a:lnTo>
                  <a:lnTo>
                    <a:pt x="157639" y="674942"/>
                  </a:lnTo>
                  <a:lnTo>
                    <a:pt x="157563" y="673522"/>
                  </a:lnTo>
                  <a:lnTo>
                    <a:pt x="157490" y="672101"/>
                  </a:lnTo>
                  <a:lnTo>
                    <a:pt x="157420" y="670680"/>
                  </a:lnTo>
                  <a:lnTo>
                    <a:pt x="157352" y="669259"/>
                  </a:lnTo>
                  <a:lnTo>
                    <a:pt x="157286" y="667838"/>
                  </a:lnTo>
                  <a:lnTo>
                    <a:pt x="157221" y="666417"/>
                  </a:lnTo>
                  <a:lnTo>
                    <a:pt x="157158" y="664996"/>
                  </a:lnTo>
                  <a:lnTo>
                    <a:pt x="157095" y="663575"/>
                  </a:lnTo>
                  <a:lnTo>
                    <a:pt x="157033" y="662154"/>
                  </a:lnTo>
                  <a:lnTo>
                    <a:pt x="156970" y="660733"/>
                  </a:lnTo>
                  <a:lnTo>
                    <a:pt x="156906" y="659312"/>
                  </a:lnTo>
                  <a:lnTo>
                    <a:pt x="156842" y="657891"/>
                  </a:lnTo>
                  <a:lnTo>
                    <a:pt x="156776" y="656470"/>
                  </a:lnTo>
                  <a:lnTo>
                    <a:pt x="156708" y="655049"/>
                  </a:lnTo>
                  <a:lnTo>
                    <a:pt x="156637" y="653628"/>
                  </a:lnTo>
                  <a:lnTo>
                    <a:pt x="156563" y="652208"/>
                  </a:lnTo>
                  <a:lnTo>
                    <a:pt x="156486" y="650787"/>
                  </a:lnTo>
                  <a:lnTo>
                    <a:pt x="156405" y="649366"/>
                  </a:lnTo>
                  <a:lnTo>
                    <a:pt x="156319" y="647945"/>
                  </a:lnTo>
                  <a:lnTo>
                    <a:pt x="156229" y="646524"/>
                  </a:lnTo>
                  <a:lnTo>
                    <a:pt x="156134" y="645103"/>
                  </a:lnTo>
                  <a:lnTo>
                    <a:pt x="156034" y="643682"/>
                  </a:lnTo>
                  <a:lnTo>
                    <a:pt x="155929" y="642261"/>
                  </a:lnTo>
                  <a:lnTo>
                    <a:pt x="155818" y="640840"/>
                  </a:lnTo>
                  <a:lnTo>
                    <a:pt x="155701" y="639419"/>
                  </a:lnTo>
                  <a:lnTo>
                    <a:pt x="155580" y="637998"/>
                  </a:lnTo>
                  <a:lnTo>
                    <a:pt x="155453" y="636577"/>
                  </a:lnTo>
                  <a:lnTo>
                    <a:pt x="155322" y="635156"/>
                  </a:lnTo>
                  <a:lnTo>
                    <a:pt x="155184" y="633735"/>
                  </a:lnTo>
                  <a:lnTo>
                    <a:pt x="155043" y="632314"/>
                  </a:lnTo>
                  <a:lnTo>
                    <a:pt x="154897" y="630894"/>
                  </a:lnTo>
                  <a:lnTo>
                    <a:pt x="154748" y="629473"/>
                  </a:lnTo>
                  <a:lnTo>
                    <a:pt x="154595" y="628052"/>
                  </a:lnTo>
                  <a:lnTo>
                    <a:pt x="154438" y="626631"/>
                  </a:lnTo>
                  <a:lnTo>
                    <a:pt x="154279" y="625210"/>
                  </a:lnTo>
                  <a:lnTo>
                    <a:pt x="154118" y="623789"/>
                  </a:lnTo>
                  <a:lnTo>
                    <a:pt x="153955" y="622368"/>
                  </a:lnTo>
                  <a:lnTo>
                    <a:pt x="153790" y="620947"/>
                  </a:lnTo>
                  <a:lnTo>
                    <a:pt x="153623" y="619526"/>
                  </a:lnTo>
                  <a:lnTo>
                    <a:pt x="153455" y="618105"/>
                  </a:lnTo>
                  <a:lnTo>
                    <a:pt x="153287" y="616684"/>
                  </a:lnTo>
                  <a:lnTo>
                    <a:pt x="153117" y="615263"/>
                  </a:lnTo>
                  <a:lnTo>
                    <a:pt x="152946" y="613842"/>
                  </a:lnTo>
                  <a:lnTo>
                    <a:pt x="152774" y="612421"/>
                  </a:lnTo>
                  <a:lnTo>
                    <a:pt x="152601" y="611001"/>
                  </a:lnTo>
                  <a:lnTo>
                    <a:pt x="152426" y="609580"/>
                  </a:lnTo>
                  <a:lnTo>
                    <a:pt x="152249" y="608159"/>
                  </a:lnTo>
                  <a:lnTo>
                    <a:pt x="152069" y="606738"/>
                  </a:lnTo>
                  <a:lnTo>
                    <a:pt x="151887" y="605317"/>
                  </a:lnTo>
                  <a:lnTo>
                    <a:pt x="151702" y="603896"/>
                  </a:lnTo>
                  <a:lnTo>
                    <a:pt x="151513" y="602475"/>
                  </a:lnTo>
                  <a:lnTo>
                    <a:pt x="151320" y="601054"/>
                  </a:lnTo>
                  <a:lnTo>
                    <a:pt x="151121" y="599633"/>
                  </a:lnTo>
                  <a:lnTo>
                    <a:pt x="150917" y="598212"/>
                  </a:lnTo>
                  <a:lnTo>
                    <a:pt x="150708" y="596791"/>
                  </a:lnTo>
                  <a:lnTo>
                    <a:pt x="150493" y="595370"/>
                  </a:lnTo>
                  <a:lnTo>
                    <a:pt x="150272" y="593949"/>
                  </a:lnTo>
                  <a:lnTo>
                    <a:pt x="150043" y="592528"/>
                  </a:lnTo>
                  <a:lnTo>
                    <a:pt x="149808" y="591107"/>
                  </a:lnTo>
                  <a:lnTo>
                    <a:pt x="149566" y="589687"/>
                  </a:lnTo>
                  <a:lnTo>
                    <a:pt x="149317" y="588266"/>
                  </a:lnTo>
                  <a:lnTo>
                    <a:pt x="149061" y="586845"/>
                  </a:lnTo>
                  <a:lnTo>
                    <a:pt x="148797" y="585424"/>
                  </a:lnTo>
                  <a:lnTo>
                    <a:pt x="148526" y="584003"/>
                  </a:lnTo>
                  <a:lnTo>
                    <a:pt x="148249" y="582582"/>
                  </a:lnTo>
                  <a:lnTo>
                    <a:pt x="147967" y="581161"/>
                  </a:lnTo>
                  <a:lnTo>
                    <a:pt x="147677" y="579740"/>
                  </a:lnTo>
                  <a:lnTo>
                    <a:pt x="147381" y="578319"/>
                  </a:lnTo>
                  <a:lnTo>
                    <a:pt x="147080" y="576898"/>
                  </a:lnTo>
                  <a:lnTo>
                    <a:pt x="146774" y="575477"/>
                  </a:lnTo>
                  <a:lnTo>
                    <a:pt x="146463" y="574056"/>
                  </a:lnTo>
                  <a:lnTo>
                    <a:pt x="146147" y="572635"/>
                  </a:lnTo>
                  <a:lnTo>
                    <a:pt x="145826" y="571214"/>
                  </a:lnTo>
                  <a:lnTo>
                    <a:pt x="145500" y="569793"/>
                  </a:lnTo>
                  <a:lnTo>
                    <a:pt x="145170" y="568373"/>
                  </a:lnTo>
                  <a:lnTo>
                    <a:pt x="144836" y="566952"/>
                  </a:lnTo>
                  <a:lnTo>
                    <a:pt x="144496" y="565531"/>
                  </a:lnTo>
                  <a:lnTo>
                    <a:pt x="144152" y="564110"/>
                  </a:lnTo>
                  <a:lnTo>
                    <a:pt x="143802" y="562689"/>
                  </a:lnTo>
                  <a:lnTo>
                    <a:pt x="143448" y="561268"/>
                  </a:lnTo>
                  <a:lnTo>
                    <a:pt x="143088" y="559847"/>
                  </a:lnTo>
                  <a:lnTo>
                    <a:pt x="142720" y="558426"/>
                  </a:lnTo>
                  <a:lnTo>
                    <a:pt x="142347" y="557005"/>
                  </a:lnTo>
                  <a:lnTo>
                    <a:pt x="141966" y="555584"/>
                  </a:lnTo>
                  <a:lnTo>
                    <a:pt x="141579" y="554163"/>
                  </a:lnTo>
                  <a:lnTo>
                    <a:pt x="141184" y="552742"/>
                  </a:lnTo>
                  <a:lnTo>
                    <a:pt x="140779" y="551321"/>
                  </a:lnTo>
                  <a:lnTo>
                    <a:pt x="140367" y="549900"/>
                  </a:lnTo>
                  <a:lnTo>
                    <a:pt x="139947" y="548479"/>
                  </a:lnTo>
                  <a:lnTo>
                    <a:pt x="139518" y="547059"/>
                  </a:lnTo>
                  <a:lnTo>
                    <a:pt x="139078" y="545638"/>
                  </a:lnTo>
                  <a:lnTo>
                    <a:pt x="138630" y="544217"/>
                  </a:lnTo>
                  <a:lnTo>
                    <a:pt x="138173" y="542796"/>
                  </a:lnTo>
                  <a:lnTo>
                    <a:pt x="137708" y="541375"/>
                  </a:lnTo>
                  <a:lnTo>
                    <a:pt x="137234" y="539954"/>
                  </a:lnTo>
                  <a:lnTo>
                    <a:pt x="136751" y="538533"/>
                  </a:lnTo>
                  <a:lnTo>
                    <a:pt x="136260" y="537112"/>
                  </a:lnTo>
                  <a:lnTo>
                    <a:pt x="135763" y="535691"/>
                  </a:lnTo>
                  <a:lnTo>
                    <a:pt x="135259" y="534270"/>
                  </a:lnTo>
                  <a:lnTo>
                    <a:pt x="134748" y="532849"/>
                  </a:lnTo>
                  <a:lnTo>
                    <a:pt x="134231" y="531428"/>
                  </a:lnTo>
                  <a:lnTo>
                    <a:pt x="133710" y="530007"/>
                  </a:lnTo>
                  <a:lnTo>
                    <a:pt x="133185" y="528586"/>
                  </a:lnTo>
                  <a:lnTo>
                    <a:pt x="132656" y="527165"/>
                  </a:lnTo>
                  <a:lnTo>
                    <a:pt x="132123" y="525745"/>
                  </a:lnTo>
                  <a:lnTo>
                    <a:pt x="131588" y="524324"/>
                  </a:lnTo>
                  <a:lnTo>
                    <a:pt x="131051" y="522903"/>
                  </a:lnTo>
                  <a:lnTo>
                    <a:pt x="130513" y="521482"/>
                  </a:lnTo>
                  <a:lnTo>
                    <a:pt x="129974" y="520061"/>
                  </a:lnTo>
                  <a:lnTo>
                    <a:pt x="129433" y="518640"/>
                  </a:lnTo>
                  <a:lnTo>
                    <a:pt x="128892" y="517219"/>
                  </a:lnTo>
                  <a:lnTo>
                    <a:pt x="128351" y="515798"/>
                  </a:lnTo>
                  <a:lnTo>
                    <a:pt x="127809" y="514377"/>
                  </a:lnTo>
                  <a:lnTo>
                    <a:pt x="127268" y="512956"/>
                  </a:lnTo>
                  <a:lnTo>
                    <a:pt x="126725" y="511535"/>
                  </a:lnTo>
                  <a:lnTo>
                    <a:pt x="126182" y="510114"/>
                  </a:lnTo>
                  <a:lnTo>
                    <a:pt x="125639" y="508693"/>
                  </a:lnTo>
                  <a:lnTo>
                    <a:pt x="125094" y="507272"/>
                  </a:lnTo>
                  <a:lnTo>
                    <a:pt x="124548" y="505851"/>
                  </a:lnTo>
                  <a:lnTo>
                    <a:pt x="124000" y="504431"/>
                  </a:lnTo>
                  <a:lnTo>
                    <a:pt x="123449" y="503010"/>
                  </a:lnTo>
                  <a:lnTo>
                    <a:pt x="122895" y="501589"/>
                  </a:lnTo>
                  <a:lnTo>
                    <a:pt x="122338" y="500168"/>
                  </a:lnTo>
                  <a:lnTo>
                    <a:pt x="121777" y="498747"/>
                  </a:lnTo>
                  <a:lnTo>
                    <a:pt x="121209" y="497326"/>
                  </a:lnTo>
                  <a:lnTo>
                    <a:pt x="120635" y="495905"/>
                  </a:lnTo>
                  <a:lnTo>
                    <a:pt x="120055" y="494484"/>
                  </a:lnTo>
                  <a:lnTo>
                    <a:pt x="119467" y="493063"/>
                  </a:lnTo>
                  <a:lnTo>
                    <a:pt x="118869" y="491642"/>
                  </a:lnTo>
                  <a:lnTo>
                    <a:pt x="118258" y="490221"/>
                  </a:lnTo>
                  <a:lnTo>
                    <a:pt x="117636" y="488800"/>
                  </a:lnTo>
                  <a:lnTo>
                    <a:pt x="117001" y="487379"/>
                  </a:lnTo>
                  <a:lnTo>
                    <a:pt x="116351" y="485958"/>
                  </a:lnTo>
                  <a:lnTo>
                    <a:pt x="115682" y="484538"/>
                  </a:lnTo>
                  <a:lnTo>
                    <a:pt x="114992" y="483117"/>
                  </a:lnTo>
                  <a:lnTo>
                    <a:pt x="114282" y="481696"/>
                  </a:lnTo>
                  <a:lnTo>
                    <a:pt x="113550" y="480275"/>
                  </a:lnTo>
                  <a:lnTo>
                    <a:pt x="112793" y="478854"/>
                  </a:lnTo>
                  <a:lnTo>
                    <a:pt x="112002" y="477433"/>
                  </a:lnTo>
                  <a:lnTo>
                    <a:pt x="111180" y="476012"/>
                  </a:lnTo>
                  <a:lnTo>
                    <a:pt x="110325" y="474591"/>
                  </a:lnTo>
                  <a:lnTo>
                    <a:pt x="109437" y="473170"/>
                  </a:lnTo>
                  <a:lnTo>
                    <a:pt x="108511" y="471749"/>
                  </a:lnTo>
                  <a:lnTo>
                    <a:pt x="107533" y="470328"/>
                  </a:lnTo>
                  <a:lnTo>
                    <a:pt x="106513" y="468907"/>
                  </a:lnTo>
                  <a:lnTo>
                    <a:pt x="105447" y="467486"/>
                  </a:lnTo>
                  <a:lnTo>
                    <a:pt x="104336" y="466065"/>
                  </a:lnTo>
                  <a:lnTo>
                    <a:pt x="103171" y="464644"/>
                  </a:lnTo>
                  <a:lnTo>
                    <a:pt x="101942" y="463224"/>
                  </a:lnTo>
                  <a:lnTo>
                    <a:pt x="100660" y="461803"/>
                  </a:lnTo>
                  <a:lnTo>
                    <a:pt x="99325" y="460382"/>
                  </a:lnTo>
                  <a:lnTo>
                    <a:pt x="97935" y="458961"/>
                  </a:lnTo>
                  <a:lnTo>
                    <a:pt x="96478" y="457540"/>
                  </a:lnTo>
                  <a:lnTo>
                    <a:pt x="94957" y="456119"/>
                  </a:lnTo>
                  <a:lnTo>
                    <a:pt x="93379" y="454698"/>
                  </a:lnTo>
                  <a:lnTo>
                    <a:pt x="91747" y="453277"/>
                  </a:lnTo>
                  <a:lnTo>
                    <a:pt x="90060" y="451856"/>
                  </a:lnTo>
                  <a:lnTo>
                    <a:pt x="88307" y="450435"/>
                  </a:lnTo>
                  <a:lnTo>
                    <a:pt x="86499" y="449014"/>
                  </a:lnTo>
                  <a:lnTo>
                    <a:pt x="84645" y="447593"/>
                  </a:lnTo>
                  <a:lnTo>
                    <a:pt x="82745" y="446172"/>
                  </a:lnTo>
                  <a:lnTo>
                    <a:pt x="80804" y="444751"/>
                  </a:lnTo>
                  <a:lnTo>
                    <a:pt x="78813" y="443330"/>
                  </a:lnTo>
                  <a:lnTo>
                    <a:pt x="76790" y="441910"/>
                  </a:lnTo>
                  <a:lnTo>
                    <a:pt x="74740" y="440489"/>
                  </a:lnTo>
                  <a:lnTo>
                    <a:pt x="72667" y="439068"/>
                  </a:lnTo>
                  <a:lnTo>
                    <a:pt x="70575" y="437647"/>
                  </a:lnTo>
                  <a:lnTo>
                    <a:pt x="68468" y="436226"/>
                  </a:lnTo>
                  <a:lnTo>
                    <a:pt x="66356" y="434805"/>
                  </a:lnTo>
                  <a:lnTo>
                    <a:pt x="64245" y="433384"/>
                  </a:lnTo>
                  <a:lnTo>
                    <a:pt x="62138" y="431963"/>
                  </a:lnTo>
                  <a:lnTo>
                    <a:pt x="60043" y="430542"/>
                  </a:lnTo>
                  <a:lnTo>
                    <a:pt x="57970" y="429121"/>
                  </a:lnTo>
                  <a:lnTo>
                    <a:pt x="55920" y="427700"/>
                  </a:lnTo>
                  <a:lnTo>
                    <a:pt x="53898" y="426279"/>
                  </a:lnTo>
                  <a:lnTo>
                    <a:pt x="51907" y="424858"/>
                  </a:lnTo>
                  <a:lnTo>
                    <a:pt x="49961" y="423437"/>
                  </a:lnTo>
                  <a:lnTo>
                    <a:pt x="48062" y="422016"/>
                  </a:lnTo>
                  <a:lnTo>
                    <a:pt x="46208" y="420596"/>
                  </a:lnTo>
                  <a:lnTo>
                    <a:pt x="44289" y="419083"/>
                  </a:lnTo>
                  <a:lnTo>
                    <a:pt x="42645" y="417754"/>
                  </a:lnTo>
                  <a:lnTo>
                    <a:pt x="40955" y="416333"/>
                  </a:lnTo>
                  <a:lnTo>
                    <a:pt x="39325" y="414912"/>
                  </a:lnTo>
                  <a:lnTo>
                    <a:pt x="37749" y="413491"/>
                  </a:lnTo>
                  <a:lnTo>
                    <a:pt x="36229" y="412070"/>
                  </a:lnTo>
                  <a:lnTo>
                    <a:pt x="34765" y="410649"/>
                  </a:lnTo>
                  <a:lnTo>
                    <a:pt x="33377" y="409228"/>
                  </a:lnTo>
                  <a:lnTo>
                    <a:pt x="32042" y="407807"/>
                  </a:lnTo>
                  <a:lnTo>
                    <a:pt x="30762" y="406386"/>
                  </a:lnTo>
                  <a:lnTo>
                    <a:pt x="29533" y="404965"/>
                  </a:lnTo>
                  <a:lnTo>
                    <a:pt x="28358" y="403544"/>
                  </a:lnTo>
                  <a:lnTo>
                    <a:pt x="27244" y="402123"/>
                  </a:lnTo>
                  <a:lnTo>
                    <a:pt x="26174" y="400702"/>
                  </a:lnTo>
                  <a:lnTo>
                    <a:pt x="25147" y="399282"/>
                  </a:lnTo>
                  <a:lnTo>
                    <a:pt x="24160" y="397861"/>
                  </a:lnTo>
                  <a:lnTo>
                    <a:pt x="23215" y="396440"/>
                  </a:lnTo>
                  <a:lnTo>
                    <a:pt x="22309" y="395019"/>
                  </a:lnTo>
                  <a:lnTo>
                    <a:pt x="21433" y="393598"/>
                  </a:lnTo>
                  <a:lnTo>
                    <a:pt x="20584" y="392177"/>
                  </a:lnTo>
                  <a:lnTo>
                    <a:pt x="19760" y="390756"/>
                  </a:lnTo>
                  <a:lnTo>
                    <a:pt x="18961" y="389335"/>
                  </a:lnTo>
                  <a:lnTo>
                    <a:pt x="18182" y="387914"/>
                  </a:lnTo>
                  <a:lnTo>
                    <a:pt x="17418" y="386493"/>
                  </a:lnTo>
                  <a:lnTo>
                    <a:pt x="16667" y="385072"/>
                  </a:lnTo>
                  <a:lnTo>
                    <a:pt x="15927" y="383651"/>
                  </a:lnTo>
                  <a:lnTo>
                    <a:pt x="15198" y="382230"/>
                  </a:lnTo>
                  <a:lnTo>
                    <a:pt x="14475" y="380809"/>
                  </a:lnTo>
                  <a:lnTo>
                    <a:pt x="13757" y="379388"/>
                  </a:lnTo>
                  <a:lnTo>
                    <a:pt x="13043" y="377968"/>
                  </a:lnTo>
                  <a:lnTo>
                    <a:pt x="12332" y="376547"/>
                  </a:lnTo>
                  <a:lnTo>
                    <a:pt x="11624" y="375126"/>
                  </a:lnTo>
                  <a:lnTo>
                    <a:pt x="10918" y="373705"/>
                  </a:lnTo>
                  <a:lnTo>
                    <a:pt x="10214" y="372284"/>
                  </a:lnTo>
                  <a:lnTo>
                    <a:pt x="9513" y="370863"/>
                  </a:lnTo>
                  <a:lnTo>
                    <a:pt x="8816" y="369442"/>
                  </a:lnTo>
                  <a:lnTo>
                    <a:pt x="8125" y="368021"/>
                  </a:lnTo>
                  <a:lnTo>
                    <a:pt x="7441" y="366600"/>
                  </a:lnTo>
                  <a:lnTo>
                    <a:pt x="6766" y="365179"/>
                  </a:lnTo>
                  <a:lnTo>
                    <a:pt x="6101" y="363758"/>
                  </a:lnTo>
                  <a:lnTo>
                    <a:pt x="5451" y="362337"/>
                  </a:lnTo>
                  <a:lnTo>
                    <a:pt x="4820" y="360916"/>
                  </a:lnTo>
                  <a:lnTo>
                    <a:pt x="4210" y="359495"/>
                  </a:lnTo>
                  <a:lnTo>
                    <a:pt x="3622" y="358075"/>
                  </a:lnTo>
                  <a:lnTo>
                    <a:pt x="3060" y="356654"/>
                  </a:lnTo>
                  <a:lnTo>
                    <a:pt x="2536" y="355233"/>
                  </a:lnTo>
                  <a:lnTo>
                    <a:pt x="2051" y="353812"/>
                  </a:lnTo>
                  <a:lnTo>
                    <a:pt x="1604" y="352391"/>
                  </a:lnTo>
                  <a:lnTo>
                    <a:pt x="1200" y="350970"/>
                  </a:lnTo>
                  <a:lnTo>
                    <a:pt x="842" y="349549"/>
                  </a:lnTo>
                  <a:lnTo>
                    <a:pt x="533" y="348014"/>
                  </a:lnTo>
                  <a:lnTo>
                    <a:pt x="320" y="346707"/>
                  </a:lnTo>
                  <a:lnTo>
                    <a:pt x="148" y="345286"/>
                  </a:lnTo>
                  <a:lnTo>
                    <a:pt x="39" y="343865"/>
                  </a:lnTo>
                  <a:lnTo>
                    <a:pt x="0" y="342444"/>
                  </a:lnTo>
                  <a:lnTo>
                    <a:pt x="53" y="341023"/>
                  </a:lnTo>
                  <a:lnTo>
                    <a:pt x="182" y="339602"/>
                  </a:lnTo>
                  <a:lnTo>
                    <a:pt x="388" y="338181"/>
                  </a:lnTo>
                  <a:lnTo>
                    <a:pt x="673" y="336761"/>
                  </a:lnTo>
                  <a:lnTo>
                    <a:pt x="1051" y="335340"/>
                  </a:lnTo>
                  <a:lnTo>
                    <a:pt x="1532" y="333919"/>
                  </a:lnTo>
                  <a:lnTo>
                    <a:pt x="2098" y="332498"/>
                  </a:lnTo>
                  <a:lnTo>
                    <a:pt x="2751" y="331077"/>
                  </a:lnTo>
                  <a:lnTo>
                    <a:pt x="3490" y="329656"/>
                  </a:lnTo>
                  <a:lnTo>
                    <a:pt x="4334" y="328235"/>
                  </a:lnTo>
                  <a:lnTo>
                    <a:pt x="5277" y="326814"/>
                  </a:lnTo>
                  <a:lnTo>
                    <a:pt x="6305" y="325393"/>
                  </a:lnTo>
                  <a:lnTo>
                    <a:pt x="7416" y="323972"/>
                  </a:lnTo>
                  <a:lnTo>
                    <a:pt x="8610" y="322551"/>
                  </a:lnTo>
                  <a:lnTo>
                    <a:pt x="9905" y="321130"/>
                  </a:lnTo>
                  <a:lnTo>
                    <a:pt x="11282" y="319709"/>
                  </a:lnTo>
                  <a:lnTo>
                    <a:pt x="12731" y="318288"/>
                  </a:lnTo>
                  <a:lnTo>
                    <a:pt x="14250" y="316867"/>
                  </a:lnTo>
                  <a:lnTo>
                    <a:pt x="15835" y="315447"/>
                  </a:lnTo>
                  <a:lnTo>
                    <a:pt x="17503" y="314026"/>
                  </a:lnTo>
                  <a:lnTo>
                    <a:pt x="19226" y="312605"/>
                  </a:lnTo>
                  <a:lnTo>
                    <a:pt x="21000" y="311184"/>
                  </a:lnTo>
                  <a:lnTo>
                    <a:pt x="22821" y="309763"/>
                  </a:lnTo>
                  <a:lnTo>
                    <a:pt x="24688" y="308342"/>
                  </a:lnTo>
                  <a:lnTo>
                    <a:pt x="26602" y="306921"/>
                  </a:lnTo>
                  <a:lnTo>
                    <a:pt x="28545" y="305500"/>
                  </a:lnTo>
                  <a:lnTo>
                    <a:pt x="30515" y="304079"/>
                  </a:lnTo>
                  <a:lnTo>
                    <a:pt x="32507" y="302658"/>
                  </a:lnTo>
                  <a:lnTo>
                    <a:pt x="34518" y="301237"/>
                  </a:lnTo>
                  <a:lnTo>
                    <a:pt x="36543" y="299816"/>
                  </a:lnTo>
                  <a:lnTo>
                    <a:pt x="38574" y="298395"/>
                  </a:lnTo>
                  <a:lnTo>
                    <a:pt x="40609" y="296974"/>
                  </a:lnTo>
                  <a:lnTo>
                    <a:pt x="42643" y="295553"/>
                  </a:lnTo>
                  <a:lnTo>
                    <a:pt x="44672" y="294133"/>
                  </a:lnTo>
                  <a:lnTo>
                    <a:pt x="46691" y="292712"/>
                  </a:lnTo>
                  <a:lnTo>
                    <a:pt x="48698" y="291291"/>
                  </a:lnTo>
                  <a:lnTo>
                    <a:pt x="50692" y="289870"/>
                  </a:lnTo>
                  <a:lnTo>
                    <a:pt x="52671" y="288449"/>
                  </a:lnTo>
                  <a:lnTo>
                    <a:pt x="54625" y="287028"/>
                  </a:lnTo>
                  <a:lnTo>
                    <a:pt x="56558" y="285607"/>
                  </a:lnTo>
                  <a:lnTo>
                    <a:pt x="58469" y="284186"/>
                  </a:lnTo>
                  <a:lnTo>
                    <a:pt x="60357" y="282765"/>
                  </a:lnTo>
                  <a:lnTo>
                    <a:pt x="62221" y="281344"/>
                  </a:lnTo>
                  <a:lnTo>
                    <a:pt x="64052" y="279923"/>
                  </a:lnTo>
                  <a:lnTo>
                    <a:pt x="65856" y="278502"/>
                  </a:lnTo>
                  <a:lnTo>
                    <a:pt x="67635" y="277081"/>
                  </a:lnTo>
                  <a:lnTo>
                    <a:pt x="68129" y="276681"/>
                  </a:lnTo>
                  <a:lnTo>
                    <a:pt x="69387" y="275660"/>
                  </a:lnTo>
                  <a:lnTo>
                    <a:pt x="71110" y="274239"/>
                  </a:lnTo>
                  <a:lnTo>
                    <a:pt x="72798" y="272819"/>
                  </a:lnTo>
                  <a:lnTo>
                    <a:pt x="74459" y="271398"/>
                  </a:lnTo>
                  <a:lnTo>
                    <a:pt x="76092" y="269977"/>
                  </a:lnTo>
                  <a:lnTo>
                    <a:pt x="77697" y="268556"/>
                  </a:lnTo>
                  <a:lnTo>
                    <a:pt x="79269" y="267135"/>
                  </a:lnTo>
                  <a:lnTo>
                    <a:pt x="80807" y="265714"/>
                  </a:lnTo>
                  <a:lnTo>
                    <a:pt x="82316" y="264293"/>
                  </a:lnTo>
                  <a:lnTo>
                    <a:pt x="83795" y="262872"/>
                  </a:lnTo>
                  <a:lnTo>
                    <a:pt x="85245" y="261451"/>
                  </a:lnTo>
                  <a:lnTo>
                    <a:pt x="86657" y="260030"/>
                  </a:lnTo>
                  <a:lnTo>
                    <a:pt x="88033" y="258609"/>
                  </a:lnTo>
                  <a:lnTo>
                    <a:pt x="89378" y="257188"/>
                  </a:lnTo>
                  <a:lnTo>
                    <a:pt x="90690" y="255767"/>
                  </a:lnTo>
                  <a:lnTo>
                    <a:pt x="91969" y="254346"/>
                  </a:lnTo>
                  <a:lnTo>
                    <a:pt x="93202" y="252925"/>
                  </a:lnTo>
                  <a:lnTo>
                    <a:pt x="94400" y="251505"/>
                  </a:lnTo>
                  <a:lnTo>
                    <a:pt x="95562" y="250084"/>
                  </a:lnTo>
                  <a:lnTo>
                    <a:pt x="96688" y="248663"/>
                  </a:lnTo>
                  <a:lnTo>
                    <a:pt x="97776" y="247242"/>
                  </a:lnTo>
                  <a:lnTo>
                    <a:pt x="98816" y="245821"/>
                  </a:lnTo>
                  <a:lnTo>
                    <a:pt x="99818" y="244400"/>
                  </a:lnTo>
                  <a:lnTo>
                    <a:pt x="100784" y="242979"/>
                  </a:lnTo>
                  <a:lnTo>
                    <a:pt x="101712" y="241558"/>
                  </a:lnTo>
                  <a:lnTo>
                    <a:pt x="102599" y="240137"/>
                  </a:lnTo>
                  <a:lnTo>
                    <a:pt x="103440" y="238716"/>
                  </a:lnTo>
                  <a:lnTo>
                    <a:pt x="104246" y="237295"/>
                  </a:lnTo>
                  <a:lnTo>
                    <a:pt x="105016" y="235874"/>
                  </a:lnTo>
                  <a:lnTo>
                    <a:pt x="105752" y="234453"/>
                  </a:lnTo>
                  <a:lnTo>
                    <a:pt x="106447" y="233032"/>
                  </a:lnTo>
                  <a:lnTo>
                    <a:pt x="107105" y="231612"/>
                  </a:lnTo>
                  <a:lnTo>
                    <a:pt x="107731" y="230191"/>
                  </a:lnTo>
                  <a:lnTo>
                    <a:pt x="108328" y="228770"/>
                  </a:lnTo>
                  <a:lnTo>
                    <a:pt x="108895" y="227349"/>
                  </a:lnTo>
                  <a:lnTo>
                    <a:pt x="109427" y="225928"/>
                  </a:lnTo>
                  <a:lnTo>
                    <a:pt x="109932" y="224507"/>
                  </a:lnTo>
                  <a:lnTo>
                    <a:pt x="110412" y="223086"/>
                  </a:lnTo>
                  <a:lnTo>
                    <a:pt x="110868" y="221665"/>
                  </a:lnTo>
                  <a:lnTo>
                    <a:pt x="111302" y="220244"/>
                  </a:lnTo>
                  <a:lnTo>
                    <a:pt x="111708" y="218823"/>
                  </a:lnTo>
                  <a:lnTo>
                    <a:pt x="112094" y="217402"/>
                  </a:lnTo>
                  <a:lnTo>
                    <a:pt x="112461" y="215981"/>
                  </a:lnTo>
                  <a:lnTo>
                    <a:pt x="112811" y="214560"/>
                  </a:lnTo>
                  <a:lnTo>
                    <a:pt x="113141" y="213139"/>
                  </a:lnTo>
                  <a:lnTo>
                    <a:pt x="113451" y="211718"/>
                  </a:lnTo>
                  <a:lnTo>
                    <a:pt x="113745" y="210298"/>
                  </a:lnTo>
                  <a:lnTo>
                    <a:pt x="114025" y="208877"/>
                  </a:lnTo>
                  <a:lnTo>
                    <a:pt x="114289" y="207456"/>
                  </a:lnTo>
                  <a:lnTo>
                    <a:pt x="114537" y="206035"/>
                  </a:lnTo>
                  <a:lnTo>
                    <a:pt x="114769" y="204614"/>
                  </a:lnTo>
                  <a:lnTo>
                    <a:pt x="114989" y="203193"/>
                  </a:lnTo>
                  <a:lnTo>
                    <a:pt x="115195" y="201772"/>
                  </a:lnTo>
                  <a:lnTo>
                    <a:pt x="115390" y="200351"/>
                  </a:lnTo>
                  <a:lnTo>
                    <a:pt x="115571" y="198930"/>
                  </a:lnTo>
                  <a:lnTo>
                    <a:pt x="115740" y="197509"/>
                  </a:lnTo>
                  <a:lnTo>
                    <a:pt x="115900" y="196088"/>
                  </a:lnTo>
                  <a:lnTo>
                    <a:pt x="116052" y="194667"/>
                  </a:lnTo>
                  <a:lnTo>
                    <a:pt x="116197" y="193246"/>
                  </a:lnTo>
                  <a:lnTo>
                    <a:pt x="116334" y="191825"/>
                  </a:lnTo>
                  <a:lnTo>
                    <a:pt x="116468" y="190404"/>
                  </a:lnTo>
                  <a:lnTo>
                    <a:pt x="116599" y="188984"/>
                  </a:lnTo>
                  <a:lnTo>
                    <a:pt x="116730" y="187563"/>
                  </a:lnTo>
                  <a:lnTo>
                    <a:pt x="116863" y="186142"/>
                  </a:lnTo>
                  <a:lnTo>
                    <a:pt x="117000" y="184721"/>
                  </a:lnTo>
                  <a:lnTo>
                    <a:pt x="117144" y="183300"/>
                  </a:lnTo>
                  <a:lnTo>
                    <a:pt x="117297" y="181879"/>
                  </a:lnTo>
                  <a:lnTo>
                    <a:pt x="117461" y="180458"/>
                  </a:lnTo>
                  <a:lnTo>
                    <a:pt x="117638" y="179037"/>
                  </a:lnTo>
                  <a:lnTo>
                    <a:pt x="117835" y="177616"/>
                  </a:lnTo>
                  <a:lnTo>
                    <a:pt x="118050" y="176195"/>
                  </a:lnTo>
                  <a:lnTo>
                    <a:pt x="118285" y="174774"/>
                  </a:lnTo>
                  <a:lnTo>
                    <a:pt x="118541" y="173353"/>
                  </a:lnTo>
                  <a:lnTo>
                    <a:pt x="118824" y="171932"/>
                  </a:lnTo>
                  <a:lnTo>
                    <a:pt x="119138" y="170511"/>
                  </a:lnTo>
                  <a:lnTo>
                    <a:pt x="119477" y="169090"/>
                  </a:lnTo>
                  <a:lnTo>
                    <a:pt x="119844" y="167670"/>
                  </a:lnTo>
                  <a:lnTo>
                    <a:pt x="120238" y="166249"/>
                  </a:lnTo>
                  <a:lnTo>
                    <a:pt x="120667" y="164828"/>
                  </a:lnTo>
                  <a:lnTo>
                    <a:pt x="121127" y="163407"/>
                  </a:lnTo>
                  <a:lnTo>
                    <a:pt x="121614" y="161986"/>
                  </a:lnTo>
                  <a:lnTo>
                    <a:pt x="122128" y="160565"/>
                  </a:lnTo>
                  <a:lnTo>
                    <a:pt x="122668" y="159144"/>
                  </a:lnTo>
                  <a:lnTo>
                    <a:pt x="123240" y="157723"/>
                  </a:lnTo>
                  <a:lnTo>
                    <a:pt x="123835" y="156302"/>
                  </a:lnTo>
                  <a:lnTo>
                    <a:pt x="124451" y="154881"/>
                  </a:lnTo>
                  <a:lnTo>
                    <a:pt x="125085" y="153460"/>
                  </a:lnTo>
                  <a:lnTo>
                    <a:pt x="125736" y="152039"/>
                  </a:lnTo>
                  <a:lnTo>
                    <a:pt x="126405" y="150618"/>
                  </a:lnTo>
                  <a:lnTo>
                    <a:pt x="127084" y="149197"/>
                  </a:lnTo>
                  <a:lnTo>
                    <a:pt x="127772" y="147776"/>
                  </a:lnTo>
                  <a:lnTo>
                    <a:pt x="128465" y="146356"/>
                  </a:lnTo>
                  <a:lnTo>
                    <a:pt x="129162" y="144935"/>
                  </a:lnTo>
                  <a:lnTo>
                    <a:pt x="129859" y="143514"/>
                  </a:lnTo>
                  <a:lnTo>
                    <a:pt x="130554" y="142093"/>
                  </a:lnTo>
                  <a:lnTo>
                    <a:pt x="131243" y="140672"/>
                  </a:lnTo>
                  <a:lnTo>
                    <a:pt x="131927" y="139251"/>
                  </a:lnTo>
                  <a:lnTo>
                    <a:pt x="132600" y="137830"/>
                  </a:lnTo>
                  <a:lnTo>
                    <a:pt x="133261" y="136409"/>
                  </a:lnTo>
                  <a:lnTo>
                    <a:pt x="133910" y="134988"/>
                  </a:lnTo>
                  <a:lnTo>
                    <a:pt x="134546" y="133567"/>
                  </a:lnTo>
                  <a:lnTo>
                    <a:pt x="135169" y="132146"/>
                  </a:lnTo>
                  <a:lnTo>
                    <a:pt x="135773" y="130725"/>
                  </a:lnTo>
                  <a:lnTo>
                    <a:pt x="136361" y="129304"/>
                  </a:lnTo>
                  <a:lnTo>
                    <a:pt x="136933" y="127883"/>
                  </a:lnTo>
                  <a:lnTo>
                    <a:pt x="137491" y="126462"/>
                  </a:lnTo>
                  <a:lnTo>
                    <a:pt x="138034" y="125042"/>
                  </a:lnTo>
                  <a:lnTo>
                    <a:pt x="138558" y="123621"/>
                  </a:lnTo>
                  <a:lnTo>
                    <a:pt x="139069" y="122200"/>
                  </a:lnTo>
                  <a:lnTo>
                    <a:pt x="139567" y="120779"/>
                  </a:lnTo>
                  <a:lnTo>
                    <a:pt x="140054" y="119358"/>
                  </a:lnTo>
                  <a:lnTo>
                    <a:pt x="140528" y="117937"/>
                  </a:lnTo>
                  <a:lnTo>
                    <a:pt x="140990" y="116516"/>
                  </a:lnTo>
                  <a:lnTo>
                    <a:pt x="141443" y="115095"/>
                  </a:lnTo>
                  <a:lnTo>
                    <a:pt x="141889" y="113674"/>
                  </a:lnTo>
                  <a:lnTo>
                    <a:pt x="142327" y="112253"/>
                  </a:lnTo>
                  <a:lnTo>
                    <a:pt x="142758" y="110832"/>
                  </a:lnTo>
                  <a:lnTo>
                    <a:pt x="143183" y="109411"/>
                  </a:lnTo>
                  <a:lnTo>
                    <a:pt x="143603" y="107990"/>
                  </a:lnTo>
                  <a:lnTo>
                    <a:pt x="144018" y="106569"/>
                  </a:lnTo>
                  <a:lnTo>
                    <a:pt x="144430" y="105149"/>
                  </a:lnTo>
                  <a:lnTo>
                    <a:pt x="144836" y="103728"/>
                  </a:lnTo>
                  <a:lnTo>
                    <a:pt x="145239" y="102307"/>
                  </a:lnTo>
                  <a:lnTo>
                    <a:pt x="145637" y="100886"/>
                  </a:lnTo>
                  <a:lnTo>
                    <a:pt x="146031" y="99465"/>
                  </a:lnTo>
                  <a:lnTo>
                    <a:pt x="146421" y="98044"/>
                  </a:lnTo>
                  <a:lnTo>
                    <a:pt x="146805" y="96623"/>
                  </a:lnTo>
                  <a:lnTo>
                    <a:pt x="147183" y="95202"/>
                  </a:lnTo>
                  <a:lnTo>
                    <a:pt x="147555" y="93781"/>
                  </a:lnTo>
                  <a:lnTo>
                    <a:pt x="147921" y="92360"/>
                  </a:lnTo>
                  <a:lnTo>
                    <a:pt x="148280" y="90939"/>
                  </a:lnTo>
                  <a:lnTo>
                    <a:pt x="148628" y="89518"/>
                  </a:lnTo>
                  <a:lnTo>
                    <a:pt x="148969" y="88097"/>
                  </a:lnTo>
                  <a:lnTo>
                    <a:pt x="149301" y="86676"/>
                  </a:lnTo>
                  <a:lnTo>
                    <a:pt x="149624" y="85255"/>
                  </a:lnTo>
                  <a:lnTo>
                    <a:pt x="149938" y="83835"/>
                  </a:lnTo>
                  <a:lnTo>
                    <a:pt x="150239" y="82414"/>
                  </a:lnTo>
                  <a:lnTo>
                    <a:pt x="150531" y="80993"/>
                  </a:lnTo>
                  <a:lnTo>
                    <a:pt x="150814" y="79572"/>
                  </a:lnTo>
                  <a:lnTo>
                    <a:pt x="151089" y="78151"/>
                  </a:lnTo>
                  <a:lnTo>
                    <a:pt x="151353" y="76730"/>
                  </a:lnTo>
                  <a:lnTo>
                    <a:pt x="151607" y="75309"/>
                  </a:lnTo>
                  <a:lnTo>
                    <a:pt x="151854" y="73888"/>
                  </a:lnTo>
                  <a:lnTo>
                    <a:pt x="152095" y="72467"/>
                  </a:lnTo>
                  <a:lnTo>
                    <a:pt x="152329" y="71046"/>
                  </a:lnTo>
                  <a:lnTo>
                    <a:pt x="152558" y="69625"/>
                  </a:lnTo>
                  <a:lnTo>
                    <a:pt x="152782" y="68204"/>
                  </a:lnTo>
                  <a:lnTo>
                    <a:pt x="153004" y="66783"/>
                  </a:lnTo>
                  <a:lnTo>
                    <a:pt x="153223" y="65362"/>
                  </a:lnTo>
                  <a:lnTo>
                    <a:pt x="153442" y="63941"/>
                  </a:lnTo>
                  <a:lnTo>
                    <a:pt x="153662" y="62521"/>
                  </a:lnTo>
                  <a:lnTo>
                    <a:pt x="153882" y="61100"/>
                  </a:lnTo>
                  <a:lnTo>
                    <a:pt x="154106" y="59679"/>
                  </a:lnTo>
                  <a:lnTo>
                    <a:pt x="154332" y="58258"/>
                  </a:lnTo>
                  <a:lnTo>
                    <a:pt x="154562" y="56837"/>
                  </a:lnTo>
                  <a:lnTo>
                    <a:pt x="154798" y="55416"/>
                  </a:lnTo>
                  <a:lnTo>
                    <a:pt x="155039" y="53995"/>
                  </a:lnTo>
                  <a:lnTo>
                    <a:pt x="155285" y="52574"/>
                  </a:lnTo>
                  <a:lnTo>
                    <a:pt x="155537" y="51153"/>
                  </a:lnTo>
                  <a:lnTo>
                    <a:pt x="155795" y="49732"/>
                  </a:lnTo>
                  <a:lnTo>
                    <a:pt x="156060" y="48311"/>
                  </a:lnTo>
                  <a:lnTo>
                    <a:pt x="156330" y="46890"/>
                  </a:lnTo>
                  <a:lnTo>
                    <a:pt x="156605" y="45469"/>
                  </a:lnTo>
                  <a:lnTo>
                    <a:pt x="156885" y="44048"/>
                  </a:lnTo>
                  <a:lnTo>
                    <a:pt x="157170" y="42627"/>
                  </a:lnTo>
                  <a:lnTo>
                    <a:pt x="157460" y="41207"/>
                  </a:lnTo>
                  <a:lnTo>
                    <a:pt x="157752" y="39786"/>
                  </a:lnTo>
                  <a:lnTo>
                    <a:pt x="158047" y="38365"/>
                  </a:lnTo>
                  <a:lnTo>
                    <a:pt x="158344" y="36944"/>
                  </a:lnTo>
                  <a:lnTo>
                    <a:pt x="158642" y="35523"/>
                  </a:lnTo>
                  <a:lnTo>
                    <a:pt x="158940" y="34102"/>
                  </a:lnTo>
                  <a:lnTo>
                    <a:pt x="159238" y="32681"/>
                  </a:lnTo>
                  <a:lnTo>
                    <a:pt x="159536" y="31260"/>
                  </a:lnTo>
                  <a:lnTo>
                    <a:pt x="159831" y="29839"/>
                  </a:lnTo>
                  <a:lnTo>
                    <a:pt x="160125" y="28418"/>
                  </a:lnTo>
                  <a:lnTo>
                    <a:pt x="160415" y="26997"/>
                  </a:lnTo>
                  <a:lnTo>
                    <a:pt x="160703" y="25576"/>
                  </a:lnTo>
                  <a:lnTo>
                    <a:pt x="160988" y="24155"/>
                  </a:lnTo>
                  <a:lnTo>
                    <a:pt x="161269" y="22734"/>
                  </a:lnTo>
                  <a:lnTo>
                    <a:pt x="161546" y="21313"/>
                  </a:lnTo>
                  <a:lnTo>
                    <a:pt x="161820" y="19893"/>
                  </a:lnTo>
                  <a:lnTo>
                    <a:pt x="162089" y="18472"/>
                  </a:lnTo>
                  <a:lnTo>
                    <a:pt x="162356" y="17051"/>
                  </a:lnTo>
                  <a:lnTo>
                    <a:pt x="162618" y="15630"/>
                  </a:lnTo>
                  <a:lnTo>
                    <a:pt x="162876" y="14209"/>
                  </a:lnTo>
                  <a:lnTo>
                    <a:pt x="163132" y="12788"/>
                  </a:lnTo>
                  <a:lnTo>
                    <a:pt x="163384" y="11367"/>
                  </a:lnTo>
                  <a:lnTo>
                    <a:pt x="163633" y="9946"/>
                  </a:lnTo>
                  <a:lnTo>
                    <a:pt x="163879" y="8525"/>
                  </a:lnTo>
                  <a:lnTo>
                    <a:pt x="164122" y="7104"/>
                  </a:lnTo>
                  <a:lnTo>
                    <a:pt x="164362" y="5683"/>
                  </a:lnTo>
                  <a:lnTo>
                    <a:pt x="164601" y="4262"/>
                  </a:lnTo>
                  <a:lnTo>
                    <a:pt x="164837" y="2841"/>
                  </a:lnTo>
                  <a:lnTo>
                    <a:pt x="165069" y="1420"/>
                  </a:lnTo>
                  <a:lnTo>
                    <a:pt x="165300" y="0"/>
                  </a:lnTo>
                  <a:lnTo>
                    <a:pt x="175603" y="0"/>
                  </a:lnTo>
                  <a:lnTo>
                    <a:pt x="175834" y="1420"/>
                  </a:lnTo>
                  <a:lnTo>
                    <a:pt x="176066" y="2841"/>
                  </a:lnTo>
                  <a:lnTo>
                    <a:pt x="176302" y="4262"/>
                  </a:lnTo>
                  <a:lnTo>
                    <a:pt x="176540" y="5683"/>
                  </a:lnTo>
                  <a:lnTo>
                    <a:pt x="176781" y="7104"/>
                  </a:lnTo>
                  <a:lnTo>
                    <a:pt x="177024" y="8525"/>
                  </a:lnTo>
                  <a:lnTo>
                    <a:pt x="177270" y="9946"/>
                  </a:lnTo>
                  <a:lnTo>
                    <a:pt x="177519" y="11367"/>
                  </a:lnTo>
                  <a:lnTo>
                    <a:pt x="177771" y="12788"/>
                  </a:lnTo>
                  <a:lnTo>
                    <a:pt x="178027" y="14209"/>
                  </a:lnTo>
                  <a:lnTo>
                    <a:pt x="178285" y="15630"/>
                  </a:lnTo>
                  <a:lnTo>
                    <a:pt x="178547" y="17051"/>
                  </a:lnTo>
                  <a:lnTo>
                    <a:pt x="178814" y="18472"/>
                  </a:lnTo>
                  <a:lnTo>
                    <a:pt x="179083" y="19893"/>
                  </a:lnTo>
                  <a:lnTo>
                    <a:pt x="179357" y="21313"/>
                  </a:lnTo>
                  <a:lnTo>
                    <a:pt x="179634" y="22734"/>
                  </a:lnTo>
                  <a:lnTo>
                    <a:pt x="179915" y="24155"/>
                  </a:lnTo>
                  <a:lnTo>
                    <a:pt x="180200" y="25576"/>
                  </a:lnTo>
                  <a:lnTo>
                    <a:pt x="180488" y="26997"/>
                  </a:lnTo>
                  <a:lnTo>
                    <a:pt x="180778" y="28418"/>
                  </a:lnTo>
                  <a:lnTo>
                    <a:pt x="181072" y="29839"/>
                  </a:lnTo>
                  <a:lnTo>
                    <a:pt x="181367" y="31260"/>
                  </a:lnTo>
                  <a:lnTo>
                    <a:pt x="181665" y="32681"/>
                  </a:lnTo>
                  <a:lnTo>
                    <a:pt x="181963" y="34102"/>
                  </a:lnTo>
                  <a:lnTo>
                    <a:pt x="182261" y="35523"/>
                  </a:lnTo>
                  <a:lnTo>
                    <a:pt x="182559" y="36944"/>
                  </a:lnTo>
                  <a:lnTo>
                    <a:pt x="182856" y="38365"/>
                  </a:lnTo>
                  <a:lnTo>
                    <a:pt x="183151" y="39786"/>
                  </a:lnTo>
                  <a:lnTo>
                    <a:pt x="183443" y="41207"/>
                  </a:lnTo>
                  <a:lnTo>
                    <a:pt x="183733" y="42627"/>
                  </a:lnTo>
                  <a:lnTo>
                    <a:pt x="184018" y="44048"/>
                  </a:lnTo>
                  <a:lnTo>
                    <a:pt x="184298" y="45469"/>
                  </a:lnTo>
                  <a:lnTo>
                    <a:pt x="184573" y="46890"/>
                  </a:lnTo>
                  <a:lnTo>
                    <a:pt x="184843" y="48311"/>
                  </a:lnTo>
                  <a:lnTo>
                    <a:pt x="185108" y="49732"/>
                  </a:lnTo>
                  <a:lnTo>
                    <a:pt x="185366" y="51153"/>
                  </a:lnTo>
                  <a:lnTo>
                    <a:pt x="185618" y="52574"/>
                  </a:lnTo>
                  <a:lnTo>
                    <a:pt x="185864" y="53995"/>
                  </a:lnTo>
                  <a:lnTo>
                    <a:pt x="186105" y="55416"/>
                  </a:lnTo>
                  <a:lnTo>
                    <a:pt x="186341" y="56837"/>
                  </a:lnTo>
                  <a:lnTo>
                    <a:pt x="186571" y="58258"/>
                  </a:lnTo>
                  <a:lnTo>
                    <a:pt x="186797" y="59679"/>
                  </a:lnTo>
                  <a:lnTo>
                    <a:pt x="187021" y="61100"/>
                  </a:lnTo>
                  <a:lnTo>
                    <a:pt x="187241" y="62521"/>
                  </a:lnTo>
                  <a:lnTo>
                    <a:pt x="187461" y="63941"/>
                  </a:lnTo>
                  <a:lnTo>
                    <a:pt x="187680" y="65362"/>
                  </a:lnTo>
                  <a:lnTo>
                    <a:pt x="187899" y="66783"/>
                  </a:lnTo>
                  <a:lnTo>
                    <a:pt x="188121" y="68204"/>
                  </a:lnTo>
                  <a:lnTo>
                    <a:pt x="188345" y="69625"/>
                  </a:lnTo>
                  <a:lnTo>
                    <a:pt x="188574" y="71046"/>
                  </a:lnTo>
                  <a:lnTo>
                    <a:pt x="188808" y="72467"/>
                  </a:lnTo>
                  <a:lnTo>
                    <a:pt x="189049" y="73888"/>
                  </a:lnTo>
                  <a:lnTo>
                    <a:pt x="189296" y="75309"/>
                  </a:lnTo>
                  <a:lnTo>
                    <a:pt x="189550" y="76730"/>
                  </a:lnTo>
                  <a:lnTo>
                    <a:pt x="189814" y="78151"/>
                  </a:lnTo>
                  <a:lnTo>
                    <a:pt x="190089" y="79572"/>
                  </a:lnTo>
                  <a:lnTo>
                    <a:pt x="190372" y="80993"/>
                  </a:lnTo>
                  <a:lnTo>
                    <a:pt x="190664" y="82414"/>
                  </a:lnTo>
                  <a:lnTo>
                    <a:pt x="190965" y="83835"/>
                  </a:lnTo>
                  <a:lnTo>
                    <a:pt x="191279" y="85255"/>
                  </a:lnTo>
                  <a:lnTo>
                    <a:pt x="191602" y="86676"/>
                  </a:lnTo>
                  <a:lnTo>
                    <a:pt x="191934" y="88097"/>
                  </a:lnTo>
                  <a:lnTo>
                    <a:pt x="192274" y="89518"/>
                  </a:lnTo>
                  <a:lnTo>
                    <a:pt x="192623" y="90939"/>
                  </a:lnTo>
                  <a:lnTo>
                    <a:pt x="192982" y="92360"/>
                  </a:lnTo>
                  <a:lnTo>
                    <a:pt x="193348" y="93781"/>
                  </a:lnTo>
                  <a:lnTo>
                    <a:pt x="193720" y="95202"/>
                  </a:lnTo>
                  <a:lnTo>
                    <a:pt x="194098" y="96623"/>
                  </a:lnTo>
                  <a:lnTo>
                    <a:pt x="194482" y="98044"/>
                  </a:lnTo>
                  <a:lnTo>
                    <a:pt x="194872" y="99465"/>
                  </a:lnTo>
                  <a:lnTo>
                    <a:pt x="195266" y="100886"/>
                  </a:lnTo>
                  <a:lnTo>
                    <a:pt x="195664" y="102307"/>
                  </a:lnTo>
                  <a:lnTo>
                    <a:pt x="196067" y="103728"/>
                  </a:lnTo>
                  <a:lnTo>
                    <a:pt x="196473" y="105149"/>
                  </a:lnTo>
                  <a:lnTo>
                    <a:pt x="196885" y="106569"/>
                  </a:lnTo>
                  <a:lnTo>
                    <a:pt x="197300" y="107990"/>
                  </a:lnTo>
                  <a:lnTo>
                    <a:pt x="197720" y="109411"/>
                  </a:lnTo>
                  <a:lnTo>
                    <a:pt x="198145" y="110832"/>
                  </a:lnTo>
                  <a:lnTo>
                    <a:pt x="198576" y="112253"/>
                  </a:lnTo>
                  <a:lnTo>
                    <a:pt x="199014" y="113674"/>
                  </a:lnTo>
                  <a:lnTo>
                    <a:pt x="199460" y="115095"/>
                  </a:lnTo>
                  <a:lnTo>
                    <a:pt x="199913" y="116516"/>
                  </a:lnTo>
                  <a:lnTo>
                    <a:pt x="200375" y="117937"/>
                  </a:lnTo>
                  <a:lnTo>
                    <a:pt x="200849" y="119358"/>
                  </a:lnTo>
                  <a:lnTo>
                    <a:pt x="201336" y="120779"/>
                  </a:lnTo>
                  <a:lnTo>
                    <a:pt x="201834" y="122200"/>
                  </a:lnTo>
                  <a:lnTo>
                    <a:pt x="202345" y="123621"/>
                  </a:lnTo>
                  <a:lnTo>
                    <a:pt x="202869" y="125042"/>
                  </a:lnTo>
                  <a:lnTo>
                    <a:pt x="203412" y="126462"/>
                  </a:lnTo>
                  <a:lnTo>
                    <a:pt x="203970" y="127883"/>
                  </a:lnTo>
                  <a:lnTo>
                    <a:pt x="204542" y="129304"/>
                  </a:lnTo>
                  <a:lnTo>
                    <a:pt x="205130" y="130725"/>
                  </a:lnTo>
                  <a:lnTo>
                    <a:pt x="205734" y="132146"/>
                  </a:lnTo>
                  <a:lnTo>
                    <a:pt x="206357" y="133567"/>
                  </a:lnTo>
                  <a:lnTo>
                    <a:pt x="206993" y="134988"/>
                  </a:lnTo>
                  <a:lnTo>
                    <a:pt x="207642" y="136409"/>
                  </a:lnTo>
                  <a:lnTo>
                    <a:pt x="208303" y="137830"/>
                  </a:lnTo>
                  <a:lnTo>
                    <a:pt x="208976" y="139251"/>
                  </a:lnTo>
                  <a:lnTo>
                    <a:pt x="209660" y="140672"/>
                  </a:lnTo>
                  <a:lnTo>
                    <a:pt x="210349" y="142093"/>
                  </a:lnTo>
                  <a:lnTo>
                    <a:pt x="211044" y="143514"/>
                  </a:lnTo>
                  <a:lnTo>
                    <a:pt x="211741" y="144935"/>
                  </a:lnTo>
                  <a:lnTo>
                    <a:pt x="212438" y="146356"/>
                  </a:lnTo>
                  <a:lnTo>
                    <a:pt x="213131" y="147776"/>
                  </a:lnTo>
                  <a:lnTo>
                    <a:pt x="213819" y="149197"/>
                  </a:lnTo>
                  <a:lnTo>
                    <a:pt x="214498" y="150618"/>
                  </a:lnTo>
                  <a:lnTo>
                    <a:pt x="215167" y="152039"/>
                  </a:lnTo>
                  <a:lnTo>
                    <a:pt x="215818" y="153460"/>
                  </a:lnTo>
                  <a:lnTo>
                    <a:pt x="216452" y="154881"/>
                  </a:lnTo>
                  <a:lnTo>
                    <a:pt x="217068" y="156302"/>
                  </a:lnTo>
                  <a:lnTo>
                    <a:pt x="217663" y="157723"/>
                  </a:lnTo>
                  <a:lnTo>
                    <a:pt x="218235" y="159144"/>
                  </a:lnTo>
                  <a:lnTo>
                    <a:pt x="218775" y="160565"/>
                  </a:lnTo>
                  <a:lnTo>
                    <a:pt x="219289" y="161986"/>
                  </a:lnTo>
                  <a:lnTo>
                    <a:pt x="219776" y="163407"/>
                  </a:lnTo>
                  <a:lnTo>
                    <a:pt x="220236" y="164828"/>
                  </a:lnTo>
                  <a:lnTo>
                    <a:pt x="220665" y="166249"/>
                  </a:lnTo>
                  <a:lnTo>
                    <a:pt x="221059" y="167670"/>
                  </a:lnTo>
                  <a:lnTo>
                    <a:pt x="221426" y="169090"/>
                  </a:lnTo>
                  <a:lnTo>
                    <a:pt x="221765" y="170511"/>
                  </a:lnTo>
                  <a:lnTo>
                    <a:pt x="222078" y="171932"/>
                  </a:lnTo>
                  <a:lnTo>
                    <a:pt x="222362" y="173353"/>
                  </a:lnTo>
                  <a:lnTo>
                    <a:pt x="222618" y="174774"/>
                  </a:lnTo>
                  <a:lnTo>
                    <a:pt x="222853" y="176195"/>
                  </a:lnTo>
                  <a:lnTo>
                    <a:pt x="223068" y="177616"/>
                  </a:lnTo>
                  <a:lnTo>
                    <a:pt x="223265" y="179037"/>
                  </a:lnTo>
                  <a:lnTo>
                    <a:pt x="223442" y="180458"/>
                  </a:lnTo>
                  <a:lnTo>
                    <a:pt x="223606" y="181879"/>
                  </a:lnTo>
                  <a:lnTo>
                    <a:pt x="223759" y="183300"/>
                  </a:lnTo>
                  <a:lnTo>
                    <a:pt x="223903" y="184721"/>
                  </a:lnTo>
                  <a:lnTo>
                    <a:pt x="224040" y="186142"/>
                  </a:lnTo>
                  <a:lnTo>
                    <a:pt x="224172" y="187563"/>
                  </a:lnTo>
                  <a:lnTo>
                    <a:pt x="224304" y="188984"/>
                  </a:lnTo>
                  <a:lnTo>
                    <a:pt x="224435" y="190404"/>
                  </a:lnTo>
                  <a:lnTo>
                    <a:pt x="224569" y="191825"/>
                  </a:lnTo>
                  <a:lnTo>
                    <a:pt x="224706" y="193246"/>
                  </a:lnTo>
                  <a:lnTo>
                    <a:pt x="224851" y="194667"/>
                  </a:lnTo>
                  <a:lnTo>
                    <a:pt x="225003" y="196088"/>
                  </a:lnTo>
                  <a:lnTo>
                    <a:pt x="225163" y="197509"/>
                  </a:lnTo>
                  <a:lnTo>
                    <a:pt x="225332" y="198930"/>
                  </a:lnTo>
                  <a:lnTo>
                    <a:pt x="225513" y="200351"/>
                  </a:lnTo>
                  <a:lnTo>
                    <a:pt x="225708" y="201772"/>
                  </a:lnTo>
                  <a:lnTo>
                    <a:pt x="225914" y="203193"/>
                  </a:lnTo>
                  <a:lnTo>
                    <a:pt x="226133" y="204614"/>
                  </a:lnTo>
                  <a:lnTo>
                    <a:pt x="226365" y="206035"/>
                  </a:lnTo>
                  <a:lnTo>
                    <a:pt x="226614" y="207456"/>
                  </a:lnTo>
                  <a:lnTo>
                    <a:pt x="226878" y="208877"/>
                  </a:lnTo>
                  <a:lnTo>
                    <a:pt x="227158" y="210298"/>
                  </a:lnTo>
                  <a:lnTo>
                    <a:pt x="227452" y="211718"/>
                  </a:lnTo>
                  <a:lnTo>
                    <a:pt x="227762" y="213139"/>
                  </a:lnTo>
                  <a:lnTo>
                    <a:pt x="228092" y="214560"/>
                  </a:lnTo>
                  <a:lnTo>
                    <a:pt x="228442" y="215981"/>
                  </a:lnTo>
                  <a:lnTo>
                    <a:pt x="228809" y="217402"/>
                  </a:lnTo>
                  <a:lnTo>
                    <a:pt x="229195" y="218823"/>
                  </a:lnTo>
                  <a:lnTo>
                    <a:pt x="229601" y="220244"/>
                  </a:lnTo>
                  <a:lnTo>
                    <a:pt x="230035" y="221665"/>
                  </a:lnTo>
                  <a:lnTo>
                    <a:pt x="230491" y="223086"/>
                  </a:lnTo>
                  <a:lnTo>
                    <a:pt x="230971" y="224507"/>
                  </a:lnTo>
                  <a:lnTo>
                    <a:pt x="231476" y="225928"/>
                  </a:lnTo>
                  <a:lnTo>
                    <a:pt x="232008" y="227349"/>
                  </a:lnTo>
                  <a:lnTo>
                    <a:pt x="232575" y="228770"/>
                  </a:lnTo>
                  <a:lnTo>
                    <a:pt x="233172" y="230191"/>
                  </a:lnTo>
                  <a:lnTo>
                    <a:pt x="233798" y="231612"/>
                  </a:lnTo>
                  <a:lnTo>
                    <a:pt x="234456" y="233032"/>
                  </a:lnTo>
                  <a:lnTo>
                    <a:pt x="235151" y="234453"/>
                  </a:lnTo>
                  <a:lnTo>
                    <a:pt x="235887" y="235874"/>
                  </a:lnTo>
                  <a:lnTo>
                    <a:pt x="236657" y="237295"/>
                  </a:lnTo>
                  <a:lnTo>
                    <a:pt x="237463" y="238716"/>
                  </a:lnTo>
                  <a:lnTo>
                    <a:pt x="238304" y="240137"/>
                  </a:lnTo>
                  <a:lnTo>
                    <a:pt x="239191" y="241558"/>
                  </a:lnTo>
                  <a:lnTo>
                    <a:pt x="240119" y="242979"/>
                  </a:lnTo>
                  <a:lnTo>
                    <a:pt x="241084" y="244400"/>
                  </a:lnTo>
                  <a:lnTo>
                    <a:pt x="242087" y="245821"/>
                  </a:lnTo>
                  <a:lnTo>
                    <a:pt x="243127" y="247242"/>
                  </a:lnTo>
                  <a:lnTo>
                    <a:pt x="244215" y="248663"/>
                  </a:lnTo>
                  <a:lnTo>
                    <a:pt x="245341" y="250084"/>
                  </a:lnTo>
                  <a:lnTo>
                    <a:pt x="246503" y="251505"/>
                  </a:lnTo>
                  <a:lnTo>
                    <a:pt x="247701" y="252925"/>
                  </a:lnTo>
                  <a:lnTo>
                    <a:pt x="248934" y="254346"/>
                  </a:lnTo>
                  <a:lnTo>
                    <a:pt x="250213" y="255767"/>
                  </a:lnTo>
                  <a:lnTo>
                    <a:pt x="251525" y="257188"/>
                  </a:lnTo>
                  <a:lnTo>
                    <a:pt x="252870" y="258609"/>
                  </a:lnTo>
                  <a:lnTo>
                    <a:pt x="254246" y="260030"/>
                  </a:lnTo>
                  <a:lnTo>
                    <a:pt x="255658" y="261451"/>
                  </a:lnTo>
                  <a:lnTo>
                    <a:pt x="257107" y="262872"/>
                  </a:lnTo>
                  <a:lnTo>
                    <a:pt x="258587" y="264293"/>
                  </a:lnTo>
                  <a:lnTo>
                    <a:pt x="260096" y="265714"/>
                  </a:lnTo>
                  <a:lnTo>
                    <a:pt x="261634" y="267135"/>
                  </a:lnTo>
                  <a:lnTo>
                    <a:pt x="263206" y="268556"/>
                  </a:lnTo>
                  <a:lnTo>
                    <a:pt x="264811" y="269977"/>
                  </a:lnTo>
                  <a:lnTo>
                    <a:pt x="266444" y="271398"/>
                  </a:lnTo>
                  <a:lnTo>
                    <a:pt x="268105" y="272819"/>
                  </a:lnTo>
                  <a:lnTo>
                    <a:pt x="269793" y="274239"/>
                  </a:lnTo>
                  <a:lnTo>
                    <a:pt x="271516" y="275660"/>
                  </a:lnTo>
                  <a:lnTo>
                    <a:pt x="272774" y="276681"/>
                  </a:lnTo>
                  <a:lnTo>
                    <a:pt x="273268" y="277081"/>
                  </a:lnTo>
                  <a:lnTo>
                    <a:pt x="275047" y="278502"/>
                  </a:lnTo>
                  <a:lnTo>
                    <a:pt x="276851" y="279923"/>
                  </a:lnTo>
                  <a:lnTo>
                    <a:pt x="278682" y="281344"/>
                  </a:lnTo>
                  <a:lnTo>
                    <a:pt x="280546" y="282765"/>
                  </a:lnTo>
                  <a:lnTo>
                    <a:pt x="282434" y="284186"/>
                  </a:lnTo>
                  <a:lnTo>
                    <a:pt x="284345" y="285607"/>
                  </a:lnTo>
                  <a:lnTo>
                    <a:pt x="286278" y="287028"/>
                  </a:lnTo>
                  <a:lnTo>
                    <a:pt x="288232" y="288449"/>
                  </a:lnTo>
                  <a:lnTo>
                    <a:pt x="290210" y="289870"/>
                  </a:lnTo>
                  <a:lnTo>
                    <a:pt x="292205" y="291291"/>
                  </a:lnTo>
                  <a:lnTo>
                    <a:pt x="294212" y="292712"/>
                  </a:lnTo>
                  <a:lnTo>
                    <a:pt x="296231" y="294133"/>
                  </a:lnTo>
                  <a:lnTo>
                    <a:pt x="298260" y="295553"/>
                  </a:lnTo>
                  <a:lnTo>
                    <a:pt x="300294" y="296974"/>
                  </a:lnTo>
                  <a:lnTo>
                    <a:pt x="302329" y="298395"/>
                  </a:lnTo>
                  <a:lnTo>
                    <a:pt x="304360" y="299816"/>
                  </a:lnTo>
                  <a:lnTo>
                    <a:pt x="306385" y="301237"/>
                  </a:lnTo>
                  <a:lnTo>
                    <a:pt x="308396" y="302658"/>
                  </a:lnTo>
                  <a:lnTo>
                    <a:pt x="310388" y="304079"/>
                  </a:lnTo>
                  <a:lnTo>
                    <a:pt x="312357" y="305500"/>
                  </a:lnTo>
                  <a:lnTo>
                    <a:pt x="314301" y="306921"/>
                  </a:lnTo>
                  <a:lnTo>
                    <a:pt x="316215" y="308342"/>
                  </a:lnTo>
                  <a:lnTo>
                    <a:pt x="318082" y="309763"/>
                  </a:lnTo>
                  <a:lnTo>
                    <a:pt x="319903" y="311184"/>
                  </a:lnTo>
                  <a:lnTo>
                    <a:pt x="321677" y="312605"/>
                  </a:lnTo>
                  <a:lnTo>
                    <a:pt x="323400" y="314026"/>
                  </a:lnTo>
                  <a:lnTo>
                    <a:pt x="325068" y="315447"/>
                  </a:lnTo>
                  <a:lnTo>
                    <a:pt x="326653" y="316867"/>
                  </a:lnTo>
                  <a:lnTo>
                    <a:pt x="328172" y="318288"/>
                  </a:lnTo>
                  <a:lnTo>
                    <a:pt x="329621" y="319709"/>
                  </a:lnTo>
                  <a:lnTo>
                    <a:pt x="330998" y="321130"/>
                  </a:lnTo>
                  <a:lnTo>
                    <a:pt x="332293" y="322551"/>
                  </a:lnTo>
                  <a:lnTo>
                    <a:pt x="333487" y="323972"/>
                  </a:lnTo>
                  <a:lnTo>
                    <a:pt x="334598" y="325393"/>
                  </a:lnTo>
                  <a:lnTo>
                    <a:pt x="335626" y="326814"/>
                  </a:lnTo>
                  <a:lnTo>
                    <a:pt x="336569" y="328235"/>
                  </a:lnTo>
                  <a:lnTo>
                    <a:pt x="337413" y="329656"/>
                  </a:lnTo>
                  <a:lnTo>
                    <a:pt x="338152" y="331077"/>
                  </a:lnTo>
                  <a:lnTo>
                    <a:pt x="338805" y="332498"/>
                  </a:lnTo>
                  <a:lnTo>
                    <a:pt x="339371" y="333919"/>
                  </a:lnTo>
                  <a:lnTo>
                    <a:pt x="339852" y="335340"/>
                  </a:lnTo>
                  <a:lnTo>
                    <a:pt x="340230" y="336761"/>
                  </a:lnTo>
                  <a:lnTo>
                    <a:pt x="340515" y="338181"/>
                  </a:lnTo>
                  <a:lnTo>
                    <a:pt x="340721" y="339602"/>
                  </a:lnTo>
                  <a:lnTo>
                    <a:pt x="340850" y="341023"/>
                  </a:lnTo>
                  <a:lnTo>
                    <a:pt x="340903" y="342444"/>
                  </a:lnTo>
                  <a:lnTo>
                    <a:pt x="340864" y="343865"/>
                  </a:lnTo>
                  <a:lnTo>
                    <a:pt x="340755" y="345286"/>
                  </a:lnTo>
                  <a:lnTo>
                    <a:pt x="340583" y="346707"/>
                  </a:lnTo>
                  <a:lnTo>
                    <a:pt x="340351" y="348128"/>
                  </a:lnTo>
                  <a:lnTo>
                    <a:pt x="340061" y="349549"/>
                  </a:lnTo>
                  <a:lnTo>
                    <a:pt x="339703" y="350970"/>
                  </a:lnTo>
                  <a:lnTo>
                    <a:pt x="339299" y="352391"/>
                  </a:lnTo>
                  <a:lnTo>
                    <a:pt x="338852" y="353812"/>
                  </a:lnTo>
                  <a:lnTo>
                    <a:pt x="338367" y="355233"/>
                  </a:lnTo>
                  <a:lnTo>
                    <a:pt x="337843" y="356654"/>
                  </a:lnTo>
                  <a:lnTo>
                    <a:pt x="337281" y="358075"/>
                  </a:lnTo>
                  <a:lnTo>
                    <a:pt x="336693" y="359495"/>
                  </a:lnTo>
                  <a:lnTo>
                    <a:pt x="336083" y="360916"/>
                  </a:lnTo>
                  <a:lnTo>
                    <a:pt x="335452" y="362337"/>
                  </a:lnTo>
                  <a:lnTo>
                    <a:pt x="334802" y="363758"/>
                  </a:lnTo>
                  <a:lnTo>
                    <a:pt x="334137" y="365179"/>
                  </a:lnTo>
                  <a:lnTo>
                    <a:pt x="333462" y="366600"/>
                  </a:lnTo>
                  <a:lnTo>
                    <a:pt x="332778" y="368021"/>
                  </a:lnTo>
                  <a:lnTo>
                    <a:pt x="332087" y="369442"/>
                  </a:lnTo>
                  <a:lnTo>
                    <a:pt x="331390" y="370863"/>
                  </a:lnTo>
                  <a:lnTo>
                    <a:pt x="330689" y="372284"/>
                  </a:lnTo>
                  <a:lnTo>
                    <a:pt x="329985" y="373705"/>
                  </a:lnTo>
                  <a:lnTo>
                    <a:pt x="329279" y="375126"/>
                  </a:lnTo>
                  <a:lnTo>
                    <a:pt x="328571" y="376547"/>
                  </a:lnTo>
                  <a:lnTo>
                    <a:pt x="327860" y="377968"/>
                  </a:lnTo>
                  <a:lnTo>
                    <a:pt x="327146" y="379388"/>
                  </a:lnTo>
                  <a:lnTo>
                    <a:pt x="326428" y="380809"/>
                  </a:lnTo>
                  <a:lnTo>
                    <a:pt x="325705" y="382230"/>
                  </a:lnTo>
                  <a:lnTo>
                    <a:pt x="324976" y="383651"/>
                  </a:lnTo>
                  <a:lnTo>
                    <a:pt x="324236" y="385072"/>
                  </a:lnTo>
                  <a:lnTo>
                    <a:pt x="323485" y="386493"/>
                  </a:lnTo>
                  <a:lnTo>
                    <a:pt x="322721" y="387914"/>
                  </a:lnTo>
                  <a:lnTo>
                    <a:pt x="321942" y="389335"/>
                  </a:lnTo>
                  <a:lnTo>
                    <a:pt x="321143" y="390756"/>
                  </a:lnTo>
                  <a:lnTo>
                    <a:pt x="320319" y="392177"/>
                  </a:lnTo>
                  <a:lnTo>
                    <a:pt x="319470" y="393598"/>
                  </a:lnTo>
                  <a:lnTo>
                    <a:pt x="318594" y="395019"/>
                  </a:lnTo>
                  <a:lnTo>
                    <a:pt x="317688" y="396440"/>
                  </a:lnTo>
                  <a:lnTo>
                    <a:pt x="316743" y="397861"/>
                  </a:lnTo>
                  <a:lnTo>
                    <a:pt x="315756" y="399282"/>
                  </a:lnTo>
                  <a:lnTo>
                    <a:pt x="314728" y="400702"/>
                  </a:lnTo>
                  <a:lnTo>
                    <a:pt x="313659" y="402123"/>
                  </a:lnTo>
                  <a:lnTo>
                    <a:pt x="312545" y="403544"/>
                  </a:lnTo>
                  <a:lnTo>
                    <a:pt x="311370" y="404965"/>
                  </a:lnTo>
                  <a:lnTo>
                    <a:pt x="310141" y="406386"/>
                  </a:lnTo>
                  <a:lnTo>
                    <a:pt x="308861" y="407807"/>
                  </a:lnTo>
                  <a:lnTo>
                    <a:pt x="307526" y="409228"/>
                  </a:lnTo>
                  <a:lnTo>
                    <a:pt x="306138" y="410649"/>
                  </a:lnTo>
                  <a:lnTo>
                    <a:pt x="304674" y="412070"/>
                  </a:lnTo>
                  <a:lnTo>
                    <a:pt x="303154" y="413491"/>
                  </a:lnTo>
                  <a:lnTo>
                    <a:pt x="301578" y="414912"/>
                  </a:lnTo>
                  <a:lnTo>
                    <a:pt x="299948" y="416333"/>
                  </a:lnTo>
                  <a:lnTo>
                    <a:pt x="298258" y="417754"/>
                  </a:lnTo>
                  <a:lnTo>
                    <a:pt x="296502" y="419175"/>
                  </a:lnTo>
                  <a:lnTo>
                    <a:pt x="294695" y="420596"/>
                  </a:lnTo>
                  <a:lnTo>
                    <a:pt x="292841" y="422016"/>
                  </a:lnTo>
                  <a:lnTo>
                    <a:pt x="290942" y="423437"/>
                  </a:lnTo>
                  <a:lnTo>
                    <a:pt x="288996" y="424858"/>
                  </a:lnTo>
                  <a:lnTo>
                    <a:pt x="287005" y="426279"/>
                  </a:lnTo>
                  <a:lnTo>
                    <a:pt x="284983" y="427700"/>
                  </a:lnTo>
                  <a:lnTo>
                    <a:pt x="282933" y="429121"/>
                  </a:lnTo>
                  <a:lnTo>
                    <a:pt x="280860" y="430542"/>
                  </a:lnTo>
                  <a:lnTo>
                    <a:pt x="278765" y="431963"/>
                  </a:lnTo>
                  <a:lnTo>
                    <a:pt x="276658" y="433384"/>
                  </a:lnTo>
                  <a:lnTo>
                    <a:pt x="274547" y="434805"/>
                  </a:lnTo>
                  <a:lnTo>
                    <a:pt x="272435" y="436226"/>
                  </a:lnTo>
                  <a:lnTo>
                    <a:pt x="270328" y="437647"/>
                  </a:lnTo>
                  <a:lnTo>
                    <a:pt x="268236" y="439068"/>
                  </a:lnTo>
                  <a:lnTo>
                    <a:pt x="266163" y="440489"/>
                  </a:lnTo>
                  <a:lnTo>
                    <a:pt x="264113" y="441910"/>
                  </a:lnTo>
                  <a:lnTo>
                    <a:pt x="262090" y="443330"/>
                  </a:lnTo>
                  <a:lnTo>
                    <a:pt x="260099" y="444751"/>
                  </a:lnTo>
                  <a:lnTo>
                    <a:pt x="258158" y="446172"/>
                  </a:lnTo>
                  <a:lnTo>
                    <a:pt x="256258" y="447593"/>
                  </a:lnTo>
                  <a:lnTo>
                    <a:pt x="254404" y="449014"/>
                  </a:lnTo>
                  <a:lnTo>
                    <a:pt x="252596" y="450435"/>
                  </a:lnTo>
                  <a:lnTo>
                    <a:pt x="250843" y="451856"/>
                  </a:lnTo>
                  <a:lnTo>
                    <a:pt x="249156" y="453277"/>
                  </a:lnTo>
                  <a:lnTo>
                    <a:pt x="247524" y="454698"/>
                  </a:lnTo>
                  <a:lnTo>
                    <a:pt x="245946" y="456119"/>
                  </a:lnTo>
                  <a:lnTo>
                    <a:pt x="244425" y="457540"/>
                  </a:lnTo>
                  <a:lnTo>
                    <a:pt x="242968" y="458961"/>
                  </a:lnTo>
                  <a:lnTo>
                    <a:pt x="241578" y="460382"/>
                  </a:lnTo>
                  <a:lnTo>
                    <a:pt x="240243" y="461803"/>
                  </a:lnTo>
                  <a:lnTo>
                    <a:pt x="238961" y="463224"/>
                  </a:lnTo>
                  <a:lnTo>
                    <a:pt x="237732" y="464644"/>
                  </a:lnTo>
                  <a:lnTo>
                    <a:pt x="236567" y="466065"/>
                  </a:lnTo>
                  <a:lnTo>
                    <a:pt x="235456" y="467486"/>
                  </a:lnTo>
                  <a:lnTo>
                    <a:pt x="234390" y="468907"/>
                  </a:lnTo>
                  <a:lnTo>
                    <a:pt x="233370" y="470328"/>
                  </a:lnTo>
                  <a:lnTo>
                    <a:pt x="232392" y="471749"/>
                  </a:lnTo>
                  <a:lnTo>
                    <a:pt x="231466" y="473170"/>
                  </a:lnTo>
                  <a:lnTo>
                    <a:pt x="230578" y="474591"/>
                  </a:lnTo>
                  <a:lnTo>
                    <a:pt x="229723" y="476012"/>
                  </a:lnTo>
                  <a:lnTo>
                    <a:pt x="228901" y="477433"/>
                  </a:lnTo>
                  <a:lnTo>
                    <a:pt x="228110" y="478854"/>
                  </a:lnTo>
                  <a:lnTo>
                    <a:pt x="227353" y="480275"/>
                  </a:lnTo>
                  <a:lnTo>
                    <a:pt x="226621" y="481696"/>
                  </a:lnTo>
                  <a:lnTo>
                    <a:pt x="225911" y="483117"/>
                  </a:lnTo>
                  <a:lnTo>
                    <a:pt x="225221" y="484538"/>
                  </a:lnTo>
                  <a:lnTo>
                    <a:pt x="224552" y="485958"/>
                  </a:lnTo>
                  <a:lnTo>
                    <a:pt x="223902" y="487379"/>
                  </a:lnTo>
                  <a:lnTo>
                    <a:pt x="223267" y="488800"/>
                  </a:lnTo>
                  <a:lnTo>
                    <a:pt x="222645" y="490221"/>
                  </a:lnTo>
                  <a:lnTo>
                    <a:pt x="222034" y="491642"/>
                  </a:lnTo>
                  <a:lnTo>
                    <a:pt x="221436" y="493063"/>
                  </a:lnTo>
                  <a:lnTo>
                    <a:pt x="220848" y="494484"/>
                  </a:lnTo>
                  <a:lnTo>
                    <a:pt x="220267" y="495905"/>
                  </a:lnTo>
                  <a:lnTo>
                    <a:pt x="219694" y="497326"/>
                  </a:lnTo>
                  <a:lnTo>
                    <a:pt x="219126" y="498747"/>
                  </a:lnTo>
                  <a:lnTo>
                    <a:pt x="218565" y="500168"/>
                  </a:lnTo>
                  <a:lnTo>
                    <a:pt x="218008" y="501589"/>
                  </a:lnTo>
                  <a:lnTo>
                    <a:pt x="217454" y="503010"/>
                  </a:lnTo>
                  <a:lnTo>
                    <a:pt x="216903" y="504431"/>
                  </a:lnTo>
                  <a:lnTo>
                    <a:pt x="216355" y="505851"/>
                  </a:lnTo>
                  <a:lnTo>
                    <a:pt x="215809" y="507272"/>
                  </a:lnTo>
                  <a:lnTo>
                    <a:pt x="215264" y="508693"/>
                  </a:lnTo>
                  <a:lnTo>
                    <a:pt x="214721" y="510114"/>
                  </a:lnTo>
                  <a:lnTo>
                    <a:pt x="214178" y="511535"/>
                  </a:lnTo>
                  <a:lnTo>
                    <a:pt x="213635" y="512956"/>
                  </a:lnTo>
                  <a:lnTo>
                    <a:pt x="213094" y="514377"/>
                  </a:lnTo>
                  <a:lnTo>
                    <a:pt x="212552" y="515798"/>
                  </a:lnTo>
                  <a:lnTo>
                    <a:pt x="212011" y="517219"/>
                  </a:lnTo>
                  <a:lnTo>
                    <a:pt x="211470" y="518640"/>
                  </a:lnTo>
                  <a:lnTo>
                    <a:pt x="210929" y="520061"/>
                  </a:lnTo>
                  <a:lnTo>
                    <a:pt x="210390" y="521482"/>
                  </a:lnTo>
                  <a:lnTo>
                    <a:pt x="209852" y="522903"/>
                  </a:lnTo>
                  <a:lnTo>
                    <a:pt x="209315" y="524324"/>
                  </a:lnTo>
                  <a:lnTo>
                    <a:pt x="208780" y="525745"/>
                  </a:lnTo>
                  <a:lnTo>
                    <a:pt x="208247" y="527165"/>
                  </a:lnTo>
                  <a:lnTo>
                    <a:pt x="207718" y="528586"/>
                  </a:lnTo>
                  <a:lnTo>
                    <a:pt x="207193" y="530007"/>
                  </a:lnTo>
                  <a:lnTo>
                    <a:pt x="206671" y="531428"/>
                  </a:lnTo>
                  <a:lnTo>
                    <a:pt x="206155" y="532849"/>
                  </a:lnTo>
                  <a:lnTo>
                    <a:pt x="205644" y="534270"/>
                  </a:lnTo>
                  <a:lnTo>
                    <a:pt x="205140" y="535691"/>
                  </a:lnTo>
                  <a:lnTo>
                    <a:pt x="204643" y="537112"/>
                  </a:lnTo>
                  <a:lnTo>
                    <a:pt x="204152" y="538533"/>
                  </a:lnTo>
                  <a:lnTo>
                    <a:pt x="203669" y="539954"/>
                  </a:lnTo>
                  <a:lnTo>
                    <a:pt x="203195" y="541375"/>
                  </a:lnTo>
                  <a:lnTo>
                    <a:pt x="202730" y="542796"/>
                  </a:lnTo>
                  <a:lnTo>
                    <a:pt x="202273" y="544217"/>
                  </a:lnTo>
                  <a:lnTo>
                    <a:pt x="201825" y="545638"/>
                  </a:lnTo>
                  <a:lnTo>
                    <a:pt x="201385" y="547059"/>
                  </a:lnTo>
                  <a:lnTo>
                    <a:pt x="200956" y="548479"/>
                  </a:lnTo>
                  <a:lnTo>
                    <a:pt x="200536" y="549900"/>
                  </a:lnTo>
                  <a:lnTo>
                    <a:pt x="200124" y="551321"/>
                  </a:lnTo>
                  <a:lnTo>
                    <a:pt x="199719" y="552742"/>
                  </a:lnTo>
                  <a:lnTo>
                    <a:pt x="199324" y="554163"/>
                  </a:lnTo>
                  <a:lnTo>
                    <a:pt x="198937" y="555584"/>
                  </a:lnTo>
                  <a:lnTo>
                    <a:pt x="198556" y="557005"/>
                  </a:lnTo>
                  <a:lnTo>
                    <a:pt x="198183" y="558426"/>
                  </a:lnTo>
                  <a:lnTo>
                    <a:pt x="197815" y="559847"/>
                  </a:lnTo>
                  <a:lnTo>
                    <a:pt x="197455" y="561268"/>
                  </a:lnTo>
                  <a:lnTo>
                    <a:pt x="197101" y="562689"/>
                  </a:lnTo>
                  <a:lnTo>
                    <a:pt x="196751" y="564110"/>
                  </a:lnTo>
                  <a:lnTo>
                    <a:pt x="196407" y="565531"/>
                  </a:lnTo>
                  <a:lnTo>
                    <a:pt x="196067" y="566952"/>
                  </a:lnTo>
                  <a:lnTo>
                    <a:pt x="195733" y="568373"/>
                  </a:lnTo>
                  <a:lnTo>
                    <a:pt x="195403" y="569793"/>
                  </a:lnTo>
                  <a:lnTo>
                    <a:pt x="195077" y="571214"/>
                  </a:lnTo>
                  <a:lnTo>
                    <a:pt x="194756" y="572635"/>
                  </a:lnTo>
                  <a:lnTo>
                    <a:pt x="194439" y="574056"/>
                  </a:lnTo>
                  <a:lnTo>
                    <a:pt x="194129" y="575477"/>
                  </a:lnTo>
                  <a:lnTo>
                    <a:pt x="193823" y="576898"/>
                  </a:lnTo>
                  <a:lnTo>
                    <a:pt x="193522" y="578319"/>
                  </a:lnTo>
                  <a:lnTo>
                    <a:pt x="193226" y="579740"/>
                  </a:lnTo>
                  <a:lnTo>
                    <a:pt x="192936" y="581161"/>
                  </a:lnTo>
                  <a:lnTo>
                    <a:pt x="192654" y="582582"/>
                  </a:lnTo>
                  <a:lnTo>
                    <a:pt x="192377" y="584003"/>
                  </a:lnTo>
                  <a:lnTo>
                    <a:pt x="192106" y="585424"/>
                  </a:lnTo>
                  <a:lnTo>
                    <a:pt x="191842" y="586845"/>
                  </a:lnTo>
                  <a:lnTo>
                    <a:pt x="191586" y="588266"/>
                  </a:lnTo>
                  <a:lnTo>
                    <a:pt x="191337" y="589687"/>
                  </a:lnTo>
                  <a:lnTo>
                    <a:pt x="191095" y="591107"/>
                  </a:lnTo>
                  <a:lnTo>
                    <a:pt x="190860" y="592528"/>
                  </a:lnTo>
                  <a:lnTo>
                    <a:pt x="190631" y="593949"/>
                  </a:lnTo>
                  <a:lnTo>
                    <a:pt x="190409" y="595370"/>
                  </a:lnTo>
                  <a:lnTo>
                    <a:pt x="190195" y="596791"/>
                  </a:lnTo>
                  <a:lnTo>
                    <a:pt x="189986" y="598212"/>
                  </a:lnTo>
                  <a:lnTo>
                    <a:pt x="189782" y="599633"/>
                  </a:lnTo>
                  <a:lnTo>
                    <a:pt x="189583" y="601054"/>
                  </a:lnTo>
                  <a:lnTo>
                    <a:pt x="189390" y="602475"/>
                  </a:lnTo>
                  <a:lnTo>
                    <a:pt x="189201" y="603896"/>
                  </a:lnTo>
                  <a:lnTo>
                    <a:pt x="189016" y="605317"/>
                  </a:lnTo>
                  <a:lnTo>
                    <a:pt x="188834" y="606738"/>
                  </a:lnTo>
                  <a:lnTo>
                    <a:pt x="188654" y="608159"/>
                  </a:lnTo>
                  <a:lnTo>
                    <a:pt x="188477" y="609580"/>
                  </a:lnTo>
                  <a:lnTo>
                    <a:pt x="188302" y="611001"/>
                  </a:lnTo>
                  <a:lnTo>
                    <a:pt x="188129" y="612421"/>
                  </a:lnTo>
                  <a:lnTo>
                    <a:pt x="187957" y="613842"/>
                  </a:lnTo>
                  <a:lnTo>
                    <a:pt x="187786" y="615263"/>
                  </a:lnTo>
                  <a:lnTo>
                    <a:pt x="187616" y="616684"/>
                  </a:lnTo>
                  <a:lnTo>
                    <a:pt x="187448" y="618105"/>
                  </a:lnTo>
                  <a:lnTo>
                    <a:pt x="187280" y="619526"/>
                  </a:lnTo>
                  <a:lnTo>
                    <a:pt x="187113" y="620947"/>
                  </a:lnTo>
                  <a:lnTo>
                    <a:pt x="186948" y="622368"/>
                  </a:lnTo>
                  <a:lnTo>
                    <a:pt x="186785" y="623789"/>
                  </a:lnTo>
                  <a:lnTo>
                    <a:pt x="186624" y="625210"/>
                  </a:lnTo>
                  <a:lnTo>
                    <a:pt x="186465" y="626631"/>
                  </a:lnTo>
                  <a:lnTo>
                    <a:pt x="186308" y="628052"/>
                  </a:lnTo>
                  <a:lnTo>
                    <a:pt x="186155" y="629473"/>
                  </a:lnTo>
                  <a:lnTo>
                    <a:pt x="186006" y="630894"/>
                  </a:lnTo>
                  <a:lnTo>
                    <a:pt x="185860" y="632314"/>
                  </a:lnTo>
                  <a:lnTo>
                    <a:pt x="185719" y="633735"/>
                  </a:lnTo>
                  <a:lnTo>
                    <a:pt x="185581" y="635156"/>
                  </a:lnTo>
                  <a:lnTo>
                    <a:pt x="185450" y="636577"/>
                  </a:lnTo>
                  <a:lnTo>
                    <a:pt x="185323" y="637998"/>
                  </a:lnTo>
                  <a:lnTo>
                    <a:pt x="185202" y="639419"/>
                  </a:lnTo>
                  <a:lnTo>
                    <a:pt x="185085" y="640840"/>
                  </a:lnTo>
                  <a:lnTo>
                    <a:pt x="184974" y="642261"/>
                  </a:lnTo>
                  <a:lnTo>
                    <a:pt x="184869" y="643682"/>
                  </a:lnTo>
                  <a:lnTo>
                    <a:pt x="184769" y="645103"/>
                  </a:lnTo>
                  <a:lnTo>
                    <a:pt x="184674" y="646524"/>
                  </a:lnTo>
                  <a:lnTo>
                    <a:pt x="184584" y="647945"/>
                  </a:lnTo>
                  <a:lnTo>
                    <a:pt x="184498" y="649366"/>
                  </a:lnTo>
                  <a:lnTo>
                    <a:pt x="184417" y="650787"/>
                  </a:lnTo>
                  <a:lnTo>
                    <a:pt x="184340" y="652208"/>
                  </a:lnTo>
                  <a:lnTo>
                    <a:pt x="184266" y="653628"/>
                  </a:lnTo>
                  <a:lnTo>
                    <a:pt x="184195" y="655049"/>
                  </a:lnTo>
                  <a:lnTo>
                    <a:pt x="184127" y="656470"/>
                  </a:lnTo>
                  <a:lnTo>
                    <a:pt x="184061" y="657891"/>
                  </a:lnTo>
                  <a:lnTo>
                    <a:pt x="183997" y="659312"/>
                  </a:lnTo>
                  <a:lnTo>
                    <a:pt x="183933" y="660733"/>
                  </a:lnTo>
                  <a:lnTo>
                    <a:pt x="183870" y="662154"/>
                  </a:lnTo>
                  <a:lnTo>
                    <a:pt x="183808" y="663575"/>
                  </a:lnTo>
                  <a:lnTo>
                    <a:pt x="183745" y="664996"/>
                  </a:lnTo>
                  <a:lnTo>
                    <a:pt x="183682" y="666417"/>
                  </a:lnTo>
                  <a:lnTo>
                    <a:pt x="183617" y="667838"/>
                  </a:lnTo>
                  <a:lnTo>
                    <a:pt x="183551" y="669259"/>
                  </a:lnTo>
                  <a:lnTo>
                    <a:pt x="183483" y="670680"/>
                  </a:lnTo>
                  <a:lnTo>
                    <a:pt x="183412" y="672101"/>
                  </a:lnTo>
                  <a:lnTo>
                    <a:pt x="183340" y="673522"/>
                  </a:lnTo>
                  <a:lnTo>
                    <a:pt x="183264" y="674942"/>
                  </a:lnTo>
                  <a:lnTo>
                    <a:pt x="183185" y="676363"/>
                  </a:lnTo>
                  <a:lnTo>
                    <a:pt x="183101" y="677784"/>
                  </a:lnTo>
                  <a:lnTo>
                    <a:pt x="183014" y="679205"/>
                  </a:lnTo>
                  <a:lnTo>
                    <a:pt x="182922" y="680626"/>
                  </a:lnTo>
                  <a:lnTo>
                    <a:pt x="182826" y="682047"/>
                  </a:lnTo>
                  <a:lnTo>
                    <a:pt x="182725" y="683468"/>
                  </a:lnTo>
                  <a:lnTo>
                    <a:pt x="182617" y="684889"/>
                  </a:lnTo>
                  <a:lnTo>
                    <a:pt x="182503" y="686310"/>
                  </a:lnTo>
                  <a:lnTo>
                    <a:pt x="182384" y="687731"/>
                  </a:lnTo>
                  <a:lnTo>
                    <a:pt x="182258" y="689152"/>
                  </a:lnTo>
                  <a:lnTo>
                    <a:pt x="182124" y="690573"/>
                  </a:lnTo>
                  <a:lnTo>
                    <a:pt x="181982" y="691994"/>
                  </a:lnTo>
                  <a:lnTo>
                    <a:pt x="181833" y="693415"/>
                  </a:lnTo>
                  <a:lnTo>
                    <a:pt x="181677" y="694836"/>
                  </a:lnTo>
                  <a:lnTo>
                    <a:pt x="181512" y="696256"/>
                  </a:lnTo>
                  <a:lnTo>
                    <a:pt x="181336" y="697677"/>
                  </a:lnTo>
                  <a:lnTo>
                    <a:pt x="181152" y="699098"/>
                  </a:lnTo>
                  <a:lnTo>
                    <a:pt x="180960" y="700519"/>
                  </a:lnTo>
                  <a:lnTo>
                    <a:pt x="180759" y="701940"/>
                  </a:lnTo>
                  <a:lnTo>
                    <a:pt x="180548" y="703361"/>
                  </a:lnTo>
                  <a:lnTo>
                    <a:pt x="180327" y="704782"/>
                  </a:lnTo>
                  <a:lnTo>
                    <a:pt x="180097" y="706203"/>
                  </a:lnTo>
                  <a:lnTo>
                    <a:pt x="179859" y="707624"/>
                  </a:lnTo>
                  <a:lnTo>
                    <a:pt x="179613" y="709045"/>
                  </a:lnTo>
                  <a:lnTo>
                    <a:pt x="179359" y="710466"/>
                  </a:lnTo>
                  <a:lnTo>
                    <a:pt x="179096" y="711887"/>
                  </a:lnTo>
                  <a:lnTo>
                    <a:pt x="178826" y="713308"/>
                  </a:lnTo>
                  <a:lnTo>
                    <a:pt x="178551" y="714729"/>
                  </a:lnTo>
                  <a:lnTo>
                    <a:pt x="178270" y="716150"/>
                  </a:lnTo>
                  <a:lnTo>
                    <a:pt x="177984" y="717570"/>
                  </a:lnTo>
                  <a:lnTo>
                    <a:pt x="177693" y="718991"/>
                  </a:lnTo>
                  <a:lnTo>
                    <a:pt x="177400" y="720412"/>
                  </a:lnTo>
                  <a:lnTo>
                    <a:pt x="177105" y="721833"/>
                  </a:lnTo>
                  <a:lnTo>
                    <a:pt x="176808" y="723254"/>
                  </a:lnTo>
                  <a:lnTo>
                    <a:pt x="176512" y="724675"/>
                  </a:lnTo>
                  <a:lnTo>
                    <a:pt x="176216" y="726096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2" name="pg32">
              <a:extLst>
                <a:ext uri="{FF2B5EF4-FFF2-40B4-BE49-F238E27FC236}">
                  <a16:creationId xmlns:a16="http://schemas.microsoft.com/office/drawing/2014/main" id="{3DBD95FE-ABB4-B6B5-7617-81791F6D1BCD}"/>
                </a:ext>
              </a:extLst>
            </p:cNvPr>
            <p:cNvSpPr/>
            <p:nvPr/>
          </p:nvSpPr>
          <p:spPr>
            <a:xfrm>
              <a:off x="2765166" y="1986079"/>
              <a:ext cx="297707" cy="793928"/>
            </a:xfrm>
            <a:custGeom>
              <a:avLst/>
              <a:gdLst/>
              <a:ahLst/>
              <a:cxnLst/>
              <a:rect l="0" t="0" r="0" b="0"/>
              <a:pathLst>
                <a:path w="297707" h="793928">
                  <a:moveTo>
                    <a:pt x="146352" y="793928"/>
                  </a:moveTo>
                  <a:lnTo>
                    <a:pt x="146245" y="792374"/>
                  </a:lnTo>
                  <a:lnTo>
                    <a:pt x="146136" y="790820"/>
                  </a:lnTo>
                  <a:lnTo>
                    <a:pt x="146026" y="789267"/>
                  </a:lnTo>
                  <a:lnTo>
                    <a:pt x="145915" y="787713"/>
                  </a:lnTo>
                  <a:lnTo>
                    <a:pt x="145802" y="786159"/>
                  </a:lnTo>
                  <a:lnTo>
                    <a:pt x="145686" y="784606"/>
                  </a:lnTo>
                  <a:lnTo>
                    <a:pt x="145569" y="783052"/>
                  </a:lnTo>
                  <a:lnTo>
                    <a:pt x="145450" y="781498"/>
                  </a:lnTo>
                  <a:lnTo>
                    <a:pt x="145328" y="779945"/>
                  </a:lnTo>
                  <a:lnTo>
                    <a:pt x="145203" y="778391"/>
                  </a:lnTo>
                  <a:lnTo>
                    <a:pt x="145075" y="776837"/>
                  </a:lnTo>
                  <a:lnTo>
                    <a:pt x="144944" y="775284"/>
                  </a:lnTo>
                  <a:lnTo>
                    <a:pt x="144809" y="773730"/>
                  </a:lnTo>
                  <a:lnTo>
                    <a:pt x="144671" y="772176"/>
                  </a:lnTo>
                  <a:lnTo>
                    <a:pt x="144527" y="770623"/>
                  </a:lnTo>
                  <a:lnTo>
                    <a:pt x="144380" y="769069"/>
                  </a:lnTo>
                  <a:lnTo>
                    <a:pt x="144229" y="767515"/>
                  </a:lnTo>
                  <a:lnTo>
                    <a:pt x="144073" y="765962"/>
                  </a:lnTo>
                  <a:lnTo>
                    <a:pt x="143913" y="764408"/>
                  </a:lnTo>
                  <a:lnTo>
                    <a:pt x="143747" y="762854"/>
                  </a:lnTo>
                  <a:lnTo>
                    <a:pt x="143577" y="761301"/>
                  </a:lnTo>
                  <a:lnTo>
                    <a:pt x="143404" y="759747"/>
                  </a:lnTo>
                  <a:lnTo>
                    <a:pt x="143226" y="758193"/>
                  </a:lnTo>
                  <a:lnTo>
                    <a:pt x="143044" y="756640"/>
                  </a:lnTo>
                  <a:lnTo>
                    <a:pt x="142858" y="755086"/>
                  </a:lnTo>
                  <a:lnTo>
                    <a:pt x="142670" y="753532"/>
                  </a:lnTo>
                  <a:lnTo>
                    <a:pt x="142479" y="751979"/>
                  </a:lnTo>
                  <a:lnTo>
                    <a:pt x="142287" y="750425"/>
                  </a:lnTo>
                  <a:lnTo>
                    <a:pt x="142092" y="748871"/>
                  </a:lnTo>
                  <a:lnTo>
                    <a:pt x="141897" y="747318"/>
                  </a:lnTo>
                  <a:lnTo>
                    <a:pt x="141702" y="745764"/>
                  </a:lnTo>
                  <a:lnTo>
                    <a:pt x="141508" y="744210"/>
                  </a:lnTo>
                  <a:lnTo>
                    <a:pt x="141314" y="742657"/>
                  </a:lnTo>
                  <a:lnTo>
                    <a:pt x="141124" y="741103"/>
                  </a:lnTo>
                  <a:lnTo>
                    <a:pt x="140936" y="739549"/>
                  </a:lnTo>
                  <a:lnTo>
                    <a:pt x="140752" y="737996"/>
                  </a:lnTo>
                  <a:lnTo>
                    <a:pt x="140572" y="736442"/>
                  </a:lnTo>
                  <a:lnTo>
                    <a:pt x="140397" y="734888"/>
                  </a:lnTo>
                  <a:lnTo>
                    <a:pt x="140230" y="733334"/>
                  </a:lnTo>
                  <a:lnTo>
                    <a:pt x="140068" y="731781"/>
                  </a:lnTo>
                  <a:lnTo>
                    <a:pt x="139912" y="730227"/>
                  </a:lnTo>
                  <a:lnTo>
                    <a:pt x="139764" y="728673"/>
                  </a:lnTo>
                  <a:lnTo>
                    <a:pt x="139625" y="727120"/>
                  </a:lnTo>
                  <a:lnTo>
                    <a:pt x="139494" y="725566"/>
                  </a:lnTo>
                  <a:lnTo>
                    <a:pt x="139371" y="724012"/>
                  </a:lnTo>
                  <a:lnTo>
                    <a:pt x="139255" y="722459"/>
                  </a:lnTo>
                  <a:lnTo>
                    <a:pt x="139148" y="720905"/>
                  </a:lnTo>
                  <a:lnTo>
                    <a:pt x="139051" y="719351"/>
                  </a:lnTo>
                  <a:lnTo>
                    <a:pt x="138962" y="717798"/>
                  </a:lnTo>
                  <a:lnTo>
                    <a:pt x="138880" y="716244"/>
                  </a:lnTo>
                  <a:lnTo>
                    <a:pt x="138805" y="714690"/>
                  </a:lnTo>
                  <a:lnTo>
                    <a:pt x="138736" y="713137"/>
                  </a:lnTo>
                  <a:lnTo>
                    <a:pt x="138675" y="711583"/>
                  </a:lnTo>
                  <a:lnTo>
                    <a:pt x="138618" y="710029"/>
                  </a:lnTo>
                  <a:lnTo>
                    <a:pt x="138565" y="708476"/>
                  </a:lnTo>
                  <a:lnTo>
                    <a:pt x="138516" y="706922"/>
                  </a:lnTo>
                  <a:lnTo>
                    <a:pt x="138469" y="705368"/>
                  </a:lnTo>
                  <a:lnTo>
                    <a:pt x="138423" y="703815"/>
                  </a:lnTo>
                  <a:lnTo>
                    <a:pt x="138378" y="702261"/>
                  </a:lnTo>
                  <a:lnTo>
                    <a:pt x="138331" y="700707"/>
                  </a:lnTo>
                  <a:lnTo>
                    <a:pt x="138282" y="699154"/>
                  </a:lnTo>
                  <a:lnTo>
                    <a:pt x="138228" y="697600"/>
                  </a:lnTo>
                  <a:lnTo>
                    <a:pt x="138169" y="696046"/>
                  </a:lnTo>
                  <a:lnTo>
                    <a:pt x="138105" y="694493"/>
                  </a:lnTo>
                  <a:lnTo>
                    <a:pt x="138033" y="692939"/>
                  </a:lnTo>
                  <a:lnTo>
                    <a:pt x="137953" y="691385"/>
                  </a:lnTo>
                  <a:lnTo>
                    <a:pt x="137861" y="689832"/>
                  </a:lnTo>
                  <a:lnTo>
                    <a:pt x="137757" y="688278"/>
                  </a:lnTo>
                  <a:lnTo>
                    <a:pt x="137643" y="686724"/>
                  </a:lnTo>
                  <a:lnTo>
                    <a:pt x="137516" y="685171"/>
                  </a:lnTo>
                  <a:lnTo>
                    <a:pt x="137375" y="683617"/>
                  </a:lnTo>
                  <a:lnTo>
                    <a:pt x="137215" y="682063"/>
                  </a:lnTo>
                  <a:lnTo>
                    <a:pt x="137041" y="680510"/>
                  </a:lnTo>
                  <a:lnTo>
                    <a:pt x="136852" y="678956"/>
                  </a:lnTo>
                  <a:lnTo>
                    <a:pt x="136646" y="677402"/>
                  </a:lnTo>
                  <a:lnTo>
                    <a:pt x="136421" y="675848"/>
                  </a:lnTo>
                  <a:lnTo>
                    <a:pt x="136177" y="674295"/>
                  </a:lnTo>
                  <a:lnTo>
                    <a:pt x="135916" y="672741"/>
                  </a:lnTo>
                  <a:lnTo>
                    <a:pt x="135638" y="671187"/>
                  </a:lnTo>
                  <a:lnTo>
                    <a:pt x="135342" y="669634"/>
                  </a:lnTo>
                  <a:lnTo>
                    <a:pt x="135025" y="668080"/>
                  </a:lnTo>
                  <a:lnTo>
                    <a:pt x="134690" y="666526"/>
                  </a:lnTo>
                  <a:lnTo>
                    <a:pt x="134338" y="664973"/>
                  </a:lnTo>
                  <a:lnTo>
                    <a:pt x="133971" y="663419"/>
                  </a:lnTo>
                  <a:lnTo>
                    <a:pt x="133587" y="661865"/>
                  </a:lnTo>
                  <a:lnTo>
                    <a:pt x="133182" y="660312"/>
                  </a:lnTo>
                  <a:lnTo>
                    <a:pt x="132764" y="658758"/>
                  </a:lnTo>
                  <a:lnTo>
                    <a:pt x="132331" y="657204"/>
                  </a:lnTo>
                  <a:lnTo>
                    <a:pt x="131885" y="655651"/>
                  </a:lnTo>
                  <a:lnTo>
                    <a:pt x="131426" y="654097"/>
                  </a:lnTo>
                  <a:lnTo>
                    <a:pt x="130952" y="652543"/>
                  </a:lnTo>
                  <a:lnTo>
                    <a:pt x="130469" y="650990"/>
                  </a:lnTo>
                  <a:lnTo>
                    <a:pt x="129976" y="649436"/>
                  </a:lnTo>
                  <a:lnTo>
                    <a:pt x="129475" y="647882"/>
                  </a:lnTo>
                  <a:lnTo>
                    <a:pt x="128965" y="646329"/>
                  </a:lnTo>
                  <a:lnTo>
                    <a:pt x="128448" y="644775"/>
                  </a:lnTo>
                  <a:lnTo>
                    <a:pt x="127927" y="643221"/>
                  </a:lnTo>
                  <a:lnTo>
                    <a:pt x="127403" y="641668"/>
                  </a:lnTo>
                  <a:lnTo>
                    <a:pt x="126876" y="640114"/>
                  </a:lnTo>
                  <a:lnTo>
                    <a:pt x="126348" y="638560"/>
                  </a:lnTo>
                  <a:lnTo>
                    <a:pt x="125821" y="637007"/>
                  </a:lnTo>
                  <a:lnTo>
                    <a:pt x="125295" y="635453"/>
                  </a:lnTo>
                  <a:lnTo>
                    <a:pt x="124771" y="633899"/>
                  </a:lnTo>
                  <a:lnTo>
                    <a:pt x="124252" y="632346"/>
                  </a:lnTo>
                  <a:lnTo>
                    <a:pt x="123739" y="630792"/>
                  </a:lnTo>
                  <a:lnTo>
                    <a:pt x="123232" y="629238"/>
                  </a:lnTo>
                  <a:lnTo>
                    <a:pt x="122732" y="627685"/>
                  </a:lnTo>
                  <a:lnTo>
                    <a:pt x="122239" y="626131"/>
                  </a:lnTo>
                  <a:lnTo>
                    <a:pt x="121756" y="624577"/>
                  </a:lnTo>
                  <a:lnTo>
                    <a:pt x="121283" y="623023"/>
                  </a:lnTo>
                  <a:lnTo>
                    <a:pt x="120820" y="621470"/>
                  </a:lnTo>
                  <a:lnTo>
                    <a:pt x="120366" y="619916"/>
                  </a:lnTo>
                  <a:lnTo>
                    <a:pt x="119922" y="618362"/>
                  </a:lnTo>
                  <a:lnTo>
                    <a:pt x="119489" y="616809"/>
                  </a:lnTo>
                  <a:lnTo>
                    <a:pt x="119066" y="615255"/>
                  </a:lnTo>
                  <a:lnTo>
                    <a:pt x="118653" y="613701"/>
                  </a:lnTo>
                  <a:lnTo>
                    <a:pt x="118247" y="612148"/>
                  </a:lnTo>
                  <a:lnTo>
                    <a:pt x="117849" y="610594"/>
                  </a:lnTo>
                  <a:lnTo>
                    <a:pt x="117459" y="609040"/>
                  </a:lnTo>
                  <a:lnTo>
                    <a:pt x="117075" y="607487"/>
                  </a:lnTo>
                  <a:lnTo>
                    <a:pt x="116695" y="605933"/>
                  </a:lnTo>
                  <a:lnTo>
                    <a:pt x="116317" y="604379"/>
                  </a:lnTo>
                  <a:lnTo>
                    <a:pt x="115942" y="602826"/>
                  </a:lnTo>
                  <a:lnTo>
                    <a:pt x="115567" y="601272"/>
                  </a:lnTo>
                  <a:lnTo>
                    <a:pt x="115189" y="599718"/>
                  </a:lnTo>
                  <a:lnTo>
                    <a:pt x="114808" y="598165"/>
                  </a:lnTo>
                  <a:lnTo>
                    <a:pt x="114423" y="596611"/>
                  </a:lnTo>
                  <a:lnTo>
                    <a:pt x="114030" y="595057"/>
                  </a:lnTo>
                  <a:lnTo>
                    <a:pt x="113628" y="593504"/>
                  </a:lnTo>
                  <a:lnTo>
                    <a:pt x="113215" y="591950"/>
                  </a:lnTo>
                  <a:lnTo>
                    <a:pt x="112792" y="590396"/>
                  </a:lnTo>
                  <a:lnTo>
                    <a:pt x="112357" y="588843"/>
                  </a:lnTo>
                  <a:lnTo>
                    <a:pt x="111905" y="587289"/>
                  </a:lnTo>
                  <a:lnTo>
                    <a:pt x="111436" y="585735"/>
                  </a:lnTo>
                  <a:lnTo>
                    <a:pt x="110952" y="584182"/>
                  </a:lnTo>
                  <a:lnTo>
                    <a:pt x="110451" y="582628"/>
                  </a:lnTo>
                  <a:lnTo>
                    <a:pt x="109934" y="581074"/>
                  </a:lnTo>
                  <a:lnTo>
                    <a:pt x="109394" y="579521"/>
                  </a:lnTo>
                  <a:lnTo>
                    <a:pt x="108837" y="577967"/>
                  </a:lnTo>
                  <a:lnTo>
                    <a:pt x="108262" y="576413"/>
                  </a:lnTo>
                  <a:lnTo>
                    <a:pt x="107670" y="574860"/>
                  </a:lnTo>
                  <a:lnTo>
                    <a:pt x="107060" y="573306"/>
                  </a:lnTo>
                  <a:lnTo>
                    <a:pt x="106430" y="571752"/>
                  </a:lnTo>
                  <a:lnTo>
                    <a:pt x="105785" y="570199"/>
                  </a:lnTo>
                  <a:lnTo>
                    <a:pt x="105126" y="568645"/>
                  </a:lnTo>
                  <a:lnTo>
                    <a:pt x="104454" y="567091"/>
                  </a:lnTo>
                  <a:lnTo>
                    <a:pt x="103769" y="565537"/>
                  </a:lnTo>
                  <a:lnTo>
                    <a:pt x="103071" y="563984"/>
                  </a:lnTo>
                  <a:lnTo>
                    <a:pt x="102366" y="562430"/>
                  </a:lnTo>
                  <a:lnTo>
                    <a:pt x="101653" y="560876"/>
                  </a:lnTo>
                  <a:lnTo>
                    <a:pt x="100934" y="559323"/>
                  </a:lnTo>
                  <a:lnTo>
                    <a:pt x="100211" y="557769"/>
                  </a:lnTo>
                  <a:lnTo>
                    <a:pt x="99485" y="556215"/>
                  </a:lnTo>
                  <a:lnTo>
                    <a:pt x="98759" y="554662"/>
                  </a:lnTo>
                  <a:lnTo>
                    <a:pt x="98033" y="553108"/>
                  </a:lnTo>
                  <a:lnTo>
                    <a:pt x="97310" y="551554"/>
                  </a:lnTo>
                  <a:lnTo>
                    <a:pt x="96591" y="550001"/>
                  </a:lnTo>
                  <a:lnTo>
                    <a:pt x="95877" y="548447"/>
                  </a:lnTo>
                  <a:lnTo>
                    <a:pt x="95168" y="546893"/>
                  </a:lnTo>
                  <a:lnTo>
                    <a:pt x="94466" y="545340"/>
                  </a:lnTo>
                  <a:lnTo>
                    <a:pt x="93770" y="543786"/>
                  </a:lnTo>
                  <a:lnTo>
                    <a:pt x="93084" y="542232"/>
                  </a:lnTo>
                  <a:lnTo>
                    <a:pt x="92404" y="540679"/>
                  </a:lnTo>
                  <a:lnTo>
                    <a:pt x="91731" y="539125"/>
                  </a:lnTo>
                  <a:lnTo>
                    <a:pt x="91064" y="537571"/>
                  </a:lnTo>
                  <a:lnTo>
                    <a:pt x="90404" y="536018"/>
                  </a:lnTo>
                  <a:lnTo>
                    <a:pt x="89748" y="534464"/>
                  </a:lnTo>
                  <a:lnTo>
                    <a:pt x="89096" y="532910"/>
                  </a:lnTo>
                  <a:lnTo>
                    <a:pt x="88445" y="531357"/>
                  </a:lnTo>
                  <a:lnTo>
                    <a:pt x="87794" y="529803"/>
                  </a:lnTo>
                  <a:lnTo>
                    <a:pt x="87140" y="528249"/>
                  </a:lnTo>
                  <a:lnTo>
                    <a:pt x="86481" y="526696"/>
                  </a:lnTo>
                  <a:lnTo>
                    <a:pt x="85815" y="525142"/>
                  </a:lnTo>
                  <a:lnTo>
                    <a:pt x="85140" y="523588"/>
                  </a:lnTo>
                  <a:lnTo>
                    <a:pt x="84453" y="522035"/>
                  </a:lnTo>
                  <a:lnTo>
                    <a:pt x="83748" y="520481"/>
                  </a:lnTo>
                  <a:lnTo>
                    <a:pt x="83024" y="518927"/>
                  </a:lnTo>
                  <a:lnTo>
                    <a:pt x="82280" y="517374"/>
                  </a:lnTo>
                  <a:lnTo>
                    <a:pt x="81514" y="515820"/>
                  </a:lnTo>
                  <a:lnTo>
                    <a:pt x="80720" y="514266"/>
                  </a:lnTo>
                  <a:lnTo>
                    <a:pt x="79891" y="512713"/>
                  </a:lnTo>
                  <a:lnTo>
                    <a:pt x="79031" y="511159"/>
                  </a:lnTo>
                  <a:lnTo>
                    <a:pt x="78138" y="509605"/>
                  </a:lnTo>
                  <a:lnTo>
                    <a:pt x="77211" y="508051"/>
                  </a:lnTo>
                  <a:lnTo>
                    <a:pt x="76238" y="506498"/>
                  </a:lnTo>
                  <a:lnTo>
                    <a:pt x="75221" y="504944"/>
                  </a:lnTo>
                  <a:lnTo>
                    <a:pt x="74162" y="503390"/>
                  </a:lnTo>
                  <a:lnTo>
                    <a:pt x="73061" y="501837"/>
                  </a:lnTo>
                  <a:lnTo>
                    <a:pt x="71917" y="500283"/>
                  </a:lnTo>
                  <a:lnTo>
                    <a:pt x="70716" y="498729"/>
                  </a:lnTo>
                  <a:lnTo>
                    <a:pt x="69467" y="497176"/>
                  </a:lnTo>
                  <a:lnTo>
                    <a:pt x="68172" y="495622"/>
                  </a:lnTo>
                  <a:lnTo>
                    <a:pt x="66832" y="494068"/>
                  </a:lnTo>
                  <a:lnTo>
                    <a:pt x="65446" y="492515"/>
                  </a:lnTo>
                  <a:lnTo>
                    <a:pt x="63999" y="490961"/>
                  </a:lnTo>
                  <a:lnTo>
                    <a:pt x="62508" y="489407"/>
                  </a:lnTo>
                  <a:lnTo>
                    <a:pt x="60975" y="487854"/>
                  </a:lnTo>
                  <a:lnTo>
                    <a:pt x="59399" y="486300"/>
                  </a:lnTo>
                  <a:lnTo>
                    <a:pt x="57777" y="484746"/>
                  </a:lnTo>
                  <a:lnTo>
                    <a:pt x="56107" y="483193"/>
                  </a:lnTo>
                  <a:lnTo>
                    <a:pt x="54401" y="481639"/>
                  </a:lnTo>
                  <a:lnTo>
                    <a:pt x="52661" y="480085"/>
                  </a:lnTo>
                  <a:lnTo>
                    <a:pt x="50887" y="478532"/>
                  </a:lnTo>
                  <a:lnTo>
                    <a:pt x="49078" y="476978"/>
                  </a:lnTo>
                  <a:lnTo>
                    <a:pt x="47238" y="475424"/>
                  </a:lnTo>
                  <a:lnTo>
                    <a:pt x="45375" y="473871"/>
                  </a:lnTo>
                  <a:lnTo>
                    <a:pt x="43492" y="472317"/>
                  </a:lnTo>
                  <a:lnTo>
                    <a:pt x="41591" y="470763"/>
                  </a:lnTo>
                  <a:lnTo>
                    <a:pt x="39673" y="469210"/>
                  </a:lnTo>
                  <a:lnTo>
                    <a:pt x="37746" y="467656"/>
                  </a:lnTo>
                  <a:lnTo>
                    <a:pt x="35814" y="466102"/>
                  </a:lnTo>
                  <a:lnTo>
                    <a:pt x="33881" y="464549"/>
                  </a:lnTo>
                  <a:lnTo>
                    <a:pt x="32510" y="463445"/>
                  </a:lnTo>
                  <a:lnTo>
                    <a:pt x="31951" y="462995"/>
                  </a:lnTo>
                  <a:lnTo>
                    <a:pt x="30031" y="461441"/>
                  </a:lnTo>
                  <a:lnTo>
                    <a:pt x="28124" y="459888"/>
                  </a:lnTo>
                  <a:lnTo>
                    <a:pt x="26235" y="458334"/>
                  </a:lnTo>
                  <a:lnTo>
                    <a:pt x="24367" y="456780"/>
                  </a:lnTo>
                  <a:lnTo>
                    <a:pt x="22530" y="455227"/>
                  </a:lnTo>
                  <a:lnTo>
                    <a:pt x="20732" y="453673"/>
                  </a:lnTo>
                  <a:lnTo>
                    <a:pt x="18973" y="452119"/>
                  </a:lnTo>
                  <a:lnTo>
                    <a:pt x="17257" y="450565"/>
                  </a:lnTo>
                  <a:lnTo>
                    <a:pt x="15587" y="449012"/>
                  </a:lnTo>
                  <a:lnTo>
                    <a:pt x="13982" y="447458"/>
                  </a:lnTo>
                  <a:lnTo>
                    <a:pt x="12443" y="445904"/>
                  </a:lnTo>
                  <a:lnTo>
                    <a:pt x="10969" y="444351"/>
                  </a:lnTo>
                  <a:lnTo>
                    <a:pt x="9562" y="442797"/>
                  </a:lnTo>
                  <a:lnTo>
                    <a:pt x="8227" y="441243"/>
                  </a:lnTo>
                  <a:lnTo>
                    <a:pt x="6996" y="439690"/>
                  </a:lnTo>
                  <a:lnTo>
                    <a:pt x="5851" y="438136"/>
                  </a:lnTo>
                  <a:lnTo>
                    <a:pt x="4792" y="436582"/>
                  </a:lnTo>
                  <a:lnTo>
                    <a:pt x="3824" y="435029"/>
                  </a:lnTo>
                  <a:lnTo>
                    <a:pt x="2954" y="433475"/>
                  </a:lnTo>
                  <a:lnTo>
                    <a:pt x="2211" y="431921"/>
                  </a:lnTo>
                  <a:lnTo>
                    <a:pt x="1568" y="430368"/>
                  </a:lnTo>
                  <a:lnTo>
                    <a:pt x="1027" y="428814"/>
                  </a:lnTo>
                  <a:lnTo>
                    <a:pt x="590" y="427260"/>
                  </a:lnTo>
                  <a:lnTo>
                    <a:pt x="274" y="425707"/>
                  </a:lnTo>
                  <a:lnTo>
                    <a:pt x="84" y="424153"/>
                  </a:lnTo>
                  <a:lnTo>
                    <a:pt x="0" y="422599"/>
                  </a:lnTo>
                  <a:lnTo>
                    <a:pt x="19" y="421046"/>
                  </a:lnTo>
                  <a:lnTo>
                    <a:pt x="141" y="419492"/>
                  </a:lnTo>
                  <a:lnTo>
                    <a:pt x="389" y="417938"/>
                  </a:lnTo>
                  <a:lnTo>
                    <a:pt x="744" y="416385"/>
                  </a:lnTo>
                  <a:lnTo>
                    <a:pt x="1192" y="414831"/>
                  </a:lnTo>
                  <a:lnTo>
                    <a:pt x="1729" y="413277"/>
                  </a:lnTo>
                  <a:lnTo>
                    <a:pt x="2350" y="411724"/>
                  </a:lnTo>
                  <a:lnTo>
                    <a:pt x="3077" y="410170"/>
                  </a:lnTo>
                  <a:lnTo>
                    <a:pt x="3874" y="408616"/>
                  </a:lnTo>
                  <a:lnTo>
                    <a:pt x="4734" y="407063"/>
                  </a:lnTo>
                  <a:lnTo>
                    <a:pt x="5650" y="405509"/>
                  </a:lnTo>
                  <a:lnTo>
                    <a:pt x="6621" y="403955"/>
                  </a:lnTo>
                  <a:lnTo>
                    <a:pt x="7640" y="402402"/>
                  </a:lnTo>
                  <a:lnTo>
                    <a:pt x="8688" y="400848"/>
                  </a:lnTo>
                  <a:lnTo>
                    <a:pt x="9757" y="399294"/>
                  </a:lnTo>
                  <a:lnTo>
                    <a:pt x="10839" y="397741"/>
                  </a:lnTo>
                  <a:lnTo>
                    <a:pt x="11926" y="396187"/>
                  </a:lnTo>
                  <a:lnTo>
                    <a:pt x="13003" y="394633"/>
                  </a:lnTo>
                  <a:lnTo>
                    <a:pt x="14063" y="393079"/>
                  </a:lnTo>
                  <a:lnTo>
                    <a:pt x="14194" y="392884"/>
                  </a:lnTo>
                  <a:lnTo>
                    <a:pt x="15099" y="391526"/>
                  </a:lnTo>
                  <a:lnTo>
                    <a:pt x="16104" y="389972"/>
                  </a:lnTo>
                  <a:lnTo>
                    <a:pt x="17058" y="388418"/>
                  </a:lnTo>
                  <a:lnTo>
                    <a:pt x="17958" y="386865"/>
                  </a:lnTo>
                  <a:lnTo>
                    <a:pt x="18804" y="385311"/>
                  </a:lnTo>
                  <a:lnTo>
                    <a:pt x="19591" y="383757"/>
                  </a:lnTo>
                  <a:lnTo>
                    <a:pt x="20313" y="382204"/>
                  </a:lnTo>
                  <a:lnTo>
                    <a:pt x="20942" y="380650"/>
                  </a:lnTo>
                  <a:lnTo>
                    <a:pt x="21499" y="379096"/>
                  </a:lnTo>
                  <a:lnTo>
                    <a:pt x="21982" y="377543"/>
                  </a:lnTo>
                  <a:lnTo>
                    <a:pt x="22391" y="375989"/>
                  </a:lnTo>
                  <a:lnTo>
                    <a:pt x="22717" y="374435"/>
                  </a:lnTo>
                  <a:lnTo>
                    <a:pt x="22951" y="372882"/>
                  </a:lnTo>
                  <a:lnTo>
                    <a:pt x="23113" y="371328"/>
                  </a:lnTo>
                  <a:lnTo>
                    <a:pt x="23207" y="369774"/>
                  </a:lnTo>
                  <a:lnTo>
                    <a:pt x="23235" y="368221"/>
                  </a:lnTo>
                  <a:lnTo>
                    <a:pt x="23190" y="366667"/>
                  </a:lnTo>
                  <a:lnTo>
                    <a:pt x="23082" y="365113"/>
                  </a:lnTo>
                  <a:lnTo>
                    <a:pt x="22925" y="363560"/>
                  </a:lnTo>
                  <a:lnTo>
                    <a:pt x="22726" y="362006"/>
                  </a:lnTo>
                  <a:lnTo>
                    <a:pt x="22491" y="360452"/>
                  </a:lnTo>
                  <a:lnTo>
                    <a:pt x="22218" y="358899"/>
                  </a:lnTo>
                  <a:lnTo>
                    <a:pt x="21926" y="357345"/>
                  </a:lnTo>
                  <a:lnTo>
                    <a:pt x="21622" y="355791"/>
                  </a:lnTo>
                  <a:lnTo>
                    <a:pt x="21312" y="354238"/>
                  </a:lnTo>
                  <a:lnTo>
                    <a:pt x="21005" y="352684"/>
                  </a:lnTo>
                  <a:lnTo>
                    <a:pt x="20713" y="351130"/>
                  </a:lnTo>
                  <a:lnTo>
                    <a:pt x="20441" y="349577"/>
                  </a:lnTo>
                  <a:lnTo>
                    <a:pt x="20196" y="348023"/>
                  </a:lnTo>
                  <a:lnTo>
                    <a:pt x="19983" y="346469"/>
                  </a:lnTo>
                  <a:lnTo>
                    <a:pt x="19814" y="344916"/>
                  </a:lnTo>
                  <a:lnTo>
                    <a:pt x="19701" y="343362"/>
                  </a:lnTo>
                  <a:lnTo>
                    <a:pt x="19641" y="341808"/>
                  </a:lnTo>
                  <a:lnTo>
                    <a:pt x="19636" y="340255"/>
                  </a:lnTo>
                  <a:lnTo>
                    <a:pt x="19692" y="338701"/>
                  </a:lnTo>
                  <a:lnTo>
                    <a:pt x="19825" y="337147"/>
                  </a:lnTo>
                  <a:lnTo>
                    <a:pt x="20036" y="335593"/>
                  </a:lnTo>
                  <a:lnTo>
                    <a:pt x="20317" y="334040"/>
                  </a:lnTo>
                  <a:lnTo>
                    <a:pt x="20670" y="332486"/>
                  </a:lnTo>
                  <a:lnTo>
                    <a:pt x="21096" y="330932"/>
                  </a:lnTo>
                  <a:lnTo>
                    <a:pt x="21621" y="329379"/>
                  </a:lnTo>
                  <a:lnTo>
                    <a:pt x="22224" y="327825"/>
                  </a:lnTo>
                  <a:lnTo>
                    <a:pt x="22902" y="326271"/>
                  </a:lnTo>
                  <a:lnTo>
                    <a:pt x="23655" y="324718"/>
                  </a:lnTo>
                  <a:lnTo>
                    <a:pt x="24486" y="323164"/>
                  </a:lnTo>
                  <a:lnTo>
                    <a:pt x="25412" y="321610"/>
                  </a:lnTo>
                  <a:lnTo>
                    <a:pt x="26409" y="320057"/>
                  </a:lnTo>
                  <a:lnTo>
                    <a:pt x="27476" y="318503"/>
                  </a:lnTo>
                  <a:lnTo>
                    <a:pt x="28611" y="316949"/>
                  </a:lnTo>
                  <a:lnTo>
                    <a:pt x="29820" y="315396"/>
                  </a:lnTo>
                  <a:lnTo>
                    <a:pt x="31107" y="313842"/>
                  </a:lnTo>
                  <a:lnTo>
                    <a:pt x="32453" y="312288"/>
                  </a:lnTo>
                  <a:lnTo>
                    <a:pt x="33857" y="310735"/>
                  </a:lnTo>
                  <a:lnTo>
                    <a:pt x="35317" y="309181"/>
                  </a:lnTo>
                  <a:lnTo>
                    <a:pt x="36840" y="307627"/>
                  </a:lnTo>
                  <a:lnTo>
                    <a:pt x="38419" y="306074"/>
                  </a:lnTo>
                  <a:lnTo>
                    <a:pt x="38831" y="305679"/>
                  </a:lnTo>
                  <a:lnTo>
                    <a:pt x="40042" y="304520"/>
                  </a:lnTo>
                  <a:lnTo>
                    <a:pt x="41708" y="302966"/>
                  </a:lnTo>
                  <a:lnTo>
                    <a:pt x="43413" y="301413"/>
                  </a:lnTo>
                  <a:lnTo>
                    <a:pt x="45166" y="299859"/>
                  </a:lnTo>
                  <a:lnTo>
                    <a:pt x="46950" y="298305"/>
                  </a:lnTo>
                  <a:lnTo>
                    <a:pt x="48761" y="296752"/>
                  </a:lnTo>
                  <a:lnTo>
                    <a:pt x="50597" y="295198"/>
                  </a:lnTo>
                  <a:lnTo>
                    <a:pt x="52455" y="293644"/>
                  </a:lnTo>
                  <a:lnTo>
                    <a:pt x="54334" y="292091"/>
                  </a:lnTo>
                  <a:lnTo>
                    <a:pt x="56224" y="290537"/>
                  </a:lnTo>
                  <a:lnTo>
                    <a:pt x="58121" y="288983"/>
                  </a:lnTo>
                  <a:lnTo>
                    <a:pt x="60022" y="287430"/>
                  </a:lnTo>
                  <a:lnTo>
                    <a:pt x="61923" y="285876"/>
                  </a:lnTo>
                  <a:lnTo>
                    <a:pt x="63816" y="284322"/>
                  </a:lnTo>
                  <a:lnTo>
                    <a:pt x="65699" y="282768"/>
                  </a:lnTo>
                  <a:lnTo>
                    <a:pt x="67568" y="281215"/>
                  </a:lnTo>
                  <a:lnTo>
                    <a:pt x="69419" y="279661"/>
                  </a:lnTo>
                  <a:lnTo>
                    <a:pt x="71241" y="278107"/>
                  </a:lnTo>
                  <a:lnTo>
                    <a:pt x="73032" y="276554"/>
                  </a:lnTo>
                  <a:lnTo>
                    <a:pt x="74791" y="275000"/>
                  </a:lnTo>
                  <a:lnTo>
                    <a:pt x="76515" y="273446"/>
                  </a:lnTo>
                  <a:lnTo>
                    <a:pt x="78200" y="271893"/>
                  </a:lnTo>
                  <a:lnTo>
                    <a:pt x="79826" y="270339"/>
                  </a:lnTo>
                  <a:lnTo>
                    <a:pt x="81404" y="268785"/>
                  </a:lnTo>
                  <a:lnTo>
                    <a:pt x="82931" y="267232"/>
                  </a:lnTo>
                  <a:lnTo>
                    <a:pt x="84404" y="265678"/>
                  </a:lnTo>
                  <a:lnTo>
                    <a:pt x="85818" y="264124"/>
                  </a:lnTo>
                  <a:lnTo>
                    <a:pt x="87155" y="262571"/>
                  </a:lnTo>
                  <a:lnTo>
                    <a:pt x="88430" y="261017"/>
                  </a:lnTo>
                  <a:lnTo>
                    <a:pt x="89642" y="259463"/>
                  </a:lnTo>
                  <a:lnTo>
                    <a:pt x="90790" y="257910"/>
                  </a:lnTo>
                  <a:lnTo>
                    <a:pt x="91859" y="256356"/>
                  </a:lnTo>
                  <a:lnTo>
                    <a:pt x="92849" y="254802"/>
                  </a:lnTo>
                  <a:lnTo>
                    <a:pt x="93772" y="253249"/>
                  </a:lnTo>
                  <a:lnTo>
                    <a:pt x="94626" y="251695"/>
                  </a:lnTo>
                  <a:lnTo>
                    <a:pt x="95413" y="250141"/>
                  </a:lnTo>
                  <a:lnTo>
                    <a:pt x="96115" y="248588"/>
                  </a:lnTo>
                  <a:lnTo>
                    <a:pt x="96745" y="247034"/>
                  </a:lnTo>
                  <a:lnTo>
                    <a:pt x="97311" y="245480"/>
                  </a:lnTo>
                  <a:lnTo>
                    <a:pt x="97813" y="243927"/>
                  </a:lnTo>
                  <a:lnTo>
                    <a:pt x="98254" y="242373"/>
                  </a:lnTo>
                  <a:lnTo>
                    <a:pt x="98614" y="240819"/>
                  </a:lnTo>
                  <a:lnTo>
                    <a:pt x="98919" y="239266"/>
                  </a:lnTo>
                  <a:lnTo>
                    <a:pt x="99172" y="237712"/>
                  </a:lnTo>
                  <a:lnTo>
                    <a:pt x="99373" y="236158"/>
                  </a:lnTo>
                  <a:lnTo>
                    <a:pt x="99523" y="234605"/>
                  </a:lnTo>
                  <a:lnTo>
                    <a:pt x="99618" y="233051"/>
                  </a:lnTo>
                  <a:lnTo>
                    <a:pt x="99674" y="231497"/>
                  </a:lnTo>
                  <a:lnTo>
                    <a:pt x="99695" y="229944"/>
                  </a:lnTo>
                  <a:lnTo>
                    <a:pt x="99683" y="228390"/>
                  </a:lnTo>
                  <a:lnTo>
                    <a:pt x="99638" y="226836"/>
                  </a:lnTo>
                  <a:lnTo>
                    <a:pt x="99565" y="225282"/>
                  </a:lnTo>
                  <a:lnTo>
                    <a:pt x="99475" y="223729"/>
                  </a:lnTo>
                  <a:lnTo>
                    <a:pt x="99368" y="222175"/>
                  </a:lnTo>
                  <a:lnTo>
                    <a:pt x="99250" y="220621"/>
                  </a:lnTo>
                  <a:lnTo>
                    <a:pt x="99122" y="219068"/>
                  </a:lnTo>
                  <a:lnTo>
                    <a:pt x="98992" y="217514"/>
                  </a:lnTo>
                  <a:lnTo>
                    <a:pt x="98864" y="215960"/>
                  </a:lnTo>
                  <a:lnTo>
                    <a:pt x="98739" y="214407"/>
                  </a:lnTo>
                  <a:lnTo>
                    <a:pt x="98622" y="212853"/>
                  </a:lnTo>
                  <a:lnTo>
                    <a:pt x="98521" y="211299"/>
                  </a:lnTo>
                  <a:lnTo>
                    <a:pt x="98435" y="209746"/>
                  </a:lnTo>
                  <a:lnTo>
                    <a:pt x="98368" y="208192"/>
                  </a:lnTo>
                  <a:lnTo>
                    <a:pt x="98320" y="206638"/>
                  </a:lnTo>
                  <a:lnTo>
                    <a:pt x="98298" y="205085"/>
                  </a:lnTo>
                  <a:lnTo>
                    <a:pt x="98309" y="203531"/>
                  </a:lnTo>
                  <a:lnTo>
                    <a:pt x="98347" y="201977"/>
                  </a:lnTo>
                  <a:lnTo>
                    <a:pt x="98414" y="200424"/>
                  </a:lnTo>
                  <a:lnTo>
                    <a:pt x="98512" y="198870"/>
                  </a:lnTo>
                  <a:lnTo>
                    <a:pt x="98649" y="197316"/>
                  </a:lnTo>
                  <a:lnTo>
                    <a:pt x="98823" y="195763"/>
                  </a:lnTo>
                  <a:lnTo>
                    <a:pt x="99031" y="194209"/>
                  </a:lnTo>
                  <a:lnTo>
                    <a:pt x="99272" y="192655"/>
                  </a:lnTo>
                  <a:lnTo>
                    <a:pt x="99547" y="191102"/>
                  </a:lnTo>
                  <a:lnTo>
                    <a:pt x="99866" y="189548"/>
                  </a:lnTo>
                  <a:lnTo>
                    <a:pt x="100219" y="187994"/>
                  </a:lnTo>
                  <a:lnTo>
                    <a:pt x="100604" y="186441"/>
                  </a:lnTo>
                  <a:lnTo>
                    <a:pt x="101019" y="184887"/>
                  </a:lnTo>
                  <a:lnTo>
                    <a:pt x="101466" y="183333"/>
                  </a:lnTo>
                  <a:lnTo>
                    <a:pt x="101949" y="181780"/>
                  </a:lnTo>
                  <a:lnTo>
                    <a:pt x="102458" y="180226"/>
                  </a:lnTo>
                  <a:lnTo>
                    <a:pt x="102990" y="178672"/>
                  </a:lnTo>
                  <a:lnTo>
                    <a:pt x="103545" y="177119"/>
                  </a:lnTo>
                  <a:lnTo>
                    <a:pt x="104123" y="175565"/>
                  </a:lnTo>
                  <a:lnTo>
                    <a:pt x="104721" y="174011"/>
                  </a:lnTo>
                  <a:lnTo>
                    <a:pt x="105334" y="172458"/>
                  </a:lnTo>
                  <a:lnTo>
                    <a:pt x="105959" y="170904"/>
                  </a:lnTo>
                  <a:lnTo>
                    <a:pt x="106594" y="169350"/>
                  </a:lnTo>
                  <a:lnTo>
                    <a:pt x="107237" y="167796"/>
                  </a:lnTo>
                  <a:lnTo>
                    <a:pt x="107886" y="166243"/>
                  </a:lnTo>
                  <a:lnTo>
                    <a:pt x="108536" y="164689"/>
                  </a:lnTo>
                  <a:lnTo>
                    <a:pt x="109186" y="163135"/>
                  </a:lnTo>
                  <a:lnTo>
                    <a:pt x="109834" y="161582"/>
                  </a:lnTo>
                  <a:lnTo>
                    <a:pt x="110475" y="160028"/>
                  </a:lnTo>
                  <a:lnTo>
                    <a:pt x="111109" y="158474"/>
                  </a:lnTo>
                  <a:lnTo>
                    <a:pt x="111735" y="156921"/>
                  </a:lnTo>
                  <a:lnTo>
                    <a:pt x="112350" y="155367"/>
                  </a:lnTo>
                  <a:lnTo>
                    <a:pt x="112953" y="153813"/>
                  </a:lnTo>
                  <a:lnTo>
                    <a:pt x="113539" y="152260"/>
                  </a:lnTo>
                  <a:lnTo>
                    <a:pt x="114111" y="150706"/>
                  </a:lnTo>
                  <a:lnTo>
                    <a:pt x="114669" y="149152"/>
                  </a:lnTo>
                  <a:lnTo>
                    <a:pt x="115211" y="147599"/>
                  </a:lnTo>
                  <a:lnTo>
                    <a:pt x="115737" y="146045"/>
                  </a:lnTo>
                  <a:lnTo>
                    <a:pt x="116243" y="144491"/>
                  </a:lnTo>
                  <a:lnTo>
                    <a:pt x="116735" y="142938"/>
                  </a:lnTo>
                  <a:lnTo>
                    <a:pt x="117212" y="141384"/>
                  </a:lnTo>
                  <a:lnTo>
                    <a:pt x="117675" y="139830"/>
                  </a:lnTo>
                  <a:lnTo>
                    <a:pt x="118122" y="138277"/>
                  </a:lnTo>
                  <a:lnTo>
                    <a:pt x="118556" y="136723"/>
                  </a:lnTo>
                  <a:lnTo>
                    <a:pt x="118979" y="135169"/>
                  </a:lnTo>
                  <a:lnTo>
                    <a:pt x="119392" y="133616"/>
                  </a:lnTo>
                  <a:lnTo>
                    <a:pt x="119797" y="132062"/>
                  </a:lnTo>
                  <a:lnTo>
                    <a:pt x="120194" y="130508"/>
                  </a:lnTo>
                  <a:lnTo>
                    <a:pt x="120586" y="128955"/>
                  </a:lnTo>
                  <a:lnTo>
                    <a:pt x="120975" y="127401"/>
                  </a:lnTo>
                  <a:lnTo>
                    <a:pt x="121363" y="125847"/>
                  </a:lnTo>
                  <a:lnTo>
                    <a:pt x="121750" y="124294"/>
                  </a:lnTo>
                  <a:lnTo>
                    <a:pt x="122141" y="122740"/>
                  </a:lnTo>
                  <a:lnTo>
                    <a:pt x="122534" y="121186"/>
                  </a:lnTo>
                  <a:lnTo>
                    <a:pt x="122933" y="119633"/>
                  </a:lnTo>
                  <a:lnTo>
                    <a:pt x="123338" y="118079"/>
                  </a:lnTo>
                  <a:lnTo>
                    <a:pt x="123752" y="116525"/>
                  </a:lnTo>
                  <a:lnTo>
                    <a:pt x="124176" y="114972"/>
                  </a:lnTo>
                  <a:lnTo>
                    <a:pt x="124609" y="113418"/>
                  </a:lnTo>
                  <a:lnTo>
                    <a:pt x="125053" y="111864"/>
                  </a:lnTo>
                  <a:lnTo>
                    <a:pt x="125508" y="110310"/>
                  </a:lnTo>
                  <a:lnTo>
                    <a:pt x="125976" y="108757"/>
                  </a:lnTo>
                  <a:lnTo>
                    <a:pt x="126457" y="107203"/>
                  </a:lnTo>
                  <a:lnTo>
                    <a:pt x="126949" y="105649"/>
                  </a:lnTo>
                  <a:lnTo>
                    <a:pt x="127452" y="104096"/>
                  </a:lnTo>
                  <a:lnTo>
                    <a:pt x="127966" y="102542"/>
                  </a:lnTo>
                  <a:lnTo>
                    <a:pt x="128493" y="100988"/>
                  </a:lnTo>
                  <a:lnTo>
                    <a:pt x="129028" y="99435"/>
                  </a:lnTo>
                  <a:lnTo>
                    <a:pt x="129571" y="97881"/>
                  </a:lnTo>
                  <a:lnTo>
                    <a:pt x="130121" y="96327"/>
                  </a:lnTo>
                  <a:lnTo>
                    <a:pt x="130677" y="94774"/>
                  </a:lnTo>
                  <a:lnTo>
                    <a:pt x="131238" y="93220"/>
                  </a:lnTo>
                  <a:lnTo>
                    <a:pt x="131801" y="91666"/>
                  </a:lnTo>
                  <a:lnTo>
                    <a:pt x="132365" y="90113"/>
                  </a:lnTo>
                  <a:lnTo>
                    <a:pt x="132928" y="88559"/>
                  </a:lnTo>
                  <a:lnTo>
                    <a:pt x="133489" y="87005"/>
                  </a:lnTo>
                  <a:lnTo>
                    <a:pt x="134044" y="85452"/>
                  </a:lnTo>
                  <a:lnTo>
                    <a:pt x="134594" y="83898"/>
                  </a:lnTo>
                  <a:lnTo>
                    <a:pt x="135136" y="82344"/>
                  </a:lnTo>
                  <a:lnTo>
                    <a:pt x="135669" y="80791"/>
                  </a:lnTo>
                  <a:lnTo>
                    <a:pt x="136189" y="79237"/>
                  </a:lnTo>
                  <a:lnTo>
                    <a:pt x="136695" y="77683"/>
                  </a:lnTo>
                  <a:lnTo>
                    <a:pt x="137188" y="76130"/>
                  </a:lnTo>
                  <a:lnTo>
                    <a:pt x="137667" y="74576"/>
                  </a:lnTo>
                  <a:lnTo>
                    <a:pt x="138130" y="73022"/>
                  </a:lnTo>
                  <a:lnTo>
                    <a:pt x="138570" y="71469"/>
                  </a:lnTo>
                  <a:lnTo>
                    <a:pt x="138992" y="69915"/>
                  </a:lnTo>
                  <a:lnTo>
                    <a:pt x="139396" y="68361"/>
                  </a:lnTo>
                  <a:lnTo>
                    <a:pt x="139781" y="66808"/>
                  </a:lnTo>
                  <a:lnTo>
                    <a:pt x="140145" y="65254"/>
                  </a:lnTo>
                  <a:lnTo>
                    <a:pt x="140483" y="63700"/>
                  </a:lnTo>
                  <a:lnTo>
                    <a:pt x="140802" y="62147"/>
                  </a:lnTo>
                  <a:lnTo>
                    <a:pt x="141101" y="60593"/>
                  </a:lnTo>
                  <a:lnTo>
                    <a:pt x="141380" y="59039"/>
                  </a:lnTo>
                  <a:lnTo>
                    <a:pt x="141635" y="57486"/>
                  </a:lnTo>
                  <a:lnTo>
                    <a:pt x="141867" y="55932"/>
                  </a:lnTo>
                  <a:lnTo>
                    <a:pt x="142081" y="54378"/>
                  </a:lnTo>
                  <a:lnTo>
                    <a:pt x="142277" y="52824"/>
                  </a:lnTo>
                  <a:lnTo>
                    <a:pt x="142454" y="51271"/>
                  </a:lnTo>
                  <a:lnTo>
                    <a:pt x="142610" y="49717"/>
                  </a:lnTo>
                  <a:lnTo>
                    <a:pt x="142748" y="48163"/>
                  </a:lnTo>
                  <a:lnTo>
                    <a:pt x="142872" y="46610"/>
                  </a:lnTo>
                  <a:lnTo>
                    <a:pt x="142981" y="45056"/>
                  </a:lnTo>
                  <a:lnTo>
                    <a:pt x="143077" y="43502"/>
                  </a:lnTo>
                  <a:lnTo>
                    <a:pt x="143157" y="41949"/>
                  </a:lnTo>
                  <a:lnTo>
                    <a:pt x="143226" y="40395"/>
                  </a:lnTo>
                  <a:lnTo>
                    <a:pt x="143286" y="38841"/>
                  </a:lnTo>
                  <a:lnTo>
                    <a:pt x="143338" y="37288"/>
                  </a:lnTo>
                  <a:lnTo>
                    <a:pt x="143382" y="35734"/>
                  </a:lnTo>
                  <a:lnTo>
                    <a:pt x="143419" y="34180"/>
                  </a:lnTo>
                  <a:lnTo>
                    <a:pt x="143451" y="32627"/>
                  </a:lnTo>
                  <a:lnTo>
                    <a:pt x="143481" y="31073"/>
                  </a:lnTo>
                  <a:lnTo>
                    <a:pt x="143509" y="29519"/>
                  </a:lnTo>
                  <a:lnTo>
                    <a:pt x="143535" y="27966"/>
                  </a:lnTo>
                  <a:lnTo>
                    <a:pt x="143563" y="26412"/>
                  </a:lnTo>
                  <a:lnTo>
                    <a:pt x="143592" y="24858"/>
                  </a:lnTo>
                  <a:lnTo>
                    <a:pt x="143624" y="23305"/>
                  </a:lnTo>
                  <a:lnTo>
                    <a:pt x="143659" y="21751"/>
                  </a:lnTo>
                  <a:lnTo>
                    <a:pt x="143700" y="20197"/>
                  </a:lnTo>
                  <a:lnTo>
                    <a:pt x="143746" y="18644"/>
                  </a:lnTo>
                  <a:lnTo>
                    <a:pt x="143798" y="17090"/>
                  </a:lnTo>
                  <a:lnTo>
                    <a:pt x="143856" y="15536"/>
                  </a:lnTo>
                  <a:lnTo>
                    <a:pt x="143922" y="13983"/>
                  </a:lnTo>
                  <a:lnTo>
                    <a:pt x="143996" y="12429"/>
                  </a:lnTo>
                  <a:lnTo>
                    <a:pt x="144078" y="10875"/>
                  </a:lnTo>
                  <a:lnTo>
                    <a:pt x="144167" y="9322"/>
                  </a:lnTo>
                  <a:lnTo>
                    <a:pt x="144264" y="7768"/>
                  </a:lnTo>
                  <a:lnTo>
                    <a:pt x="144368" y="6214"/>
                  </a:lnTo>
                  <a:lnTo>
                    <a:pt x="144482" y="4661"/>
                  </a:lnTo>
                  <a:lnTo>
                    <a:pt x="144601" y="3107"/>
                  </a:lnTo>
                  <a:lnTo>
                    <a:pt x="144727" y="1553"/>
                  </a:lnTo>
                  <a:lnTo>
                    <a:pt x="144859" y="0"/>
                  </a:lnTo>
                  <a:lnTo>
                    <a:pt x="152848" y="0"/>
                  </a:lnTo>
                  <a:lnTo>
                    <a:pt x="152980" y="1553"/>
                  </a:lnTo>
                  <a:lnTo>
                    <a:pt x="153105" y="3107"/>
                  </a:lnTo>
                  <a:lnTo>
                    <a:pt x="153225" y="4661"/>
                  </a:lnTo>
                  <a:lnTo>
                    <a:pt x="153338" y="6214"/>
                  </a:lnTo>
                  <a:lnTo>
                    <a:pt x="153443" y="7768"/>
                  </a:lnTo>
                  <a:lnTo>
                    <a:pt x="153539" y="9322"/>
                  </a:lnTo>
                  <a:lnTo>
                    <a:pt x="153629" y="10875"/>
                  </a:lnTo>
                  <a:lnTo>
                    <a:pt x="153710" y="12429"/>
                  </a:lnTo>
                  <a:lnTo>
                    <a:pt x="153785" y="13983"/>
                  </a:lnTo>
                  <a:lnTo>
                    <a:pt x="153850" y="15536"/>
                  </a:lnTo>
                  <a:lnTo>
                    <a:pt x="153909" y="17090"/>
                  </a:lnTo>
                  <a:lnTo>
                    <a:pt x="153961" y="18644"/>
                  </a:lnTo>
                  <a:lnTo>
                    <a:pt x="154007" y="20197"/>
                  </a:lnTo>
                  <a:lnTo>
                    <a:pt x="154048" y="21751"/>
                  </a:lnTo>
                  <a:lnTo>
                    <a:pt x="154083" y="23305"/>
                  </a:lnTo>
                  <a:lnTo>
                    <a:pt x="154115" y="24858"/>
                  </a:lnTo>
                  <a:lnTo>
                    <a:pt x="154144" y="26412"/>
                  </a:lnTo>
                  <a:lnTo>
                    <a:pt x="154171" y="27966"/>
                  </a:lnTo>
                  <a:lnTo>
                    <a:pt x="154198" y="29519"/>
                  </a:lnTo>
                  <a:lnTo>
                    <a:pt x="154226" y="31073"/>
                  </a:lnTo>
                  <a:lnTo>
                    <a:pt x="154255" y="32627"/>
                  </a:lnTo>
                  <a:lnTo>
                    <a:pt x="154288" y="34180"/>
                  </a:lnTo>
                  <a:lnTo>
                    <a:pt x="154325" y="35734"/>
                  </a:lnTo>
                  <a:lnTo>
                    <a:pt x="154369" y="37288"/>
                  </a:lnTo>
                  <a:lnTo>
                    <a:pt x="154420" y="38841"/>
                  </a:lnTo>
                  <a:lnTo>
                    <a:pt x="154481" y="40395"/>
                  </a:lnTo>
                  <a:lnTo>
                    <a:pt x="154550" y="41949"/>
                  </a:lnTo>
                  <a:lnTo>
                    <a:pt x="154630" y="43502"/>
                  </a:lnTo>
                  <a:lnTo>
                    <a:pt x="154726" y="45056"/>
                  </a:lnTo>
                  <a:lnTo>
                    <a:pt x="154835" y="46610"/>
                  </a:lnTo>
                  <a:lnTo>
                    <a:pt x="154959" y="48163"/>
                  </a:lnTo>
                  <a:lnTo>
                    <a:pt x="155097" y="49717"/>
                  </a:lnTo>
                  <a:lnTo>
                    <a:pt x="155253" y="51271"/>
                  </a:lnTo>
                  <a:lnTo>
                    <a:pt x="155430" y="52824"/>
                  </a:lnTo>
                  <a:lnTo>
                    <a:pt x="155626" y="54378"/>
                  </a:lnTo>
                  <a:lnTo>
                    <a:pt x="155839" y="55932"/>
                  </a:lnTo>
                  <a:lnTo>
                    <a:pt x="156072" y="57486"/>
                  </a:lnTo>
                  <a:lnTo>
                    <a:pt x="156327" y="59039"/>
                  </a:lnTo>
                  <a:lnTo>
                    <a:pt x="156606" y="60593"/>
                  </a:lnTo>
                  <a:lnTo>
                    <a:pt x="156905" y="62147"/>
                  </a:lnTo>
                  <a:lnTo>
                    <a:pt x="157223" y="63700"/>
                  </a:lnTo>
                  <a:lnTo>
                    <a:pt x="157562" y="65254"/>
                  </a:lnTo>
                  <a:lnTo>
                    <a:pt x="157926" y="66808"/>
                  </a:lnTo>
                  <a:lnTo>
                    <a:pt x="158311" y="68361"/>
                  </a:lnTo>
                  <a:lnTo>
                    <a:pt x="158715" y="69915"/>
                  </a:lnTo>
                  <a:lnTo>
                    <a:pt x="159137" y="71469"/>
                  </a:lnTo>
                  <a:lnTo>
                    <a:pt x="159577" y="73022"/>
                  </a:lnTo>
                  <a:lnTo>
                    <a:pt x="160040" y="74576"/>
                  </a:lnTo>
                  <a:lnTo>
                    <a:pt x="160518" y="76130"/>
                  </a:lnTo>
                  <a:lnTo>
                    <a:pt x="161011" y="77683"/>
                  </a:lnTo>
                  <a:lnTo>
                    <a:pt x="161518" y="79237"/>
                  </a:lnTo>
                  <a:lnTo>
                    <a:pt x="162038" y="80791"/>
                  </a:lnTo>
                  <a:lnTo>
                    <a:pt x="162571" y="82344"/>
                  </a:lnTo>
                  <a:lnTo>
                    <a:pt x="163113" y="83898"/>
                  </a:lnTo>
                  <a:lnTo>
                    <a:pt x="163662" y="85452"/>
                  </a:lnTo>
                  <a:lnTo>
                    <a:pt x="164218" y="87005"/>
                  </a:lnTo>
                  <a:lnTo>
                    <a:pt x="164778" y="88559"/>
                  </a:lnTo>
                  <a:lnTo>
                    <a:pt x="165342" y="90113"/>
                  </a:lnTo>
                  <a:lnTo>
                    <a:pt x="165906" y="91666"/>
                  </a:lnTo>
                  <a:lnTo>
                    <a:pt x="166469" y="93220"/>
                  </a:lnTo>
                  <a:lnTo>
                    <a:pt x="167030" y="94774"/>
                  </a:lnTo>
                  <a:lnTo>
                    <a:pt x="167586" y="96327"/>
                  </a:lnTo>
                  <a:lnTo>
                    <a:pt x="168136" y="97881"/>
                  </a:lnTo>
                  <a:lnTo>
                    <a:pt x="168679" y="99435"/>
                  </a:lnTo>
                  <a:lnTo>
                    <a:pt x="169214" y="100988"/>
                  </a:lnTo>
                  <a:lnTo>
                    <a:pt x="169741" y="102542"/>
                  </a:lnTo>
                  <a:lnTo>
                    <a:pt x="170254" y="104096"/>
                  </a:lnTo>
                  <a:lnTo>
                    <a:pt x="170757" y="105649"/>
                  </a:lnTo>
                  <a:lnTo>
                    <a:pt x="171249" y="107203"/>
                  </a:lnTo>
                  <a:lnTo>
                    <a:pt x="171730" y="108757"/>
                  </a:lnTo>
                  <a:lnTo>
                    <a:pt x="172199" y="110310"/>
                  </a:lnTo>
                  <a:lnTo>
                    <a:pt x="172653" y="111864"/>
                  </a:lnTo>
                  <a:lnTo>
                    <a:pt x="173097" y="113418"/>
                  </a:lnTo>
                  <a:lnTo>
                    <a:pt x="173531" y="114972"/>
                  </a:lnTo>
                  <a:lnTo>
                    <a:pt x="173955" y="116525"/>
                  </a:lnTo>
                  <a:lnTo>
                    <a:pt x="174368" y="118079"/>
                  </a:lnTo>
                  <a:lnTo>
                    <a:pt x="174773" y="119633"/>
                  </a:lnTo>
                  <a:lnTo>
                    <a:pt x="175172" y="121186"/>
                  </a:lnTo>
                  <a:lnTo>
                    <a:pt x="175566" y="122740"/>
                  </a:lnTo>
                  <a:lnTo>
                    <a:pt x="175956" y="124294"/>
                  </a:lnTo>
                  <a:lnTo>
                    <a:pt x="176344" y="125847"/>
                  </a:lnTo>
                  <a:lnTo>
                    <a:pt x="176731" y="127401"/>
                  </a:lnTo>
                  <a:lnTo>
                    <a:pt x="177121" y="128955"/>
                  </a:lnTo>
                  <a:lnTo>
                    <a:pt x="177513" y="130508"/>
                  </a:lnTo>
                  <a:lnTo>
                    <a:pt x="177909" y="132062"/>
                  </a:lnTo>
                  <a:lnTo>
                    <a:pt x="178315" y="133616"/>
                  </a:lnTo>
                  <a:lnTo>
                    <a:pt x="178728" y="135169"/>
                  </a:lnTo>
                  <a:lnTo>
                    <a:pt x="179151" y="136723"/>
                  </a:lnTo>
                  <a:lnTo>
                    <a:pt x="179585" y="138277"/>
                  </a:lnTo>
                  <a:lnTo>
                    <a:pt x="180031" y="139830"/>
                  </a:lnTo>
                  <a:lnTo>
                    <a:pt x="180495" y="141384"/>
                  </a:lnTo>
                  <a:lnTo>
                    <a:pt x="180972" y="142938"/>
                  </a:lnTo>
                  <a:lnTo>
                    <a:pt x="181463" y="144491"/>
                  </a:lnTo>
                  <a:lnTo>
                    <a:pt x="181970" y="146045"/>
                  </a:lnTo>
                  <a:lnTo>
                    <a:pt x="182495" y="147599"/>
                  </a:lnTo>
                  <a:lnTo>
                    <a:pt x="183038" y="149152"/>
                  </a:lnTo>
                  <a:lnTo>
                    <a:pt x="183596" y="150706"/>
                  </a:lnTo>
                  <a:lnTo>
                    <a:pt x="184168" y="152260"/>
                  </a:lnTo>
                  <a:lnTo>
                    <a:pt x="184754" y="153813"/>
                  </a:lnTo>
                  <a:lnTo>
                    <a:pt x="185357" y="155367"/>
                  </a:lnTo>
                  <a:lnTo>
                    <a:pt x="185972" y="156921"/>
                  </a:lnTo>
                  <a:lnTo>
                    <a:pt x="186597" y="158474"/>
                  </a:lnTo>
                  <a:lnTo>
                    <a:pt x="187231" y="160028"/>
                  </a:lnTo>
                  <a:lnTo>
                    <a:pt x="187873" y="161582"/>
                  </a:lnTo>
                  <a:lnTo>
                    <a:pt x="188521" y="163135"/>
                  </a:lnTo>
                  <a:lnTo>
                    <a:pt x="189171" y="164689"/>
                  </a:lnTo>
                  <a:lnTo>
                    <a:pt x="189821" y="166243"/>
                  </a:lnTo>
                  <a:lnTo>
                    <a:pt x="190469" y="167796"/>
                  </a:lnTo>
                  <a:lnTo>
                    <a:pt x="191113" y="169350"/>
                  </a:lnTo>
                  <a:lnTo>
                    <a:pt x="191748" y="170904"/>
                  </a:lnTo>
                  <a:lnTo>
                    <a:pt x="192373" y="172458"/>
                  </a:lnTo>
                  <a:lnTo>
                    <a:pt x="192985" y="174011"/>
                  </a:lnTo>
                  <a:lnTo>
                    <a:pt x="193584" y="175565"/>
                  </a:lnTo>
                  <a:lnTo>
                    <a:pt x="194161" y="177119"/>
                  </a:lnTo>
                  <a:lnTo>
                    <a:pt x="194716" y="178672"/>
                  </a:lnTo>
                  <a:lnTo>
                    <a:pt x="195249" y="180226"/>
                  </a:lnTo>
                  <a:lnTo>
                    <a:pt x="195758" y="181780"/>
                  </a:lnTo>
                  <a:lnTo>
                    <a:pt x="196241" y="183333"/>
                  </a:lnTo>
                  <a:lnTo>
                    <a:pt x="196688" y="184887"/>
                  </a:lnTo>
                  <a:lnTo>
                    <a:pt x="197103" y="186441"/>
                  </a:lnTo>
                  <a:lnTo>
                    <a:pt x="197488" y="187994"/>
                  </a:lnTo>
                  <a:lnTo>
                    <a:pt x="197841" y="189548"/>
                  </a:lnTo>
                  <a:lnTo>
                    <a:pt x="198160" y="191102"/>
                  </a:lnTo>
                  <a:lnTo>
                    <a:pt x="198435" y="192655"/>
                  </a:lnTo>
                  <a:lnTo>
                    <a:pt x="198676" y="194209"/>
                  </a:lnTo>
                  <a:lnTo>
                    <a:pt x="198884" y="195763"/>
                  </a:lnTo>
                  <a:lnTo>
                    <a:pt x="199058" y="197316"/>
                  </a:lnTo>
                  <a:lnTo>
                    <a:pt x="199195" y="198870"/>
                  </a:lnTo>
                  <a:lnTo>
                    <a:pt x="199292" y="200424"/>
                  </a:lnTo>
                  <a:lnTo>
                    <a:pt x="199360" y="201977"/>
                  </a:lnTo>
                  <a:lnTo>
                    <a:pt x="199398" y="203531"/>
                  </a:lnTo>
                  <a:lnTo>
                    <a:pt x="199408" y="205085"/>
                  </a:lnTo>
                  <a:lnTo>
                    <a:pt x="199386" y="206638"/>
                  </a:lnTo>
                  <a:lnTo>
                    <a:pt x="199339" y="208192"/>
                  </a:lnTo>
                  <a:lnTo>
                    <a:pt x="199272" y="209746"/>
                  </a:lnTo>
                  <a:lnTo>
                    <a:pt x="199186" y="211299"/>
                  </a:lnTo>
                  <a:lnTo>
                    <a:pt x="199085" y="212853"/>
                  </a:lnTo>
                  <a:lnTo>
                    <a:pt x="198968" y="214407"/>
                  </a:lnTo>
                  <a:lnTo>
                    <a:pt x="198843" y="215960"/>
                  </a:lnTo>
                  <a:lnTo>
                    <a:pt x="198714" y="217514"/>
                  </a:lnTo>
                  <a:lnTo>
                    <a:pt x="198584" y="219068"/>
                  </a:lnTo>
                  <a:lnTo>
                    <a:pt x="198457" y="220621"/>
                  </a:lnTo>
                  <a:lnTo>
                    <a:pt x="198338" y="222175"/>
                  </a:lnTo>
                  <a:lnTo>
                    <a:pt x="198232" y="223729"/>
                  </a:lnTo>
                  <a:lnTo>
                    <a:pt x="198141" y="225282"/>
                  </a:lnTo>
                  <a:lnTo>
                    <a:pt x="198069" y="226836"/>
                  </a:lnTo>
                  <a:lnTo>
                    <a:pt x="198024" y="228390"/>
                  </a:lnTo>
                  <a:lnTo>
                    <a:pt x="198012" y="229944"/>
                  </a:lnTo>
                  <a:lnTo>
                    <a:pt x="198033" y="231497"/>
                  </a:lnTo>
                  <a:lnTo>
                    <a:pt x="198089" y="233051"/>
                  </a:lnTo>
                  <a:lnTo>
                    <a:pt x="198184" y="234605"/>
                  </a:lnTo>
                  <a:lnTo>
                    <a:pt x="198333" y="236158"/>
                  </a:lnTo>
                  <a:lnTo>
                    <a:pt x="198535" y="237712"/>
                  </a:lnTo>
                  <a:lnTo>
                    <a:pt x="198787" y="239266"/>
                  </a:lnTo>
                  <a:lnTo>
                    <a:pt x="199093" y="240819"/>
                  </a:lnTo>
                  <a:lnTo>
                    <a:pt x="199453" y="242373"/>
                  </a:lnTo>
                  <a:lnTo>
                    <a:pt x="199894" y="243927"/>
                  </a:lnTo>
                  <a:lnTo>
                    <a:pt x="200396" y="245480"/>
                  </a:lnTo>
                  <a:lnTo>
                    <a:pt x="200962" y="247034"/>
                  </a:lnTo>
                  <a:lnTo>
                    <a:pt x="201592" y="248588"/>
                  </a:lnTo>
                  <a:lnTo>
                    <a:pt x="202293" y="250141"/>
                  </a:lnTo>
                  <a:lnTo>
                    <a:pt x="203080" y="251695"/>
                  </a:lnTo>
                  <a:lnTo>
                    <a:pt x="203935" y="253249"/>
                  </a:lnTo>
                  <a:lnTo>
                    <a:pt x="204857" y="254802"/>
                  </a:lnTo>
                  <a:lnTo>
                    <a:pt x="205847" y="256356"/>
                  </a:lnTo>
                  <a:lnTo>
                    <a:pt x="206917" y="257910"/>
                  </a:lnTo>
                  <a:lnTo>
                    <a:pt x="208064" y="259463"/>
                  </a:lnTo>
                  <a:lnTo>
                    <a:pt x="209277" y="261017"/>
                  </a:lnTo>
                  <a:lnTo>
                    <a:pt x="210552" y="262571"/>
                  </a:lnTo>
                  <a:lnTo>
                    <a:pt x="211889" y="264124"/>
                  </a:lnTo>
                  <a:lnTo>
                    <a:pt x="213302" y="265678"/>
                  </a:lnTo>
                  <a:lnTo>
                    <a:pt x="214776" y="267232"/>
                  </a:lnTo>
                  <a:lnTo>
                    <a:pt x="216303" y="268785"/>
                  </a:lnTo>
                  <a:lnTo>
                    <a:pt x="217881" y="270339"/>
                  </a:lnTo>
                  <a:lnTo>
                    <a:pt x="219507" y="271893"/>
                  </a:lnTo>
                  <a:lnTo>
                    <a:pt x="221192" y="273446"/>
                  </a:lnTo>
                  <a:lnTo>
                    <a:pt x="222915" y="275000"/>
                  </a:lnTo>
                  <a:lnTo>
                    <a:pt x="224674" y="276554"/>
                  </a:lnTo>
                  <a:lnTo>
                    <a:pt x="226466" y="278107"/>
                  </a:lnTo>
                  <a:lnTo>
                    <a:pt x="228288" y="279661"/>
                  </a:lnTo>
                  <a:lnTo>
                    <a:pt x="230139" y="281215"/>
                  </a:lnTo>
                  <a:lnTo>
                    <a:pt x="232008" y="282768"/>
                  </a:lnTo>
                  <a:lnTo>
                    <a:pt x="233891" y="284322"/>
                  </a:lnTo>
                  <a:lnTo>
                    <a:pt x="235784" y="285876"/>
                  </a:lnTo>
                  <a:lnTo>
                    <a:pt x="237685" y="287430"/>
                  </a:lnTo>
                  <a:lnTo>
                    <a:pt x="239586" y="288983"/>
                  </a:lnTo>
                  <a:lnTo>
                    <a:pt x="241483" y="290537"/>
                  </a:lnTo>
                  <a:lnTo>
                    <a:pt x="243372" y="292091"/>
                  </a:lnTo>
                  <a:lnTo>
                    <a:pt x="245251" y="293644"/>
                  </a:lnTo>
                  <a:lnTo>
                    <a:pt x="247109" y="295198"/>
                  </a:lnTo>
                  <a:lnTo>
                    <a:pt x="248945" y="296752"/>
                  </a:lnTo>
                  <a:lnTo>
                    <a:pt x="250757" y="298305"/>
                  </a:lnTo>
                  <a:lnTo>
                    <a:pt x="252541" y="299859"/>
                  </a:lnTo>
                  <a:lnTo>
                    <a:pt x="254293" y="301413"/>
                  </a:lnTo>
                  <a:lnTo>
                    <a:pt x="255999" y="302966"/>
                  </a:lnTo>
                  <a:lnTo>
                    <a:pt x="257665" y="304520"/>
                  </a:lnTo>
                  <a:lnTo>
                    <a:pt x="258876" y="305679"/>
                  </a:lnTo>
                  <a:lnTo>
                    <a:pt x="259288" y="306074"/>
                  </a:lnTo>
                  <a:lnTo>
                    <a:pt x="260866" y="307627"/>
                  </a:lnTo>
                  <a:lnTo>
                    <a:pt x="262390" y="309181"/>
                  </a:lnTo>
                  <a:lnTo>
                    <a:pt x="263850" y="310735"/>
                  </a:lnTo>
                  <a:lnTo>
                    <a:pt x="265254" y="312288"/>
                  </a:lnTo>
                  <a:lnTo>
                    <a:pt x="266600" y="313842"/>
                  </a:lnTo>
                  <a:lnTo>
                    <a:pt x="267886" y="315396"/>
                  </a:lnTo>
                  <a:lnTo>
                    <a:pt x="269096" y="316949"/>
                  </a:lnTo>
                  <a:lnTo>
                    <a:pt x="270231" y="318503"/>
                  </a:lnTo>
                  <a:lnTo>
                    <a:pt x="271297" y="320057"/>
                  </a:lnTo>
                  <a:lnTo>
                    <a:pt x="272295" y="321610"/>
                  </a:lnTo>
                  <a:lnTo>
                    <a:pt x="273221" y="323164"/>
                  </a:lnTo>
                  <a:lnTo>
                    <a:pt x="274051" y="324718"/>
                  </a:lnTo>
                  <a:lnTo>
                    <a:pt x="274804" y="326271"/>
                  </a:lnTo>
                  <a:lnTo>
                    <a:pt x="275483" y="327825"/>
                  </a:lnTo>
                  <a:lnTo>
                    <a:pt x="276086" y="329379"/>
                  </a:lnTo>
                  <a:lnTo>
                    <a:pt x="276610" y="330932"/>
                  </a:lnTo>
                  <a:lnTo>
                    <a:pt x="277037" y="332486"/>
                  </a:lnTo>
                  <a:lnTo>
                    <a:pt x="277390" y="334040"/>
                  </a:lnTo>
                  <a:lnTo>
                    <a:pt x="277671" y="335593"/>
                  </a:lnTo>
                  <a:lnTo>
                    <a:pt x="277882" y="337147"/>
                  </a:lnTo>
                  <a:lnTo>
                    <a:pt x="278015" y="338701"/>
                  </a:lnTo>
                  <a:lnTo>
                    <a:pt x="278070" y="340255"/>
                  </a:lnTo>
                  <a:lnTo>
                    <a:pt x="278066" y="341808"/>
                  </a:lnTo>
                  <a:lnTo>
                    <a:pt x="278006" y="343362"/>
                  </a:lnTo>
                  <a:lnTo>
                    <a:pt x="277893" y="344916"/>
                  </a:lnTo>
                  <a:lnTo>
                    <a:pt x="277723" y="346469"/>
                  </a:lnTo>
                  <a:lnTo>
                    <a:pt x="277510" y="348023"/>
                  </a:lnTo>
                  <a:lnTo>
                    <a:pt x="277265" y="349577"/>
                  </a:lnTo>
                  <a:lnTo>
                    <a:pt x="276994" y="351130"/>
                  </a:lnTo>
                  <a:lnTo>
                    <a:pt x="276702" y="352684"/>
                  </a:lnTo>
                  <a:lnTo>
                    <a:pt x="276394" y="354238"/>
                  </a:lnTo>
                  <a:lnTo>
                    <a:pt x="276085" y="355791"/>
                  </a:lnTo>
                  <a:lnTo>
                    <a:pt x="275781" y="357345"/>
                  </a:lnTo>
                  <a:lnTo>
                    <a:pt x="275489" y="358899"/>
                  </a:lnTo>
                  <a:lnTo>
                    <a:pt x="275216" y="360452"/>
                  </a:lnTo>
                  <a:lnTo>
                    <a:pt x="274980" y="362006"/>
                  </a:lnTo>
                  <a:lnTo>
                    <a:pt x="274781" y="363560"/>
                  </a:lnTo>
                  <a:lnTo>
                    <a:pt x="274625" y="365113"/>
                  </a:lnTo>
                  <a:lnTo>
                    <a:pt x="274517" y="366667"/>
                  </a:lnTo>
                  <a:lnTo>
                    <a:pt x="274472" y="368221"/>
                  </a:lnTo>
                  <a:lnTo>
                    <a:pt x="274500" y="369774"/>
                  </a:lnTo>
                  <a:lnTo>
                    <a:pt x="274594" y="371328"/>
                  </a:lnTo>
                  <a:lnTo>
                    <a:pt x="274756" y="372882"/>
                  </a:lnTo>
                  <a:lnTo>
                    <a:pt x="274990" y="374435"/>
                  </a:lnTo>
                  <a:lnTo>
                    <a:pt x="275316" y="375989"/>
                  </a:lnTo>
                  <a:lnTo>
                    <a:pt x="275725" y="377543"/>
                  </a:lnTo>
                  <a:lnTo>
                    <a:pt x="276208" y="379096"/>
                  </a:lnTo>
                  <a:lnTo>
                    <a:pt x="276765" y="380650"/>
                  </a:lnTo>
                  <a:lnTo>
                    <a:pt x="277394" y="382204"/>
                  </a:lnTo>
                  <a:lnTo>
                    <a:pt x="278116" y="383757"/>
                  </a:lnTo>
                  <a:lnTo>
                    <a:pt x="278902" y="385311"/>
                  </a:lnTo>
                  <a:lnTo>
                    <a:pt x="279748" y="386865"/>
                  </a:lnTo>
                  <a:lnTo>
                    <a:pt x="280649" y="388418"/>
                  </a:lnTo>
                  <a:lnTo>
                    <a:pt x="281603" y="389972"/>
                  </a:lnTo>
                  <a:lnTo>
                    <a:pt x="282608" y="391526"/>
                  </a:lnTo>
                  <a:lnTo>
                    <a:pt x="283513" y="392884"/>
                  </a:lnTo>
                  <a:lnTo>
                    <a:pt x="283644" y="393079"/>
                  </a:lnTo>
                  <a:lnTo>
                    <a:pt x="284704" y="394633"/>
                  </a:lnTo>
                  <a:lnTo>
                    <a:pt x="285781" y="396187"/>
                  </a:lnTo>
                  <a:lnTo>
                    <a:pt x="286867" y="397741"/>
                  </a:lnTo>
                  <a:lnTo>
                    <a:pt x="287950" y="399294"/>
                  </a:lnTo>
                  <a:lnTo>
                    <a:pt x="289018" y="400848"/>
                  </a:lnTo>
                  <a:lnTo>
                    <a:pt x="290066" y="402402"/>
                  </a:lnTo>
                  <a:lnTo>
                    <a:pt x="291086" y="403955"/>
                  </a:lnTo>
                  <a:lnTo>
                    <a:pt x="292057" y="405509"/>
                  </a:lnTo>
                  <a:lnTo>
                    <a:pt x="292973" y="407063"/>
                  </a:lnTo>
                  <a:lnTo>
                    <a:pt x="293833" y="408616"/>
                  </a:lnTo>
                  <a:lnTo>
                    <a:pt x="294629" y="410170"/>
                  </a:lnTo>
                  <a:lnTo>
                    <a:pt x="295356" y="411724"/>
                  </a:lnTo>
                  <a:lnTo>
                    <a:pt x="295978" y="413277"/>
                  </a:lnTo>
                  <a:lnTo>
                    <a:pt x="296515" y="414831"/>
                  </a:lnTo>
                  <a:lnTo>
                    <a:pt x="296962" y="416385"/>
                  </a:lnTo>
                  <a:lnTo>
                    <a:pt x="297317" y="417938"/>
                  </a:lnTo>
                  <a:lnTo>
                    <a:pt x="297566" y="419492"/>
                  </a:lnTo>
                  <a:lnTo>
                    <a:pt x="297688" y="421046"/>
                  </a:lnTo>
                  <a:lnTo>
                    <a:pt x="297707" y="422599"/>
                  </a:lnTo>
                  <a:lnTo>
                    <a:pt x="297622" y="424153"/>
                  </a:lnTo>
                  <a:lnTo>
                    <a:pt x="297433" y="425707"/>
                  </a:lnTo>
                  <a:lnTo>
                    <a:pt x="297117" y="427260"/>
                  </a:lnTo>
                  <a:lnTo>
                    <a:pt x="296679" y="428814"/>
                  </a:lnTo>
                  <a:lnTo>
                    <a:pt x="296138" y="430368"/>
                  </a:lnTo>
                  <a:lnTo>
                    <a:pt x="295495" y="431921"/>
                  </a:lnTo>
                  <a:lnTo>
                    <a:pt x="294752" y="433475"/>
                  </a:lnTo>
                  <a:lnTo>
                    <a:pt x="293883" y="435029"/>
                  </a:lnTo>
                  <a:lnTo>
                    <a:pt x="292914" y="436582"/>
                  </a:lnTo>
                  <a:lnTo>
                    <a:pt x="291856" y="438136"/>
                  </a:lnTo>
                  <a:lnTo>
                    <a:pt x="290710" y="439690"/>
                  </a:lnTo>
                  <a:lnTo>
                    <a:pt x="289479" y="441243"/>
                  </a:lnTo>
                  <a:lnTo>
                    <a:pt x="288145" y="442797"/>
                  </a:lnTo>
                  <a:lnTo>
                    <a:pt x="286738" y="444351"/>
                  </a:lnTo>
                  <a:lnTo>
                    <a:pt x="285263" y="445904"/>
                  </a:lnTo>
                  <a:lnTo>
                    <a:pt x="283725" y="447458"/>
                  </a:lnTo>
                  <a:lnTo>
                    <a:pt x="282120" y="449012"/>
                  </a:lnTo>
                  <a:lnTo>
                    <a:pt x="280450" y="450565"/>
                  </a:lnTo>
                  <a:lnTo>
                    <a:pt x="278733" y="452119"/>
                  </a:lnTo>
                  <a:lnTo>
                    <a:pt x="276974" y="453673"/>
                  </a:lnTo>
                  <a:lnTo>
                    <a:pt x="275177" y="455227"/>
                  </a:lnTo>
                  <a:lnTo>
                    <a:pt x="273339" y="456780"/>
                  </a:lnTo>
                  <a:lnTo>
                    <a:pt x="271472" y="458334"/>
                  </a:lnTo>
                  <a:lnTo>
                    <a:pt x="269583" y="459888"/>
                  </a:lnTo>
                  <a:lnTo>
                    <a:pt x="267676" y="461441"/>
                  </a:lnTo>
                  <a:lnTo>
                    <a:pt x="265756" y="462995"/>
                  </a:lnTo>
                  <a:lnTo>
                    <a:pt x="265197" y="463445"/>
                  </a:lnTo>
                  <a:lnTo>
                    <a:pt x="263825" y="464549"/>
                  </a:lnTo>
                  <a:lnTo>
                    <a:pt x="261892" y="466102"/>
                  </a:lnTo>
                  <a:lnTo>
                    <a:pt x="259960" y="467656"/>
                  </a:lnTo>
                  <a:lnTo>
                    <a:pt x="258034" y="469210"/>
                  </a:lnTo>
                  <a:lnTo>
                    <a:pt x="256115" y="470763"/>
                  </a:lnTo>
                  <a:lnTo>
                    <a:pt x="254215" y="472317"/>
                  </a:lnTo>
                  <a:lnTo>
                    <a:pt x="252331" y="473871"/>
                  </a:lnTo>
                  <a:lnTo>
                    <a:pt x="250469" y="475424"/>
                  </a:lnTo>
                  <a:lnTo>
                    <a:pt x="248629" y="476978"/>
                  </a:lnTo>
                  <a:lnTo>
                    <a:pt x="246819" y="478532"/>
                  </a:lnTo>
                  <a:lnTo>
                    <a:pt x="245046" y="480085"/>
                  </a:lnTo>
                  <a:lnTo>
                    <a:pt x="243305" y="481639"/>
                  </a:lnTo>
                  <a:lnTo>
                    <a:pt x="241599" y="483193"/>
                  </a:lnTo>
                  <a:lnTo>
                    <a:pt x="239930" y="484746"/>
                  </a:lnTo>
                  <a:lnTo>
                    <a:pt x="238308" y="486300"/>
                  </a:lnTo>
                  <a:lnTo>
                    <a:pt x="236732" y="487854"/>
                  </a:lnTo>
                  <a:lnTo>
                    <a:pt x="235198" y="489407"/>
                  </a:lnTo>
                  <a:lnTo>
                    <a:pt x="233708" y="490961"/>
                  </a:lnTo>
                  <a:lnTo>
                    <a:pt x="232261" y="492515"/>
                  </a:lnTo>
                  <a:lnTo>
                    <a:pt x="230874" y="494068"/>
                  </a:lnTo>
                  <a:lnTo>
                    <a:pt x="229534" y="495622"/>
                  </a:lnTo>
                  <a:lnTo>
                    <a:pt x="228240" y="497176"/>
                  </a:lnTo>
                  <a:lnTo>
                    <a:pt x="226991" y="498729"/>
                  </a:lnTo>
                  <a:lnTo>
                    <a:pt x="225789" y="500283"/>
                  </a:lnTo>
                  <a:lnTo>
                    <a:pt x="224646" y="501837"/>
                  </a:lnTo>
                  <a:lnTo>
                    <a:pt x="223545" y="503390"/>
                  </a:lnTo>
                  <a:lnTo>
                    <a:pt x="222486" y="504944"/>
                  </a:lnTo>
                  <a:lnTo>
                    <a:pt x="221468" y="506498"/>
                  </a:lnTo>
                  <a:lnTo>
                    <a:pt x="220496" y="508051"/>
                  </a:lnTo>
                  <a:lnTo>
                    <a:pt x="219569" y="509605"/>
                  </a:lnTo>
                  <a:lnTo>
                    <a:pt x="218676" y="511159"/>
                  </a:lnTo>
                  <a:lnTo>
                    <a:pt x="217816" y="512713"/>
                  </a:lnTo>
                  <a:lnTo>
                    <a:pt x="216987" y="514266"/>
                  </a:lnTo>
                  <a:lnTo>
                    <a:pt x="216193" y="515820"/>
                  </a:lnTo>
                  <a:lnTo>
                    <a:pt x="215427" y="517374"/>
                  </a:lnTo>
                  <a:lnTo>
                    <a:pt x="214683" y="518927"/>
                  </a:lnTo>
                  <a:lnTo>
                    <a:pt x="213959" y="520481"/>
                  </a:lnTo>
                  <a:lnTo>
                    <a:pt x="213253" y="522035"/>
                  </a:lnTo>
                  <a:lnTo>
                    <a:pt x="212567" y="523588"/>
                  </a:lnTo>
                  <a:lnTo>
                    <a:pt x="211892" y="525142"/>
                  </a:lnTo>
                  <a:lnTo>
                    <a:pt x="211226" y="526696"/>
                  </a:lnTo>
                  <a:lnTo>
                    <a:pt x="210567" y="528249"/>
                  </a:lnTo>
                  <a:lnTo>
                    <a:pt x="209913" y="529803"/>
                  </a:lnTo>
                  <a:lnTo>
                    <a:pt x="209262" y="531357"/>
                  </a:lnTo>
                  <a:lnTo>
                    <a:pt x="208611" y="532910"/>
                  </a:lnTo>
                  <a:lnTo>
                    <a:pt x="207958" y="534464"/>
                  </a:lnTo>
                  <a:lnTo>
                    <a:pt x="207303" y="536018"/>
                  </a:lnTo>
                  <a:lnTo>
                    <a:pt x="206643" y="537571"/>
                  </a:lnTo>
                  <a:lnTo>
                    <a:pt x="205976" y="539125"/>
                  </a:lnTo>
                  <a:lnTo>
                    <a:pt x="205303" y="540679"/>
                  </a:lnTo>
                  <a:lnTo>
                    <a:pt x="204623" y="542232"/>
                  </a:lnTo>
                  <a:lnTo>
                    <a:pt x="203936" y="543786"/>
                  </a:lnTo>
                  <a:lnTo>
                    <a:pt x="203241" y="545340"/>
                  </a:lnTo>
                  <a:lnTo>
                    <a:pt x="202539" y="546893"/>
                  </a:lnTo>
                  <a:lnTo>
                    <a:pt x="201830" y="548447"/>
                  </a:lnTo>
                  <a:lnTo>
                    <a:pt x="201116" y="550001"/>
                  </a:lnTo>
                  <a:lnTo>
                    <a:pt x="200397" y="551554"/>
                  </a:lnTo>
                  <a:lnTo>
                    <a:pt x="199673" y="553108"/>
                  </a:lnTo>
                  <a:lnTo>
                    <a:pt x="198948" y="554662"/>
                  </a:lnTo>
                  <a:lnTo>
                    <a:pt x="198222" y="556215"/>
                  </a:lnTo>
                  <a:lnTo>
                    <a:pt x="197496" y="557769"/>
                  </a:lnTo>
                  <a:lnTo>
                    <a:pt x="196773" y="559323"/>
                  </a:lnTo>
                  <a:lnTo>
                    <a:pt x="196054" y="560876"/>
                  </a:lnTo>
                  <a:lnTo>
                    <a:pt x="195341" y="562430"/>
                  </a:lnTo>
                  <a:lnTo>
                    <a:pt x="194635" y="563984"/>
                  </a:lnTo>
                  <a:lnTo>
                    <a:pt x="193938" y="565537"/>
                  </a:lnTo>
                  <a:lnTo>
                    <a:pt x="193252" y="567091"/>
                  </a:lnTo>
                  <a:lnTo>
                    <a:pt x="192580" y="568645"/>
                  </a:lnTo>
                  <a:lnTo>
                    <a:pt x="191921" y="570199"/>
                  </a:lnTo>
                  <a:lnTo>
                    <a:pt x="191277" y="571752"/>
                  </a:lnTo>
                  <a:lnTo>
                    <a:pt x="190646" y="573306"/>
                  </a:lnTo>
                  <a:lnTo>
                    <a:pt x="190037" y="574860"/>
                  </a:lnTo>
                  <a:lnTo>
                    <a:pt x="189445" y="576413"/>
                  </a:lnTo>
                  <a:lnTo>
                    <a:pt x="188870" y="577967"/>
                  </a:lnTo>
                  <a:lnTo>
                    <a:pt x="188312" y="579521"/>
                  </a:lnTo>
                  <a:lnTo>
                    <a:pt x="187772" y="581074"/>
                  </a:lnTo>
                  <a:lnTo>
                    <a:pt x="187255" y="582628"/>
                  </a:lnTo>
                  <a:lnTo>
                    <a:pt x="186755" y="584182"/>
                  </a:lnTo>
                  <a:lnTo>
                    <a:pt x="186271" y="585735"/>
                  </a:lnTo>
                  <a:lnTo>
                    <a:pt x="185802" y="587289"/>
                  </a:lnTo>
                  <a:lnTo>
                    <a:pt x="185350" y="588843"/>
                  </a:lnTo>
                  <a:lnTo>
                    <a:pt x="184915" y="590396"/>
                  </a:lnTo>
                  <a:lnTo>
                    <a:pt x="184491" y="591950"/>
                  </a:lnTo>
                  <a:lnTo>
                    <a:pt x="184079" y="593504"/>
                  </a:lnTo>
                  <a:lnTo>
                    <a:pt x="183676" y="595057"/>
                  </a:lnTo>
                  <a:lnTo>
                    <a:pt x="183284" y="596611"/>
                  </a:lnTo>
                  <a:lnTo>
                    <a:pt x="182899" y="598165"/>
                  </a:lnTo>
                  <a:lnTo>
                    <a:pt x="182518" y="599718"/>
                  </a:lnTo>
                  <a:lnTo>
                    <a:pt x="182140" y="601272"/>
                  </a:lnTo>
                  <a:lnTo>
                    <a:pt x="181765" y="602826"/>
                  </a:lnTo>
                  <a:lnTo>
                    <a:pt x="181389" y="604379"/>
                  </a:lnTo>
                  <a:lnTo>
                    <a:pt x="181012" y="605933"/>
                  </a:lnTo>
                  <a:lnTo>
                    <a:pt x="180632" y="607487"/>
                  </a:lnTo>
                  <a:lnTo>
                    <a:pt x="180248" y="609040"/>
                  </a:lnTo>
                  <a:lnTo>
                    <a:pt x="179858" y="610594"/>
                  </a:lnTo>
                  <a:lnTo>
                    <a:pt x="179460" y="612148"/>
                  </a:lnTo>
                  <a:lnTo>
                    <a:pt x="179054" y="613701"/>
                  </a:lnTo>
                  <a:lnTo>
                    <a:pt x="178640" y="615255"/>
                  </a:lnTo>
                  <a:lnTo>
                    <a:pt x="178218" y="616809"/>
                  </a:lnTo>
                  <a:lnTo>
                    <a:pt x="177785" y="618362"/>
                  </a:lnTo>
                  <a:lnTo>
                    <a:pt x="177341" y="619916"/>
                  </a:lnTo>
                  <a:lnTo>
                    <a:pt x="176887" y="621470"/>
                  </a:lnTo>
                  <a:lnTo>
                    <a:pt x="176423" y="623023"/>
                  </a:lnTo>
                  <a:lnTo>
                    <a:pt x="175951" y="624577"/>
                  </a:lnTo>
                  <a:lnTo>
                    <a:pt x="175467" y="626131"/>
                  </a:lnTo>
                  <a:lnTo>
                    <a:pt x="174975" y="627685"/>
                  </a:lnTo>
                  <a:lnTo>
                    <a:pt x="174475" y="629238"/>
                  </a:lnTo>
                  <a:lnTo>
                    <a:pt x="173968" y="630792"/>
                  </a:lnTo>
                  <a:lnTo>
                    <a:pt x="173455" y="632346"/>
                  </a:lnTo>
                  <a:lnTo>
                    <a:pt x="172935" y="633899"/>
                  </a:lnTo>
                  <a:lnTo>
                    <a:pt x="172412" y="635453"/>
                  </a:lnTo>
                  <a:lnTo>
                    <a:pt x="171886" y="637007"/>
                  </a:lnTo>
                  <a:lnTo>
                    <a:pt x="171359" y="638560"/>
                  </a:lnTo>
                  <a:lnTo>
                    <a:pt x="170830" y="640114"/>
                  </a:lnTo>
                  <a:lnTo>
                    <a:pt x="170304" y="641668"/>
                  </a:lnTo>
                  <a:lnTo>
                    <a:pt x="169779" y="643221"/>
                  </a:lnTo>
                  <a:lnTo>
                    <a:pt x="169258" y="644775"/>
                  </a:lnTo>
                  <a:lnTo>
                    <a:pt x="168742" y="646329"/>
                  </a:lnTo>
                  <a:lnTo>
                    <a:pt x="168232" y="647882"/>
                  </a:lnTo>
                  <a:lnTo>
                    <a:pt x="167731" y="649436"/>
                  </a:lnTo>
                  <a:lnTo>
                    <a:pt x="167238" y="650990"/>
                  </a:lnTo>
                  <a:lnTo>
                    <a:pt x="166754" y="652543"/>
                  </a:lnTo>
                  <a:lnTo>
                    <a:pt x="166281" y="654097"/>
                  </a:lnTo>
                  <a:lnTo>
                    <a:pt x="165821" y="655651"/>
                  </a:lnTo>
                  <a:lnTo>
                    <a:pt x="165376" y="657204"/>
                  </a:lnTo>
                  <a:lnTo>
                    <a:pt x="164943" y="658758"/>
                  </a:lnTo>
                  <a:lnTo>
                    <a:pt x="164524" y="660312"/>
                  </a:lnTo>
                  <a:lnTo>
                    <a:pt x="164120" y="661865"/>
                  </a:lnTo>
                  <a:lnTo>
                    <a:pt x="163736" y="663419"/>
                  </a:lnTo>
                  <a:lnTo>
                    <a:pt x="163368" y="664973"/>
                  </a:lnTo>
                  <a:lnTo>
                    <a:pt x="163017" y="666526"/>
                  </a:lnTo>
                  <a:lnTo>
                    <a:pt x="162681" y="668080"/>
                  </a:lnTo>
                  <a:lnTo>
                    <a:pt x="162364" y="669634"/>
                  </a:lnTo>
                  <a:lnTo>
                    <a:pt x="162069" y="671187"/>
                  </a:lnTo>
                  <a:lnTo>
                    <a:pt x="161791" y="672741"/>
                  </a:lnTo>
                  <a:lnTo>
                    <a:pt x="161530" y="674295"/>
                  </a:lnTo>
                  <a:lnTo>
                    <a:pt x="161285" y="675848"/>
                  </a:lnTo>
                  <a:lnTo>
                    <a:pt x="161060" y="677402"/>
                  </a:lnTo>
                  <a:lnTo>
                    <a:pt x="160855" y="678956"/>
                  </a:lnTo>
                  <a:lnTo>
                    <a:pt x="160666" y="680510"/>
                  </a:lnTo>
                  <a:lnTo>
                    <a:pt x="160491" y="682063"/>
                  </a:lnTo>
                  <a:lnTo>
                    <a:pt x="160332" y="683617"/>
                  </a:lnTo>
                  <a:lnTo>
                    <a:pt x="160191" y="685171"/>
                  </a:lnTo>
                  <a:lnTo>
                    <a:pt x="160064" y="686724"/>
                  </a:lnTo>
                  <a:lnTo>
                    <a:pt x="159949" y="688278"/>
                  </a:lnTo>
                  <a:lnTo>
                    <a:pt x="159846" y="689832"/>
                  </a:lnTo>
                  <a:lnTo>
                    <a:pt x="159754" y="691385"/>
                  </a:lnTo>
                  <a:lnTo>
                    <a:pt x="159674" y="692939"/>
                  </a:lnTo>
                  <a:lnTo>
                    <a:pt x="159602" y="694493"/>
                  </a:lnTo>
                  <a:lnTo>
                    <a:pt x="159537" y="696046"/>
                  </a:lnTo>
                  <a:lnTo>
                    <a:pt x="159478" y="697600"/>
                  </a:lnTo>
                  <a:lnTo>
                    <a:pt x="159425" y="699154"/>
                  </a:lnTo>
                  <a:lnTo>
                    <a:pt x="159376" y="700707"/>
                  </a:lnTo>
                  <a:lnTo>
                    <a:pt x="159329" y="702261"/>
                  </a:lnTo>
                  <a:lnTo>
                    <a:pt x="159283" y="703815"/>
                  </a:lnTo>
                  <a:lnTo>
                    <a:pt x="159238" y="705368"/>
                  </a:lnTo>
                  <a:lnTo>
                    <a:pt x="159191" y="706922"/>
                  </a:lnTo>
                  <a:lnTo>
                    <a:pt x="159141" y="708476"/>
                  </a:lnTo>
                  <a:lnTo>
                    <a:pt x="159089" y="710029"/>
                  </a:lnTo>
                  <a:lnTo>
                    <a:pt x="159032" y="711583"/>
                  </a:lnTo>
                  <a:lnTo>
                    <a:pt x="158971" y="713137"/>
                  </a:lnTo>
                  <a:lnTo>
                    <a:pt x="158902" y="714690"/>
                  </a:lnTo>
                  <a:lnTo>
                    <a:pt x="158827" y="716244"/>
                  </a:lnTo>
                  <a:lnTo>
                    <a:pt x="158745" y="717798"/>
                  </a:lnTo>
                  <a:lnTo>
                    <a:pt x="158655" y="719351"/>
                  </a:lnTo>
                  <a:lnTo>
                    <a:pt x="158559" y="720905"/>
                  </a:lnTo>
                  <a:lnTo>
                    <a:pt x="158451" y="722459"/>
                  </a:lnTo>
                  <a:lnTo>
                    <a:pt x="158336" y="724012"/>
                  </a:lnTo>
                  <a:lnTo>
                    <a:pt x="158213" y="725566"/>
                  </a:lnTo>
                  <a:lnTo>
                    <a:pt x="158082" y="727120"/>
                  </a:lnTo>
                  <a:lnTo>
                    <a:pt x="157943" y="728673"/>
                  </a:lnTo>
                  <a:lnTo>
                    <a:pt x="157794" y="730227"/>
                  </a:lnTo>
                  <a:lnTo>
                    <a:pt x="157639" y="731781"/>
                  </a:lnTo>
                  <a:lnTo>
                    <a:pt x="157477" y="733334"/>
                  </a:lnTo>
                  <a:lnTo>
                    <a:pt x="157309" y="734888"/>
                  </a:lnTo>
                  <a:lnTo>
                    <a:pt x="157135" y="736442"/>
                  </a:lnTo>
                  <a:lnTo>
                    <a:pt x="156955" y="737996"/>
                  </a:lnTo>
                  <a:lnTo>
                    <a:pt x="156770" y="739549"/>
                  </a:lnTo>
                  <a:lnTo>
                    <a:pt x="156583" y="741103"/>
                  </a:lnTo>
                  <a:lnTo>
                    <a:pt x="156392" y="742657"/>
                  </a:lnTo>
                  <a:lnTo>
                    <a:pt x="156199" y="744210"/>
                  </a:lnTo>
                  <a:lnTo>
                    <a:pt x="156005" y="745764"/>
                  </a:lnTo>
                  <a:lnTo>
                    <a:pt x="155810" y="747318"/>
                  </a:lnTo>
                  <a:lnTo>
                    <a:pt x="155615" y="748871"/>
                  </a:lnTo>
                  <a:lnTo>
                    <a:pt x="155420" y="750425"/>
                  </a:lnTo>
                  <a:lnTo>
                    <a:pt x="155227" y="751979"/>
                  </a:lnTo>
                  <a:lnTo>
                    <a:pt x="155037" y="753532"/>
                  </a:lnTo>
                  <a:lnTo>
                    <a:pt x="154848" y="755086"/>
                  </a:lnTo>
                  <a:lnTo>
                    <a:pt x="154663" y="756640"/>
                  </a:lnTo>
                  <a:lnTo>
                    <a:pt x="154481" y="758193"/>
                  </a:lnTo>
                  <a:lnTo>
                    <a:pt x="154303" y="759747"/>
                  </a:lnTo>
                  <a:lnTo>
                    <a:pt x="154129" y="761301"/>
                  </a:lnTo>
                  <a:lnTo>
                    <a:pt x="153960" y="762854"/>
                  </a:lnTo>
                  <a:lnTo>
                    <a:pt x="153794" y="764408"/>
                  </a:lnTo>
                  <a:lnTo>
                    <a:pt x="153634" y="765962"/>
                  </a:lnTo>
                  <a:lnTo>
                    <a:pt x="153478" y="767515"/>
                  </a:lnTo>
                  <a:lnTo>
                    <a:pt x="153327" y="769069"/>
                  </a:lnTo>
                  <a:lnTo>
                    <a:pt x="153179" y="770623"/>
                  </a:lnTo>
                  <a:lnTo>
                    <a:pt x="153036" y="772176"/>
                  </a:lnTo>
                  <a:lnTo>
                    <a:pt x="152898" y="773730"/>
                  </a:lnTo>
                  <a:lnTo>
                    <a:pt x="152763" y="775284"/>
                  </a:lnTo>
                  <a:lnTo>
                    <a:pt x="152632" y="776837"/>
                  </a:lnTo>
                  <a:lnTo>
                    <a:pt x="152504" y="778391"/>
                  </a:lnTo>
                  <a:lnTo>
                    <a:pt x="152378" y="779945"/>
                  </a:lnTo>
                  <a:lnTo>
                    <a:pt x="152257" y="781498"/>
                  </a:lnTo>
                  <a:lnTo>
                    <a:pt x="152138" y="783052"/>
                  </a:lnTo>
                  <a:lnTo>
                    <a:pt x="152020" y="784606"/>
                  </a:lnTo>
                  <a:lnTo>
                    <a:pt x="151905" y="786159"/>
                  </a:lnTo>
                  <a:lnTo>
                    <a:pt x="151792" y="787713"/>
                  </a:lnTo>
                  <a:lnTo>
                    <a:pt x="151681" y="789267"/>
                  </a:lnTo>
                  <a:lnTo>
                    <a:pt x="151571" y="790820"/>
                  </a:lnTo>
                  <a:lnTo>
                    <a:pt x="151462" y="792374"/>
                  </a:lnTo>
                  <a:lnTo>
                    <a:pt x="151354" y="793928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3" name="pg33">
              <a:extLst>
                <a:ext uri="{FF2B5EF4-FFF2-40B4-BE49-F238E27FC236}">
                  <a16:creationId xmlns:a16="http://schemas.microsoft.com/office/drawing/2014/main" id="{D6747B19-144E-8BF0-C641-DB7F95245EDD}"/>
                </a:ext>
              </a:extLst>
            </p:cNvPr>
            <p:cNvSpPr/>
            <p:nvPr/>
          </p:nvSpPr>
          <p:spPr>
            <a:xfrm>
              <a:off x="3242247" y="1964790"/>
              <a:ext cx="220640" cy="888995"/>
            </a:xfrm>
            <a:custGeom>
              <a:avLst/>
              <a:gdLst/>
              <a:ahLst/>
              <a:cxnLst/>
              <a:rect l="0" t="0" r="0" b="0"/>
              <a:pathLst>
                <a:path w="220640" h="888995">
                  <a:moveTo>
                    <a:pt x="109490" y="888995"/>
                  </a:moveTo>
                  <a:lnTo>
                    <a:pt x="109453" y="887255"/>
                  </a:lnTo>
                  <a:lnTo>
                    <a:pt x="109413" y="885515"/>
                  </a:lnTo>
                  <a:lnTo>
                    <a:pt x="109372" y="883775"/>
                  </a:lnTo>
                  <a:lnTo>
                    <a:pt x="109328" y="882036"/>
                  </a:lnTo>
                  <a:lnTo>
                    <a:pt x="109281" y="880296"/>
                  </a:lnTo>
                  <a:lnTo>
                    <a:pt x="109231" y="878556"/>
                  </a:lnTo>
                  <a:lnTo>
                    <a:pt x="109179" y="876817"/>
                  </a:lnTo>
                  <a:lnTo>
                    <a:pt x="109123" y="875077"/>
                  </a:lnTo>
                  <a:lnTo>
                    <a:pt x="109063" y="873337"/>
                  </a:lnTo>
                  <a:lnTo>
                    <a:pt x="108999" y="871597"/>
                  </a:lnTo>
                  <a:lnTo>
                    <a:pt x="108932" y="869858"/>
                  </a:lnTo>
                  <a:lnTo>
                    <a:pt x="108861" y="868118"/>
                  </a:lnTo>
                  <a:lnTo>
                    <a:pt x="108784" y="866378"/>
                  </a:lnTo>
                  <a:lnTo>
                    <a:pt x="108703" y="864639"/>
                  </a:lnTo>
                  <a:lnTo>
                    <a:pt x="108617" y="862899"/>
                  </a:lnTo>
                  <a:lnTo>
                    <a:pt x="108526" y="861159"/>
                  </a:lnTo>
                  <a:lnTo>
                    <a:pt x="108430" y="859419"/>
                  </a:lnTo>
                  <a:lnTo>
                    <a:pt x="108327" y="857680"/>
                  </a:lnTo>
                  <a:lnTo>
                    <a:pt x="108219" y="855940"/>
                  </a:lnTo>
                  <a:lnTo>
                    <a:pt x="108106" y="854200"/>
                  </a:lnTo>
                  <a:lnTo>
                    <a:pt x="107986" y="852461"/>
                  </a:lnTo>
                  <a:lnTo>
                    <a:pt x="107860" y="850721"/>
                  </a:lnTo>
                  <a:lnTo>
                    <a:pt x="107727" y="848981"/>
                  </a:lnTo>
                  <a:lnTo>
                    <a:pt x="107588" y="847241"/>
                  </a:lnTo>
                  <a:lnTo>
                    <a:pt x="107442" y="845502"/>
                  </a:lnTo>
                  <a:lnTo>
                    <a:pt x="107288" y="843762"/>
                  </a:lnTo>
                  <a:lnTo>
                    <a:pt x="107128" y="842022"/>
                  </a:lnTo>
                  <a:lnTo>
                    <a:pt x="106961" y="840282"/>
                  </a:lnTo>
                  <a:lnTo>
                    <a:pt x="106787" y="838543"/>
                  </a:lnTo>
                  <a:lnTo>
                    <a:pt x="106603" y="836803"/>
                  </a:lnTo>
                  <a:lnTo>
                    <a:pt x="106413" y="835063"/>
                  </a:lnTo>
                  <a:lnTo>
                    <a:pt x="106217" y="833324"/>
                  </a:lnTo>
                  <a:lnTo>
                    <a:pt x="106012" y="831584"/>
                  </a:lnTo>
                  <a:lnTo>
                    <a:pt x="105798" y="829844"/>
                  </a:lnTo>
                  <a:lnTo>
                    <a:pt x="105576" y="828104"/>
                  </a:lnTo>
                  <a:lnTo>
                    <a:pt x="105348" y="826365"/>
                  </a:lnTo>
                  <a:lnTo>
                    <a:pt x="105111" y="824625"/>
                  </a:lnTo>
                  <a:lnTo>
                    <a:pt x="104864" y="822885"/>
                  </a:lnTo>
                  <a:lnTo>
                    <a:pt x="104610" y="821146"/>
                  </a:lnTo>
                  <a:lnTo>
                    <a:pt x="104349" y="819406"/>
                  </a:lnTo>
                  <a:lnTo>
                    <a:pt x="104078" y="817666"/>
                  </a:lnTo>
                  <a:lnTo>
                    <a:pt x="103797" y="815926"/>
                  </a:lnTo>
                  <a:lnTo>
                    <a:pt x="103509" y="814187"/>
                  </a:lnTo>
                  <a:lnTo>
                    <a:pt x="103212" y="812447"/>
                  </a:lnTo>
                  <a:lnTo>
                    <a:pt x="102907" y="810707"/>
                  </a:lnTo>
                  <a:lnTo>
                    <a:pt x="102590" y="808968"/>
                  </a:lnTo>
                  <a:lnTo>
                    <a:pt x="102265" y="807228"/>
                  </a:lnTo>
                  <a:lnTo>
                    <a:pt x="101932" y="805488"/>
                  </a:lnTo>
                  <a:lnTo>
                    <a:pt x="101590" y="803748"/>
                  </a:lnTo>
                  <a:lnTo>
                    <a:pt x="101236" y="802009"/>
                  </a:lnTo>
                  <a:lnTo>
                    <a:pt x="100872" y="800269"/>
                  </a:lnTo>
                  <a:lnTo>
                    <a:pt x="100500" y="798529"/>
                  </a:lnTo>
                  <a:lnTo>
                    <a:pt x="100119" y="796790"/>
                  </a:lnTo>
                  <a:lnTo>
                    <a:pt x="99724" y="795050"/>
                  </a:lnTo>
                  <a:lnTo>
                    <a:pt x="99321" y="793310"/>
                  </a:lnTo>
                  <a:lnTo>
                    <a:pt x="98907" y="791570"/>
                  </a:lnTo>
                  <a:lnTo>
                    <a:pt x="98484" y="789831"/>
                  </a:lnTo>
                  <a:lnTo>
                    <a:pt x="98047" y="788091"/>
                  </a:lnTo>
                  <a:lnTo>
                    <a:pt x="97600" y="786351"/>
                  </a:lnTo>
                  <a:lnTo>
                    <a:pt x="97142" y="784612"/>
                  </a:lnTo>
                  <a:lnTo>
                    <a:pt x="96675" y="782872"/>
                  </a:lnTo>
                  <a:lnTo>
                    <a:pt x="96192" y="781132"/>
                  </a:lnTo>
                  <a:lnTo>
                    <a:pt x="95698" y="779392"/>
                  </a:lnTo>
                  <a:lnTo>
                    <a:pt x="95194" y="777653"/>
                  </a:lnTo>
                  <a:lnTo>
                    <a:pt x="94679" y="775913"/>
                  </a:lnTo>
                  <a:lnTo>
                    <a:pt x="94147" y="774173"/>
                  </a:lnTo>
                  <a:lnTo>
                    <a:pt x="93605" y="772434"/>
                  </a:lnTo>
                  <a:lnTo>
                    <a:pt x="93051" y="770694"/>
                  </a:lnTo>
                  <a:lnTo>
                    <a:pt x="92486" y="768954"/>
                  </a:lnTo>
                  <a:lnTo>
                    <a:pt x="91904" y="767214"/>
                  </a:lnTo>
                  <a:lnTo>
                    <a:pt x="91311" y="765475"/>
                  </a:lnTo>
                  <a:lnTo>
                    <a:pt x="90706" y="763735"/>
                  </a:lnTo>
                  <a:lnTo>
                    <a:pt x="90090" y="761995"/>
                  </a:lnTo>
                  <a:lnTo>
                    <a:pt x="89457" y="760256"/>
                  </a:lnTo>
                  <a:lnTo>
                    <a:pt x="88813" y="758516"/>
                  </a:lnTo>
                  <a:lnTo>
                    <a:pt x="88158" y="756776"/>
                  </a:lnTo>
                  <a:lnTo>
                    <a:pt x="87491" y="755036"/>
                  </a:lnTo>
                  <a:lnTo>
                    <a:pt x="86810" y="753297"/>
                  </a:lnTo>
                  <a:lnTo>
                    <a:pt x="86117" y="751557"/>
                  </a:lnTo>
                  <a:lnTo>
                    <a:pt x="85414" y="749817"/>
                  </a:lnTo>
                  <a:lnTo>
                    <a:pt x="84701" y="748078"/>
                  </a:lnTo>
                  <a:lnTo>
                    <a:pt x="83975" y="746338"/>
                  </a:lnTo>
                  <a:lnTo>
                    <a:pt x="83240" y="744598"/>
                  </a:lnTo>
                  <a:lnTo>
                    <a:pt x="82496" y="742858"/>
                  </a:lnTo>
                  <a:lnTo>
                    <a:pt x="81744" y="741119"/>
                  </a:lnTo>
                  <a:lnTo>
                    <a:pt x="80983" y="739379"/>
                  </a:lnTo>
                  <a:lnTo>
                    <a:pt x="80214" y="737639"/>
                  </a:lnTo>
                  <a:lnTo>
                    <a:pt x="79440" y="735900"/>
                  </a:lnTo>
                  <a:lnTo>
                    <a:pt x="78660" y="734160"/>
                  </a:lnTo>
                  <a:lnTo>
                    <a:pt x="77875" y="732420"/>
                  </a:lnTo>
                  <a:lnTo>
                    <a:pt x="77087" y="730680"/>
                  </a:lnTo>
                  <a:lnTo>
                    <a:pt x="76297" y="728941"/>
                  </a:lnTo>
                  <a:lnTo>
                    <a:pt x="75505" y="727201"/>
                  </a:lnTo>
                  <a:lnTo>
                    <a:pt x="74712" y="725461"/>
                  </a:lnTo>
                  <a:lnTo>
                    <a:pt x="73921" y="723721"/>
                  </a:lnTo>
                  <a:lnTo>
                    <a:pt x="73131" y="721982"/>
                  </a:lnTo>
                  <a:lnTo>
                    <a:pt x="72344" y="720242"/>
                  </a:lnTo>
                  <a:lnTo>
                    <a:pt x="71562" y="718502"/>
                  </a:lnTo>
                  <a:lnTo>
                    <a:pt x="70785" y="716763"/>
                  </a:lnTo>
                  <a:lnTo>
                    <a:pt x="70015" y="715023"/>
                  </a:lnTo>
                  <a:lnTo>
                    <a:pt x="69251" y="713283"/>
                  </a:lnTo>
                  <a:lnTo>
                    <a:pt x="68497" y="711543"/>
                  </a:lnTo>
                  <a:lnTo>
                    <a:pt x="67753" y="709804"/>
                  </a:lnTo>
                  <a:lnTo>
                    <a:pt x="67020" y="708064"/>
                  </a:lnTo>
                  <a:lnTo>
                    <a:pt x="66297" y="706324"/>
                  </a:lnTo>
                  <a:lnTo>
                    <a:pt x="65587" y="704585"/>
                  </a:lnTo>
                  <a:lnTo>
                    <a:pt x="64893" y="702845"/>
                  </a:lnTo>
                  <a:lnTo>
                    <a:pt x="64211" y="701105"/>
                  </a:lnTo>
                  <a:lnTo>
                    <a:pt x="63543" y="699365"/>
                  </a:lnTo>
                  <a:lnTo>
                    <a:pt x="62890" y="697626"/>
                  </a:lnTo>
                  <a:lnTo>
                    <a:pt x="62257" y="695886"/>
                  </a:lnTo>
                  <a:lnTo>
                    <a:pt x="61638" y="694146"/>
                  </a:lnTo>
                  <a:lnTo>
                    <a:pt x="61034" y="692407"/>
                  </a:lnTo>
                  <a:lnTo>
                    <a:pt x="60447" y="690667"/>
                  </a:lnTo>
                  <a:lnTo>
                    <a:pt x="59881" y="688927"/>
                  </a:lnTo>
                  <a:lnTo>
                    <a:pt x="59330" y="687187"/>
                  </a:lnTo>
                  <a:lnTo>
                    <a:pt x="58794" y="685448"/>
                  </a:lnTo>
                  <a:lnTo>
                    <a:pt x="58275" y="683708"/>
                  </a:lnTo>
                  <a:lnTo>
                    <a:pt x="57777" y="681968"/>
                  </a:lnTo>
                  <a:lnTo>
                    <a:pt x="57293" y="680229"/>
                  </a:lnTo>
                  <a:lnTo>
                    <a:pt x="56823" y="678489"/>
                  </a:lnTo>
                  <a:lnTo>
                    <a:pt x="56369" y="676749"/>
                  </a:lnTo>
                  <a:lnTo>
                    <a:pt x="55934" y="675009"/>
                  </a:lnTo>
                  <a:lnTo>
                    <a:pt x="55512" y="673270"/>
                  </a:lnTo>
                  <a:lnTo>
                    <a:pt x="55102" y="671530"/>
                  </a:lnTo>
                  <a:lnTo>
                    <a:pt x="54705" y="669790"/>
                  </a:lnTo>
                  <a:lnTo>
                    <a:pt x="54324" y="668051"/>
                  </a:lnTo>
                  <a:lnTo>
                    <a:pt x="53954" y="666311"/>
                  </a:lnTo>
                  <a:lnTo>
                    <a:pt x="53594" y="664571"/>
                  </a:lnTo>
                  <a:lnTo>
                    <a:pt x="53244" y="662831"/>
                  </a:lnTo>
                  <a:lnTo>
                    <a:pt x="52907" y="661092"/>
                  </a:lnTo>
                  <a:lnTo>
                    <a:pt x="52577" y="659352"/>
                  </a:lnTo>
                  <a:lnTo>
                    <a:pt x="52255" y="657612"/>
                  </a:lnTo>
                  <a:lnTo>
                    <a:pt x="51941" y="655873"/>
                  </a:lnTo>
                  <a:lnTo>
                    <a:pt x="51635" y="654133"/>
                  </a:lnTo>
                  <a:lnTo>
                    <a:pt x="51336" y="652393"/>
                  </a:lnTo>
                  <a:lnTo>
                    <a:pt x="51041" y="650653"/>
                  </a:lnTo>
                  <a:lnTo>
                    <a:pt x="50751" y="648914"/>
                  </a:lnTo>
                  <a:lnTo>
                    <a:pt x="50468" y="647174"/>
                  </a:lnTo>
                  <a:lnTo>
                    <a:pt x="50188" y="645434"/>
                  </a:lnTo>
                  <a:lnTo>
                    <a:pt x="49911" y="643695"/>
                  </a:lnTo>
                  <a:lnTo>
                    <a:pt x="49638" y="641955"/>
                  </a:lnTo>
                  <a:lnTo>
                    <a:pt x="49368" y="640215"/>
                  </a:lnTo>
                  <a:lnTo>
                    <a:pt x="49101" y="638475"/>
                  </a:lnTo>
                  <a:lnTo>
                    <a:pt x="48836" y="636736"/>
                  </a:lnTo>
                  <a:lnTo>
                    <a:pt x="48572" y="634996"/>
                  </a:lnTo>
                  <a:lnTo>
                    <a:pt x="48311" y="633256"/>
                  </a:lnTo>
                  <a:lnTo>
                    <a:pt x="48052" y="631517"/>
                  </a:lnTo>
                  <a:lnTo>
                    <a:pt x="47793" y="629777"/>
                  </a:lnTo>
                  <a:lnTo>
                    <a:pt x="47536" y="628037"/>
                  </a:lnTo>
                  <a:lnTo>
                    <a:pt x="47280" y="626297"/>
                  </a:lnTo>
                  <a:lnTo>
                    <a:pt x="47025" y="624558"/>
                  </a:lnTo>
                  <a:lnTo>
                    <a:pt x="46770" y="622818"/>
                  </a:lnTo>
                  <a:lnTo>
                    <a:pt x="46516" y="621078"/>
                  </a:lnTo>
                  <a:lnTo>
                    <a:pt x="46262" y="619339"/>
                  </a:lnTo>
                  <a:lnTo>
                    <a:pt x="46007" y="617599"/>
                  </a:lnTo>
                  <a:lnTo>
                    <a:pt x="45753" y="615859"/>
                  </a:lnTo>
                  <a:lnTo>
                    <a:pt x="45498" y="614119"/>
                  </a:lnTo>
                  <a:lnTo>
                    <a:pt x="45242" y="612380"/>
                  </a:lnTo>
                  <a:lnTo>
                    <a:pt x="44984" y="610640"/>
                  </a:lnTo>
                  <a:lnTo>
                    <a:pt x="44725" y="608900"/>
                  </a:lnTo>
                  <a:lnTo>
                    <a:pt x="44463" y="607160"/>
                  </a:lnTo>
                  <a:lnTo>
                    <a:pt x="44199" y="605421"/>
                  </a:lnTo>
                  <a:lnTo>
                    <a:pt x="43931" y="603681"/>
                  </a:lnTo>
                  <a:lnTo>
                    <a:pt x="43660" y="601941"/>
                  </a:lnTo>
                  <a:lnTo>
                    <a:pt x="43385" y="600202"/>
                  </a:lnTo>
                  <a:lnTo>
                    <a:pt x="43104" y="598462"/>
                  </a:lnTo>
                  <a:lnTo>
                    <a:pt x="42817" y="596722"/>
                  </a:lnTo>
                  <a:lnTo>
                    <a:pt x="42524" y="594982"/>
                  </a:lnTo>
                  <a:lnTo>
                    <a:pt x="42225" y="593243"/>
                  </a:lnTo>
                  <a:lnTo>
                    <a:pt x="41918" y="591503"/>
                  </a:lnTo>
                  <a:lnTo>
                    <a:pt x="41601" y="589763"/>
                  </a:lnTo>
                  <a:lnTo>
                    <a:pt x="41276" y="588024"/>
                  </a:lnTo>
                  <a:lnTo>
                    <a:pt x="40943" y="586284"/>
                  </a:lnTo>
                  <a:lnTo>
                    <a:pt x="40598" y="584544"/>
                  </a:lnTo>
                  <a:lnTo>
                    <a:pt x="40241" y="582804"/>
                  </a:lnTo>
                  <a:lnTo>
                    <a:pt x="39875" y="581065"/>
                  </a:lnTo>
                  <a:lnTo>
                    <a:pt x="39497" y="579325"/>
                  </a:lnTo>
                  <a:lnTo>
                    <a:pt x="39106" y="577585"/>
                  </a:lnTo>
                  <a:lnTo>
                    <a:pt x="38702" y="575846"/>
                  </a:lnTo>
                  <a:lnTo>
                    <a:pt x="38286" y="574106"/>
                  </a:lnTo>
                  <a:lnTo>
                    <a:pt x="37858" y="572366"/>
                  </a:lnTo>
                  <a:lnTo>
                    <a:pt x="37416" y="570626"/>
                  </a:lnTo>
                  <a:lnTo>
                    <a:pt x="36960" y="568887"/>
                  </a:lnTo>
                  <a:lnTo>
                    <a:pt x="36620" y="567621"/>
                  </a:lnTo>
                  <a:lnTo>
                    <a:pt x="36493" y="567147"/>
                  </a:lnTo>
                  <a:lnTo>
                    <a:pt x="36014" y="565407"/>
                  </a:lnTo>
                  <a:lnTo>
                    <a:pt x="35522" y="563668"/>
                  </a:lnTo>
                  <a:lnTo>
                    <a:pt x="35016" y="561928"/>
                  </a:lnTo>
                  <a:lnTo>
                    <a:pt x="34500" y="560188"/>
                  </a:lnTo>
                  <a:lnTo>
                    <a:pt x="33975" y="558448"/>
                  </a:lnTo>
                  <a:lnTo>
                    <a:pt x="33439" y="556709"/>
                  </a:lnTo>
                  <a:lnTo>
                    <a:pt x="32892" y="554969"/>
                  </a:lnTo>
                  <a:lnTo>
                    <a:pt x="32337" y="553229"/>
                  </a:lnTo>
                  <a:lnTo>
                    <a:pt x="31776" y="551490"/>
                  </a:lnTo>
                  <a:lnTo>
                    <a:pt x="31207" y="549750"/>
                  </a:lnTo>
                  <a:lnTo>
                    <a:pt x="30632" y="548010"/>
                  </a:lnTo>
                  <a:lnTo>
                    <a:pt x="30053" y="546270"/>
                  </a:lnTo>
                  <a:lnTo>
                    <a:pt x="29470" y="544531"/>
                  </a:lnTo>
                  <a:lnTo>
                    <a:pt x="28884" y="542791"/>
                  </a:lnTo>
                  <a:lnTo>
                    <a:pt x="28296" y="541051"/>
                  </a:lnTo>
                  <a:lnTo>
                    <a:pt x="27708" y="539312"/>
                  </a:lnTo>
                  <a:lnTo>
                    <a:pt x="27120" y="537572"/>
                  </a:lnTo>
                  <a:lnTo>
                    <a:pt x="26533" y="535832"/>
                  </a:lnTo>
                  <a:lnTo>
                    <a:pt x="25949" y="534092"/>
                  </a:lnTo>
                  <a:lnTo>
                    <a:pt x="25368" y="532353"/>
                  </a:lnTo>
                  <a:lnTo>
                    <a:pt x="24790" y="530613"/>
                  </a:lnTo>
                  <a:lnTo>
                    <a:pt x="24216" y="528873"/>
                  </a:lnTo>
                  <a:lnTo>
                    <a:pt x="23649" y="527134"/>
                  </a:lnTo>
                  <a:lnTo>
                    <a:pt x="23087" y="525394"/>
                  </a:lnTo>
                  <a:lnTo>
                    <a:pt x="22531" y="523654"/>
                  </a:lnTo>
                  <a:lnTo>
                    <a:pt x="21981" y="521914"/>
                  </a:lnTo>
                  <a:lnTo>
                    <a:pt x="21441" y="520175"/>
                  </a:lnTo>
                  <a:lnTo>
                    <a:pt x="20908" y="518435"/>
                  </a:lnTo>
                  <a:lnTo>
                    <a:pt x="20381" y="516695"/>
                  </a:lnTo>
                  <a:lnTo>
                    <a:pt x="19861" y="514956"/>
                  </a:lnTo>
                  <a:lnTo>
                    <a:pt x="19353" y="513216"/>
                  </a:lnTo>
                  <a:lnTo>
                    <a:pt x="18851" y="511476"/>
                  </a:lnTo>
                  <a:lnTo>
                    <a:pt x="18356" y="509736"/>
                  </a:lnTo>
                  <a:lnTo>
                    <a:pt x="17869" y="507997"/>
                  </a:lnTo>
                  <a:lnTo>
                    <a:pt x="17392" y="506257"/>
                  </a:lnTo>
                  <a:lnTo>
                    <a:pt x="16921" y="504517"/>
                  </a:lnTo>
                  <a:lnTo>
                    <a:pt x="16458" y="502778"/>
                  </a:lnTo>
                  <a:lnTo>
                    <a:pt x="16001" y="501038"/>
                  </a:lnTo>
                  <a:lnTo>
                    <a:pt x="15553" y="499298"/>
                  </a:lnTo>
                  <a:lnTo>
                    <a:pt x="15111" y="497558"/>
                  </a:lnTo>
                  <a:lnTo>
                    <a:pt x="14674" y="495819"/>
                  </a:lnTo>
                  <a:lnTo>
                    <a:pt x="14244" y="494079"/>
                  </a:lnTo>
                  <a:lnTo>
                    <a:pt x="13820" y="492339"/>
                  </a:lnTo>
                  <a:lnTo>
                    <a:pt x="13403" y="490600"/>
                  </a:lnTo>
                  <a:lnTo>
                    <a:pt x="12990" y="488860"/>
                  </a:lnTo>
                  <a:lnTo>
                    <a:pt x="12581" y="487120"/>
                  </a:lnTo>
                  <a:lnTo>
                    <a:pt x="12179" y="485380"/>
                  </a:lnTo>
                  <a:lnTo>
                    <a:pt x="11782" y="483641"/>
                  </a:lnTo>
                  <a:lnTo>
                    <a:pt x="11388" y="481901"/>
                  </a:lnTo>
                  <a:lnTo>
                    <a:pt x="10999" y="480161"/>
                  </a:lnTo>
                  <a:lnTo>
                    <a:pt x="10615" y="478421"/>
                  </a:lnTo>
                  <a:lnTo>
                    <a:pt x="10235" y="476682"/>
                  </a:lnTo>
                  <a:lnTo>
                    <a:pt x="9859" y="474942"/>
                  </a:lnTo>
                  <a:lnTo>
                    <a:pt x="9487" y="473202"/>
                  </a:lnTo>
                  <a:lnTo>
                    <a:pt x="9119" y="471463"/>
                  </a:lnTo>
                  <a:lnTo>
                    <a:pt x="8756" y="469723"/>
                  </a:lnTo>
                  <a:lnTo>
                    <a:pt x="8396" y="467983"/>
                  </a:lnTo>
                  <a:lnTo>
                    <a:pt x="8039" y="466243"/>
                  </a:lnTo>
                  <a:lnTo>
                    <a:pt x="7688" y="464504"/>
                  </a:lnTo>
                  <a:lnTo>
                    <a:pt x="7340" y="462764"/>
                  </a:lnTo>
                  <a:lnTo>
                    <a:pt x="6996" y="461024"/>
                  </a:lnTo>
                  <a:lnTo>
                    <a:pt x="6656" y="459285"/>
                  </a:lnTo>
                  <a:lnTo>
                    <a:pt x="6320" y="457545"/>
                  </a:lnTo>
                  <a:lnTo>
                    <a:pt x="5989" y="455805"/>
                  </a:lnTo>
                  <a:lnTo>
                    <a:pt x="5662" y="454065"/>
                  </a:lnTo>
                  <a:lnTo>
                    <a:pt x="5339" y="452326"/>
                  </a:lnTo>
                  <a:lnTo>
                    <a:pt x="5021" y="450586"/>
                  </a:lnTo>
                  <a:lnTo>
                    <a:pt x="4709" y="448846"/>
                  </a:lnTo>
                  <a:lnTo>
                    <a:pt x="4401" y="447107"/>
                  </a:lnTo>
                  <a:lnTo>
                    <a:pt x="4097" y="445367"/>
                  </a:lnTo>
                  <a:lnTo>
                    <a:pt x="3800" y="443627"/>
                  </a:lnTo>
                  <a:lnTo>
                    <a:pt x="3510" y="441887"/>
                  </a:lnTo>
                  <a:lnTo>
                    <a:pt x="3225" y="440148"/>
                  </a:lnTo>
                  <a:lnTo>
                    <a:pt x="2946" y="438408"/>
                  </a:lnTo>
                  <a:lnTo>
                    <a:pt x="2675" y="436668"/>
                  </a:lnTo>
                  <a:lnTo>
                    <a:pt x="2413" y="434929"/>
                  </a:lnTo>
                  <a:lnTo>
                    <a:pt x="2159" y="433189"/>
                  </a:lnTo>
                  <a:lnTo>
                    <a:pt x="1912" y="431449"/>
                  </a:lnTo>
                  <a:lnTo>
                    <a:pt x="1676" y="429709"/>
                  </a:lnTo>
                  <a:lnTo>
                    <a:pt x="1453" y="427970"/>
                  </a:lnTo>
                  <a:lnTo>
                    <a:pt x="1241" y="426230"/>
                  </a:lnTo>
                  <a:lnTo>
                    <a:pt x="1039" y="424490"/>
                  </a:lnTo>
                  <a:lnTo>
                    <a:pt x="852" y="422751"/>
                  </a:lnTo>
                  <a:lnTo>
                    <a:pt x="683" y="421011"/>
                  </a:lnTo>
                  <a:lnTo>
                    <a:pt x="528" y="419271"/>
                  </a:lnTo>
                  <a:lnTo>
                    <a:pt x="388" y="417531"/>
                  </a:lnTo>
                  <a:lnTo>
                    <a:pt x="267" y="415792"/>
                  </a:lnTo>
                  <a:lnTo>
                    <a:pt x="170" y="414052"/>
                  </a:lnTo>
                  <a:lnTo>
                    <a:pt x="93" y="412312"/>
                  </a:lnTo>
                  <a:lnTo>
                    <a:pt x="35" y="410573"/>
                  </a:lnTo>
                  <a:lnTo>
                    <a:pt x="2" y="408833"/>
                  </a:lnTo>
                  <a:lnTo>
                    <a:pt x="0" y="407093"/>
                  </a:lnTo>
                  <a:lnTo>
                    <a:pt x="22" y="405353"/>
                  </a:lnTo>
                  <a:lnTo>
                    <a:pt x="69" y="403614"/>
                  </a:lnTo>
                  <a:lnTo>
                    <a:pt x="145" y="401874"/>
                  </a:lnTo>
                  <a:lnTo>
                    <a:pt x="260" y="400134"/>
                  </a:lnTo>
                  <a:lnTo>
                    <a:pt x="404" y="398395"/>
                  </a:lnTo>
                  <a:lnTo>
                    <a:pt x="578" y="396655"/>
                  </a:lnTo>
                  <a:lnTo>
                    <a:pt x="784" y="394915"/>
                  </a:lnTo>
                  <a:lnTo>
                    <a:pt x="1037" y="393175"/>
                  </a:lnTo>
                  <a:lnTo>
                    <a:pt x="1322" y="391436"/>
                  </a:lnTo>
                  <a:lnTo>
                    <a:pt x="1641" y="389696"/>
                  </a:lnTo>
                  <a:lnTo>
                    <a:pt x="1996" y="387956"/>
                  </a:lnTo>
                  <a:lnTo>
                    <a:pt x="2401" y="386217"/>
                  </a:lnTo>
                  <a:lnTo>
                    <a:pt x="2843" y="384477"/>
                  </a:lnTo>
                  <a:lnTo>
                    <a:pt x="3320" y="382737"/>
                  </a:lnTo>
                  <a:lnTo>
                    <a:pt x="3833" y="380997"/>
                  </a:lnTo>
                  <a:lnTo>
                    <a:pt x="4401" y="379258"/>
                  </a:lnTo>
                  <a:lnTo>
                    <a:pt x="5005" y="377518"/>
                  </a:lnTo>
                  <a:lnTo>
                    <a:pt x="5645" y="375778"/>
                  </a:lnTo>
                  <a:lnTo>
                    <a:pt x="6321" y="374039"/>
                  </a:lnTo>
                  <a:lnTo>
                    <a:pt x="7051" y="372299"/>
                  </a:lnTo>
                  <a:lnTo>
                    <a:pt x="7817" y="370559"/>
                  </a:lnTo>
                  <a:lnTo>
                    <a:pt x="8617" y="368819"/>
                  </a:lnTo>
                  <a:lnTo>
                    <a:pt x="9453" y="367080"/>
                  </a:lnTo>
                  <a:lnTo>
                    <a:pt x="10337" y="365340"/>
                  </a:lnTo>
                  <a:lnTo>
                    <a:pt x="11255" y="363600"/>
                  </a:lnTo>
                  <a:lnTo>
                    <a:pt x="12206" y="361860"/>
                  </a:lnTo>
                  <a:lnTo>
                    <a:pt x="13188" y="360121"/>
                  </a:lnTo>
                  <a:lnTo>
                    <a:pt x="14212" y="358381"/>
                  </a:lnTo>
                  <a:lnTo>
                    <a:pt x="15268" y="356641"/>
                  </a:lnTo>
                  <a:lnTo>
                    <a:pt x="16351" y="354902"/>
                  </a:lnTo>
                  <a:lnTo>
                    <a:pt x="17461" y="353162"/>
                  </a:lnTo>
                  <a:lnTo>
                    <a:pt x="18673" y="351322"/>
                  </a:lnTo>
                  <a:lnTo>
                    <a:pt x="19777" y="349682"/>
                  </a:lnTo>
                  <a:lnTo>
                    <a:pt x="20970" y="347943"/>
                  </a:lnTo>
                  <a:lnTo>
                    <a:pt x="22185" y="346203"/>
                  </a:lnTo>
                  <a:lnTo>
                    <a:pt x="23426" y="344463"/>
                  </a:lnTo>
                  <a:lnTo>
                    <a:pt x="24687" y="342724"/>
                  </a:lnTo>
                  <a:lnTo>
                    <a:pt x="25965" y="340984"/>
                  </a:lnTo>
                  <a:lnTo>
                    <a:pt x="27258" y="339244"/>
                  </a:lnTo>
                  <a:lnTo>
                    <a:pt x="28568" y="337504"/>
                  </a:lnTo>
                  <a:lnTo>
                    <a:pt x="29892" y="335765"/>
                  </a:lnTo>
                  <a:lnTo>
                    <a:pt x="31225" y="334025"/>
                  </a:lnTo>
                  <a:lnTo>
                    <a:pt x="32567" y="332285"/>
                  </a:lnTo>
                  <a:lnTo>
                    <a:pt x="33917" y="330546"/>
                  </a:lnTo>
                  <a:lnTo>
                    <a:pt x="35273" y="328806"/>
                  </a:lnTo>
                  <a:lnTo>
                    <a:pt x="36632" y="327066"/>
                  </a:lnTo>
                  <a:lnTo>
                    <a:pt x="37992" y="325326"/>
                  </a:lnTo>
                  <a:lnTo>
                    <a:pt x="39352" y="323587"/>
                  </a:lnTo>
                  <a:lnTo>
                    <a:pt x="40709" y="321847"/>
                  </a:lnTo>
                  <a:lnTo>
                    <a:pt x="42062" y="320107"/>
                  </a:lnTo>
                  <a:lnTo>
                    <a:pt x="43410" y="318368"/>
                  </a:lnTo>
                  <a:lnTo>
                    <a:pt x="44748" y="316628"/>
                  </a:lnTo>
                  <a:lnTo>
                    <a:pt x="46075" y="314888"/>
                  </a:lnTo>
                  <a:lnTo>
                    <a:pt x="47390" y="313148"/>
                  </a:lnTo>
                  <a:lnTo>
                    <a:pt x="48693" y="311409"/>
                  </a:lnTo>
                  <a:lnTo>
                    <a:pt x="49979" y="309669"/>
                  </a:lnTo>
                  <a:lnTo>
                    <a:pt x="51244" y="307929"/>
                  </a:lnTo>
                  <a:lnTo>
                    <a:pt x="52491" y="306190"/>
                  </a:lnTo>
                  <a:lnTo>
                    <a:pt x="53719" y="304450"/>
                  </a:lnTo>
                  <a:lnTo>
                    <a:pt x="54922" y="302710"/>
                  </a:lnTo>
                  <a:lnTo>
                    <a:pt x="56096" y="300970"/>
                  </a:lnTo>
                  <a:lnTo>
                    <a:pt x="57246" y="299231"/>
                  </a:lnTo>
                  <a:lnTo>
                    <a:pt x="58371" y="297491"/>
                  </a:lnTo>
                  <a:lnTo>
                    <a:pt x="59464" y="295751"/>
                  </a:lnTo>
                  <a:lnTo>
                    <a:pt x="60521" y="294012"/>
                  </a:lnTo>
                  <a:lnTo>
                    <a:pt x="61549" y="292272"/>
                  </a:lnTo>
                  <a:lnTo>
                    <a:pt x="62546" y="290532"/>
                  </a:lnTo>
                  <a:lnTo>
                    <a:pt x="63508" y="288792"/>
                  </a:lnTo>
                  <a:lnTo>
                    <a:pt x="64427" y="287053"/>
                  </a:lnTo>
                  <a:lnTo>
                    <a:pt x="65312" y="285313"/>
                  </a:lnTo>
                  <a:lnTo>
                    <a:pt x="66165" y="283573"/>
                  </a:lnTo>
                  <a:lnTo>
                    <a:pt x="66978" y="281834"/>
                  </a:lnTo>
                  <a:lnTo>
                    <a:pt x="67745" y="280094"/>
                  </a:lnTo>
                  <a:lnTo>
                    <a:pt x="68477" y="278354"/>
                  </a:lnTo>
                  <a:lnTo>
                    <a:pt x="69174" y="276614"/>
                  </a:lnTo>
                  <a:lnTo>
                    <a:pt x="69831" y="274875"/>
                  </a:lnTo>
                  <a:lnTo>
                    <a:pt x="70441" y="273135"/>
                  </a:lnTo>
                  <a:lnTo>
                    <a:pt x="71015" y="271395"/>
                  </a:lnTo>
                  <a:lnTo>
                    <a:pt x="71555" y="269656"/>
                  </a:lnTo>
                  <a:lnTo>
                    <a:pt x="72057" y="267916"/>
                  </a:lnTo>
                  <a:lnTo>
                    <a:pt x="72512" y="266176"/>
                  </a:lnTo>
                  <a:lnTo>
                    <a:pt x="72934" y="264436"/>
                  </a:lnTo>
                  <a:lnTo>
                    <a:pt x="73324" y="262697"/>
                  </a:lnTo>
                  <a:lnTo>
                    <a:pt x="73680" y="260957"/>
                  </a:lnTo>
                  <a:lnTo>
                    <a:pt x="73993" y="259217"/>
                  </a:lnTo>
                  <a:lnTo>
                    <a:pt x="74277" y="257478"/>
                  </a:lnTo>
                  <a:lnTo>
                    <a:pt x="74532" y="255738"/>
                  </a:lnTo>
                  <a:lnTo>
                    <a:pt x="74759" y="253998"/>
                  </a:lnTo>
                  <a:lnTo>
                    <a:pt x="74949" y="252258"/>
                  </a:lnTo>
                  <a:lnTo>
                    <a:pt x="75115" y="250519"/>
                  </a:lnTo>
                  <a:lnTo>
                    <a:pt x="75258" y="248779"/>
                  </a:lnTo>
                  <a:lnTo>
                    <a:pt x="75380" y="247039"/>
                  </a:lnTo>
                  <a:lnTo>
                    <a:pt x="75472" y="245300"/>
                  </a:lnTo>
                  <a:lnTo>
                    <a:pt x="75547" y="243560"/>
                  </a:lnTo>
                  <a:lnTo>
                    <a:pt x="75605" y="241820"/>
                  </a:lnTo>
                  <a:lnTo>
                    <a:pt x="75649" y="240080"/>
                  </a:lnTo>
                  <a:lnTo>
                    <a:pt x="75673" y="238341"/>
                  </a:lnTo>
                  <a:lnTo>
                    <a:pt x="75686" y="236601"/>
                  </a:lnTo>
                  <a:lnTo>
                    <a:pt x="75689" y="234861"/>
                  </a:lnTo>
                  <a:lnTo>
                    <a:pt x="75684" y="233121"/>
                  </a:lnTo>
                  <a:lnTo>
                    <a:pt x="75670" y="231382"/>
                  </a:lnTo>
                  <a:lnTo>
                    <a:pt x="75651" y="229642"/>
                  </a:lnTo>
                  <a:lnTo>
                    <a:pt x="75630" y="227902"/>
                  </a:lnTo>
                  <a:lnTo>
                    <a:pt x="75606" y="226163"/>
                  </a:lnTo>
                  <a:lnTo>
                    <a:pt x="75583" y="224423"/>
                  </a:lnTo>
                  <a:lnTo>
                    <a:pt x="75561" y="222683"/>
                  </a:lnTo>
                  <a:lnTo>
                    <a:pt x="75543" y="220943"/>
                  </a:lnTo>
                  <a:lnTo>
                    <a:pt x="75528" y="219204"/>
                  </a:lnTo>
                  <a:lnTo>
                    <a:pt x="75521" y="217464"/>
                  </a:lnTo>
                  <a:lnTo>
                    <a:pt x="75522" y="215724"/>
                  </a:lnTo>
                  <a:lnTo>
                    <a:pt x="75530" y="213985"/>
                  </a:lnTo>
                  <a:lnTo>
                    <a:pt x="75547" y="212245"/>
                  </a:lnTo>
                  <a:lnTo>
                    <a:pt x="75578" y="210505"/>
                  </a:lnTo>
                  <a:lnTo>
                    <a:pt x="75620" y="208765"/>
                  </a:lnTo>
                  <a:lnTo>
                    <a:pt x="75673" y="207026"/>
                  </a:lnTo>
                  <a:lnTo>
                    <a:pt x="75738" y="205286"/>
                  </a:lnTo>
                  <a:lnTo>
                    <a:pt x="75819" y="203546"/>
                  </a:lnTo>
                  <a:lnTo>
                    <a:pt x="75915" y="201807"/>
                  </a:lnTo>
                  <a:lnTo>
                    <a:pt x="76024" y="200067"/>
                  </a:lnTo>
                  <a:lnTo>
                    <a:pt x="76146" y="198327"/>
                  </a:lnTo>
                  <a:lnTo>
                    <a:pt x="76285" y="196587"/>
                  </a:lnTo>
                  <a:lnTo>
                    <a:pt x="76439" y="194848"/>
                  </a:lnTo>
                  <a:lnTo>
                    <a:pt x="76606" y="193108"/>
                  </a:lnTo>
                  <a:lnTo>
                    <a:pt x="76786" y="191368"/>
                  </a:lnTo>
                  <a:lnTo>
                    <a:pt x="76982" y="189629"/>
                  </a:lnTo>
                  <a:lnTo>
                    <a:pt x="77191" y="187889"/>
                  </a:lnTo>
                  <a:lnTo>
                    <a:pt x="77412" y="186149"/>
                  </a:lnTo>
                  <a:lnTo>
                    <a:pt x="77643" y="184409"/>
                  </a:lnTo>
                  <a:lnTo>
                    <a:pt x="77887" y="182670"/>
                  </a:lnTo>
                  <a:lnTo>
                    <a:pt x="78142" y="180930"/>
                  </a:lnTo>
                  <a:lnTo>
                    <a:pt x="78405" y="179190"/>
                  </a:lnTo>
                  <a:lnTo>
                    <a:pt x="78675" y="177451"/>
                  </a:lnTo>
                  <a:lnTo>
                    <a:pt x="78954" y="175711"/>
                  </a:lnTo>
                  <a:lnTo>
                    <a:pt x="79240" y="173971"/>
                  </a:lnTo>
                  <a:lnTo>
                    <a:pt x="79529" y="172231"/>
                  </a:lnTo>
                  <a:lnTo>
                    <a:pt x="79823" y="170492"/>
                  </a:lnTo>
                  <a:lnTo>
                    <a:pt x="80120" y="168752"/>
                  </a:lnTo>
                  <a:lnTo>
                    <a:pt x="80419" y="167012"/>
                  </a:lnTo>
                  <a:lnTo>
                    <a:pt x="80718" y="165273"/>
                  </a:lnTo>
                  <a:lnTo>
                    <a:pt x="81018" y="163533"/>
                  </a:lnTo>
                  <a:lnTo>
                    <a:pt x="81317" y="161793"/>
                  </a:lnTo>
                  <a:lnTo>
                    <a:pt x="81613" y="160053"/>
                  </a:lnTo>
                  <a:lnTo>
                    <a:pt x="81907" y="158314"/>
                  </a:lnTo>
                  <a:lnTo>
                    <a:pt x="82198" y="156574"/>
                  </a:lnTo>
                  <a:lnTo>
                    <a:pt x="82485" y="154834"/>
                  </a:lnTo>
                  <a:lnTo>
                    <a:pt x="82767" y="153095"/>
                  </a:lnTo>
                  <a:lnTo>
                    <a:pt x="83044" y="151355"/>
                  </a:lnTo>
                  <a:lnTo>
                    <a:pt x="83317" y="149615"/>
                  </a:lnTo>
                  <a:lnTo>
                    <a:pt x="83584" y="147875"/>
                  </a:lnTo>
                  <a:lnTo>
                    <a:pt x="83845" y="146136"/>
                  </a:lnTo>
                  <a:lnTo>
                    <a:pt x="84100" y="144396"/>
                  </a:lnTo>
                  <a:lnTo>
                    <a:pt x="84351" y="142656"/>
                  </a:lnTo>
                  <a:lnTo>
                    <a:pt x="84597" y="140917"/>
                  </a:lnTo>
                  <a:lnTo>
                    <a:pt x="84837" y="139177"/>
                  </a:lnTo>
                  <a:lnTo>
                    <a:pt x="85073" y="137437"/>
                  </a:lnTo>
                  <a:lnTo>
                    <a:pt x="85306" y="135697"/>
                  </a:lnTo>
                  <a:lnTo>
                    <a:pt x="85536" y="133958"/>
                  </a:lnTo>
                  <a:lnTo>
                    <a:pt x="85762" y="132218"/>
                  </a:lnTo>
                  <a:lnTo>
                    <a:pt x="85987" y="130478"/>
                  </a:lnTo>
                  <a:lnTo>
                    <a:pt x="86211" y="128739"/>
                  </a:lnTo>
                  <a:lnTo>
                    <a:pt x="86435" y="126999"/>
                  </a:lnTo>
                  <a:lnTo>
                    <a:pt x="86660" y="125259"/>
                  </a:lnTo>
                  <a:lnTo>
                    <a:pt x="86886" y="123519"/>
                  </a:lnTo>
                  <a:lnTo>
                    <a:pt x="87114" y="121780"/>
                  </a:lnTo>
                  <a:lnTo>
                    <a:pt x="87345" y="120040"/>
                  </a:lnTo>
                  <a:lnTo>
                    <a:pt x="87581" y="118300"/>
                  </a:lnTo>
                  <a:lnTo>
                    <a:pt x="87822" y="116560"/>
                  </a:lnTo>
                  <a:lnTo>
                    <a:pt x="88068" y="114821"/>
                  </a:lnTo>
                  <a:lnTo>
                    <a:pt x="88320" y="113081"/>
                  </a:lnTo>
                  <a:lnTo>
                    <a:pt x="88580" y="111341"/>
                  </a:lnTo>
                  <a:lnTo>
                    <a:pt x="88847" y="109602"/>
                  </a:lnTo>
                  <a:lnTo>
                    <a:pt x="89122" y="107862"/>
                  </a:lnTo>
                  <a:lnTo>
                    <a:pt x="89403" y="106122"/>
                  </a:lnTo>
                  <a:lnTo>
                    <a:pt x="89697" y="104382"/>
                  </a:lnTo>
                  <a:lnTo>
                    <a:pt x="89998" y="102643"/>
                  </a:lnTo>
                  <a:lnTo>
                    <a:pt x="90307" y="100903"/>
                  </a:lnTo>
                  <a:lnTo>
                    <a:pt x="90624" y="99163"/>
                  </a:lnTo>
                  <a:lnTo>
                    <a:pt x="90953" y="97424"/>
                  </a:lnTo>
                  <a:lnTo>
                    <a:pt x="91290" y="95684"/>
                  </a:lnTo>
                  <a:lnTo>
                    <a:pt x="91634" y="93944"/>
                  </a:lnTo>
                  <a:lnTo>
                    <a:pt x="91985" y="92204"/>
                  </a:lnTo>
                  <a:lnTo>
                    <a:pt x="92346" y="90465"/>
                  </a:lnTo>
                  <a:lnTo>
                    <a:pt x="92714" y="88725"/>
                  </a:lnTo>
                  <a:lnTo>
                    <a:pt x="93087" y="86985"/>
                  </a:lnTo>
                  <a:lnTo>
                    <a:pt x="93465" y="85246"/>
                  </a:lnTo>
                  <a:lnTo>
                    <a:pt x="93850" y="83506"/>
                  </a:lnTo>
                  <a:lnTo>
                    <a:pt x="94239" y="81766"/>
                  </a:lnTo>
                  <a:lnTo>
                    <a:pt x="94630" y="80026"/>
                  </a:lnTo>
                  <a:lnTo>
                    <a:pt x="95024" y="78287"/>
                  </a:lnTo>
                  <a:lnTo>
                    <a:pt x="95420" y="76547"/>
                  </a:lnTo>
                  <a:lnTo>
                    <a:pt x="95816" y="74807"/>
                  </a:lnTo>
                  <a:lnTo>
                    <a:pt x="96211" y="73068"/>
                  </a:lnTo>
                  <a:lnTo>
                    <a:pt x="96606" y="71328"/>
                  </a:lnTo>
                  <a:lnTo>
                    <a:pt x="96999" y="69588"/>
                  </a:lnTo>
                  <a:lnTo>
                    <a:pt x="97388" y="67848"/>
                  </a:lnTo>
                  <a:lnTo>
                    <a:pt x="97774" y="66109"/>
                  </a:lnTo>
                  <a:lnTo>
                    <a:pt x="98155" y="64369"/>
                  </a:lnTo>
                  <a:lnTo>
                    <a:pt x="98531" y="62629"/>
                  </a:lnTo>
                  <a:lnTo>
                    <a:pt x="98899" y="60890"/>
                  </a:lnTo>
                  <a:lnTo>
                    <a:pt x="99262" y="59150"/>
                  </a:lnTo>
                  <a:lnTo>
                    <a:pt x="99618" y="57410"/>
                  </a:lnTo>
                  <a:lnTo>
                    <a:pt x="99966" y="55670"/>
                  </a:lnTo>
                  <a:lnTo>
                    <a:pt x="100304" y="53931"/>
                  </a:lnTo>
                  <a:lnTo>
                    <a:pt x="100634" y="52191"/>
                  </a:lnTo>
                  <a:lnTo>
                    <a:pt x="100956" y="50451"/>
                  </a:lnTo>
                  <a:lnTo>
                    <a:pt x="101268" y="48712"/>
                  </a:lnTo>
                  <a:lnTo>
                    <a:pt x="101569" y="46972"/>
                  </a:lnTo>
                  <a:lnTo>
                    <a:pt x="101862" y="45232"/>
                  </a:lnTo>
                  <a:lnTo>
                    <a:pt x="102146" y="43492"/>
                  </a:lnTo>
                  <a:lnTo>
                    <a:pt x="102420" y="41753"/>
                  </a:lnTo>
                  <a:lnTo>
                    <a:pt x="102682" y="40013"/>
                  </a:lnTo>
                  <a:lnTo>
                    <a:pt x="102937" y="38273"/>
                  </a:lnTo>
                  <a:lnTo>
                    <a:pt x="103183" y="36534"/>
                  </a:lnTo>
                  <a:lnTo>
                    <a:pt x="103419" y="34794"/>
                  </a:lnTo>
                  <a:lnTo>
                    <a:pt x="103646" y="33054"/>
                  </a:lnTo>
                  <a:lnTo>
                    <a:pt x="103865" y="31314"/>
                  </a:lnTo>
                  <a:lnTo>
                    <a:pt x="104077" y="29575"/>
                  </a:lnTo>
                  <a:lnTo>
                    <a:pt x="104281" y="27835"/>
                  </a:lnTo>
                  <a:lnTo>
                    <a:pt x="104476" y="26095"/>
                  </a:lnTo>
                  <a:lnTo>
                    <a:pt x="104665" y="24356"/>
                  </a:lnTo>
                  <a:lnTo>
                    <a:pt x="104849" y="22616"/>
                  </a:lnTo>
                  <a:lnTo>
                    <a:pt x="105026" y="20876"/>
                  </a:lnTo>
                  <a:lnTo>
                    <a:pt x="105196" y="19136"/>
                  </a:lnTo>
                  <a:lnTo>
                    <a:pt x="105362" y="17397"/>
                  </a:lnTo>
                  <a:lnTo>
                    <a:pt x="105524" y="15657"/>
                  </a:lnTo>
                  <a:lnTo>
                    <a:pt x="105681" y="13917"/>
                  </a:lnTo>
                  <a:lnTo>
                    <a:pt x="105833" y="12178"/>
                  </a:lnTo>
                  <a:lnTo>
                    <a:pt x="105982" y="10438"/>
                  </a:lnTo>
                  <a:lnTo>
                    <a:pt x="106128" y="8698"/>
                  </a:lnTo>
                  <a:lnTo>
                    <a:pt x="106271" y="6958"/>
                  </a:lnTo>
                  <a:lnTo>
                    <a:pt x="106410" y="5219"/>
                  </a:lnTo>
                  <a:lnTo>
                    <a:pt x="106547" y="3479"/>
                  </a:lnTo>
                  <a:lnTo>
                    <a:pt x="106682" y="1739"/>
                  </a:lnTo>
                  <a:lnTo>
                    <a:pt x="106814" y="0"/>
                  </a:lnTo>
                  <a:lnTo>
                    <a:pt x="113825" y="0"/>
                  </a:lnTo>
                  <a:lnTo>
                    <a:pt x="113958" y="1739"/>
                  </a:lnTo>
                  <a:lnTo>
                    <a:pt x="114092" y="3479"/>
                  </a:lnTo>
                  <a:lnTo>
                    <a:pt x="114229" y="5219"/>
                  </a:lnTo>
                  <a:lnTo>
                    <a:pt x="114368" y="6958"/>
                  </a:lnTo>
                  <a:lnTo>
                    <a:pt x="114511" y="8698"/>
                  </a:lnTo>
                  <a:lnTo>
                    <a:pt x="114657" y="10438"/>
                  </a:lnTo>
                  <a:lnTo>
                    <a:pt x="114806" y="12178"/>
                  </a:lnTo>
                  <a:lnTo>
                    <a:pt x="114958" y="13917"/>
                  </a:lnTo>
                  <a:lnTo>
                    <a:pt x="115115" y="15657"/>
                  </a:lnTo>
                  <a:lnTo>
                    <a:pt x="115277" y="17397"/>
                  </a:lnTo>
                  <a:lnTo>
                    <a:pt x="115443" y="19136"/>
                  </a:lnTo>
                  <a:lnTo>
                    <a:pt x="115614" y="20876"/>
                  </a:lnTo>
                  <a:lnTo>
                    <a:pt x="115791" y="22616"/>
                  </a:lnTo>
                  <a:lnTo>
                    <a:pt x="115974" y="24356"/>
                  </a:lnTo>
                  <a:lnTo>
                    <a:pt x="116163" y="26095"/>
                  </a:lnTo>
                  <a:lnTo>
                    <a:pt x="116359" y="27835"/>
                  </a:lnTo>
                  <a:lnTo>
                    <a:pt x="116562" y="29575"/>
                  </a:lnTo>
                  <a:lnTo>
                    <a:pt x="116774" y="31314"/>
                  </a:lnTo>
                  <a:lnTo>
                    <a:pt x="116993" y="33054"/>
                  </a:lnTo>
                  <a:lnTo>
                    <a:pt x="117220" y="34794"/>
                  </a:lnTo>
                  <a:lnTo>
                    <a:pt x="117456" y="36534"/>
                  </a:lnTo>
                  <a:lnTo>
                    <a:pt x="117702" y="38273"/>
                  </a:lnTo>
                  <a:lnTo>
                    <a:pt x="117957" y="40013"/>
                  </a:lnTo>
                  <a:lnTo>
                    <a:pt x="118220" y="41753"/>
                  </a:lnTo>
                  <a:lnTo>
                    <a:pt x="118493" y="43492"/>
                  </a:lnTo>
                  <a:lnTo>
                    <a:pt x="118777" y="45232"/>
                  </a:lnTo>
                  <a:lnTo>
                    <a:pt x="119070" y="46972"/>
                  </a:lnTo>
                  <a:lnTo>
                    <a:pt x="119371" y="48712"/>
                  </a:lnTo>
                  <a:lnTo>
                    <a:pt x="119683" y="50451"/>
                  </a:lnTo>
                  <a:lnTo>
                    <a:pt x="120005" y="52191"/>
                  </a:lnTo>
                  <a:lnTo>
                    <a:pt x="120336" y="53931"/>
                  </a:lnTo>
                  <a:lnTo>
                    <a:pt x="120674" y="55670"/>
                  </a:lnTo>
                  <a:lnTo>
                    <a:pt x="121021" y="57410"/>
                  </a:lnTo>
                  <a:lnTo>
                    <a:pt x="121377" y="59150"/>
                  </a:lnTo>
                  <a:lnTo>
                    <a:pt x="121740" y="60890"/>
                  </a:lnTo>
                  <a:lnTo>
                    <a:pt x="122109" y="62629"/>
                  </a:lnTo>
                  <a:lnTo>
                    <a:pt x="122484" y="64369"/>
                  </a:lnTo>
                  <a:lnTo>
                    <a:pt x="122866" y="66109"/>
                  </a:lnTo>
                  <a:lnTo>
                    <a:pt x="123251" y="67848"/>
                  </a:lnTo>
                  <a:lnTo>
                    <a:pt x="123641" y="69588"/>
                  </a:lnTo>
                  <a:lnTo>
                    <a:pt x="124033" y="71328"/>
                  </a:lnTo>
                  <a:lnTo>
                    <a:pt x="124428" y="73068"/>
                  </a:lnTo>
                  <a:lnTo>
                    <a:pt x="124824" y="74807"/>
                  </a:lnTo>
                  <a:lnTo>
                    <a:pt x="125220" y="76547"/>
                  </a:lnTo>
                  <a:lnTo>
                    <a:pt x="125615" y="78287"/>
                  </a:lnTo>
                  <a:lnTo>
                    <a:pt x="126009" y="80026"/>
                  </a:lnTo>
                  <a:lnTo>
                    <a:pt x="126401" y="81766"/>
                  </a:lnTo>
                  <a:lnTo>
                    <a:pt x="126789" y="83506"/>
                  </a:lnTo>
                  <a:lnTo>
                    <a:pt x="127174" y="85246"/>
                  </a:lnTo>
                  <a:lnTo>
                    <a:pt x="127552" y="86985"/>
                  </a:lnTo>
                  <a:lnTo>
                    <a:pt x="127926" y="88725"/>
                  </a:lnTo>
                  <a:lnTo>
                    <a:pt x="128293" y="90465"/>
                  </a:lnTo>
                  <a:lnTo>
                    <a:pt x="128654" y="92204"/>
                  </a:lnTo>
                  <a:lnTo>
                    <a:pt x="129006" y="93944"/>
                  </a:lnTo>
                  <a:lnTo>
                    <a:pt x="129350" y="95684"/>
                  </a:lnTo>
                  <a:lnTo>
                    <a:pt x="129686" y="97424"/>
                  </a:lnTo>
                  <a:lnTo>
                    <a:pt x="130015" y="99163"/>
                  </a:lnTo>
                  <a:lnTo>
                    <a:pt x="130332" y="100903"/>
                  </a:lnTo>
                  <a:lnTo>
                    <a:pt x="130642" y="102643"/>
                  </a:lnTo>
                  <a:lnTo>
                    <a:pt x="130943" y="104382"/>
                  </a:lnTo>
                  <a:lnTo>
                    <a:pt x="131236" y="106122"/>
                  </a:lnTo>
                  <a:lnTo>
                    <a:pt x="131518" y="107862"/>
                  </a:lnTo>
                  <a:lnTo>
                    <a:pt x="131792" y="109602"/>
                  </a:lnTo>
                  <a:lnTo>
                    <a:pt x="132059" y="111341"/>
                  </a:lnTo>
                  <a:lnTo>
                    <a:pt x="132320" y="113081"/>
                  </a:lnTo>
                  <a:lnTo>
                    <a:pt x="132571" y="114821"/>
                  </a:lnTo>
                  <a:lnTo>
                    <a:pt x="132817" y="116560"/>
                  </a:lnTo>
                  <a:lnTo>
                    <a:pt x="133058" y="118300"/>
                  </a:lnTo>
                  <a:lnTo>
                    <a:pt x="133294" y="120040"/>
                  </a:lnTo>
                  <a:lnTo>
                    <a:pt x="133525" y="121780"/>
                  </a:lnTo>
                  <a:lnTo>
                    <a:pt x="133754" y="123519"/>
                  </a:lnTo>
                  <a:lnTo>
                    <a:pt x="133980" y="125259"/>
                  </a:lnTo>
                  <a:lnTo>
                    <a:pt x="134204" y="126999"/>
                  </a:lnTo>
                  <a:lnTo>
                    <a:pt x="134428" y="128739"/>
                  </a:lnTo>
                  <a:lnTo>
                    <a:pt x="134652" y="130478"/>
                  </a:lnTo>
                  <a:lnTo>
                    <a:pt x="134877" y="132218"/>
                  </a:lnTo>
                  <a:lnTo>
                    <a:pt x="135104" y="133958"/>
                  </a:lnTo>
                  <a:lnTo>
                    <a:pt x="135333" y="135697"/>
                  </a:lnTo>
                  <a:lnTo>
                    <a:pt x="135566" y="137437"/>
                  </a:lnTo>
                  <a:lnTo>
                    <a:pt x="135802" y="139177"/>
                  </a:lnTo>
                  <a:lnTo>
                    <a:pt x="136042" y="140917"/>
                  </a:lnTo>
                  <a:lnTo>
                    <a:pt x="136288" y="142656"/>
                  </a:lnTo>
                  <a:lnTo>
                    <a:pt x="136539" y="144396"/>
                  </a:lnTo>
                  <a:lnTo>
                    <a:pt x="136795" y="146136"/>
                  </a:lnTo>
                  <a:lnTo>
                    <a:pt x="137055" y="147875"/>
                  </a:lnTo>
                  <a:lnTo>
                    <a:pt x="137322" y="149615"/>
                  </a:lnTo>
                  <a:lnTo>
                    <a:pt x="137595" y="151355"/>
                  </a:lnTo>
                  <a:lnTo>
                    <a:pt x="137872" y="153095"/>
                  </a:lnTo>
                  <a:lnTo>
                    <a:pt x="138154" y="154834"/>
                  </a:lnTo>
                  <a:lnTo>
                    <a:pt x="138441" y="156574"/>
                  </a:lnTo>
                  <a:lnTo>
                    <a:pt x="138732" y="158314"/>
                  </a:lnTo>
                  <a:lnTo>
                    <a:pt x="139026" y="160053"/>
                  </a:lnTo>
                  <a:lnTo>
                    <a:pt x="139322" y="161793"/>
                  </a:lnTo>
                  <a:lnTo>
                    <a:pt x="139621" y="163533"/>
                  </a:lnTo>
                  <a:lnTo>
                    <a:pt x="139921" y="165273"/>
                  </a:lnTo>
                  <a:lnTo>
                    <a:pt x="140221" y="167012"/>
                  </a:lnTo>
                  <a:lnTo>
                    <a:pt x="140519" y="168752"/>
                  </a:lnTo>
                  <a:lnTo>
                    <a:pt x="140816" y="170492"/>
                  </a:lnTo>
                  <a:lnTo>
                    <a:pt x="141110" y="172231"/>
                  </a:lnTo>
                  <a:lnTo>
                    <a:pt x="141400" y="173971"/>
                  </a:lnTo>
                  <a:lnTo>
                    <a:pt x="141685" y="175711"/>
                  </a:lnTo>
                  <a:lnTo>
                    <a:pt x="141964" y="177451"/>
                  </a:lnTo>
                  <a:lnTo>
                    <a:pt x="142234" y="179190"/>
                  </a:lnTo>
                  <a:lnTo>
                    <a:pt x="142497" y="180930"/>
                  </a:lnTo>
                  <a:lnTo>
                    <a:pt x="142752" y="182670"/>
                  </a:lnTo>
                  <a:lnTo>
                    <a:pt x="142996" y="184409"/>
                  </a:lnTo>
                  <a:lnTo>
                    <a:pt x="143228" y="186149"/>
                  </a:lnTo>
                  <a:lnTo>
                    <a:pt x="143448" y="187889"/>
                  </a:lnTo>
                  <a:lnTo>
                    <a:pt x="143658" y="189629"/>
                  </a:lnTo>
                  <a:lnTo>
                    <a:pt x="143853" y="191368"/>
                  </a:lnTo>
                  <a:lnTo>
                    <a:pt x="144033" y="193108"/>
                  </a:lnTo>
                  <a:lnTo>
                    <a:pt x="144200" y="194848"/>
                  </a:lnTo>
                  <a:lnTo>
                    <a:pt x="144355" y="196587"/>
                  </a:lnTo>
                  <a:lnTo>
                    <a:pt x="144494" y="198327"/>
                  </a:lnTo>
                  <a:lnTo>
                    <a:pt x="144616" y="200067"/>
                  </a:lnTo>
                  <a:lnTo>
                    <a:pt x="144724" y="201807"/>
                  </a:lnTo>
                  <a:lnTo>
                    <a:pt x="144820" y="203546"/>
                  </a:lnTo>
                  <a:lnTo>
                    <a:pt x="144902" y="205286"/>
                  </a:lnTo>
                  <a:lnTo>
                    <a:pt x="144967" y="207026"/>
                  </a:lnTo>
                  <a:lnTo>
                    <a:pt x="145020" y="208765"/>
                  </a:lnTo>
                  <a:lnTo>
                    <a:pt x="145062" y="210505"/>
                  </a:lnTo>
                  <a:lnTo>
                    <a:pt x="145092" y="212245"/>
                  </a:lnTo>
                  <a:lnTo>
                    <a:pt x="145109" y="213985"/>
                  </a:lnTo>
                  <a:lnTo>
                    <a:pt x="145118" y="215724"/>
                  </a:lnTo>
                  <a:lnTo>
                    <a:pt x="145118" y="217464"/>
                  </a:lnTo>
                  <a:lnTo>
                    <a:pt x="145111" y="219204"/>
                  </a:lnTo>
                  <a:lnTo>
                    <a:pt x="145097" y="220943"/>
                  </a:lnTo>
                  <a:lnTo>
                    <a:pt x="145078" y="222683"/>
                  </a:lnTo>
                  <a:lnTo>
                    <a:pt x="145057" y="224423"/>
                  </a:lnTo>
                  <a:lnTo>
                    <a:pt x="145033" y="226163"/>
                  </a:lnTo>
                  <a:lnTo>
                    <a:pt x="145010" y="227902"/>
                  </a:lnTo>
                  <a:lnTo>
                    <a:pt x="144988" y="229642"/>
                  </a:lnTo>
                  <a:lnTo>
                    <a:pt x="144970" y="231382"/>
                  </a:lnTo>
                  <a:lnTo>
                    <a:pt x="144955" y="233121"/>
                  </a:lnTo>
                  <a:lnTo>
                    <a:pt x="144950" y="234861"/>
                  </a:lnTo>
                  <a:lnTo>
                    <a:pt x="144954" y="236601"/>
                  </a:lnTo>
                  <a:lnTo>
                    <a:pt x="144967" y="238341"/>
                  </a:lnTo>
                  <a:lnTo>
                    <a:pt x="144991" y="240080"/>
                  </a:lnTo>
                  <a:lnTo>
                    <a:pt x="145034" y="241820"/>
                  </a:lnTo>
                  <a:lnTo>
                    <a:pt x="145092" y="243560"/>
                  </a:lnTo>
                  <a:lnTo>
                    <a:pt x="145167" y="245300"/>
                  </a:lnTo>
                  <a:lnTo>
                    <a:pt x="145260" y="247039"/>
                  </a:lnTo>
                  <a:lnTo>
                    <a:pt x="145381" y="248779"/>
                  </a:lnTo>
                  <a:lnTo>
                    <a:pt x="145524" y="250519"/>
                  </a:lnTo>
                  <a:lnTo>
                    <a:pt x="145690" y="252258"/>
                  </a:lnTo>
                  <a:lnTo>
                    <a:pt x="145880" y="253998"/>
                  </a:lnTo>
                  <a:lnTo>
                    <a:pt x="146107" y="255738"/>
                  </a:lnTo>
                  <a:lnTo>
                    <a:pt x="146363" y="257478"/>
                  </a:lnTo>
                  <a:lnTo>
                    <a:pt x="146646" y="259217"/>
                  </a:lnTo>
                  <a:lnTo>
                    <a:pt x="146959" y="260957"/>
                  </a:lnTo>
                  <a:lnTo>
                    <a:pt x="147315" y="262697"/>
                  </a:lnTo>
                  <a:lnTo>
                    <a:pt x="147705" y="264436"/>
                  </a:lnTo>
                  <a:lnTo>
                    <a:pt x="148127" y="266176"/>
                  </a:lnTo>
                  <a:lnTo>
                    <a:pt x="148582" y="267916"/>
                  </a:lnTo>
                  <a:lnTo>
                    <a:pt x="149084" y="269656"/>
                  </a:lnTo>
                  <a:lnTo>
                    <a:pt x="149624" y="271395"/>
                  </a:lnTo>
                  <a:lnTo>
                    <a:pt x="150199" y="273135"/>
                  </a:lnTo>
                  <a:lnTo>
                    <a:pt x="150808" y="274875"/>
                  </a:lnTo>
                  <a:lnTo>
                    <a:pt x="151465" y="276614"/>
                  </a:lnTo>
                  <a:lnTo>
                    <a:pt x="152162" y="278354"/>
                  </a:lnTo>
                  <a:lnTo>
                    <a:pt x="152894" y="280094"/>
                  </a:lnTo>
                  <a:lnTo>
                    <a:pt x="153661" y="281834"/>
                  </a:lnTo>
                  <a:lnTo>
                    <a:pt x="154475" y="283573"/>
                  </a:lnTo>
                  <a:lnTo>
                    <a:pt x="155327" y="285313"/>
                  </a:lnTo>
                  <a:lnTo>
                    <a:pt x="156213" y="287053"/>
                  </a:lnTo>
                  <a:lnTo>
                    <a:pt x="157132" y="288792"/>
                  </a:lnTo>
                  <a:lnTo>
                    <a:pt x="158093" y="290532"/>
                  </a:lnTo>
                  <a:lnTo>
                    <a:pt x="159090" y="292272"/>
                  </a:lnTo>
                  <a:lnTo>
                    <a:pt x="160118" y="294012"/>
                  </a:lnTo>
                  <a:lnTo>
                    <a:pt x="161175" y="295751"/>
                  </a:lnTo>
                  <a:lnTo>
                    <a:pt x="162268" y="297491"/>
                  </a:lnTo>
                  <a:lnTo>
                    <a:pt x="163393" y="299231"/>
                  </a:lnTo>
                  <a:lnTo>
                    <a:pt x="164543" y="300970"/>
                  </a:lnTo>
                  <a:lnTo>
                    <a:pt x="165717" y="302710"/>
                  </a:lnTo>
                  <a:lnTo>
                    <a:pt x="166920" y="304450"/>
                  </a:lnTo>
                  <a:lnTo>
                    <a:pt x="168148" y="306190"/>
                  </a:lnTo>
                  <a:lnTo>
                    <a:pt x="169395" y="307929"/>
                  </a:lnTo>
                  <a:lnTo>
                    <a:pt x="170661" y="309669"/>
                  </a:lnTo>
                  <a:lnTo>
                    <a:pt x="171946" y="311409"/>
                  </a:lnTo>
                  <a:lnTo>
                    <a:pt x="173249" y="313148"/>
                  </a:lnTo>
                  <a:lnTo>
                    <a:pt x="174565" y="314888"/>
                  </a:lnTo>
                  <a:lnTo>
                    <a:pt x="175891" y="316628"/>
                  </a:lnTo>
                  <a:lnTo>
                    <a:pt x="177230" y="318368"/>
                  </a:lnTo>
                  <a:lnTo>
                    <a:pt x="178577" y="320107"/>
                  </a:lnTo>
                  <a:lnTo>
                    <a:pt x="179930" y="321847"/>
                  </a:lnTo>
                  <a:lnTo>
                    <a:pt x="181287" y="323587"/>
                  </a:lnTo>
                  <a:lnTo>
                    <a:pt x="182647" y="325326"/>
                  </a:lnTo>
                  <a:lnTo>
                    <a:pt x="184008" y="327066"/>
                  </a:lnTo>
                  <a:lnTo>
                    <a:pt x="185366" y="328806"/>
                  </a:lnTo>
                  <a:lnTo>
                    <a:pt x="186722" y="330546"/>
                  </a:lnTo>
                  <a:lnTo>
                    <a:pt x="188073" y="332285"/>
                  </a:lnTo>
                  <a:lnTo>
                    <a:pt x="189414" y="334025"/>
                  </a:lnTo>
                  <a:lnTo>
                    <a:pt x="190748" y="335765"/>
                  </a:lnTo>
                  <a:lnTo>
                    <a:pt x="192071" y="337504"/>
                  </a:lnTo>
                  <a:lnTo>
                    <a:pt x="193382" y="339244"/>
                  </a:lnTo>
                  <a:lnTo>
                    <a:pt x="194674" y="340984"/>
                  </a:lnTo>
                  <a:lnTo>
                    <a:pt x="195952" y="342724"/>
                  </a:lnTo>
                  <a:lnTo>
                    <a:pt x="197213" y="344463"/>
                  </a:lnTo>
                  <a:lnTo>
                    <a:pt x="198455" y="346203"/>
                  </a:lnTo>
                  <a:lnTo>
                    <a:pt x="199669" y="347943"/>
                  </a:lnTo>
                  <a:lnTo>
                    <a:pt x="200863" y="349682"/>
                  </a:lnTo>
                  <a:lnTo>
                    <a:pt x="202034" y="351422"/>
                  </a:lnTo>
                  <a:lnTo>
                    <a:pt x="203179" y="353162"/>
                  </a:lnTo>
                  <a:lnTo>
                    <a:pt x="204289" y="354902"/>
                  </a:lnTo>
                  <a:lnTo>
                    <a:pt x="205372" y="356641"/>
                  </a:lnTo>
                  <a:lnTo>
                    <a:pt x="206427" y="358381"/>
                  </a:lnTo>
                  <a:lnTo>
                    <a:pt x="207452" y="360121"/>
                  </a:lnTo>
                  <a:lnTo>
                    <a:pt x="208434" y="361860"/>
                  </a:lnTo>
                  <a:lnTo>
                    <a:pt x="209384" y="363600"/>
                  </a:lnTo>
                  <a:lnTo>
                    <a:pt x="210302" y="365340"/>
                  </a:lnTo>
                  <a:lnTo>
                    <a:pt x="211187" y="367080"/>
                  </a:lnTo>
                  <a:lnTo>
                    <a:pt x="212022" y="368819"/>
                  </a:lnTo>
                  <a:lnTo>
                    <a:pt x="212823" y="370559"/>
                  </a:lnTo>
                  <a:lnTo>
                    <a:pt x="213588" y="372299"/>
                  </a:lnTo>
                  <a:lnTo>
                    <a:pt x="214318" y="374039"/>
                  </a:lnTo>
                  <a:lnTo>
                    <a:pt x="214995" y="375778"/>
                  </a:lnTo>
                  <a:lnTo>
                    <a:pt x="215635" y="377518"/>
                  </a:lnTo>
                  <a:lnTo>
                    <a:pt x="216239" y="379258"/>
                  </a:lnTo>
                  <a:lnTo>
                    <a:pt x="216806" y="380997"/>
                  </a:lnTo>
                  <a:lnTo>
                    <a:pt x="217320" y="382737"/>
                  </a:lnTo>
                  <a:lnTo>
                    <a:pt x="217797" y="384477"/>
                  </a:lnTo>
                  <a:lnTo>
                    <a:pt x="218238" y="386217"/>
                  </a:lnTo>
                  <a:lnTo>
                    <a:pt x="218643" y="387956"/>
                  </a:lnTo>
                  <a:lnTo>
                    <a:pt x="218998" y="389696"/>
                  </a:lnTo>
                  <a:lnTo>
                    <a:pt x="219317" y="391436"/>
                  </a:lnTo>
                  <a:lnTo>
                    <a:pt x="219603" y="393175"/>
                  </a:lnTo>
                  <a:lnTo>
                    <a:pt x="219855" y="394915"/>
                  </a:lnTo>
                  <a:lnTo>
                    <a:pt x="220062" y="396655"/>
                  </a:lnTo>
                  <a:lnTo>
                    <a:pt x="220236" y="398395"/>
                  </a:lnTo>
                  <a:lnTo>
                    <a:pt x="220380" y="400134"/>
                  </a:lnTo>
                  <a:lnTo>
                    <a:pt x="220494" y="401874"/>
                  </a:lnTo>
                  <a:lnTo>
                    <a:pt x="220570" y="403614"/>
                  </a:lnTo>
                  <a:lnTo>
                    <a:pt x="220618" y="405353"/>
                  </a:lnTo>
                  <a:lnTo>
                    <a:pt x="220640" y="407093"/>
                  </a:lnTo>
                  <a:lnTo>
                    <a:pt x="220638" y="408833"/>
                  </a:lnTo>
                  <a:lnTo>
                    <a:pt x="220604" y="410573"/>
                  </a:lnTo>
                  <a:lnTo>
                    <a:pt x="220547" y="412312"/>
                  </a:lnTo>
                  <a:lnTo>
                    <a:pt x="220469" y="414052"/>
                  </a:lnTo>
                  <a:lnTo>
                    <a:pt x="220372" y="415792"/>
                  </a:lnTo>
                  <a:lnTo>
                    <a:pt x="220251" y="417531"/>
                  </a:lnTo>
                  <a:lnTo>
                    <a:pt x="220112" y="419271"/>
                  </a:lnTo>
                  <a:lnTo>
                    <a:pt x="219957" y="421011"/>
                  </a:lnTo>
                  <a:lnTo>
                    <a:pt x="219787" y="422751"/>
                  </a:lnTo>
                  <a:lnTo>
                    <a:pt x="219600" y="424490"/>
                  </a:lnTo>
                  <a:lnTo>
                    <a:pt x="219399" y="426230"/>
                  </a:lnTo>
                  <a:lnTo>
                    <a:pt x="219186" y="427970"/>
                  </a:lnTo>
                  <a:lnTo>
                    <a:pt x="218963" y="429709"/>
                  </a:lnTo>
                  <a:lnTo>
                    <a:pt x="218727" y="431449"/>
                  </a:lnTo>
                  <a:lnTo>
                    <a:pt x="218481" y="433189"/>
                  </a:lnTo>
                  <a:lnTo>
                    <a:pt x="218226" y="434929"/>
                  </a:lnTo>
                  <a:lnTo>
                    <a:pt x="217964" y="436668"/>
                  </a:lnTo>
                  <a:lnTo>
                    <a:pt x="217693" y="438408"/>
                  </a:lnTo>
                  <a:lnTo>
                    <a:pt x="217414" y="440148"/>
                  </a:lnTo>
                  <a:lnTo>
                    <a:pt x="217130" y="441887"/>
                  </a:lnTo>
                  <a:lnTo>
                    <a:pt x="216839" y="443627"/>
                  </a:lnTo>
                  <a:lnTo>
                    <a:pt x="216542" y="445367"/>
                  </a:lnTo>
                  <a:lnTo>
                    <a:pt x="216239" y="447107"/>
                  </a:lnTo>
                  <a:lnTo>
                    <a:pt x="215929" y="448855"/>
                  </a:lnTo>
                  <a:lnTo>
                    <a:pt x="215618" y="450586"/>
                  </a:lnTo>
                  <a:lnTo>
                    <a:pt x="215300" y="452326"/>
                  </a:lnTo>
                  <a:lnTo>
                    <a:pt x="214977" y="454065"/>
                  </a:lnTo>
                  <a:lnTo>
                    <a:pt x="214650" y="455805"/>
                  </a:lnTo>
                  <a:lnTo>
                    <a:pt x="214319" y="457545"/>
                  </a:lnTo>
                  <a:lnTo>
                    <a:pt x="213984" y="459285"/>
                  </a:lnTo>
                  <a:lnTo>
                    <a:pt x="213643" y="461024"/>
                  </a:lnTo>
                  <a:lnTo>
                    <a:pt x="213299" y="462764"/>
                  </a:lnTo>
                  <a:lnTo>
                    <a:pt x="212952" y="464504"/>
                  </a:lnTo>
                  <a:lnTo>
                    <a:pt x="212600" y="466243"/>
                  </a:lnTo>
                  <a:lnTo>
                    <a:pt x="212244" y="467983"/>
                  </a:lnTo>
                  <a:lnTo>
                    <a:pt x="211884" y="469723"/>
                  </a:lnTo>
                  <a:lnTo>
                    <a:pt x="211520" y="471463"/>
                  </a:lnTo>
                  <a:lnTo>
                    <a:pt x="211153" y="473202"/>
                  </a:lnTo>
                  <a:lnTo>
                    <a:pt x="210780" y="474942"/>
                  </a:lnTo>
                  <a:lnTo>
                    <a:pt x="210404" y="476682"/>
                  </a:lnTo>
                  <a:lnTo>
                    <a:pt x="210024" y="478421"/>
                  </a:lnTo>
                  <a:lnTo>
                    <a:pt x="209640" y="480161"/>
                  </a:lnTo>
                  <a:lnTo>
                    <a:pt x="209251" y="481901"/>
                  </a:lnTo>
                  <a:lnTo>
                    <a:pt x="208858" y="483641"/>
                  </a:lnTo>
                  <a:lnTo>
                    <a:pt x="208460" y="485380"/>
                  </a:lnTo>
                  <a:lnTo>
                    <a:pt x="208058" y="487120"/>
                  </a:lnTo>
                  <a:lnTo>
                    <a:pt x="207650" y="488860"/>
                  </a:lnTo>
                  <a:lnTo>
                    <a:pt x="207237" y="490600"/>
                  </a:lnTo>
                  <a:lnTo>
                    <a:pt x="206819" y="492339"/>
                  </a:lnTo>
                  <a:lnTo>
                    <a:pt x="206396" y="494079"/>
                  </a:lnTo>
                  <a:lnTo>
                    <a:pt x="205965" y="495819"/>
                  </a:lnTo>
                  <a:lnTo>
                    <a:pt x="205529" y="497558"/>
                  </a:lnTo>
                  <a:lnTo>
                    <a:pt x="205087" y="499298"/>
                  </a:lnTo>
                  <a:lnTo>
                    <a:pt x="204639" y="501038"/>
                  </a:lnTo>
                  <a:lnTo>
                    <a:pt x="204182" y="502778"/>
                  </a:lnTo>
                  <a:lnTo>
                    <a:pt x="203718" y="504517"/>
                  </a:lnTo>
                  <a:lnTo>
                    <a:pt x="203248" y="506257"/>
                  </a:lnTo>
                  <a:lnTo>
                    <a:pt x="202770" y="507997"/>
                  </a:lnTo>
                  <a:lnTo>
                    <a:pt x="202283" y="509736"/>
                  </a:lnTo>
                  <a:lnTo>
                    <a:pt x="201789" y="511476"/>
                  </a:lnTo>
                  <a:lnTo>
                    <a:pt x="201287" y="513216"/>
                  </a:lnTo>
                  <a:lnTo>
                    <a:pt x="200778" y="514956"/>
                  </a:lnTo>
                  <a:lnTo>
                    <a:pt x="200258" y="516695"/>
                  </a:lnTo>
                  <a:lnTo>
                    <a:pt x="199732" y="518435"/>
                  </a:lnTo>
                  <a:lnTo>
                    <a:pt x="199198" y="520175"/>
                  </a:lnTo>
                  <a:lnTo>
                    <a:pt x="198658" y="521914"/>
                  </a:lnTo>
                  <a:lnTo>
                    <a:pt x="198108" y="523654"/>
                  </a:lnTo>
                  <a:lnTo>
                    <a:pt x="197552" y="525394"/>
                  </a:lnTo>
                  <a:lnTo>
                    <a:pt x="196991" y="527134"/>
                  </a:lnTo>
                  <a:lnTo>
                    <a:pt x="196424" y="528873"/>
                  </a:lnTo>
                  <a:lnTo>
                    <a:pt x="195850" y="530613"/>
                  </a:lnTo>
                  <a:lnTo>
                    <a:pt x="195272" y="532353"/>
                  </a:lnTo>
                  <a:lnTo>
                    <a:pt x="194690" y="534092"/>
                  </a:lnTo>
                  <a:lnTo>
                    <a:pt x="194106" y="535832"/>
                  </a:lnTo>
                  <a:lnTo>
                    <a:pt x="193519" y="537572"/>
                  </a:lnTo>
                  <a:lnTo>
                    <a:pt x="192931" y="539312"/>
                  </a:lnTo>
                  <a:lnTo>
                    <a:pt x="192343" y="541051"/>
                  </a:lnTo>
                  <a:lnTo>
                    <a:pt x="191755" y="542791"/>
                  </a:lnTo>
                  <a:lnTo>
                    <a:pt x="191169" y="544531"/>
                  </a:lnTo>
                  <a:lnTo>
                    <a:pt x="190587" y="546270"/>
                  </a:lnTo>
                  <a:lnTo>
                    <a:pt x="190007" y="548010"/>
                  </a:lnTo>
                  <a:lnTo>
                    <a:pt x="189432" y="549750"/>
                  </a:lnTo>
                  <a:lnTo>
                    <a:pt x="188864" y="551490"/>
                  </a:lnTo>
                  <a:lnTo>
                    <a:pt x="188302" y="553229"/>
                  </a:lnTo>
                  <a:lnTo>
                    <a:pt x="187748" y="554969"/>
                  </a:lnTo>
                  <a:lnTo>
                    <a:pt x="187201" y="556709"/>
                  </a:lnTo>
                  <a:lnTo>
                    <a:pt x="186665" y="558448"/>
                  </a:lnTo>
                  <a:lnTo>
                    <a:pt x="186139" y="560188"/>
                  </a:lnTo>
                  <a:lnTo>
                    <a:pt x="185624" y="561928"/>
                  </a:lnTo>
                  <a:lnTo>
                    <a:pt x="185118" y="563668"/>
                  </a:lnTo>
                  <a:lnTo>
                    <a:pt x="184626" y="565407"/>
                  </a:lnTo>
                  <a:lnTo>
                    <a:pt x="184147" y="567147"/>
                  </a:lnTo>
                  <a:lnTo>
                    <a:pt x="184020" y="567621"/>
                  </a:lnTo>
                  <a:lnTo>
                    <a:pt x="183679" y="568887"/>
                  </a:lnTo>
                  <a:lnTo>
                    <a:pt x="183223" y="570626"/>
                  </a:lnTo>
                  <a:lnTo>
                    <a:pt x="182781" y="572366"/>
                  </a:lnTo>
                  <a:lnTo>
                    <a:pt x="182354" y="574106"/>
                  </a:lnTo>
                  <a:lnTo>
                    <a:pt x="181938" y="575846"/>
                  </a:lnTo>
                  <a:lnTo>
                    <a:pt x="181533" y="577585"/>
                  </a:lnTo>
                  <a:lnTo>
                    <a:pt x="181142" y="579325"/>
                  </a:lnTo>
                  <a:lnTo>
                    <a:pt x="180765" y="581065"/>
                  </a:lnTo>
                  <a:lnTo>
                    <a:pt x="180398" y="582804"/>
                  </a:lnTo>
                  <a:lnTo>
                    <a:pt x="180041" y="584544"/>
                  </a:lnTo>
                  <a:lnTo>
                    <a:pt x="179696" y="586284"/>
                  </a:lnTo>
                  <a:lnTo>
                    <a:pt x="179363" y="588024"/>
                  </a:lnTo>
                  <a:lnTo>
                    <a:pt x="179038" y="589763"/>
                  </a:lnTo>
                  <a:lnTo>
                    <a:pt x="178722" y="591503"/>
                  </a:lnTo>
                  <a:lnTo>
                    <a:pt x="178414" y="593243"/>
                  </a:lnTo>
                  <a:lnTo>
                    <a:pt x="178115" y="594982"/>
                  </a:lnTo>
                  <a:lnTo>
                    <a:pt x="177822" y="596722"/>
                  </a:lnTo>
                  <a:lnTo>
                    <a:pt x="177535" y="598462"/>
                  </a:lnTo>
                  <a:lnTo>
                    <a:pt x="177254" y="600202"/>
                  </a:lnTo>
                  <a:lnTo>
                    <a:pt x="176979" y="601941"/>
                  </a:lnTo>
                  <a:lnTo>
                    <a:pt x="176708" y="603681"/>
                  </a:lnTo>
                  <a:lnTo>
                    <a:pt x="176440" y="605421"/>
                  </a:lnTo>
                  <a:lnTo>
                    <a:pt x="176176" y="607160"/>
                  </a:lnTo>
                  <a:lnTo>
                    <a:pt x="175915" y="608900"/>
                  </a:lnTo>
                  <a:lnTo>
                    <a:pt x="175655" y="610640"/>
                  </a:lnTo>
                  <a:lnTo>
                    <a:pt x="175398" y="612380"/>
                  </a:lnTo>
                  <a:lnTo>
                    <a:pt x="175142" y="614119"/>
                  </a:lnTo>
                  <a:lnTo>
                    <a:pt x="174886" y="615859"/>
                  </a:lnTo>
                  <a:lnTo>
                    <a:pt x="174632" y="617599"/>
                  </a:lnTo>
                  <a:lnTo>
                    <a:pt x="174378" y="619339"/>
                  </a:lnTo>
                  <a:lnTo>
                    <a:pt x="174124" y="621078"/>
                  </a:lnTo>
                  <a:lnTo>
                    <a:pt x="173869" y="622818"/>
                  </a:lnTo>
                  <a:lnTo>
                    <a:pt x="173615" y="624558"/>
                  </a:lnTo>
                  <a:lnTo>
                    <a:pt x="173359" y="626297"/>
                  </a:lnTo>
                  <a:lnTo>
                    <a:pt x="173103" y="628037"/>
                  </a:lnTo>
                  <a:lnTo>
                    <a:pt x="172846" y="629777"/>
                  </a:lnTo>
                  <a:lnTo>
                    <a:pt x="172588" y="631517"/>
                  </a:lnTo>
                  <a:lnTo>
                    <a:pt x="172328" y="633256"/>
                  </a:lnTo>
                  <a:lnTo>
                    <a:pt x="172067" y="634996"/>
                  </a:lnTo>
                  <a:lnTo>
                    <a:pt x="171804" y="636736"/>
                  </a:lnTo>
                  <a:lnTo>
                    <a:pt x="171539" y="638475"/>
                  </a:lnTo>
                  <a:lnTo>
                    <a:pt x="171271" y="640215"/>
                  </a:lnTo>
                  <a:lnTo>
                    <a:pt x="171002" y="641955"/>
                  </a:lnTo>
                  <a:lnTo>
                    <a:pt x="170728" y="643695"/>
                  </a:lnTo>
                  <a:lnTo>
                    <a:pt x="170452" y="645434"/>
                  </a:lnTo>
                  <a:lnTo>
                    <a:pt x="170172" y="647174"/>
                  </a:lnTo>
                  <a:lnTo>
                    <a:pt x="169888" y="648914"/>
                  </a:lnTo>
                  <a:lnTo>
                    <a:pt x="169598" y="650653"/>
                  </a:lnTo>
                  <a:lnTo>
                    <a:pt x="169304" y="652393"/>
                  </a:lnTo>
                  <a:lnTo>
                    <a:pt x="169004" y="654133"/>
                  </a:lnTo>
                  <a:lnTo>
                    <a:pt x="168699" y="655873"/>
                  </a:lnTo>
                  <a:lnTo>
                    <a:pt x="168384" y="657612"/>
                  </a:lnTo>
                  <a:lnTo>
                    <a:pt x="168062" y="659352"/>
                  </a:lnTo>
                  <a:lnTo>
                    <a:pt x="167733" y="661092"/>
                  </a:lnTo>
                  <a:lnTo>
                    <a:pt x="167395" y="662831"/>
                  </a:lnTo>
                  <a:lnTo>
                    <a:pt x="167045" y="664571"/>
                  </a:lnTo>
                  <a:lnTo>
                    <a:pt x="166685" y="666311"/>
                  </a:lnTo>
                  <a:lnTo>
                    <a:pt x="166315" y="668051"/>
                  </a:lnTo>
                  <a:lnTo>
                    <a:pt x="165934" y="669790"/>
                  </a:lnTo>
                  <a:lnTo>
                    <a:pt x="165538" y="671530"/>
                  </a:lnTo>
                  <a:lnTo>
                    <a:pt x="165128" y="673270"/>
                  </a:lnTo>
                  <a:lnTo>
                    <a:pt x="164705" y="675009"/>
                  </a:lnTo>
                  <a:lnTo>
                    <a:pt x="164270" y="676749"/>
                  </a:lnTo>
                  <a:lnTo>
                    <a:pt x="163816" y="678489"/>
                  </a:lnTo>
                  <a:lnTo>
                    <a:pt x="163347" y="680229"/>
                  </a:lnTo>
                  <a:lnTo>
                    <a:pt x="162863" y="681968"/>
                  </a:lnTo>
                  <a:lnTo>
                    <a:pt x="162364" y="683708"/>
                  </a:lnTo>
                  <a:lnTo>
                    <a:pt x="161846" y="685448"/>
                  </a:lnTo>
                  <a:lnTo>
                    <a:pt x="161310" y="687187"/>
                  </a:lnTo>
                  <a:lnTo>
                    <a:pt x="160759" y="688927"/>
                  </a:lnTo>
                  <a:lnTo>
                    <a:pt x="160192" y="690667"/>
                  </a:lnTo>
                  <a:lnTo>
                    <a:pt x="159606" y="692407"/>
                  </a:lnTo>
                  <a:lnTo>
                    <a:pt x="159001" y="694146"/>
                  </a:lnTo>
                  <a:lnTo>
                    <a:pt x="158383" y="695886"/>
                  </a:lnTo>
                  <a:lnTo>
                    <a:pt x="157749" y="697626"/>
                  </a:lnTo>
                  <a:lnTo>
                    <a:pt x="157097" y="699365"/>
                  </a:lnTo>
                  <a:lnTo>
                    <a:pt x="156428" y="701105"/>
                  </a:lnTo>
                  <a:lnTo>
                    <a:pt x="155747" y="702845"/>
                  </a:lnTo>
                  <a:lnTo>
                    <a:pt x="155052" y="704585"/>
                  </a:lnTo>
                  <a:lnTo>
                    <a:pt x="154343" y="706324"/>
                  </a:lnTo>
                  <a:lnTo>
                    <a:pt x="153620" y="708064"/>
                  </a:lnTo>
                  <a:lnTo>
                    <a:pt x="152886" y="709804"/>
                  </a:lnTo>
                  <a:lnTo>
                    <a:pt x="152143" y="711543"/>
                  </a:lnTo>
                  <a:lnTo>
                    <a:pt x="151388" y="713283"/>
                  </a:lnTo>
                  <a:lnTo>
                    <a:pt x="150625" y="715023"/>
                  </a:lnTo>
                  <a:lnTo>
                    <a:pt x="149854" y="716763"/>
                  </a:lnTo>
                  <a:lnTo>
                    <a:pt x="149078" y="718502"/>
                  </a:lnTo>
                  <a:lnTo>
                    <a:pt x="148295" y="720242"/>
                  </a:lnTo>
                  <a:lnTo>
                    <a:pt x="147508" y="721982"/>
                  </a:lnTo>
                  <a:lnTo>
                    <a:pt x="146719" y="723721"/>
                  </a:lnTo>
                  <a:lnTo>
                    <a:pt x="145927" y="725461"/>
                  </a:lnTo>
                  <a:lnTo>
                    <a:pt x="145135" y="727201"/>
                  </a:lnTo>
                  <a:lnTo>
                    <a:pt x="144343" y="728941"/>
                  </a:lnTo>
                  <a:lnTo>
                    <a:pt x="143552" y="730680"/>
                  </a:lnTo>
                  <a:lnTo>
                    <a:pt x="142764" y="732420"/>
                  </a:lnTo>
                  <a:lnTo>
                    <a:pt x="141979" y="734160"/>
                  </a:lnTo>
                  <a:lnTo>
                    <a:pt x="141200" y="735900"/>
                  </a:lnTo>
                  <a:lnTo>
                    <a:pt x="140425" y="737639"/>
                  </a:lnTo>
                  <a:lnTo>
                    <a:pt x="139657" y="739379"/>
                  </a:lnTo>
                  <a:lnTo>
                    <a:pt x="138895" y="741119"/>
                  </a:lnTo>
                  <a:lnTo>
                    <a:pt x="138143" y="742858"/>
                  </a:lnTo>
                  <a:lnTo>
                    <a:pt x="137400" y="744598"/>
                  </a:lnTo>
                  <a:lnTo>
                    <a:pt x="136664" y="746338"/>
                  </a:lnTo>
                  <a:lnTo>
                    <a:pt x="135938" y="748078"/>
                  </a:lnTo>
                  <a:lnTo>
                    <a:pt x="135225" y="749817"/>
                  </a:lnTo>
                  <a:lnTo>
                    <a:pt x="134522" y="751557"/>
                  </a:lnTo>
                  <a:lnTo>
                    <a:pt x="133830" y="753297"/>
                  </a:lnTo>
                  <a:lnTo>
                    <a:pt x="133148" y="755036"/>
                  </a:lnTo>
                  <a:lnTo>
                    <a:pt x="132482" y="756776"/>
                  </a:lnTo>
                  <a:lnTo>
                    <a:pt x="131826" y="758516"/>
                  </a:lnTo>
                  <a:lnTo>
                    <a:pt x="131182" y="760256"/>
                  </a:lnTo>
                  <a:lnTo>
                    <a:pt x="130550" y="761995"/>
                  </a:lnTo>
                  <a:lnTo>
                    <a:pt x="129933" y="763735"/>
                  </a:lnTo>
                  <a:lnTo>
                    <a:pt x="129329" y="765475"/>
                  </a:lnTo>
                  <a:lnTo>
                    <a:pt x="128735" y="767214"/>
                  </a:lnTo>
                  <a:lnTo>
                    <a:pt x="128154" y="768954"/>
                  </a:lnTo>
                  <a:lnTo>
                    <a:pt x="127589" y="770694"/>
                  </a:lnTo>
                  <a:lnTo>
                    <a:pt x="127035" y="772434"/>
                  </a:lnTo>
                  <a:lnTo>
                    <a:pt x="126492" y="774173"/>
                  </a:lnTo>
                  <a:lnTo>
                    <a:pt x="125961" y="775913"/>
                  </a:lnTo>
                  <a:lnTo>
                    <a:pt x="125446" y="777653"/>
                  </a:lnTo>
                  <a:lnTo>
                    <a:pt x="124941" y="779392"/>
                  </a:lnTo>
                  <a:lnTo>
                    <a:pt x="124448" y="781132"/>
                  </a:lnTo>
                  <a:lnTo>
                    <a:pt x="123965" y="782872"/>
                  </a:lnTo>
                  <a:lnTo>
                    <a:pt x="123497" y="784612"/>
                  </a:lnTo>
                  <a:lnTo>
                    <a:pt x="123040" y="786351"/>
                  </a:lnTo>
                  <a:lnTo>
                    <a:pt x="122592" y="788091"/>
                  </a:lnTo>
                  <a:lnTo>
                    <a:pt x="122155" y="789831"/>
                  </a:lnTo>
                  <a:lnTo>
                    <a:pt x="121732" y="791570"/>
                  </a:lnTo>
                  <a:lnTo>
                    <a:pt x="121319" y="793310"/>
                  </a:lnTo>
                  <a:lnTo>
                    <a:pt x="120915" y="795050"/>
                  </a:lnTo>
                  <a:lnTo>
                    <a:pt x="120520" y="796790"/>
                  </a:lnTo>
                  <a:lnTo>
                    <a:pt x="120139" y="798529"/>
                  </a:lnTo>
                  <a:lnTo>
                    <a:pt x="119767" y="800269"/>
                  </a:lnTo>
                  <a:lnTo>
                    <a:pt x="119404" y="802009"/>
                  </a:lnTo>
                  <a:lnTo>
                    <a:pt x="119049" y="803748"/>
                  </a:lnTo>
                  <a:lnTo>
                    <a:pt x="118707" y="805488"/>
                  </a:lnTo>
                  <a:lnTo>
                    <a:pt x="118374" y="807228"/>
                  </a:lnTo>
                  <a:lnTo>
                    <a:pt x="118049" y="808968"/>
                  </a:lnTo>
                  <a:lnTo>
                    <a:pt x="117733" y="810707"/>
                  </a:lnTo>
                  <a:lnTo>
                    <a:pt x="117427" y="812447"/>
                  </a:lnTo>
                  <a:lnTo>
                    <a:pt x="117131" y="814187"/>
                  </a:lnTo>
                  <a:lnTo>
                    <a:pt x="116842" y="815926"/>
                  </a:lnTo>
                  <a:lnTo>
                    <a:pt x="116561" y="817666"/>
                  </a:lnTo>
                  <a:lnTo>
                    <a:pt x="116291" y="819406"/>
                  </a:lnTo>
                  <a:lnTo>
                    <a:pt x="116029" y="821146"/>
                  </a:lnTo>
                  <a:lnTo>
                    <a:pt x="115775" y="822885"/>
                  </a:lnTo>
                  <a:lnTo>
                    <a:pt x="115528" y="824625"/>
                  </a:lnTo>
                  <a:lnTo>
                    <a:pt x="115291" y="826365"/>
                  </a:lnTo>
                  <a:lnTo>
                    <a:pt x="115063" y="828104"/>
                  </a:lnTo>
                  <a:lnTo>
                    <a:pt x="114842" y="829844"/>
                  </a:lnTo>
                  <a:lnTo>
                    <a:pt x="114628" y="831584"/>
                  </a:lnTo>
                  <a:lnTo>
                    <a:pt x="114423" y="833324"/>
                  </a:lnTo>
                  <a:lnTo>
                    <a:pt x="114226" y="835063"/>
                  </a:lnTo>
                  <a:lnTo>
                    <a:pt x="114036" y="836803"/>
                  </a:lnTo>
                  <a:lnTo>
                    <a:pt x="113853" y="838543"/>
                  </a:lnTo>
                  <a:lnTo>
                    <a:pt x="113678" y="840282"/>
                  </a:lnTo>
                  <a:lnTo>
                    <a:pt x="113512" y="842022"/>
                  </a:lnTo>
                  <a:lnTo>
                    <a:pt x="113351" y="843762"/>
                  </a:lnTo>
                  <a:lnTo>
                    <a:pt x="113197" y="845502"/>
                  </a:lnTo>
                  <a:lnTo>
                    <a:pt x="113051" y="847241"/>
                  </a:lnTo>
                  <a:lnTo>
                    <a:pt x="112913" y="848981"/>
                  </a:lnTo>
                  <a:lnTo>
                    <a:pt x="112780" y="850721"/>
                  </a:lnTo>
                  <a:lnTo>
                    <a:pt x="112653" y="852461"/>
                  </a:lnTo>
                  <a:lnTo>
                    <a:pt x="112533" y="854200"/>
                  </a:lnTo>
                  <a:lnTo>
                    <a:pt x="112420" y="855940"/>
                  </a:lnTo>
                  <a:lnTo>
                    <a:pt x="112312" y="857680"/>
                  </a:lnTo>
                  <a:lnTo>
                    <a:pt x="112210" y="859419"/>
                  </a:lnTo>
                  <a:lnTo>
                    <a:pt x="112113" y="861159"/>
                  </a:lnTo>
                  <a:lnTo>
                    <a:pt x="112023" y="862899"/>
                  </a:lnTo>
                  <a:lnTo>
                    <a:pt x="111937" y="864639"/>
                  </a:lnTo>
                  <a:lnTo>
                    <a:pt x="111855" y="866378"/>
                  </a:lnTo>
                  <a:lnTo>
                    <a:pt x="111779" y="868118"/>
                  </a:lnTo>
                  <a:lnTo>
                    <a:pt x="111708" y="869858"/>
                  </a:lnTo>
                  <a:lnTo>
                    <a:pt x="111640" y="871597"/>
                  </a:lnTo>
                  <a:lnTo>
                    <a:pt x="111576" y="873337"/>
                  </a:lnTo>
                  <a:lnTo>
                    <a:pt x="111516" y="875077"/>
                  </a:lnTo>
                  <a:lnTo>
                    <a:pt x="111461" y="876817"/>
                  </a:lnTo>
                  <a:lnTo>
                    <a:pt x="111408" y="878556"/>
                  </a:lnTo>
                  <a:lnTo>
                    <a:pt x="111358" y="880296"/>
                  </a:lnTo>
                  <a:lnTo>
                    <a:pt x="111311" y="882036"/>
                  </a:lnTo>
                  <a:lnTo>
                    <a:pt x="111267" y="883775"/>
                  </a:lnTo>
                  <a:lnTo>
                    <a:pt x="111226" y="885515"/>
                  </a:lnTo>
                  <a:lnTo>
                    <a:pt x="111187" y="887255"/>
                  </a:lnTo>
                  <a:lnTo>
                    <a:pt x="111149" y="888995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4" name="pg34">
              <a:extLst>
                <a:ext uri="{FF2B5EF4-FFF2-40B4-BE49-F238E27FC236}">
                  <a16:creationId xmlns:a16="http://schemas.microsoft.com/office/drawing/2014/main" id="{0B165A29-3461-8611-94F8-DBB9A996E225}"/>
                </a:ext>
              </a:extLst>
            </p:cNvPr>
            <p:cNvSpPr/>
            <p:nvPr/>
          </p:nvSpPr>
          <p:spPr>
            <a:xfrm>
              <a:off x="3667644" y="1895527"/>
              <a:ext cx="246940" cy="851473"/>
            </a:xfrm>
            <a:custGeom>
              <a:avLst/>
              <a:gdLst/>
              <a:ahLst/>
              <a:cxnLst/>
              <a:rect l="0" t="0" r="0" b="0"/>
              <a:pathLst>
                <a:path w="246940" h="851473">
                  <a:moveTo>
                    <a:pt x="118736" y="851473"/>
                  </a:moveTo>
                  <a:lnTo>
                    <a:pt x="118484" y="849806"/>
                  </a:lnTo>
                  <a:lnTo>
                    <a:pt x="118225" y="848140"/>
                  </a:lnTo>
                  <a:lnTo>
                    <a:pt x="117961" y="846474"/>
                  </a:lnTo>
                  <a:lnTo>
                    <a:pt x="117691" y="844807"/>
                  </a:lnTo>
                  <a:lnTo>
                    <a:pt x="117417" y="843141"/>
                  </a:lnTo>
                  <a:lnTo>
                    <a:pt x="117139" y="841475"/>
                  </a:lnTo>
                  <a:lnTo>
                    <a:pt x="116856" y="839809"/>
                  </a:lnTo>
                  <a:lnTo>
                    <a:pt x="116568" y="838142"/>
                  </a:lnTo>
                  <a:lnTo>
                    <a:pt x="116278" y="836476"/>
                  </a:lnTo>
                  <a:lnTo>
                    <a:pt x="115985" y="834810"/>
                  </a:lnTo>
                  <a:lnTo>
                    <a:pt x="115689" y="833143"/>
                  </a:lnTo>
                  <a:lnTo>
                    <a:pt x="115390" y="831477"/>
                  </a:lnTo>
                  <a:lnTo>
                    <a:pt x="115090" y="829811"/>
                  </a:lnTo>
                  <a:lnTo>
                    <a:pt x="114788" y="828145"/>
                  </a:lnTo>
                  <a:lnTo>
                    <a:pt x="114486" y="826478"/>
                  </a:lnTo>
                  <a:lnTo>
                    <a:pt x="114183" y="824812"/>
                  </a:lnTo>
                  <a:lnTo>
                    <a:pt x="113881" y="823146"/>
                  </a:lnTo>
                  <a:lnTo>
                    <a:pt x="113580" y="821479"/>
                  </a:lnTo>
                  <a:lnTo>
                    <a:pt x="113279" y="819813"/>
                  </a:lnTo>
                  <a:lnTo>
                    <a:pt x="112981" y="818147"/>
                  </a:lnTo>
                  <a:lnTo>
                    <a:pt x="112686" y="816481"/>
                  </a:lnTo>
                  <a:lnTo>
                    <a:pt x="112393" y="814814"/>
                  </a:lnTo>
                  <a:lnTo>
                    <a:pt x="112104" y="813148"/>
                  </a:lnTo>
                  <a:lnTo>
                    <a:pt x="111818" y="811482"/>
                  </a:lnTo>
                  <a:lnTo>
                    <a:pt x="111539" y="809815"/>
                  </a:lnTo>
                  <a:lnTo>
                    <a:pt x="111264" y="808149"/>
                  </a:lnTo>
                  <a:lnTo>
                    <a:pt x="110995" y="806483"/>
                  </a:lnTo>
                  <a:lnTo>
                    <a:pt x="110732" y="804816"/>
                  </a:lnTo>
                  <a:lnTo>
                    <a:pt x="110476" y="803150"/>
                  </a:lnTo>
                  <a:lnTo>
                    <a:pt x="110228" y="801484"/>
                  </a:lnTo>
                  <a:lnTo>
                    <a:pt x="109987" y="799818"/>
                  </a:lnTo>
                  <a:lnTo>
                    <a:pt x="109753" y="798151"/>
                  </a:lnTo>
                  <a:lnTo>
                    <a:pt x="109526" y="796485"/>
                  </a:lnTo>
                  <a:lnTo>
                    <a:pt x="109310" y="794819"/>
                  </a:lnTo>
                  <a:lnTo>
                    <a:pt x="109101" y="793152"/>
                  </a:lnTo>
                  <a:lnTo>
                    <a:pt x="108899" y="791486"/>
                  </a:lnTo>
                  <a:lnTo>
                    <a:pt x="108705" y="789820"/>
                  </a:lnTo>
                  <a:lnTo>
                    <a:pt x="108519" y="788154"/>
                  </a:lnTo>
                  <a:lnTo>
                    <a:pt x="108342" y="786487"/>
                  </a:lnTo>
                  <a:lnTo>
                    <a:pt x="108170" y="784821"/>
                  </a:lnTo>
                  <a:lnTo>
                    <a:pt x="108005" y="783155"/>
                  </a:lnTo>
                  <a:lnTo>
                    <a:pt x="107846" y="781488"/>
                  </a:lnTo>
                  <a:lnTo>
                    <a:pt x="107694" y="779822"/>
                  </a:lnTo>
                  <a:lnTo>
                    <a:pt x="107546" y="778156"/>
                  </a:lnTo>
                  <a:lnTo>
                    <a:pt x="107401" y="776490"/>
                  </a:lnTo>
                  <a:lnTo>
                    <a:pt x="107259" y="774823"/>
                  </a:lnTo>
                  <a:lnTo>
                    <a:pt x="107120" y="773157"/>
                  </a:lnTo>
                  <a:lnTo>
                    <a:pt x="106983" y="771491"/>
                  </a:lnTo>
                  <a:lnTo>
                    <a:pt x="106845" y="769824"/>
                  </a:lnTo>
                  <a:lnTo>
                    <a:pt x="106707" y="768158"/>
                  </a:lnTo>
                  <a:lnTo>
                    <a:pt x="106567" y="766492"/>
                  </a:lnTo>
                  <a:lnTo>
                    <a:pt x="106424" y="764826"/>
                  </a:lnTo>
                  <a:lnTo>
                    <a:pt x="106277" y="763159"/>
                  </a:lnTo>
                  <a:lnTo>
                    <a:pt x="106126" y="761493"/>
                  </a:lnTo>
                  <a:lnTo>
                    <a:pt x="105970" y="759827"/>
                  </a:lnTo>
                  <a:lnTo>
                    <a:pt x="105807" y="758160"/>
                  </a:lnTo>
                  <a:lnTo>
                    <a:pt x="105635" y="756494"/>
                  </a:lnTo>
                  <a:lnTo>
                    <a:pt x="105457" y="754828"/>
                  </a:lnTo>
                  <a:lnTo>
                    <a:pt x="105270" y="753162"/>
                  </a:lnTo>
                  <a:lnTo>
                    <a:pt x="105073" y="751495"/>
                  </a:lnTo>
                  <a:lnTo>
                    <a:pt x="104864" y="749829"/>
                  </a:lnTo>
                  <a:lnTo>
                    <a:pt x="104645" y="748163"/>
                  </a:lnTo>
                  <a:lnTo>
                    <a:pt x="104417" y="746496"/>
                  </a:lnTo>
                  <a:lnTo>
                    <a:pt x="104177" y="744830"/>
                  </a:lnTo>
                  <a:lnTo>
                    <a:pt x="103923" y="743164"/>
                  </a:lnTo>
                  <a:lnTo>
                    <a:pt x="103657" y="741498"/>
                  </a:lnTo>
                  <a:lnTo>
                    <a:pt x="103380" y="739831"/>
                  </a:lnTo>
                  <a:lnTo>
                    <a:pt x="103092" y="738165"/>
                  </a:lnTo>
                  <a:lnTo>
                    <a:pt x="102790" y="736499"/>
                  </a:lnTo>
                  <a:lnTo>
                    <a:pt x="102475" y="734832"/>
                  </a:lnTo>
                  <a:lnTo>
                    <a:pt x="102149" y="733166"/>
                  </a:lnTo>
                  <a:lnTo>
                    <a:pt x="101812" y="731500"/>
                  </a:lnTo>
                  <a:lnTo>
                    <a:pt x="101465" y="729834"/>
                  </a:lnTo>
                  <a:lnTo>
                    <a:pt x="101103" y="728167"/>
                  </a:lnTo>
                  <a:lnTo>
                    <a:pt x="100732" y="726501"/>
                  </a:lnTo>
                  <a:lnTo>
                    <a:pt x="100352" y="724835"/>
                  </a:lnTo>
                  <a:lnTo>
                    <a:pt x="99962" y="723168"/>
                  </a:lnTo>
                  <a:lnTo>
                    <a:pt x="99562" y="721502"/>
                  </a:lnTo>
                  <a:lnTo>
                    <a:pt x="99153" y="719836"/>
                  </a:lnTo>
                  <a:lnTo>
                    <a:pt x="98737" y="718170"/>
                  </a:lnTo>
                  <a:lnTo>
                    <a:pt x="98314" y="716503"/>
                  </a:lnTo>
                  <a:lnTo>
                    <a:pt x="97885" y="714837"/>
                  </a:lnTo>
                  <a:lnTo>
                    <a:pt x="97448" y="713171"/>
                  </a:lnTo>
                  <a:lnTo>
                    <a:pt x="97006" y="711504"/>
                  </a:lnTo>
                  <a:lnTo>
                    <a:pt x="96560" y="709838"/>
                  </a:lnTo>
                  <a:lnTo>
                    <a:pt x="96110" y="708172"/>
                  </a:lnTo>
                  <a:lnTo>
                    <a:pt x="95657" y="706506"/>
                  </a:lnTo>
                  <a:lnTo>
                    <a:pt x="95201" y="704839"/>
                  </a:lnTo>
                  <a:lnTo>
                    <a:pt x="94743" y="703173"/>
                  </a:lnTo>
                  <a:lnTo>
                    <a:pt x="94283" y="701507"/>
                  </a:lnTo>
                  <a:lnTo>
                    <a:pt x="93823" y="699840"/>
                  </a:lnTo>
                  <a:lnTo>
                    <a:pt x="93363" y="698174"/>
                  </a:lnTo>
                  <a:lnTo>
                    <a:pt x="92903" y="696508"/>
                  </a:lnTo>
                  <a:lnTo>
                    <a:pt x="92445" y="694841"/>
                  </a:lnTo>
                  <a:lnTo>
                    <a:pt x="91988" y="693175"/>
                  </a:lnTo>
                  <a:lnTo>
                    <a:pt x="91533" y="691509"/>
                  </a:lnTo>
                  <a:lnTo>
                    <a:pt x="91081" y="689843"/>
                  </a:lnTo>
                  <a:lnTo>
                    <a:pt x="90631" y="688176"/>
                  </a:lnTo>
                  <a:lnTo>
                    <a:pt x="90185" y="686510"/>
                  </a:lnTo>
                  <a:lnTo>
                    <a:pt x="89742" y="684844"/>
                  </a:lnTo>
                  <a:lnTo>
                    <a:pt x="89304" y="683177"/>
                  </a:lnTo>
                  <a:lnTo>
                    <a:pt x="88870" y="681511"/>
                  </a:lnTo>
                  <a:lnTo>
                    <a:pt x="88440" y="679845"/>
                  </a:lnTo>
                  <a:lnTo>
                    <a:pt x="88014" y="678179"/>
                  </a:lnTo>
                  <a:lnTo>
                    <a:pt x="87593" y="676512"/>
                  </a:lnTo>
                  <a:lnTo>
                    <a:pt x="87177" y="674846"/>
                  </a:lnTo>
                  <a:lnTo>
                    <a:pt x="86765" y="673180"/>
                  </a:lnTo>
                  <a:lnTo>
                    <a:pt x="86357" y="671513"/>
                  </a:lnTo>
                  <a:lnTo>
                    <a:pt x="85954" y="669847"/>
                  </a:lnTo>
                  <a:lnTo>
                    <a:pt x="85555" y="668181"/>
                  </a:lnTo>
                  <a:lnTo>
                    <a:pt x="85161" y="666515"/>
                  </a:lnTo>
                  <a:lnTo>
                    <a:pt x="84769" y="664848"/>
                  </a:lnTo>
                  <a:lnTo>
                    <a:pt x="84382" y="663182"/>
                  </a:lnTo>
                  <a:lnTo>
                    <a:pt x="83998" y="661516"/>
                  </a:lnTo>
                  <a:lnTo>
                    <a:pt x="83617" y="659849"/>
                  </a:lnTo>
                  <a:lnTo>
                    <a:pt x="83238" y="658183"/>
                  </a:lnTo>
                  <a:lnTo>
                    <a:pt x="82862" y="656517"/>
                  </a:lnTo>
                  <a:lnTo>
                    <a:pt x="82487" y="654851"/>
                  </a:lnTo>
                  <a:lnTo>
                    <a:pt x="82114" y="653184"/>
                  </a:lnTo>
                  <a:lnTo>
                    <a:pt x="81741" y="651518"/>
                  </a:lnTo>
                  <a:lnTo>
                    <a:pt x="81369" y="649852"/>
                  </a:lnTo>
                  <a:lnTo>
                    <a:pt x="80997" y="648185"/>
                  </a:lnTo>
                  <a:lnTo>
                    <a:pt x="80624" y="646519"/>
                  </a:lnTo>
                  <a:lnTo>
                    <a:pt x="80250" y="644853"/>
                  </a:lnTo>
                  <a:lnTo>
                    <a:pt x="79873" y="643187"/>
                  </a:lnTo>
                  <a:lnTo>
                    <a:pt x="79495" y="641520"/>
                  </a:lnTo>
                  <a:lnTo>
                    <a:pt x="79112" y="639854"/>
                  </a:lnTo>
                  <a:lnTo>
                    <a:pt x="78725" y="638188"/>
                  </a:lnTo>
                  <a:lnTo>
                    <a:pt x="78334" y="636521"/>
                  </a:lnTo>
                  <a:lnTo>
                    <a:pt x="77937" y="634855"/>
                  </a:lnTo>
                  <a:lnTo>
                    <a:pt x="77535" y="633189"/>
                  </a:lnTo>
                  <a:lnTo>
                    <a:pt x="77123" y="631523"/>
                  </a:lnTo>
                  <a:lnTo>
                    <a:pt x="76703" y="629856"/>
                  </a:lnTo>
                  <a:lnTo>
                    <a:pt x="76274" y="628190"/>
                  </a:lnTo>
                  <a:lnTo>
                    <a:pt x="75837" y="626524"/>
                  </a:lnTo>
                  <a:lnTo>
                    <a:pt x="75386" y="624857"/>
                  </a:lnTo>
                  <a:lnTo>
                    <a:pt x="74921" y="623191"/>
                  </a:lnTo>
                  <a:lnTo>
                    <a:pt x="74445" y="621525"/>
                  </a:lnTo>
                  <a:lnTo>
                    <a:pt x="73955" y="619859"/>
                  </a:lnTo>
                  <a:lnTo>
                    <a:pt x="73449" y="618192"/>
                  </a:lnTo>
                  <a:lnTo>
                    <a:pt x="72923" y="616526"/>
                  </a:lnTo>
                  <a:lnTo>
                    <a:pt x="72381" y="614860"/>
                  </a:lnTo>
                  <a:lnTo>
                    <a:pt x="71821" y="613193"/>
                  </a:lnTo>
                  <a:lnTo>
                    <a:pt x="71243" y="611527"/>
                  </a:lnTo>
                  <a:lnTo>
                    <a:pt x="70640" y="609861"/>
                  </a:lnTo>
                  <a:lnTo>
                    <a:pt x="70015" y="608195"/>
                  </a:lnTo>
                  <a:lnTo>
                    <a:pt x="69369" y="606528"/>
                  </a:lnTo>
                  <a:lnTo>
                    <a:pt x="68701" y="604862"/>
                  </a:lnTo>
                  <a:lnTo>
                    <a:pt x="68009" y="603196"/>
                  </a:lnTo>
                  <a:lnTo>
                    <a:pt x="67288" y="601529"/>
                  </a:lnTo>
                  <a:lnTo>
                    <a:pt x="66545" y="599863"/>
                  </a:lnTo>
                  <a:lnTo>
                    <a:pt x="65778" y="598197"/>
                  </a:lnTo>
                  <a:lnTo>
                    <a:pt x="64989" y="596531"/>
                  </a:lnTo>
                  <a:lnTo>
                    <a:pt x="64168" y="594864"/>
                  </a:lnTo>
                  <a:lnTo>
                    <a:pt x="63323" y="593198"/>
                  </a:lnTo>
                  <a:lnTo>
                    <a:pt x="62456" y="591532"/>
                  </a:lnTo>
                  <a:lnTo>
                    <a:pt x="61567" y="589865"/>
                  </a:lnTo>
                  <a:lnTo>
                    <a:pt x="60653" y="588199"/>
                  </a:lnTo>
                  <a:lnTo>
                    <a:pt x="59714" y="586533"/>
                  </a:lnTo>
                  <a:lnTo>
                    <a:pt x="58755" y="584867"/>
                  </a:lnTo>
                  <a:lnTo>
                    <a:pt x="57778" y="583200"/>
                  </a:lnTo>
                  <a:lnTo>
                    <a:pt x="56784" y="581534"/>
                  </a:lnTo>
                  <a:lnTo>
                    <a:pt x="55766" y="579868"/>
                  </a:lnTo>
                  <a:lnTo>
                    <a:pt x="54735" y="578201"/>
                  </a:lnTo>
                  <a:lnTo>
                    <a:pt x="53691" y="576535"/>
                  </a:lnTo>
                  <a:lnTo>
                    <a:pt x="52634" y="574869"/>
                  </a:lnTo>
                  <a:lnTo>
                    <a:pt x="51566" y="573202"/>
                  </a:lnTo>
                  <a:lnTo>
                    <a:pt x="50487" y="571536"/>
                  </a:lnTo>
                  <a:lnTo>
                    <a:pt x="49403" y="569870"/>
                  </a:lnTo>
                  <a:lnTo>
                    <a:pt x="48313" y="568204"/>
                  </a:lnTo>
                  <a:lnTo>
                    <a:pt x="47219" y="566537"/>
                  </a:lnTo>
                  <a:lnTo>
                    <a:pt x="46124" y="564871"/>
                  </a:lnTo>
                  <a:lnTo>
                    <a:pt x="45028" y="563205"/>
                  </a:lnTo>
                  <a:lnTo>
                    <a:pt x="43935" y="561538"/>
                  </a:lnTo>
                  <a:lnTo>
                    <a:pt x="42844" y="559872"/>
                  </a:lnTo>
                  <a:lnTo>
                    <a:pt x="41759" y="558206"/>
                  </a:lnTo>
                  <a:lnTo>
                    <a:pt x="40682" y="556540"/>
                  </a:lnTo>
                  <a:lnTo>
                    <a:pt x="39612" y="554873"/>
                  </a:lnTo>
                  <a:lnTo>
                    <a:pt x="38550" y="553207"/>
                  </a:lnTo>
                  <a:lnTo>
                    <a:pt x="37499" y="551541"/>
                  </a:lnTo>
                  <a:lnTo>
                    <a:pt x="36462" y="549874"/>
                  </a:lnTo>
                  <a:lnTo>
                    <a:pt x="35437" y="548208"/>
                  </a:lnTo>
                  <a:lnTo>
                    <a:pt x="34425" y="546542"/>
                  </a:lnTo>
                  <a:lnTo>
                    <a:pt x="33426" y="544876"/>
                  </a:lnTo>
                  <a:lnTo>
                    <a:pt x="32445" y="543209"/>
                  </a:lnTo>
                  <a:lnTo>
                    <a:pt x="31480" y="541543"/>
                  </a:lnTo>
                  <a:lnTo>
                    <a:pt x="30530" y="539877"/>
                  </a:lnTo>
                  <a:lnTo>
                    <a:pt x="30446" y="539727"/>
                  </a:lnTo>
                  <a:lnTo>
                    <a:pt x="29595" y="538210"/>
                  </a:lnTo>
                  <a:lnTo>
                    <a:pt x="28678" y="536544"/>
                  </a:lnTo>
                  <a:lnTo>
                    <a:pt x="27781" y="534878"/>
                  </a:lnTo>
                  <a:lnTo>
                    <a:pt x="26900" y="533212"/>
                  </a:lnTo>
                  <a:lnTo>
                    <a:pt x="26034" y="531545"/>
                  </a:lnTo>
                  <a:lnTo>
                    <a:pt x="25184" y="529879"/>
                  </a:lnTo>
                  <a:lnTo>
                    <a:pt x="24356" y="528213"/>
                  </a:lnTo>
                  <a:lnTo>
                    <a:pt x="23543" y="526546"/>
                  </a:lnTo>
                  <a:lnTo>
                    <a:pt x="22746" y="524880"/>
                  </a:lnTo>
                  <a:lnTo>
                    <a:pt x="21964" y="523214"/>
                  </a:lnTo>
                  <a:lnTo>
                    <a:pt x="21199" y="521548"/>
                  </a:lnTo>
                  <a:lnTo>
                    <a:pt x="20451" y="519881"/>
                  </a:lnTo>
                  <a:lnTo>
                    <a:pt x="19718" y="518215"/>
                  </a:lnTo>
                  <a:lnTo>
                    <a:pt x="18999" y="516549"/>
                  </a:lnTo>
                  <a:lnTo>
                    <a:pt x="18293" y="514882"/>
                  </a:lnTo>
                  <a:lnTo>
                    <a:pt x="17605" y="513216"/>
                  </a:lnTo>
                  <a:lnTo>
                    <a:pt x="16930" y="511550"/>
                  </a:lnTo>
                  <a:lnTo>
                    <a:pt x="16268" y="509884"/>
                  </a:lnTo>
                  <a:lnTo>
                    <a:pt x="15619" y="508217"/>
                  </a:lnTo>
                  <a:lnTo>
                    <a:pt x="14984" y="506551"/>
                  </a:lnTo>
                  <a:lnTo>
                    <a:pt x="14363" y="504885"/>
                  </a:lnTo>
                  <a:lnTo>
                    <a:pt x="13755" y="503218"/>
                  </a:lnTo>
                  <a:lnTo>
                    <a:pt x="13159" y="501552"/>
                  </a:lnTo>
                  <a:lnTo>
                    <a:pt x="12576" y="499886"/>
                  </a:lnTo>
                  <a:lnTo>
                    <a:pt x="12009" y="498220"/>
                  </a:lnTo>
                  <a:lnTo>
                    <a:pt x="11455" y="496553"/>
                  </a:lnTo>
                  <a:lnTo>
                    <a:pt x="10914" y="494887"/>
                  </a:lnTo>
                  <a:lnTo>
                    <a:pt x="10386" y="493221"/>
                  </a:lnTo>
                  <a:lnTo>
                    <a:pt x="9874" y="491554"/>
                  </a:lnTo>
                  <a:lnTo>
                    <a:pt x="9378" y="489888"/>
                  </a:lnTo>
                  <a:lnTo>
                    <a:pt x="8896" y="488222"/>
                  </a:lnTo>
                  <a:lnTo>
                    <a:pt x="8429" y="486556"/>
                  </a:lnTo>
                  <a:lnTo>
                    <a:pt x="7978" y="484889"/>
                  </a:lnTo>
                  <a:lnTo>
                    <a:pt x="7547" y="483223"/>
                  </a:lnTo>
                  <a:lnTo>
                    <a:pt x="7132" y="481557"/>
                  </a:lnTo>
                  <a:lnTo>
                    <a:pt x="6732" y="479890"/>
                  </a:lnTo>
                  <a:lnTo>
                    <a:pt x="6349" y="478224"/>
                  </a:lnTo>
                  <a:lnTo>
                    <a:pt x="5987" y="476558"/>
                  </a:lnTo>
                  <a:lnTo>
                    <a:pt x="5643" y="474892"/>
                  </a:lnTo>
                  <a:lnTo>
                    <a:pt x="5316" y="473225"/>
                  </a:lnTo>
                  <a:lnTo>
                    <a:pt x="5006" y="471559"/>
                  </a:lnTo>
                  <a:lnTo>
                    <a:pt x="4713" y="469893"/>
                  </a:lnTo>
                  <a:lnTo>
                    <a:pt x="4441" y="468226"/>
                  </a:lnTo>
                  <a:lnTo>
                    <a:pt x="4184" y="466560"/>
                  </a:lnTo>
                  <a:lnTo>
                    <a:pt x="3943" y="464894"/>
                  </a:lnTo>
                  <a:lnTo>
                    <a:pt x="3715" y="463227"/>
                  </a:lnTo>
                  <a:lnTo>
                    <a:pt x="3506" y="461561"/>
                  </a:lnTo>
                  <a:lnTo>
                    <a:pt x="3310" y="459895"/>
                  </a:lnTo>
                  <a:lnTo>
                    <a:pt x="3126" y="458229"/>
                  </a:lnTo>
                  <a:lnTo>
                    <a:pt x="2953" y="456562"/>
                  </a:lnTo>
                  <a:lnTo>
                    <a:pt x="2790" y="454896"/>
                  </a:lnTo>
                  <a:lnTo>
                    <a:pt x="2638" y="453230"/>
                  </a:lnTo>
                  <a:lnTo>
                    <a:pt x="2493" y="451563"/>
                  </a:lnTo>
                  <a:lnTo>
                    <a:pt x="2354" y="449897"/>
                  </a:lnTo>
                  <a:lnTo>
                    <a:pt x="2221" y="448231"/>
                  </a:lnTo>
                  <a:lnTo>
                    <a:pt x="2092" y="446565"/>
                  </a:lnTo>
                  <a:lnTo>
                    <a:pt x="1957" y="444786"/>
                  </a:lnTo>
                  <a:lnTo>
                    <a:pt x="1842" y="443232"/>
                  </a:lnTo>
                  <a:lnTo>
                    <a:pt x="1719" y="441566"/>
                  </a:lnTo>
                  <a:lnTo>
                    <a:pt x="1596" y="439899"/>
                  </a:lnTo>
                  <a:lnTo>
                    <a:pt x="1473" y="438233"/>
                  </a:lnTo>
                  <a:lnTo>
                    <a:pt x="1350" y="436567"/>
                  </a:lnTo>
                  <a:lnTo>
                    <a:pt x="1227" y="434901"/>
                  </a:lnTo>
                  <a:lnTo>
                    <a:pt x="1103" y="433234"/>
                  </a:lnTo>
                  <a:lnTo>
                    <a:pt x="979" y="431568"/>
                  </a:lnTo>
                  <a:lnTo>
                    <a:pt x="856" y="429902"/>
                  </a:lnTo>
                  <a:lnTo>
                    <a:pt x="734" y="428235"/>
                  </a:lnTo>
                  <a:lnTo>
                    <a:pt x="616" y="426569"/>
                  </a:lnTo>
                  <a:lnTo>
                    <a:pt x="501" y="424903"/>
                  </a:lnTo>
                  <a:lnTo>
                    <a:pt x="394" y="423237"/>
                  </a:lnTo>
                  <a:lnTo>
                    <a:pt x="295" y="421570"/>
                  </a:lnTo>
                  <a:lnTo>
                    <a:pt x="205" y="419904"/>
                  </a:lnTo>
                  <a:lnTo>
                    <a:pt x="126" y="418238"/>
                  </a:lnTo>
                  <a:lnTo>
                    <a:pt x="66" y="416571"/>
                  </a:lnTo>
                  <a:lnTo>
                    <a:pt x="24" y="414905"/>
                  </a:lnTo>
                  <a:lnTo>
                    <a:pt x="1" y="413239"/>
                  </a:lnTo>
                  <a:lnTo>
                    <a:pt x="0" y="411573"/>
                  </a:lnTo>
                  <a:lnTo>
                    <a:pt x="28" y="409906"/>
                  </a:lnTo>
                  <a:lnTo>
                    <a:pt x="88" y="408240"/>
                  </a:lnTo>
                  <a:lnTo>
                    <a:pt x="179" y="406574"/>
                  </a:lnTo>
                  <a:lnTo>
                    <a:pt x="301" y="404907"/>
                  </a:lnTo>
                  <a:lnTo>
                    <a:pt x="460" y="403241"/>
                  </a:lnTo>
                  <a:lnTo>
                    <a:pt x="669" y="401575"/>
                  </a:lnTo>
                  <a:lnTo>
                    <a:pt x="917" y="399909"/>
                  </a:lnTo>
                  <a:lnTo>
                    <a:pt x="1206" y="398242"/>
                  </a:lnTo>
                  <a:lnTo>
                    <a:pt x="1538" y="396576"/>
                  </a:lnTo>
                  <a:lnTo>
                    <a:pt x="1925" y="394910"/>
                  </a:lnTo>
                  <a:lnTo>
                    <a:pt x="2363" y="393243"/>
                  </a:lnTo>
                  <a:lnTo>
                    <a:pt x="2846" y="391577"/>
                  </a:lnTo>
                  <a:lnTo>
                    <a:pt x="3375" y="389911"/>
                  </a:lnTo>
                  <a:lnTo>
                    <a:pt x="3953" y="388245"/>
                  </a:lnTo>
                  <a:lnTo>
                    <a:pt x="4590" y="386578"/>
                  </a:lnTo>
                  <a:lnTo>
                    <a:pt x="5271" y="384912"/>
                  </a:lnTo>
                  <a:lnTo>
                    <a:pt x="5995" y="383246"/>
                  </a:lnTo>
                  <a:lnTo>
                    <a:pt x="6760" y="381579"/>
                  </a:lnTo>
                  <a:lnTo>
                    <a:pt x="7576" y="379913"/>
                  </a:lnTo>
                  <a:lnTo>
                    <a:pt x="8433" y="378247"/>
                  </a:lnTo>
                  <a:lnTo>
                    <a:pt x="9322" y="376581"/>
                  </a:lnTo>
                  <a:lnTo>
                    <a:pt x="10244" y="374914"/>
                  </a:lnTo>
                  <a:lnTo>
                    <a:pt x="11198" y="373248"/>
                  </a:lnTo>
                  <a:lnTo>
                    <a:pt x="12183" y="371582"/>
                  </a:lnTo>
                  <a:lnTo>
                    <a:pt x="13189" y="369915"/>
                  </a:lnTo>
                  <a:lnTo>
                    <a:pt x="14212" y="368249"/>
                  </a:lnTo>
                  <a:lnTo>
                    <a:pt x="15251" y="366583"/>
                  </a:lnTo>
                  <a:lnTo>
                    <a:pt x="16305" y="364917"/>
                  </a:lnTo>
                  <a:lnTo>
                    <a:pt x="17365" y="363250"/>
                  </a:lnTo>
                  <a:lnTo>
                    <a:pt x="18429" y="361584"/>
                  </a:lnTo>
                  <a:lnTo>
                    <a:pt x="19493" y="359918"/>
                  </a:lnTo>
                  <a:lnTo>
                    <a:pt x="20555" y="358251"/>
                  </a:lnTo>
                  <a:lnTo>
                    <a:pt x="21631" y="356550"/>
                  </a:lnTo>
                  <a:lnTo>
                    <a:pt x="22655" y="354919"/>
                  </a:lnTo>
                  <a:lnTo>
                    <a:pt x="23690" y="353253"/>
                  </a:lnTo>
                  <a:lnTo>
                    <a:pt x="24713" y="351586"/>
                  </a:lnTo>
                  <a:lnTo>
                    <a:pt x="25716" y="349920"/>
                  </a:lnTo>
                  <a:lnTo>
                    <a:pt x="26702" y="348254"/>
                  </a:lnTo>
                  <a:lnTo>
                    <a:pt x="27673" y="346587"/>
                  </a:lnTo>
                  <a:lnTo>
                    <a:pt x="28625" y="344921"/>
                  </a:lnTo>
                  <a:lnTo>
                    <a:pt x="29557" y="343255"/>
                  </a:lnTo>
                  <a:lnTo>
                    <a:pt x="30468" y="341588"/>
                  </a:lnTo>
                  <a:lnTo>
                    <a:pt x="31362" y="339922"/>
                  </a:lnTo>
                  <a:lnTo>
                    <a:pt x="32240" y="338256"/>
                  </a:lnTo>
                  <a:lnTo>
                    <a:pt x="33103" y="336590"/>
                  </a:lnTo>
                  <a:lnTo>
                    <a:pt x="33946" y="334923"/>
                  </a:lnTo>
                  <a:lnTo>
                    <a:pt x="34777" y="333257"/>
                  </a:lnTo>
                  <a:lnTo>
                    <a:pt x="35598" y="331591"/>
                  </a:lnTo>
                  <a:lnTo>
                    <a:pt x="36410" y="329924"/>
                  </a:lnTo>
                  <a:lnTo>
                    <a:pt x="37213" y="328258"/>
                  </a:lnTo>
                  <a:lnTo>
                    <a:pt x="38012" y="326592"/>
                  </a:lnTo>
                  <a:lnTo>
                    <a:pt x="38809" y="324926"/>
                  </a:lnTo>
                  <a:lnTo>
                    <a:pt x="39606" y="323259"/>
                  </a:lnTo>
                  <a:lnTo>
                    <a:pt x="40404" y="321593"/>
                  </a:lnTo>
                  <a:lnTo>
                    <a:pt x="41208" y="319927"/>
                  </a:lnTo>
                  <a:lnTo>
                    <a:pt x="42018" y="318260"/>
                  </a:lnTo>
                  <a:lnTo>
                    <a:pt x="42837" y="316594"/>
                  </a:lnTo>
                  <a:lnTo>
                    <a:pt x="43664" y="314928"/>
                  </a:lnTo>
                  <a:lnTo>
                    <a:pt x="44506" y="313262"/>
                  </a:lnTo>
                  <a:lnTo>
                    <a:pt x="45363" y="311595"/>
                  </a:lnTo>
                  <a:lnTo>
                    <a:pt x="46233" y="309929"/>
                  </a:lnTo>
                  <a:lnTo>
                    <a:pt x="47118" y="308263"/>
                  </a:lnTo>
                  <a:lnTo>
                    <a:pt x="48019" y="306596"/>
                  </a:lnTo>
                  <a:lnTo>
                    <a:pt x="48942" y="304930"/>
                  </a:lnTo>
                  <a:lnTo>
                    <a:pt x="49880" y="303264"/>
                  </a:lnTo>
                  <a:lnTo>
                    <a:pt x="50835" y="301598"/>
                  </a:lnTo>
                  <a:lnTo>
                    <a:pt x="51807" y="299931"/>
                  </a:lnTo>
                  <a:lnTo>
                    <a:pt x="52800" y="298265"/>
                  </a:lnTo>
                  <a:lnTo>
                    <a:pt x="53809" y="296599"/>
                  </a:lnTo>
                  <a:lnTo>
                    <a:pt x="54833" y="294932"/>
                  </a:lnTo>
                  <a:lnTo>
                    <a:pt x="55871" y="293266"/>
                  </a:lnTo>
                  <a:lnTo>
                    <a:pt x="56925" y="291600"/>
                  </a:lnTo>
                  <a:lnTo>
                    <a:pt x="57994" y="289934"/>
                  </a:lnTo>
                  <a:lnTo>
                    <a:pt x="59074" y="288267"/>
                  </a:lnTo>
                  <a:lnTo>
                    <a:pt x="60164" y="286601"/>
                  </a:lnTo>
                  <a:lnTo>
                    <a:pt x="61263" y="284935"/>
                  </a:lnTo>
                  <a:lnTo>
                    <a:pt x="62373" y="283268"/>
                  </a:lnTo>
                  <a:lnTo>
                    <a:pt x="63488" y="281602"/>
                  </a:lnTo>
                  <a:lnTo>
                    <a:pt x="64607" y="279936"/>
                  </a:lnTo>
                  <a:lnTo>
                    <a:pt x="65730" y="278270"/>
                  </a:lnTo>
                  <a:lnTo>
                    <a:pt x="66856" y="276603"/>
                  </a:lnTo>
                  <a:lnTo>
                    <a:pt x="67982" y="274937"/>
                  </a:lnTo>
                  <a:lnTo>
                    <a:pt x="69107" y="273271"/>
                  </a:lnTo>
                  <a:lnTo>
                    <a:pt x="70230" y="271604"/>
                  </a:lnTo>
                  <a:lnTo>
                    <a:pt x="71350" y="269938"/>
                  </a:lnTo>
                  <a:lnTo>
                    <a:pt x="72464" y="268272"/>
                  </a:lnTo>
                  <a:lnTo>
                    <a:pt x="73571" y="266606"/>
                  </a:lnTo>
                  <a:lnTo>
                    <a:pt x="74672" y="264939"/>
                  </a:lnTo>
                  <a:lnTo>
                    <a:pt x="75764" y="263273"/>
                  </a:lnTo>
                  <a:lnTo>
                    <a:pt x="76846" y="261607"/>
                  </a:lnTo>
                  <a:lnTo>
                    <a:pt x="77915" y="259940"/>
                  </a:lnTo>
                  <a:lnTo>
                    <a:pt x="78973" y="258274"/>
                  </a:lnTo>
                  <a:lnTo>
                    <a:pt x="80019" y="256608"/>
                  </a:lnTo>
                  <a:lnTo>
                    <a:pt x="81052" y="254942"/>
                  </a:lnTo>
                  <a:lnTo>
                    <a:pt x="82066" y="253275"/>
                  </a:lnTo>
                  <a:lnTo>
                    <a:pt x="83065" y="251609"/>
                  </a:lnTo>
                  <a:lnTo>
                    <a:pt x="84048" y="249943"/>
                  </a:lnTo>
                  <a:lnTo>
                    <a:pt x="85016" y="248276"/>
                  </a:lnTo>
                  <a:lnTo>
                    <a:pt x="85962" y="246610"/>
                  </a:lnTo>
                  <a:lnTo>
                    <a:pt x="86888" y="244944"/>
                  </a:lnTo>
                  <a:lnTo>
                    <a:pt x="87795" y="243278"/>
                  </a:lnTo>
                  <a:lnTo>
                    <a:pt x="88683" y="241611"/>
                  </a:lnTo>
                  <a:lnTo>
                    <a:pt x="89551" y="239945"/>
                  </a:lnTo>
                  <a:lnTo>
                    <a:pt x="90391" y="238279"/>
                  </a:lnTo>
                  <a:lnTo>
                    <a:pt x="91210" y="236612"/>
                  </a:lnTo>
                  <a:lnTo>
                    <a:pt x="92007" y="234946"/>
                  </a:lnTo>
                  <a:lnTo>
                    <a:pt x="92782" y="233280"/>
                  </a:lnTo>
                  <a:lnTo>
                    <a:pt x="93527" y="231613"/>
                  </a:lnTo>
                  <a:lnTo>
                    <a:pt x="94247" y="229947"/>
                  </a:lnTo>
                  <a:lnTo>
                    <a:pt x="94942" y="228281"/>
                  </a:lnTo>
                  <a:lnTo>
                    <a:pt x="95613" y="226615"/>
                  </a:lnTo>
                  <a:lnTo>
                    <a:pt x="96256" y="224948"/>
                  </a:lnTo>
                  <a:lnTo>
                    <a:pt x="96865" y="223282"/>
                  </a:lnTo>
                  <a:lnTo>
                    <a:pt x="97449" y="221616"/>
                  </a:lnTo>
                  <a:lnTo>
                    <a:pt x="98006" y="219949"/>
                  </a:lnTo>
                  <a:lnTo>
                    <a:pt x="98536" y="218283"/>
                  </a:lnTo>
                  <a:lnTo>
                    <a:pt x="99029" y="216617"/>
                  </a:lnTo>
                  <a:lnTo>
                    <a:pt x="99493" y="214951"/>
                  </a:lnTo>
                  <a:lnTo>
                    <a:pt x="99929" y="213284"/>
                  </a:lnTo>
                  <a:lnTo>
                    <a:pt x="100337" y="211618"/>
                  </a:lnTo>
                  <a:lnTo>
                    <a:pt x="100713" y="209952"/>
                  </a:lnTo>
                  <a:lnTo>
                    <a:pt x="101054" y="208285"/>
                  </a:lnTo>
                  <a:lnTo>
                    <a:pt x="101366" y="206619"/>
                  </a:lnTo>
                  <a:lnTo>
                    <a:pt x="101651" y="204953"/>
                  </a:lnTo>
                  <a:lnTo>
                    <a:pt x="101908" y="203287"/>
                  </a:lnTo>
                  <a:lnTo>
                    <a:pt x="102128" y="201620"/>
                  </a:lnTo>
                  <a:lnTo>
                    <a:pt x="102321" y="199954"/>
                  </a:lnTo>
                  <a:lnTo>
                    <a:pt x="102488" y="198288"/>
                  </a:lnTo>
                  <a:lnTo>
                    <a:pt x="102629" y="196621"/>
                  </a:lnTo>
                  <a:lnTo>
                    <a:pt x="102742" y="194955"/>
                  </a:lnTo>
                  <a:lnTo>
                    <a:pt x="102827" y="193289"/>
                  </a:lnTo>
                  <a:lnTo>
                    <a:pt x="102890" y="191623"/>
                  </a:lnTo>
                  <a:lnTo>
                    <a:pt x="102933" y="189956"/>
                  </a:lnTo>
                  <a:lnTo>
                    <a:pt x="102956" y="188290"/>
                  </a:lnTo>
                  <a:lnTo>
                    <a:pt x="102955" y="186624"/>
                  </a:lnTo>
                  <a:lnTo>
                    <a:pt x="102938" y="184957"/>
                  </a:lnTo>
                  <a:lnTo>
                    <a:pt x="102908" y="183291"/>
                  </a:lnTo>
                  <a:lnTo>
                    <a:pt x="102865" y="181625"/>
                  </a:lnTo>
                  <a:lnTo>
                    <a:pt x="102809" y="179959"/>
                  </a:lnTo>
                  <a:lnTo>
                    <a:pt x="102745" y="178292"/>
                  </a:lnTo>
                  <a:lnTo>
                    <a:pt x="102676" y="176626"/>
                  </a:lnTo>
                  <a:lnTo>
                    <a:pt x="102602" y="174960"/>
                  </a:lnTo>
                  <a:lnTo>
                    <a:pt x="102527" y="173293"/>
                  </a:lnTo>
                  <a:lnTo>
                    <a:pt x="102454" y="171627"/>
                  </a:lnTo>
                  <a:lnTo>
                    <a:pt x="102384" y="169961"/>
                  </a:lnTo>
                  <a:lnTo>
                    <a:pt x="102320" y="168295"/>
                  </a:lnTo>
                  <a:lnTo>
                    <a:pt x="102263" y="166628"/>
                  </a:lnTo>
                  <a:lnTo>
                    <a:pt x="102218" y="164962"/>
                  </a:lnTo>
                  <a:lnTo>
                    <a:pt x="102187" y="163296"/>
                  </a:lnTo>
                  <a:lnTo>
                    <a:pt x="102171" y="161629"/>
                  </a:lnTo>
                  <a:lnTo>
                    <a:pt x="102169" y="159963"/>
                  </a:lnTo>
                  <a:lnTo>
                    <a:pt x="102186" y="158297"/>
                  </a:lnTo>
                  <a:lnTo>
                    <a:pt x="102229" y="156631"/>
                  </a:lnTo>
                  <a:lnTo>
                    <a:pt x="102291" y="154964"/>
                  </a:lnTo>
                  <a:lnTo>
                    <a:pt x="102375" y="153298"/>
                  </a:lnTo>
                  <a:lnTo>
                    <a:pt x="102481" y="151632"/>
                  </a:lnTo>
                  <a:lnTo>
                    <a:pt x="102618" y="149965"/>
                  </a:lnTo>
                  <a:lnTo>
                    <a:pt x="102780" y="148299"/>
                  </a:lnTo>
                  <a:lnTo>
                    <a:pt x="102967" y="146633"/>
                  </a:lnTo>
                  <a:lnTo>
                    <a:pt x="103178" y="144967"/>
                  </a:lnTo>
                  <a:lnTo>
                    <a:pt x="103416" y="143300"/>
                  </a:lnTo>
                  <a:lnTo>
                    <a:pt x="103684" y="141634"/>
                  </a:lnTo>
                  <a:lnTo>
                    <a:pt x="103976" y="139968"/>
                  </a:lnTo>
                  <a:lnTo>
                    <a:pt x="104290" y="138301"/>
                  </a:lnTo>
                  <a:lnTo>
                    <a:pt x="104626" y="136635"/>
                  </a:lnTo>
                  <a:lnTo>
                    <a:pt x="104991" y="134969"/>
                  </a:lnTo>
                  <a:lnTo>
                    <a:pt x="105376" y="133303"/>
                  </a:lnTo>
                  <a:lnTo>
                    <a:pt x="105778" y="131636"/>
                  </a:lnTo>
                  <a:lnTo>
                    <a:pt x="106198" y="129970"/>
                  </a:lnTo>
                  <a:lnTo>
                    <a:pt x="106636" y="128304"/>
                  </a:lnTo>
                  <a:lnTo>
                    <a:pt x="107090" y="126637"/>
                  </a:lnTo>
                  <a:lnTo>
                    <a:pt x="107556" y="124971"/>
                  </a:lnTo>
                  <a:lnTo>
                    <a:pt x="108031" y="123305"/>
                  </a:lnTo>
                  <a:lnTo>
                    <a:pt x="108515" y="121639"/>
                  </a:lnTo>
                  <a:lnTo>
                    <a:pt x="109008" y="119972"/>
                  </a:lnTo>
                  <a:lnTo>
                    <a:pt x="109504" y="118306"/>
                  </a:lnTo>
                  <a:lnTo>
                    <a:pt x="110003" y="116640"/>
                  </a:lnTo>
                  <a:lnTo>
                    <a:pt x="110502" y="114973"/>
                  </a:lnTo>
                  <a:lnTo>
                    <a:pt x="111001" y="113307"/>
                  </a:lnTo>
                  <a:lnTo>
                    <a:pt x="111495" y="111641"/>
                  </a:lnTo>
                  <a:lnTo>
                    <a:pt x="111985" y="109974"/>
                  </a:lnTo>
                  <a:lnTo>
                    <a:pt x="112469" y="108308"/>
                  </a:lnTo>
                  <a:lnTo>
                    <a:pt x="112945" y="106642"/>
                  </a:lnTo>
                  <a:lnTo>
                    <a:pt x="113409" y="104976"/>
                  </a:lnTo>
                  <a:lnTo>
                    <a:pt x="113862" y="103309"/>
                  </a:lnTo>
                  <a:lnTo>
                    <a:pt x="114303" y="101643"/>
                  </a:lnTo>
                  <a:lnTo>
                    <a:pt x="114733" y="99977"/>
                  </a:lnTo>
                  <a:lnTo>
                    <a:pt x="115146" y="98310"/>
                  </a:lnTo>
                  <a:lnTo>
                    <a:pt x="115542" y="96644"/>
                  </a:lnTo>
                  <a:lnTo>
                    <a:pt x="115923" y="94978"/>
                  </a:lnTo>
                  <a:lnTo>
                    <a:pt x="116289" y="93312"/>
                  </a:lnTo>
                  <a:lnTo>
                    <a:pt x="116638" y="91645"/>
                  </a:lnTo>
                  <a:lnTo>
                    <a:pt x="116965" y="89979"/>
                  </a:lnTo>
                  <a:lnTo>
                    <a:pt x="117276" y="88313"/>
                  </a:lnTo>
                  <a:lnTo>
                    <a:pt x="117569" y="86646"/>
                  </a:lnTo>
                  <a:lnTo>
                    <a:pt x="117846" y="84980"/>
                  </a:lnTo>
                  <a:lnTo>
                    <a:pt x="118102" y="83314"/>
                  </a:lnTo>
                  <a:lnTo>
                    <a:pt x="118339" y="81648"/>
                  </a:lnTo>
                  <a:lnTo>
                    <a:pt x="118560" y="79981"/>
                  </a:lnTo>
                  <a:lnTo>
                    <a:pt x="118764" y="78315"/>
                  </a:lnTo>
                  <a:lnTo>
                    <a:pt x="118951" y="76649"/>
                  </a:lnTo>
                  <a:lnTo>
                    <a:pt x="119118" y="74982"/>
                  </a:lnTo>
                  <a:lnTo>
                    <a:pt x="119271" y="73316"/>
                  </a:lnTo>
                  <a:lnTo>
                    <a:pt x="119409" y="71650"/>
                  </a:lnTo>
                  <a:lnTo>
                    <a:pt x="119533" y="69984"/>
                  </a:lnTo>
                  <a:lnTo>
                    <a:pt x="119640" y="68317"/>
                  </a:lnTo>
                  <a:lnTo>
                    <a:pt x="119733" y="66651"/>
                  </a:lnTo>
                  <a:lnTo>
                    <a:pt x="119815" y="64985"/>
                  </a:lnTo>
                  <a:lnTo>
                    <a:pt x="119885" y="63318"/>
                  </a:lnTo>
                  <a:lnTo>
                    <a:pt x="119944" y="61652"/>
                  </a:lnTo>
                  <a:lnTo>
                    <a:pt x="119990" y="59986"/>
                  </a:lnTo>
                  <a:lnTo>
                    <a:pt x="120028" y="58320"/>
                  </a:lnTo>
                  <a:lnTo>
                    <a:pt x="120058" y="56653"/>
                  </a:lnTo>
                  <a:lnTo>
                    <a:pt x="120080" y="54987"/>
                  </a:lnTo>
                  <a:lnTo>
                    <a:pt x="120093" y="53321"/>
                  </a:lnTo>
                  <a:lnTo>
                    <a:pt x="120101" y="51654"/>
                  </a:lnTo>
                  <a:lnTo>
                    <a:pt x="120103" y="49988"/>
                  </a:lnTo>
                  <a:lnTo>
                    <a:pt x="120101" y="48322"/>
                  </a:lnTo>
                  <a:lnTo>
                    <a:pt x="120095" y="46656"/>
                  </a:lnTo>
                  <a:lnTo>
                    <a:pt x="120086" y="44989"/>
                  </a:lnTo>
                  <a:lnTo>
                    <a:pt x="120075" y="43323"/>
                  </a:lnTo>
                  <a:lnTo>
                    <a:pt x="120062" y="41657"/>
                  </a:lnTo>
                  <a:lnTo>
                    <a:pt x="120049" y="39990"/>
                  </a:lnTo>
                  <a:lnTo>
                    <a:pt x="120035" y="38324"/>
                  </a:lnTo>
                  <a:lnTo>
                    <a:pt x="120022" y="36658"/>
                  </a:lnTo>
                  <a:lnTo>
                    <a:pt x="120011" y="34992"/>
                  </a:lnTo>
                  <a:lnTo>
                    <a:pt x="120001" y="33325"/>
                  </a:lnTo>
                  <a:lnTo>
                    <a:pt x="119993" y="31659"/>
                  </a:lnTo>
                  <a:lnTo>
                    <a:pt x="119988" y="29993"/>
                  </a:lnTo>
                  <a:lnTo>
                    <a:pt x="119987" y="28326"/>
                  </a:lnTo>
                  <a:lnTo>
                    <a:pt x="119989" y="26660"/>
                  </a:lnTo>
                  <a:lnTo>
                    <a:pt x="119995" y="24994"/>
                  </a:lnTo>
                  <a:lnTo>
                    <a:pt x="120006" y="23328"/>
                  </a:lnTo>
                  <a:lnTo>
                    <a:pt x="120022" y="21661"/>
                  </a:lnTo>
                  <a:lnTo>
                    <a:pt x="120042" y="19995"/>
                  </a:lnTo>
                  <a:lnTo>
                    <a:pt x="120067" y="18329"/>
                  </a:lnTo>
                  <a:lnTo>
                    <a:pt x="120098" y="16662"/>
                  </a:lnTo>
                  <a:lnTo>
                    <a:pt x="120134" y="14996"/>
                  </a:lnTo>
                  <a:lnTo>
                    <a:pt x="120175" y="13330"/>
                  </a:lnTo>
                  <a:lnTo>
                    <a:pt x="120221" y="11664"/>
                  </a:lnTo>
                  <a:lnTo>
                    <a:pt x="120272" y="9997"/>
                  </a:lnTo>
                  <a:lnTo>
                    <a:pt x="120329" y="8331"/>
                  </a:lnTo>
                  <a:lnTo>
                    <a:pt x="120390" y="6665"/>
                  </a:lnTo>
                  <a:lnTo>
                    <a:pt x="120456" y="4998"/>
                  </a:lnTo>
                  <a:lnTo>
                    <a:pt x="120526" y="3332"/>
                  </a:lnTo>
                  <a:lnTo>
                    <a:pt x="120601" y="1666"/>
                  </a:lnTo>
                  <a:lnTo>
                    <a:pt x="120680" y="0"/>
                  </a:lnTo>
                  <a:lnTo>
                    <a:pt x="126259" y="0"/>
                  </a:lnTo>
                  <a:lnTo>
                    <a:pt x="126338" y="1666"/>
                  </a:lnTo>
                  <a:lnTo>
                    <a:pt x="126413" y="3332"/>
                  </a:lnTo>
                  <a:lnTo>
                    <a:pt x="126483" y="4998"/>
                  </a:lnTo>
                  <a:lnTo>
                    <a:pt x="126549" y="6665"/>
                  </a:lnTo>
                  <a:lnTo>
                    <a:pt x="126610" y="8331"/>
                  </a:lnTo>
                  <a:lnTo>
                    <a:pt x="126667" y="9997"/>
                  </a:lnTo>
                  <a:lnTo>
                    <a:pt x="126718" y="11664"/>
                  </a:lnTo>
                  <a:lnTo>
                    <a:pt x="126764" y="13330"/>
                  </a:lnTo>
                  <a:lnTo>
                    <a:pt x="126805" y="14996"/>
                  </a:lnTo>
                  <a:lnTo>
                    <a:pt x="126842" y="16662"/>
                  </a:lnTo>
                  <a:lnTo>
                    <a:pt x="126872" y="18329"/>
                  </a:lnTo>
                  <a:lnTo>
                    <a:pt x="126897" y="19995"/>
                  </a:lnTo>
                  <a:lnTo>
                    <a:pt x="126917" y="21661"/>
                  </a:lnTo>
                  <a:lnTo>
                    <a:pt x="126933" y="23328"/>
                  </a:lnTo>
                  <a:lnTo>
                    <a:pt x="126944" y="24994"/>
                  </a:lnTo>
                  <a:lnTo>
                    <a:pt x="126950" y="26660"/>
                  </a:lnTo>
                  <a:lnTo>
                    <a:pt x="126952" y="28326"/>
                  </a:lnTo>
                  <a:lnTo>
                    <a:pt x="126951" y="29993"/>
                  </a:lnTo>
                  <a:lnTo>
                    <a:pt x="126946" y="31659"/>
                  </a:lnTo>
                  <a:lnTo>
                    <a:pt x="126939" y="33325"/>
                  </a:lnTo>
                  <a:lnTo>
                    <a:pt x="126928" y="34992"/>
                  </a:lnTo>
                  <a:lnTo>
                    <a:pt x="126917" y="36658"/>
                  </a:lnTo>
                  <a:lnTo>
                    <a:pt x="126904" y="38324"/>
                  </a:lnTo>
                  <a:lnTo>
                    <a:pt x="126890" y="39990"/>
                  </a:lnTo>
                  <a:lnTo>
                    <a:pt x="126877" y="41657"/>
                  </a:lnTo>
                  <a:lnTo>
                    <a:pt x="126864" y="43323"/>
                  </a:lnTo>
                  <a:lnTo>
                    <a:pt x="126853" y="44989"/>
                  </a:lnTo>
                  <a:lnTo>
                    <a:pt x="126844" y="46656"/>
                  </a:lnTo>
                  <a:lnTo>
                    <a:pt x="126838" y="48322"/>
                  </a:lnTo>
                  <a:lnTo>
                    <a:pt x="126836" y="49988"/>
                  </a:lnTo>
                  <a:lnTo>
                    <a:pt x="126838" y="51654"/>
                  </a:lnTo>
                  <a:lnTo>
                    <a:pt x="126846" y="53321"/>
                  </a:lnTo>
                  <a:lnTo>
                    <a:pt x="126859" y="54987"/>
                  </a:lnTo>
                  <a:lnTo>
                    <a:pt x="126881" y="56653"/>
                  </a:lnTo>
                  <a:lnTo>
                    <a:pt x="126911" y="58320"/>
                  </a:lnTo>
                  <a:lnTo>
                    <a:pt x="126949" y="59986"/>
                  </a:lnTo>
                  <a:lnTo>
                    <a:pt x="126995" y="61652"/>
                  </a:lnTo>
                  <a:lnTo>
                    <a:pt x="127054" y="63318"/>
                  </a:lnTo>
                  <a:lnTo>
                    <a:pt x="127124" y="64985"/>
                  </a:lnTo>
                  <a:lnTo>
                    <a:pt x="127206" y="66651"/>
                  </a:lnTo>
                  <a:lnTo>
                    <a:pt x="127299" y="68317"/>
                  </a:lnTo>
                  <a:lnTo>
                    <a:pt x="127406" y="69984"/>
                  </a:lnTo>
                  <a:lnTo>
                    <a:pt x="127530" y="71650"/>
                  </a:lnTo>
                  <a:lnTo>
                    <a:pt x="127668" y="73316"/>
                  </a:lnTo>
                  <a:lnTo>
                    <a:pt x="127821" y="74982"/>
                  </a:lnTo>
                  <a:lnTo>
                    <a:pt x="127988" y="76649"/>
                  </a:lnTo>
                  <a:lnTo>
                    <a:pt x="128175" y="78315"/>
                  </a:lnTo>
                  <a:lnTo>
                    <a:pt x="128380" y="79981"/>
                  </a:lnTo>
                  <a:lnTo>
                    <a:pt x="128600" y="81648"/>
                  </a:lnTo>
                  <a:lnTo>
                    <a:pt x="128837" y="83314"/>
                  </a:lnTo>
                  <a:lnTo>
                    <a:pt x="129093" y="84980"/>
                  </a:lnTo>
                  <a:lnTo>
                    <a:pt x="129370" y="86646"/>
                  </a:lnTo>
                  <a:lnTo>
                    <a:pt x="129664" y="88313"/>
                  </a:lnTo>
                  <a:lnTo>
                    <a:pt x="129974" y="89979"/>
                  </a:lnTo>
                  <a:lnTo>
                    <a:pt x="130301" y="91645"/>
                  </a:lnTo>
                  <a:lnTo>
                    <a:pt x="130650" y="93312"/>
                  </a:lnTo>
                  <a:lnTo>
                    <a:pt x="131016" y="94978"/>
                  </a:lnTo>
                  <a:lnTo>
                    <a:pt x="131397" y="96644"/>
                  </a:lnTo>
                  <a:lnTo>
                    <a:pt x="131793" y="98310"/>
                  </a:lnTo>
                  <a:lnTo>
                    <a:pt x="132206" y="99977"/>
                  </a:lnTo>
                  <a:lnTo>
                    <a:pt x="132636" y="101643"/>
                  </a:lnTo>
                  <a:lnTo>
                    <a:pt x="133077" y="103309"/>
                  </a:lnTo>
                  <a:lnTo>
                    <a:pt x="133531" y="104976"/>
                  </a:lnTo>
                  <a:lnTo>
                    <a:pt x="133994" y="106642"/>
                  </a:lnTo>
                  <a:lnTo>
                    <a:pt x="134471" y="108308"/>
                  </a:lnTo>
                  <a:lnTo>
                    <a:pt x="134954" y="109974"/>
                  </a:lnTo>
                  <a:lnTo>
                    <a:pt x="135444" y="111641"/>
                  </a:lnTo>
                  <a:lnTo>
                    <a:pt x="135939" y="113307"/>
                  </a:lnTo>
                  <a:lnTo>
                    <a:pt x="136437" y="114973"/>
                  </a:lnTo>
                  <a:lnTo>
                    <a:pt x="136936" y="116640"/>
                  </a:lnTo>
                  <a:lnTo>
                    <a:pt x="137435" y="118306"/>
                  </a:lnTo>
                  <a:lnTo>
                    <a:pt x="137931" y="119972"/>
                  </a:lnTo>
                  <a:lnTo>
                    <a:pt x="138424" y="121639"/>
                  </a:lnTo>
                  <a:lnTo>
                    <a:pt x="138908" y="123305"/>
                  </a:lnTo>
                  <a:lnTo>
                    <a:pt x="139383" y="124971"/>
                  </a:lnTo>
                  <a:lnTo>
                    <a:pt x="139849" y="126637"/>
                  </a:lnTo>
                  <a:lnTo>
                    <a:pt x="140303" y="128304"/>
                  </a:lnTo>
                  <a:lnTo>
                    <a:pt x="140741" y="129970"/>
                  </a:lnTo>
                  <a:lnTo>
                    <a:pt x="141161" y="131636"/>
                  </a:lnTo>
                  <a:lnTo>
                    <a:pt x="141564" y="133303"/>
                  </a:lnTo>
                  <a:lnTo>
                    <a:pt x="141948" y="134969"/>
                  </a:lnTo>
                  <a:lnTo>
                    <a:pt x="142313" y="136635"/>
                  </a:lnTo>
                  <a:lnTo>
                    <a:pt x="142649" y="138301"/>
                  </a:lnTo>
                  <a:lnTo>
                    <a:pt x="142964" y="139968"/>
                  </a:lnTo>
                  <a:lnTo>
                    <a:pt x="143255" y="141634"/>
                  </a:lnTo>
                  <a:lnTo>
                    <a:pt x="143524" y="143300"/>
                  </a:lnTo>
                  <a:lnTo>
                    <a:pt x="143762" y="144967"/>
                  </a:lnTo>
                  <a:lnTo>
                    <a:pt x="143972" y="146633"/>
                  </a:lnTo>
                  <a:lnTo>
                    <a:pt x="144159" y="148299"/>
                  </a:lnTo>
                  <a:lnTo>
                    <a:pt x="144321" y="149965"/>
                  </a:lnTo>
                  <a:lnTo>
                    <a:pt x="144458" y="151632"/>
                  </a:lnTo>
                  <a:lnTo>
                    <a:pt x="144564" y="153298"/>
                  </a:lnTo>
                  <a:lnTo>
                    <a:pt x="144648" y="154964"/>
                  </a:lnTo>
                  <a:lnTo>
                    <a:pt x="144711" y="156631"/>
                  </a:lnTo>
                  <a:lnTo>
                    <a:pt x="144753" y="158297"/>
                  </a:lnTo>
                  <a:lnTo>
                    <a:pt x="144770" y="159963"/>
                  </a:lnTo>
                  <a:lnTo>
                    <a:pt x="144769" y="161629"/>
                  </a:lnTo>
                  <a:lnTo>
                    <a:pt x="144752" y="163296"/>
                  </a:lnTo>
                  <a:lnTo>
                    <a:pt x="144721" y="164962"/>
                  </a:lnTo>
                  <a:lnTo>
                    <a:pt x="144677" y="166628"/>
                  </a:lnTo>
                  <a:lnTo>
                    <a:pt x="144620" y="168295"/>
                  </a:lnTo>
                  <a:lnTo>
                    <a:pt x="144555" y="169961"/>
                  </a:lnTo>
                  <a:lnTo>
                    <a:pt x="144486" y="171627"/>
                  </a:lnTo>
                  <a:lnTo>
                    <a:pt x="144412" y="173293"/>
                  </a:lnTo>
                  <a:lnTo>
                    <a:pt x="144337" y="174960"/>
                  </a:lnTo>
                  <a:lnTo>
                    <a:pt x="144264" y="176626"/>
                  </a:lnTo>
                  <a:lnTo>
                    <a:pt x="144194" y="178292"/>
                  </a:lnTo>
                  <a:lnTo>
                    <a:pt x="144130" y="179959"/>
                  </a:lnTo>
                  <a:lnTo>
                    <a:pt x="144074" y="181625"/>
                  </a:lnTo>
                  <a:lnTo>
                    <a:pt x="144032" y="183291"/>
                  </a:lnTo>
                  <a:lnTo>
                    <a:pt x="144001" y="184957"/>
                  </a:lnTo>
                  <a:lnTo>
                    <a:pt x="143985" y="186624"/>
                  </a:lnTo>
                  <a:lnTo>
                    <a:pt x="143983" y="188290"/>
                  </a:lnTo>
                  <a:lnTo>
                    <a:pt x="144006" y="189956"/>
                  </a:lnTo>
                  <a:lnTo>
                    <a:pt x="144049" y="191623"/>
                  </a:lnTo>
                  <a:lnTo>
                    <a:pt x="144112" y="193289"/>
                  </a:lnTo>
                  <a:lnTo>
                    <a:pt x="144197" y="194955"/>
                  </a:lnTo>
                  <a:lnTo>
                    <a:pt x="144310" y="196621"/>
                  </a:lnTo>
                  <a:lnTo>
                    <a:pt x="144452" y="198288"/>
                  </a:lnTo>
                  <a:lnTo>
                    <a:pt x="144619" y="199954"/>
                  </a:lnTo>
                  <a:lnTo>
                    <a:pt x="144811" y="201620"/>
                  </a:lnTo>
                  <a:lnTo>
                    <a:pt x="145031" y="203287"/>
                  </a:lnTo>
                  <a:lnTo>
                    <a:pt x="145288" y="204953"/>
                  </a:lnTo>
                  <a:lnTo>
                    <a:pt x="145573" y="206619"/>
                  </a:lnTo>
                  <a:lnTo>
                    <a:pt x="145886" y="208285"/>
                  </a:lnTo>
                  <a:lnTo>
                    <a:pt x="146226" y="209952"/>
                  </a:lnTo>
                  <a:lnTo>
                    <a:pt x="146602" y="211618"/>
                  </a:lnTo>
                  <a:lnTo>
                    <a:pt x="147010" y="213284"/>
                  </a:lnTo>
                  <a:lnTo>
                    <a:pt x="147446" y="214951"/>
                  </a:lnTo>
                  <a:lnTo>
                    <a:pt x="147910" y="216617"/>
                  </a:lnTo>
                  <a:lnTo>
                    <a:pt x="148403" y="218283"/>
                  </a:lnTo>
                  <a:lnTo>
                    <a:pt x="148934" y="219949"/>
                  </a:lnTo>
                  <a:lnTo>
                    <a:pt x="149490" y="221616"/>
                  </a:lnTo>
                  <a:lnTo>
                    <a:pt x="150074" y="223282"/>
                  </a:lnTo>
                  <a:lnTo>
                    <a:pt x="150684" y="224948"/>
                  </a:lnTo>
                  <a:lnTo>
                    <a:pt x="151326" y="226615"/>
                  </a:lnTo>
                  <a:lnTo>
                    <a:pt x="151997" y="228281"/>
                  </a:lnTo>
                  <a:lnTo>
                    <a:pt x="152692" y="229947"/>
                  </a:lnTo>
                  <a:lnTo>
                    <a:pt x="153412" y="231613"/>
                  </a:lnTo>
                  <a:lnTo>
                    <a:pt x="154157" y="233280"/>
                  </a:lnTo>
                  <a:lnTo>
                    <a:pt x="154932" y="234946"/>
                  </a:lnTo>
                  <a:lnTo>
                    <a:pt x="155730" y="236612"/>
                  </a:lnTo>
                  <a:lnTo>
                    <a:pt x="156548" y="238279"/>
                  </a:lnTo>
                  <a:lnTo>
                    <a:pt x="157389" y="239945"/>
                  </a:lnTo>
                  <a:lnTo>
                    <a:pt x="158256" y="241611"/>
                  </a:lnTo>
                  <a:lnTo>
                    <a:pt x="159144" y="243278"/>
                  </a:lnTo>
                  <a:lnTo>
                    <a:pt x="160051" y="244944"/>
                  </a:lnTo>
                  <a:lnTo>
                    <a:pt x="160977" y="246610"/>
                  </a:lnTo>
                  <a:lnTo>
                    <a:pt x="161923" y="248276"/>
                  </a:lnTo>
                  <a:lnTo>
                    <a:pt x="162891" y="249943"/>
                  </a:lnTo>
                  <a:lnTo>
                    <a:pt x="163874" y="251609"/>
                  </a:lnTo>
                  <a:lnTo>
                    <a:pt x="164873" y="253275"/>
                  </a:lnTo>
                  <a:lnTo>
                    <a:pt x="165887" y="254942"/>
                  </a:lnTo>
                  <a:lnTo>
                    <a:pt x="166920" y="256608"/>
                  </a:lnTo>
                  <a:lnTo>
                    <a:pt x="167966" y="258274"/>
                  </a:lnTo>
                  <a:lnTo>
                    <a:pt x="169024" y="259940"/>
                  </a:lnTo>
                  <a:lnTo>
                    <a:pt x="170093" y="261607"/>
                  </a:lnTo>
                  <a:lnTo>
                    <a:pt x="171175" y="263273"/>
                  </a:lnTo>
                  <a:lnTo>
                    <a:pt x="172268" y="264939"/>
                  </a:lnTo>
                  <a:lnTo>
                    <a:pt x="173368" y="266606"/>
                  </a:lnTo>
                  <a:lnTo>
                    <a:pt x="174475" y="268272"/>
                  </a:lnTo>
                  <a:lnTo>
                    <a:pt x="175589" y="269938"/>
                  </a:lnTo>
                  <a:lnTo>
                    <a:pt x="176709" y="271604"/>
                  </a:lnTo>
                  <a:lnTo>
                    <a:pt x="177832" y="273271"/>
                  </a:lnTo>
                  <a:lnTo>
                    <a:pt x="178957" y="274937"/>
                  </a:lnTo>
                  <a:lnTo>
                    <a:pt x="180083" y="276603"/>
                  </a:lnTo>
                  <a:lnTo>
                    <a:pt x="181209" y="278270"/>
                  </a:lnTo>
                  <a:lnTo>
                    <a:pt x="182332" y="279936"/>
                  </a:lnTo>
                  <a:lnTo>
                    <a:pt x="183452" y="281602"/>
                  </a:lnTo>
                  <a:lnTo>
                    <a:pt x="184567" y="283268"/>
                  </a:lnTo>
                  <a:lnTo>
                    <a:pt x="185676" y="284935"/>
                  </a:lnTo>
                  <a:lnTo>
                    <a:pt x="186775" y="286601"/>
                  </a:lnTo>
                  <a:lnTo>
                    <a:pt x="187865" y="288267"/>
                  </a:lnTo>
                  <a:lnTo>
                    <a:pt x="188945" y="289934"/>
                  </a:lnTo>
                  <a:lnTo>
                    <a:pt x="190014" y="291600"/>
                  </a:lnTo>
                  <a:lnTo>
                    <a:pt x="191068" y="293266"/>
                  </a:lnTo>
                  <a:lnTo>
                    <a:pt x="192106" y="294932"/>
                  </a:lnTo>
                  <a:lnTo>
                    <a:pt x="193130" y="296599"/>
                  </a:lnTo>
                  <a:lnTo>
                    <a:pt x="194140" y="298265"/>
                  </a:lnTo>
                  <a:lnTo>
                    <a:pt x="195132" y="299931"/>
                  </a:lnTo>
                  <a:lnTo>
                    <a:pt x="196104" y="301598"/>
                  </a:lnTo>
                  <a:lnTo>
                    <a:pt x="197059" y="303264"/>
                  </a:lnTo>
                  <a:lnTo>
                    <a:pt x="197998" y="304930"/>
                  </a:lnTo>
                  <a:lnTo>
                    <a:pt x="198920" y="306596"/>
                  </a:lnTo>
                  <a:lnTo>
                    <a:pt x="199822" y="308263"/>
                  </a:lnTo>
                  <a:lnTo>
                    <a:pt x="200706" y="309929"/>
                  </a:lnTo>
                  <a:lnTo>
                    <a:pt x="201577" y="311595"/>
                  </a:lnTo>
                  <a:lnTo>
                    <a:pt x="202433" y="313262"/>
                  </a:lnTo>
                  <a:lnTo>
                    <a:pt x="203275" y="314928"/>
                  </a:lnTo>
                  <a:lnTo>
                    <a:pt x="204103" y="316594"/>
                  </a:lnTo>
                  <a:lnTo>
                    <a:pt x="204921" y="318260"/>
                  </a:lnTo>
                  <a:lnTo>
                    <a:pt x="205731" y="319927"/>
                  </a:lnTo>
                  <a:lnTo>
                    <a:pt x="206535" y="321593"/>
                  </a:lnTo>
                  <a:lnTo>
                    <a:pt x="207333" y="323259"/>
                  </a:lnTo>
                  <a:lnTo>
                    <a:pt x="208130" y="324926"/>
                  </a:lnTo>
                  <a:lnTo>
                    <a:pt x="208927" y="326592"/>
                  </a:lnTo>
                  <a:lnTo>
                    <a:pt x="209726" y="328258"/>
                  </a:lnTo>
                  <a:lnTo>
                    <a:pt x="210529" y="329924"/>
                  </a:lnTo>
                  <a:lnTo>
                    <a:pt x="211341" y="331591"/>
                  </a:lnTo>
                  <a:lnTo>
                    <a:pt x="212162" y="333257"/>
                  </a:lnTo>
                  <a:lnTo>
                    <a:pt x="212994" y="334923"/>
                  </a:lnTo>
                  <a:lnTo>
                    <a:pt x="213837" y="336590"/>
                  </a:lnTo>
                  <a:lnTo>
                    <a:pt x="214699" y="338256"/>
                  </a:lnTo>
                  <a:lnTo>
                    <a:pt x="215577" y="339922"/>
                  </a:lnTo>
                  <a:lnTo>
                    <a:pt x="216471" y="341588"/>
                  </a:lnTo>
                  <a:lnTo>
                    <a:pt x="217382" y="343255"/>
                  </a:lnTo>
                  <a:lnTo>
                    <a:pt x="218314" y="344921"/>
                  </a:lnTo>
                  <a:lnTo>
                    <a:pt x="219267" y="346587"/>
                  </a:lnTo>
                  <a:lnTo>
                    <a:pt x="220237" y="348254"/>
                  </a:lnTo>
                  <a:lnTo>
                    <a:pt x="221224" y="349920"/>
                  </a:lnTo>
                  <a:lnTo>
                    <a:pt x="222226" y="351586"/>
                  </a:lnTo>
                  <a:lnTo>
                    <a:pt x="223249" y="353253"/>
                  </a:lnTo>
                  <a:lnTo>
                    <a:pt x="224285" y="354919"/>
                  </a:lnTo>
                  <a:lnTo>
                    <a:pt x="225330" y="356585"/>
                  </a:lnTo>
                  <a:lnTo>
                    <a:pt x="226384" y="358251"/>
                  </a:lnTo>
                  <a:lnTo>
                    <a:pt x="227446" y="359918"/>
                  </a:lnTo>
                  <a:lnTo>
                    <a:pt x="228511" y="361584"/>
                  </a:lnTo>
                  <a:lnTo>
                    <a:pt x="229574" y="363250"/>
                  </a:lnTo>
                  <a:lnTo>
                    <a:pt x="230634" y="364917"/>
                  </a:lnTo>
                  <a:lnTo>
                    <a:pt x="231688" y="366583"/>
                  </a:lnTo>
                  <a:lnTo>
                    <a:pt x="232727" y="368249"/>
                  </a:lnTo>
                  <a:lnTo>
                    <a:pt x="233750" y="369915"/>
                  </a:lnTo>
                  <a:lnTo>
                    <a:pt x="234756" y="371582"/>
                  </a:lnTo>
                  <a:lnTo>
                    <a:pt x="235741" y="373248"/>
                  </a:lnTo>
                  <a:lnTo>
                    <a:pt x="236695" y="374914"/>
                  </a:lnTo>
                  <a:lnTo>
                    <a:pt x="237617" y="376581"/>
                  </a:lnTo>
                  <a:lnTo>
                    <a:pt x="238507" y="378247"/>
                  </a:lnTo>
                  <a:lnTo>
                    <a:pt x="239363" y="379913"/>
                  </a:lnTo>
                  <a:lnTo>
                    <a:pt x="240179" y="381579"/>
                  </a:lnTo>
                  <a:lnTo>
                    <a:pt x="240944" y="383246"/>
                  </a:lnTo>
                  <a:lnTo>
                    <a:pt x="241668" y="384912"/>
                  </a:lnTo>
                  <a:lnTo>
                    <a:pt x="242349" y="386578"/>
                  </a:lnTo>
                  <a:lnTo>
                    <a:pt x="242986" y="388245"/>
                  </a:lnTo>
                  <a:lnTo>
                    <a:pt x="243564" y="389911"/>
                  </a:lnTo>
                  <a:lnTo>
                    <a:pt x="244093" y="391577"/>
                  </a:lnTo>
                  <a:lnTo>
                    <a:pt x="244576" y="393243"/>
                  </a:lnTo>
                  <a:lnTo>
                    <a:pt x="245014" y="394910"/>
                  </a:lnTo>
                  <a:lnTo>
                    <a:pt x="245401" y="396576"/>
                  </a:lnTo>
                  <a:lnTo>
                    <a:pt x="245733" y="398242"/>
                  </a:lnTo>
                  <a:lnTo>
                    <a:pt x="246022" y="399909"/>
                  </a:lnTo>
                  <a:lnTo>
                    <a:pt x="246271" y="401575"/>
                  </a:lnTo>
                  <a:lnTo>
                    <a:pt x="246479" y="403241"/>
                  </a:lnTo>
                  <a:lnTo>
                    <a:pt x="246638" y="404907"/>
                  </a:lnTo>
                  <a:lnTo>
                    <a:pt x="246761" y="406574"/>
                  </a:lnTo>
                  <a:lnTo>
                    <a:pt x="246851" y="408240"/>
                  </a:lnTo>
                  <a:lnTo>
                    <a:pt x="246911" y="409906"/>
                  </a:lnTo>
                  <a:lnTo>
                    <a:pt x="246940" y="411573"/>
                  </a:lnTo>
                  <a:lnTo>
                    <a:pt x="246938" y="413239"/>
                  </a:lnTo>
                  <a:lnTo>
                    <a:pt x="246915" y="414905"/>
                  </a:lnTo>
                  <a:lnTo>
                    <a:pt x="246873" y="416571"/>
                  </a:lnTo>
                  <a:lnTo>
                    <a:pt x="246813" y="418238"/>
                  </a:lnTo>
                  <a:lnTo>
                    <a:pt x="246734" y="419904"/>
                  </a:lnTo>
                  <a:lnTo>
                    <a:pt x="246644" y="421570"/>
                  </a:lnTo>
                  <a:lnTo>
                    <a:pt x="246545" y="423237"/>
                  </a:lnTo>
                  <a:lnTo>
                    <a:pt x="246438" y="424903"/>
                  </a:lnTo>
                  <a:lnTo>
                    <a:pt x="246323" y="426569"/>
                  </a:lnTo>
                  <a:lnTo>
                    <a:pt x="246205" y="428235"/>
                  </a:lnTo>
                  <a:lnTo>
                    <a:pt x="246083" y="429902"/>
                  </a:lnTo>
                  <a:lnTo>
                    <a:pt x="245960" y="431568"/>
                  </a:lnTo>
                  <a:lnTo>
                    <a:pt x="245837" y="433234"/>
                  </a:lnTo>
                  <a:lnTo>
                    <a:pt x="245713" y="434901"/>
                  </a:lnTo>
                  <a:lnTo>
                    <a:pt x="245589" y="436567"/>
                  </a:lnTo>
                  <a:lnTo>
                    <a:pt x="245466" y="438233"/>
                  </a:lnTo>
                  <a:lnTo>
                    <a:pt x="245343" y="439899"/>
                  </a:lnTo>
                  <a:lnTo>
                    <a:pt x="245221" y="441566"/>
                  </a:lnTo>
                  <a:lnTo>
                    <a:pt x="245098" y="443232"/>
                  </a:lnTo>
                  <a:lnTo>
                    <a:pt x="244973" y="444898"/>
                  </a:lnTo>
                  <a:lnTo>
                    <a:pt x="244847" y="446565"/>
                  </a:lnTo>
                  <a:lnTo>
                    <a:pt x="244719" y="448231"/>
                  </a:lnTo>
                  <a:lnTo>
                    <a:pt x="244585" y="449897"/>
                  </a:lnTo>
                  <a:lnTo>
                    <a:pt x="244446" y="451563"/>
                  </a:lnTo>
                  <a:lnTo>
                    <a:pt x="244301" y="453230"/>
                  </a:lnTo>
                  <a:lnTo>
                    <a:pt x="244149" y="454896"/>
                  </a:lnTo>
                  <a:lnTo>
                    <a:pt x="243986" y="456562"/>
                  </a:lnTo>
                  <a:lnTo>
                    <a:pt x="243813" y="458229"/>
                  </a:lnTo>
                  <a:lnTo>
                    <a:pt x="243629" y="459895"/>
                  </a:lnTo>
                  <a:lnTo>
                    <a:pt x="243433" y="461561"/>
                  </a:lnTo>
                  <a:lnTo>
                    <a:pt x="243224" y="463227"/>
                  </a:lnTo>
                  <a:lnTo>
                    <a:pt x="242997" y="464894"/>
                  </a:lnTo>
                  <a:lnTo>
                    <a:pt x="242755" y="466560"/>
                  </a:lnTo>
                  <a:lnTo>
                    <a:pt x="242498" y="468226"/>
                  </a:lnTo>
                  <a:lnTo>
                    <a:pt x="242226" y="469893"/>
                  </a:lnTo>
                  <a:lnTo>
                    <a:pt x="241934" y="471559"/>
                  </a:lnTo>
                  <a:lnTo>
                    <a:pt x="241623" y="473225"/>
                  </a:lnTo>
                  <a:lnTo>
                    <a:pt x="241296" y="474892"/>
                  </a:lnTo>
                  <a:lnTo>
                    <a:pt x="240952" y="476558"/>
                  </a:lnTo>
                  <a:lnTo>
                    <a:pt x="240590" y="478224"/>
                  </a:lnTo>
                  <a:lnTo>
                    <a:pt x="240207" y="479890"/>
                  </a:lnTo>
                  <a:lnTo>
                    <a:pt x="239808" y="481557"/>
                  </a:lnTo>
                  <a:lnTo>
                    <a:pt x="239392" y="483223"/>
                  </a:lnTo>
                  <a:lnTo>
                    <a:pt x="238962" y="484889"/>
                  </a:lnTo>
                  <a:lnTo>
                    <a:pt x="238510" y="486556"/>
                  </a:lnTo>
                  <a:lnTo>
                    <a:pt x="238043" y="488222"/>
                  </a:lnTo>
                  <a:lnTo>
                    <a:pt x="237561" y="489888"/>
                  </a:lnTo>
                  <a:lnTo>
                    <a:pt x="237065" y="491554"/>
                  </a:lnTo>
                  <a:lnTo>
                    <a:pt x="236554" y="493221"/>
                  </a:lnTo>
                  <a:lnTo>
                    <a:pt x="236025" y="494887"/>
                  </a:lnTo>
                  <a:lnTo>
                    <a:pt x="235484" y="496553"/>
                  </a:lnTo>
                  <a:lnTo>
                    <a:pt x="234930" y="498220"/>
                  </a:lnTo>
                  <a:lnTo>
                    <a:pt x="234364" y="499886"/>
                  </a:lnTo>
                  <a:lnTo>
                    <a:pt x="233780" y="501552"/>
                  </a:lnTo>
                  <a:lnTo>
                    <a:pt x="233184" y="503218"/>
                  </a:lnTo>
                  <a:lnTo>
                    <a:pt x="232576" y="504885"/>
                  </a:lnTo>
                  <a:lnTo>
                    <a:pt x="231956" y="506551"/>
                  </a:lnTo>
                  <a:lnTo>
                    <a:pt x="231321" y="508217"/>
                  </a:lnTo>
                  <a:lnTo>
                    <a:pt x="230671" y="509884"/>
                  </a:lnTo>
                  <a:lnTo>
                    <a:pt x="230009" y="511550"/>
                  </a:lnTo>
                  <a:lnTo>
                    <a:pt x="229334" y="513216"/>
                  </a:lnTo>
                  <a:lnTo>
                    <a:pt x="228646" y="514882"/>
                  </a:lnTo>
                  <a:lnTo>
                    <a:pt x="227940" y="516549"/>
                  </a:lnTo>
                  <a:lnTo>
                    <a:pt x="227221" y="518215"/>
                  </a:lnTo>
                  <a:lnTo>
                    <a:pt x="226488" y="519881"/>
                  </a:lnTo>
                  <a:lnTo>
                    <a:pt x="225741" y="521548"/>
                  </a:lnTo>
                  <a:lnTo>
                    <a:pt x="224975" y="523214"/>
                  </a:lnTo>
                  <a:lnTo>
                    <a:pt x="224193" y="524880"/>
                  </a:lnTo>
                  <a:lnTo>
                    <a:pt x="223396" y="526546"/>
                  </a:lnTo>
                  <a:lnTo>
                    <a:pt x="222584" y="528213"/>
                  </a:lnTo>
                  <a:lnTo>
                    <a:pt x="221755" y="529879"/>
                  </a:lnTo>
                  <a:lnTo>
                    <a:pt x="220905" y="531545"/>
                  </a:lnTo>
                  <a:lnTo>
                    <a:pt x="220039" y="533212"/>
                  </a:lnTo>
                  <a:lnTo>
                    <a:pt x="219158" y="534878"/>
                  </a:lnTo>
                  <a:lnTo>
                    <a:pt x="218261" y="536544"/>
                  </a:lnTo>
                  <a:lnTo>
                    <a:pt x="217344" y="538210"/>
                  </a:lnTo>
                  <a:lnTo>
                    <a:pt x="216493" y="539727"/>
                  </a:lnTo>
                  <a:lnTo>
                    <a:pt x="216409" y="539877"/>
                  </a:lnTo>
                  <a:lnTo>
                    <a:pt x="215459" y="541543"/>
                  </a:lnTo>
                  <a:lnTo>
                    <a:pt x="214494" y="543209"/>
                  </a:lnTo>
                  <a:lnTo>
                    <a:pt x="213513" y="544876"/>
                  </a:lnTo>
                  <a:lnTo>
                    <a:pt x="212514" y="546542"/>
                  </a:lnTo>
                  <a:lnTo>
                    <a:pt x="211502" y="548208"/>
                  </a:lnTo>
                  <a:lnTo>
                    <a:pt x="210477" y="549874"/>
                  </a:lnTo>
                  <a:lnTo>
                    <a:pt x="209440" y="551541"/>
                  </a:lnTo>
                  <a:lnTo>
                    <a:pt x="208389" y="553207"/>
                  </a:lnTo>
                  <a:lnTo>
                    <a:pt x="207327" y="554873"/>
                  </a:lnTo>
                  <a:lnTo>
                    <a:pt x="206257" y="556540"/>
                  </a:lnTo>
                  <a:lnTo>
                    <a:pt x="205180" y="558206"/>
                  </a:lnTo>
                  <a:lnTo>
                    <a:pt x="204095" y="559872"/>
                  </a:lnTo>
                  <a:lnTo>
                    <a:pt x="203004" y="561538"/>
                  </a:lnTo>
                  <a:lnTo>
                    <a:pt x="201911" y="563205"/>
                  </a:lnTo>
                  <a:lnTo>
                    <a:pt x="200815" y="564871"/>
                  </a:lnTo>
                  <a:lnTo>
                    <a:pt x="199720" y="566537"/>
                  </a:lnTo>
                  <a:lnTo>
                    <a:pt x="198626" y="568204"/>
                  </a:lnTo>
                  <a:lnTo>
                    <a:pt x="197536" y="569870"/>
                  </a:lnTo>
                  <a:lnTo>
                    <a:pt x="196452" y="571536"/>
                  </a:lnTo>
                  <a:lnTo>
                    <a:pt x="195374" y="573202"/>
                  </a:lnTo>
                  <a:lnTo>
                    <a:pt x="194305" y="574869"/>
                  </a:lnTo>
                  <a:lnTo>
                    <a:pt x="193249" y="576535"/>
                  </a:lnTo>
                  <a:lnTo>
                    <a:pt x="192204" y="578201"/>
                  </a:lnTo>
                  <a:lnTo>
                    <a:pt x="191173" y="579868"/>
                  </a:lnTo>
                  <a:lnTo>
                    <a:pt x="190156" y="581534"/>
                  </a:lnTo>
                  <a:lnTo>
                    <a:pt x="189161" y="583200"/>
                  </a:lnTo>
                  <a:lnTo>
                    <a:pt x="188184" y="584867"/>
                  </a:lnTo>
                  <a:lnTo>
                    <a:pt x="187225" y="586533"/>
                  </a:lnTo>
                  <a:lnTo>
                    <a:pt x="186286" y="588199"/>
                  </a:lnTo>
                  <a:lnTo>
                    <a:pt x="185372" y="589865"/>
                  </a:lnTo>
                  <a:lnTo>
                    <a:pt x="184483" y="591532"/>
                  </a:lnTo>
                  <a:lnTo>
                    <a:pt x="183616" y="593198"/>
                  </a:lnTo>
                  <a:lnTo>
                    <a:pt x="182772" y="594864"/>
                  </a:lnTo>
                  <a:lnTo>
                    <a:pt x="181951" y="596531"/>
                  </a:lnTo>
                  <a:lnTo>
                    <a:pt x="181161" y="598197"/>
                  </a:lnTo>
                  <a:lnTo>
                    <a:pt x="180395" y="599863"/>
                  </a:lnTo>
                  <a:lnTo>
                    <a:pt x="179651" y="601529"/>
                  </a:lnTo>
                  <a:lnTo>
                    <a:pt x="178930" y="603196"/>
                  </a:lnTo>
                  <a:lnTo>
                    <a:pt x="178238" y="604862"/>
                  </a:lnTo>
                  <a:lnTo>
                    <a:pt x="177571" y="606528"/>
                  </a:lnTo>
                  <a:lnTo>
                    <a:pt x="176925" y="608195"/>
                  </a:lnTo>
                  <a:lnTo>
                    <a:pt x="176299" y="609861"/>
                  </a:lnTo>
                  <a:lnTo>
                    <a:pt x="175696" y="611527"/>
                  </a:lnTo>
                  <a:lnTo>
                    <a:pt x="175118" y="613193"/>
                  </a:lnTo>
                  <a:lnTo>
                    <a:pt x="174558" y="614860"/>
                  </a:lnTo>
                  <a:lnTo>
                    <a:pt x="174016" y="616526"/>
                  </a:lnTo>
                  <a:lnTo>
                    <a:pt x="173490" y="618192"/>
                  </a:lnTo>
                  <a:lnTo>
                    <a:pt x="172984" y="619859"/>
                  </a:lnTo>
                  <a:lnTo>
                    <a:pt x="172494" y="621525"/>
                  </a:lnTo>
                  <a:lnTo>
                    <a:pt x="172018" y="623191"/>
                  </a:lnTo>
                  <a:lnTo>
                    <a:pt x="171554" y="624857"/>
                  </a:lnTo>
                  <a:lnTo>
                    <a:pt x="171103" y="626524"/>
                  </a:lnTo>
                  <a:lnTo>
                    <a:pt x="170665" y="628190"/>
                  </a:lnTo>
                  <a:lnTo>
                    <a:pt x="170236" y="629856"/>
                  </a:lnTo>
                  <a:lnTo>
                    <a:pt x="169817" y="631523"/>
                  </a:lnTo>
                  <a:lnTo>
                    <a:pt x="169405" y="633189"/>
                  </a:lnTo>
                  <a:lnTo>
                    <a:pt x="169002" y="634855"/>
                  </a:lnTo>
                  <a:lnTo>
                    <a:pt x="168605" y="636521"/>
                  </a:lnTo>
                  <a:lnTo>
                    <a:pt x="168214" y="638188"/>
                  </a:lnTo>
                  <a:lnTo>
                    <a:pt x="167827" y="639854"/>
                  </a:lnTo>
                  <a:lnTo>
                    <a:pt x="167445" y="641520"/>
                  </a:lnTo>
                  <a:lnTo>
                    <a:pt x="167066" y="643187"/>
                  </a:lnTo>
                  <a:lnTo>
                    <a:pt x="166690" y="644853"/>
                  </a:lnTo>
                  <a:lnTo>
                    <a:pt x="166315" y="646519"/>
                  </a:lnTo>
                  <a:lnTo>
                    <a:pt x="165942" y="648185"/>
                  </a:lnTo>
                  <a:lnTo>
                    <a:pt x="165570" y="649852"/>
                  </a:lnTo>
                  <a:lnTo>
                    <a:pt x="165198" y="651518"/>
                  </a:lnTo>
                  <a:lnTo>
                    <a:pt x="164825" y="653184"/>
                  </a:lnTo>
                  <a:lnTo>
                    <a:pt x="164452" y="654851"/>
                  </a:lnTo>
                  <a:lnTo>
                    <a:pt x="164078" y="656517"/>
                  </a:lnTo>
                  <a:lnTo>
                    <a:pt x="163701" y="658183"/>
                  </a:lnTo>
                  <a:lnTo>
                    <a:pt x="163322" y="659849"/>
                  </a:lnTo>
                  <a:lnTo>
                    <a:pt x="162941" y="661516"/>
                  </a:lnTo>
                  <a:lnTo>
                    <a:pt x="162558" y="663182"/>
                  </a:lnTo>
                  <a:lnTo>
                    <a:pt x="162170" y="664848"/>
                  </a:lnTo>
                  <a:lnTo>
                    <a:pt x="161779" y="666515"/>
                  </a:lnTo>
                  <a:lnTo>
                    <a:pt x="161384" y="668181"/>
                  </a:lnTo>
                  <a:lnTo>
                    <a:pt x="160986" y="669847"/>
                  </a:lnTo>
                  <a:lnTo>
                    <a:pt x="160582" y="671513"/>
                  </a:lnTo>
                  <a:lnTo>
                    <a:pt x="160174" y="673180"/>
                  </a:lnTo>
                  <a:lnTo>
                    <a:pt x="159762" y="674846"/>
                  </a:lnTo>
                  <a:lnTo>
                    <a:pt x="159346" y="676512"/>
                  </a:lnTo>
                  <a:lnTo>
                    <a:pt x="158926" y="678179"/>
                  </a:lnTo>
                  <a:lnTo>
                    <a:pt x="158499" y="679845"/>
                  </a:lnTo>
                  <a:lnTo>
                    <a:pt x="158069" y="681511"/>
                  </a:lnTo>
                  <a:lnTo>
                    <a:pt x="157635" y="683177"/>
                  </a:lnTo>
                  <a:lnTo>
                    <a:pt x="157197" y="684844"/>
                  </a:lnTo>
                  <a:lnTo>
                    <a:pt x="156754" y="686510"/>
                  </a:lnTo>
                  <a:lnTo>
                    <a:pt x="156308" y="688176"/>
                  </a:lnTo>
                  <a:lnTo>
                    <a:pt x="155858" y="689843"/>
                  </a:lnTo>
                  <a:lnTo>
                    <a:pt x="155406" y="691509"/>
                  </a:lnTo>
                  <a:lnTo>
                    <a:pt x="154951" y="693175"/>
                  </a:lnTo>
                  <a:lnTo>
                    <a:pt x="154494" y="694841"/>
                  </a:lnTo>
                  <a:lnTo>
                    <a:pt x="154036" y="696508"/>
                  </a:lnTo>
                  <a:lnTo>
                    <a:pt x="153576" y="698174"/>
                  </a:lnTo>
                  <a:lnTo>
                    <a:pt x="153116" y="699840"/>
                  </a:lnTo>
                  <a:lnTo>
                    <a:pt x="152656" y="701507"/>
                  </a:lnTo>
                  <a:lnTo>
                    <a:pt x="152197" y="703173"/>
                  </a:lnTo>
                  <a:lnTo>
                    <a:pt x="151739" y="704839"/>
                  </a:lnTo>
                  <a:lnTo>
                    <a:pt x="151282" y="706506"/>
                  </a:lnTo>
                  <a:lnTo>
                    <a:pt x="150829" y="708172"/>
                  </a:lnTo>
                  <a:lnTo>
                    <a:pt x="150379" y="709838"/>
                  </a:lnTo>
                  <a:lnTo>
                    <a:pt x="149933" y="711504"/>
                  </a:lnTo>
                  <a:lnTo>
                    <a:pt x="149491" y="713171"/>
                  </a:lnTo>
                  <a:lnTo>
                    <a:pt x="149054" y="714837"/>
                  </a:lnTo>
                  <a:lnTo>
                    <a:pt x="148625" y="716503"/>
                  </a:lnTo>
                  <a:lnTo>
                    <a:pt x="148202" y="718170"/>
                  </a:lnTo>
                  <a:lnTo>
                    <a:pt x="147786" y="719836"/>
                  </a:lnTo>
                  <a:lnTo>
                    <a:pt x="147377" y="721502"/>
                  </a:lnTo>
                  <a:lnTo>
                    <a:pt x="146977" y="723168"/>
                  </a:lnTo>
                  <a:lnTo>
                    <a:pt x="146587" y="724835"/>
                  </a:lnTo>
                  <a:lnTo>
                    <a:pt x="146207" y="726501"/>
                  </a:lnTo>
                  <a:lnTo>
                    <a:pt x="145836" y="728167"/>
                  </a:lnTo>
                  <a:lnTo>
                    <a:pt x="145474" y="729834"/>
                  </a:lnTo>
                  <a:lnTo>
                    <a:pt x="145127" y="731500"/>
                  </a:lnTo>
                  <a:lnTo>
                    <a:pt x="144790" y="733166"/>
                  </a:lnTo>
                  <a:lnTo>
                    <a:pt x="144464" y="734832"/>
                  </a:lnTo>
                  <a:lnTo>
                    <a:pt x="144149" y="736499"/>
                  </a:lnTo>
                  <a:lnTo>
                    <a:pt x="143848" y="738165"/>
                  </a:lnTo>
                  <a:lnTo>
                    <a:pt x="143559" y="739831"/>
                  </a:lnTo>
                  <a:lnTo>
                    <a:pt x="143282" y="741498"/>
                  </a:lnTo>
                  <a:lnTo>
                    <a:pt x="143016" y="743164"/>
                  </a:lnTo>
                  <a:lnTo>
                    <a:pt x="142762" y="744830"/>
                  </a:lnTo>
                  <a:lnTo>
                    <a:pt x="142523" y="746496"/>
                  </a:lnTo>
                  <a:lnTo>
                    <a:pt x="142294" y="748163"/>
                  </a:lnTo>
                  <a:lnTo>
                    <a:pt x="142075" y="749829"/>
                  </a:lnTo>
                  <a:lnTo>
                    <a:pt x="141866" y="751495"/>
                  </a:lnTo>
                  <a:lnTo>
                    <a:pt x="141669" y="753162"/>
                  </a:lnTo>
                  <a:lnTo>
                    <a:pt x="141483" y="754828"/>
                  </a:lnTo>
                  <a:lnTo>
                    <a:pt x="141304" y="756494"/>
                  </a:lnTo>
                  <a:lnTo>
                    <a:pt x="141133" y="758160"/>
                  </a:lnTo>
                  <a:lnTo>
                    <a:pt x="140969" y="759827"/>
                  </a:lnTo>
                  <a:lnTo>
                    <a:pt x="140813" y="761493"/>
                  </a:lnTo>
                  <a:lnTo>
                    <a:pt x="140662" y="763159"/>
                  </a:lnTo>
                  <a:lnTo>
                    <a:pt x="140515" y="764826"/>
                  </a:lnTo>
                  <a:lnTo>
                    <a:pt x="140372" y="766492"/>
                  </a:lnTo>
                  <a:lnTo>
                    <a:pt x="140233" y="768158"/>
                  </a:lnTo>
                  <a:lnTo>
                    <a:pt x="140094" y="769824"/>
                  </a:lnTo>
                  <a:lnTo>
                    <a:pt x="139957" y="771491"/>
                  </a:lnTo>
                  <a:lnTo>
                    <a:pt x="139819" y="773157"/>
                  </a:lnTo>
                  <a:lnTo>
                    <a:pt x="139680" y="774823"/>
                  </a:lnTo>
                  <a:lnTo>
                    <a:pt x="139538" y="776490"/>
                  </a:lnTo>
                  <a:lnTo>
                    <a:pt x="139393" y="778156"/>
                  </a:lnTo>
                  <a:lnTo>
                    <a:pt x="139245" y="779822"/>
                  </a:lnTo>
                  <a:lnTo>
                    <a:pt x="139093" y="781488"/>
                  </a:lnTo>
                  <a:lnTo>
                    <a:pt x="138934" y="783155"/>
                  </a:lnTo>
                  <a:lnTo>
                    <a:pt x="138769" y="784821"/>
                  </a:lnTo>
                  <a:lnTo>
                    <a:pt x="138598" y="786487"/>
                  </a:lnTo>
                  <a:lnTo>
                    <a:pt x="138420" y="788154"/>
                  </a:lnTo>
                  <a:lnTo>
                    <a:pt x="138235" y="789820"/>
                  </a:lnTo>
                  <a:lnTo>
                    <a:pt x="138040" y="791486"/>
                  </a:lnTo>
                  <a:lnTo>
                    <a:pt x="137839" y="793152"/>
                  </a:lnTo>
                  <a:lnTo>
                    <a:pt x="137629" y="794819"/>
                  </a:lnTo>
                  <a:lnTo>
                    <a:pt x="137413" y="796485"/>
                  </a:lnTo>
                  <a:lnTo>
                    <a:pt x="137186" y="798151"/>
                  </a:lnTo>
                  <a:lnTo>
                    <a:pt x="136952" y="799818"/>
                  </a:lnTo>
                  <a:lnTo>
                    <a:pt x="136711" y="801484"/>
                  </a:lnTo>
                  <a:lnTo>
                    <a:pt x="136463" y="803150"/>
                  </a:lnTo>
                  <a:lnTo>
                    <a:pt x="136207" y="804816"/>
                  </a:lnTo>
                  <a:lnTo>
                    <a:pt x="135944" y="806483"/>
                  </a:lnTo>
                  <a:lnTo>
                    <a:pt x="135675" y="808149"/>
                  </a:lnTo>
                  <a:lnTo>
                    <a:pt x="135400" y="809815"/>
                  </a:lnTo>
                  <a:lnTo>
                    <a:pt x="135121" y="811482"/>
                  </a:lnTo>
                  <a:lnTo>
                    <a:pt x="134836" y="813148"/>
                  </a:lnTo>
                  <a:lnTo>
                    <a:pt x="134546" y="814814"/>
                  </a:lnTo>
                  <a:lnTo>
                    <a:pt x="134254" y="816481"/>
                  </a:lnTo>
                  <a:lnTo>
                    <a:pt x="133958" y="818147"/>
                  </a:lnTo>
                  <a:lnTo>
                    <a:pt x="133660" y="819813"/>
                  </a:lnTo>
                  <a:lnTo>
                    <a:pt x="133359" y="821479"/>
                  </a:lnTo>
                  <a:lnTo>
                    <a:pt x="133058" y="823146"/>
                  </a:lnTo>
                  <a:lnTo>
                    <a:pt x="132756" y="824812"/>
                  </a:lnTo>
                  <a:lnTo>
                    <a:pt x="132453" y="826478"/>
                  </a:lnTo>
                  <a:lnTo>
                    <a:pt x="132151" y="828145"/>
                  </a:lnTo>
                  <a:lnTo>
                    <a:pt x="131849" y="829811"/>
                  </a:lnTo>
                  <a:lnTo>
                    <a:pt x="131549" y="831477"/>
                  </a:lnTo>
                  <a:lnTo>
                    <a:pt x="131251" y="833143"/>
                  </a:lnTo>
                  <a:lnTo>
                    <a:pt x="130954" y="834810"/>
                  </a:lnTo>
                  <a:lnTo>
                    <a:pt x="130661" y="836476"/>
                  </a:lnTo>
                  <a:lnTo>
                    <a:pt x="130371" y="838142"/>
                  </a:lnTo>
                  <a:lnTo>
                    <a:pt x="130084" y="839809"/>
                  </a:lnTo>
                  <a:lnTo>
                    <a:pt x="129800" y="841475"/>
                  </a:lnTo>
                  <a:lnTo>
                    <a:pt x="129522" y="843141"/>
                  </a:lnTo>
                  <a:lnTo>
                    <a:pt x="129248" y="844807"/>
                  </a:lnTo>
                  <a:lnTo>
                    <a:pt x="128979" y="846474"/>
                  </a:lnTo>
                  <a:lnTo>
                    <a:pt x="128714" y="848140"/>
                  </a:lnTo>
                  <a:lnTo>
                    <a:pt x="128456" y="849806"/>
                  </a:lnTo>
                  <a:lnTo>
                    <a:pt x="128203" y="851473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5" name="pg35">
              <a:extLst>
                <a:ext uri="{FF2B5EF4-FFF2-40B4-BE49-F238E27FC236}">
                  <a16:creationId xmlns:a16="http://schemas.microsoft.com/office/drawing/2014/main" id="{8D706A2B-A6B0-3001-A33C-D8781AECDC45}"/>
                </a:ext>
              </a:extLst>
            </p:cNvPr>
            <p:cNvSpPr/>
            <p:nvPr/>
          </p:nvSpPr>
          <p:spPr>
            <a:xfrm>
              <a:off x="4153608" y="1941839"/>
              <a:ext cx="152105" cy="1240771"/>
            </a:xfrm>
            <a:custGeom>
              <a:avLst/>
              <a:gdLst/>
              <a:ahLst/>
              <a:cxnLst/>
              <a:rect l="0" t="0" r="0" b="0"/>
              <a:pathLst>
                <a:path w="152105" h="1240771">
                  <a:moveTo>
                    <a:pt x="72787" y="1240771"/>
                  </a:moveTo>
                  <a:lnTo>
                    <a:pt x="72661" y="1238343"/>
                  </a:lnTo>
                  <a:lnTo>
                    <a:pt x="72532" y="1235914"/>
                  </a:lnTo>
                  <a:lnTo>
                    <a:pt x="72403" y="1233486"/>
                  </a:lnTo>
                  <a:lnTo>
                    <a:pt x="72273" y="1231058"/>
                  </a:lnTo>
                  <a:lnTo>
                    <a:pt x="72141" y="1228630"/>
                  </a:lnTo>
                  <a:lnTo>
                    <a:pt x="72010" y="1226202"/>
                  </a:lnTo>
                  <a:lnTo>
                    <a:pt x="71877" y="1223774"/>
                  </a:lnTo>
                  <a:lnTo>
                    <a:pt x="71744" y="1221346"/>
                  </a:lnTo>
                  <a:lnTo>
                    <a:pt x="71611" y="1218918"/>
                  </a:lnTo>
                  <a:lnTo>
                    <a:pt x="71477" y="1216489"/>
                  </a:lnTo>
                  <a:lnTo>
                    <a:pt x="71343" y="1214061"/>
                  </a:lnTo>
                  <a:lnTo>
                    <a:pt x="71209" y="1211633"/>
                  </a:lnTo>
                  <a:lnTo>
                    <a:pt x="71075" y="1209205"/>
                  </a:lnTo>
                  <a:lnTo>
                    <a:pt x="70942" y="1206777"/>
                  </a:lnTo>
                  <a:lnTo>
                    <a:pt x="70808" y="1204349"/>
                  </a:lnTo>
                  <a:lnTo>
                    <a:pt x="70675" y="1201921"/>
                  </a:lnTo>
                  <a:lnTo>
                    <a:pt x="70542" y="1199493"/>
                  </a:lnTo>
                  <a:lnTo>
                    <a:pt x="70409" y="1197064"/>
                  </a:lnTo>
                  <a:lnTo>
                    <a:pt x="70277" y="1194636"/>
                  </a:lnTo>
                  <a:lnTo>
                    <a:pt x="70146" y="1192208"/>
                  </a:lnTo>
                  <a:lnTo>
                    <a:pt x="70014" y="1189780"/>
                  </a:lnTo>
                  <a:lnTo>
                    <a:pt x="69883" y="1187352"/>
                  </a:lnTo>
                  <a:lnTo>
                    <a:pt x="69753" y="1184924"/>
                  </a:lnTo>
                  <a:lnTo>
                    <a:pt x="69623" y="1182496"/>
                  </a:lnTo>
                  <a:lnTo>
                    <a:pt x="69494" y="1180068"/>
                  </a:lnTo>
                  <a:lnTo>
                    <a:pt x="69365" y="1177639"/>
                  </a:lnTo>
                  <a:lnTo>
                    <a:pt x="69236" y="1175211"/>
                  </a:lnTo>
                  <a:lnTo>
                    <a:pt x="69108" y="1172783"/>
                  </a:lnTo>
                  <a:lnTo>
                    <a:pt x="68980" y="1170355"/>
                  </a:lnTo>
                  <a:lnTo>
                    <a:pt x="68852" y="1167927"/>
                  </a:lnTo>
                  <a:lnTo>
                    <a:pt x="68725" y="1165499"/>
                  </a:lnTo>
                  <a:lnTo>
                    <a:pt x="68597" y="1163071"/>
                  </a:lnTo>
                  <a:lnTo>
                    <a:pt x="68470" y="1160643"/>
                  </a:lnTo>
                  <a:lnTo>
                    <a:pt x="68342" y="1158214"/>
                  </a:lnTo>
                  <a:lnTo>
                    <a:pt x="68214" y="1155786"/>
                  </a:lnTo>
                  <a:lnTo>
                    <a:pt x="68087" y="1153358"/>
                  </a:lnTo>
                  <a:lnTo>
                    <a:pt x="67958" y="1150930"/>
                  </a:lnTo>
                  <a:lnTo>
                    <a:pt x="67830" y="1148502"/>
                  </a:lnTo>
                  <a:lnTo>
                    <a:pt x="67700" y="1146074"/>
                  </a:lnTo>
                  <a:lnTo>
                    <a:pt x="67571" y="1143646"/>
                  </a:lnTo>
                  <a:lnTo>
                    <a:pt x="67440" y="1141218"/>
                  </a:lnTo>
                  <a:lnTo>
                    <a:pt x="67309" y="1138789"/>
                  </a:lnTo>
                  <a:lnTo>
                    <a:pt x="67177" y="1136361"/>
                  </a:lnTo>
                  <a:lnTo>
                    <a:pt x="67044" y="1133933"/>
                  </a:lnTo>
                  <a:lnTo>
                    <a:pt x="66910" y="1131505"/>
                  </a:lnTo>
                  <a:lnTo>
                    <a:pt x="66775" y="1129077"/>
                  </a:lnTo>
                  <a:lnTo>
                    <a:pt x="66638" y="1126649"/>
                  </a:lnTo>
                  <a:lnTo>
                    <a:pt x="66501" y="1124221"/>
                  </a:lnTo>
                  <a:lnTo>
                    <a:pt x="66362" y="1121793"/>
                  </a:lnTo>
                  <a:lnTo>
                    <a:pt x="66221" y="1119365"/>
                  </a:lnTo>
                  <a:lnTo>
                    <a:pt x="66080" y="1116936"/>
                  </a:lnTo>
                  <a:lnTo>
                    <a:pt x="65937" y="1114508"/>
                  </a:lnTo>
                  <a:lnTo>
                    <a:pt x="65792" y="1112080"/>
                  </a:lnTo>
                  <a:lnTo>
                    <a:pt x="65646" y="1109652"/>
                  </a:lnTo>
                  <a:lnTo>
                    <a:pt x="65498" y="1107224"/>
                  </a:lnTo>
                  <a:lnTo>
                    <a:pt x="65349" y="1104796"/>
                  </a:lnTo>
                  <a:lnTo>
                    <a:pt x="65198" y="1102368"/>
                  </a:lnTo>
                  <a:lnTo>
                    <a:pt x="65045" y="1099940"/>
                  </a:lnTo>
                  <a:lnTo>
                    <a:pt x="64891" y="1097511"/>
                  </a:lnTo>
                  <a:lnTo>
                    <a:pt x="64736" y="1095083"/>
                  </a:lnTo>
                  <a:lnTo>
                    <a:pt x="64578" y="1092655"/>
                  </a:lnTo>
                  <a:lnTo>
                    <a:pt x="64419" y="1090227"/>
                  </a:lnTo>
                  <a:lnTo>
                    <a:pt x="64258" y="1087799"/>
                  </a:lnTo>
                  <a:lnTo>
                    <a:pt x="64095" y="1085371"/>
                  </a:lnTo>
                  <a:lnTo>
                    <a:pt x="63930" y="1082943"/>
                  </a:lnTo>
                  <a:lnTo>
                    <a:pt x="63764" y="1080515"/>
                  </a:lnTo>
                  <a:lnTo>
                    <a:pt x="63596" y="1078086"/>
                  </a:lnTo>
                  <a:lnTo>
                    <a:pt x="63425" y="1075658"/>
                  </a:lnTo>
                  <a:lnTo>
                    <a:pt x="63252" y="1073230"/>
                  </a:lnTo>
                  <a:lnTo>
                    <a:pt x="63077" y="1070802"/>
                  </a:lnTo>
                  <a:lnTo>
                    <a:pt x="62900" y="1068374"/>
                  </a:lnTo>
                  <a:lnTo>
                    <a:pt x="62720" y="1065946"/>
                  </a:lnTo>
                  <a:lnTo>
                    <a:pt x="62537" y="1063518"/>
                  </a:lnTo>
                  <a:lnTo>
                    <a:pt x="62351" y="1061090"/>
                  </a:lnTo>
                  <a:lnTo>
                    <a:pt x="62162" y="1058661"/>
                  </a:lnTo>
                  <a:lnTo>
                    <a:pt x="61970" y="1056233"/>
                  </a:lnTo>
                  <a:lnTo>
                    <a:pt x="61773" y="1053805"/>
                  </a:lnTo>
                  <a:lnTo>
                    <a:pt x="61573" y="1051377"/>
                  </a:lnTo>
                  <a:lnTo>
                    <a:pt x="61369" y="1048949"/>
                  </a:lnTo>
                  <a:lnTo>
                    <a:pt x="61160" y="1046521"/>
                  </a:lnTo>
                  <a:lnTo>
                    <a:pt x="60946" y="1044093"/>
                  </a:lnTo>
                  <a:lnTo>
                    <a:pt x="60727" y="1041665"/>
                  </a:lnTo>
                  <a:lnTo>
                    <a:pt x="60503" y="1039236"/>
                  </a:lnTo>
                  <a:lnTo>
                    <a:pt x="60272" y="1036808"/>
                  </a:lnTo>
                  <a:lnTo>
                    <a:pt x="60035" y="1034380"/>
                  </a:lnTo>
                  <a:lnTo>
                    <a:pt x="59792" y="1031952"/>
                  </a:lnTo>
                  <a:lnTo>
                    <a:pt x="59542" y="1029524"/>
                  </a:lnTo>
                  <a:lnTo>
                    <a:pt x="59285" y="1027096"/>
                  </a:lnTo>
                  <a:lnTo>
                    <a:pt x="59020" y="1024668"/>
                  </a:lnTo>
                  <a:lnTo>
                    <a:pt x="58747" y="1022240"/>
                  </a:lnTo>
                  <a:lnTo>
                    <a:pt x="58467" y="1019811"/>
                  </a:lnTo>
                  <a:lnTo>
                    <a:pt x="58178" y="1017383"/>
                  </a:lnTo>
                  <a:lnTo>
                    <a:pt x="57880" y="1014955"/>
                  </a:lnTo>
                  <a:lnTo>
                    <a:pt x="57573" y="1012527"/>
                  </a:lnTo>
                  <a:lnTo>
                    <a:pt x="57259" y="1010099"/>
                  </a:lnTo>
                  <a:lnTo>
                    <a:pt x="56935" y="1007671"/>
                  </a:lnTo>
                  <a:lnTo>
                    <a:pt x="56600" y="1005243"/>
                  </a:lnTo>
                  <a:lnTo>
                    <a:pt x="56258" y="1002815"/>
                  </a:lnTo>
                  <a:lnTo>
                    <a:pt x="55908" y="1000386"/>
                  </a:lnTo>
                  <a:lnTo>
                    <a:pt x="55547" y="997958"/>
                  </a:lnTo>
                  <a:lnTo>
                    <a:pt x="55176" y="995530"/>
                  </a:lnTo>
                  <a:lnTo>
                    <a:pt x="54798" y="993102"/>
                  </a:lnTo>
                  <a:lnTo>
                    <a:pt x="54413" y="990674"/>
                  </a:lnTo>
                  <a:lnTo>
                    <a:pt x="54017" y="988246"/>
                  </a:lnTo>
                  <a:lnTo>
                    <a:pt x="53613" y="985818"/>
                  </a:lnTo>
                  <a:lnTo>
                    <a:pt x="53203" y="983390"/>
                  </a:lnTo>
                  <a:lnTo>
                    <a:pt x="52786" y="980961"/>
                  </a:lnTo>
                  <a:lnTo>
                    <a:pt x="52361" y="978533"/>
                  </a:lnTo>
                  <a:lnTo>
                    <a:pt x="51930" y="976105"/>
                  </a:lnTo>
                  <a:lnTo>
                    <a:pt x="51494" y="973677"/>
                  </a:lnTo>
                  <a:lnTo>
                    <a:pt x="51054" y="971249"/>
                  </a:lnTo>
                  <a:lnTo>
                    <a:pt x="50607" y="968821"/>
                  </a:lnTo>
                  <a:lnTo>
                    <a:pt x="50158" y="966393"/>
                  </a:lnTo>
                  <a:lnTo>
                    <a:pt x="49706" y="963965"/>
                  </a:lnTo>
                  <a:lnTo>
                    <a:pt x="49252" y="961536"/>
                  </a:lnTo>
                  <a:lnTo>
                    <a:pt x="48796" y="959108"/>
                  </a:lnTo>
                  <a:lnTo>
                    <a:pt x="48340" y="956680"/>
                  </a:lnTo>
                  <a:lnTo>
                    <a:pt x="47883" y="954252"/>
                  </a:lnTo>
                  <a:lnTo>
                    <a:pt x="47427" y="951824"/>
                  </a:lnTo>
                  <a:lnTo>
                    <a:pt x="46974" y="949396"/>
                  </a:lnTo>
                  <a:lnTo>
                    <a:pt x="46523" y="946968"/>
                  </a:lnTo>
                  <a:lnTo>
                    <a:pt x="46074" y="944540"/>
                  </a:lnTo>
                  <a:lnTo>
                    <a:pt x="45630" y="942111"/>
                  </a:lnTo>
                  <a:lnTo>
                    <a:pt x="45191" y="939683"/>
                  </a:lnTo>
                  <a:lnTo>
                    <a:pt x="44758" y="937255"/>
                  </a:lnTo>
                  <a:lnTo>
                    <a:pt x="44330" y="934827"/>
                  </a:lnTo>
                  <a:lnTo>
                    <a:pt x="43909" y="932399"/>
                  </a:lnTo>
                  <a:lnTo>
                    <a:pt x="43497" y="929971"/>
                  </a:lnTo>
                  <a:lnTo>
                    <a:pt x="43092" y="927543"/>
                  </a:lnTo>
                  <a:lnTo>
                    <a:pt x="42695" y="925115"/>
                  </a:lnTo>
                  <a:lnTo>
                    <a:pt x="42307" y="922686"/>
                  </a:lnTo>
                  <a:lnTo>
                    <a:pt x="41931" y="920258"/>
                  </a:lnTo>
                  <a:lnTo>
                    <a:pt x="41564" y="917830"/>
                  </a:lnTo>
                  <a:lnTo>
                    <a:pt x="41205" y="915402"/>
                  </a:lnTo>
                  <a:lnTo>
                    <a:pt x="40859" y="912974"/>
                  </a:lnTo>
                  <a:lnTo>
                    <a:pt x="40524" y="910546"/>
                  </a:lnTo>
                  <a:lnTo>
                    <a:pt x="40199" y="908118"/>
                  </a:lnTo>
                  <a:lnTo>
                    <a:pt x="39884" y="905690"/>
                  </a:lnTo>
                  <a:lnTo>
                    <a:pt x="39581" y="903261"/>
                  </a:lnTo>
                  <a:lnTo>
                    <a:pt x="39290" y="900833"/>
                  </a:lnTo>
                  <a:lnTo>
                    <a:pt x="39009" y="898405"/>
                  </a:lnTo>
                  <a:lnTo>
                    <a:pt x="38736" y="895977"/>
                  </a:lnTo>
                  <a:lnTo>
                    <a:pt x="38477" y="893549"/>
                  </a:lnTo>
                  <a:lnTo>
                    <a:pt x="38227" y="891121"/>
                  </a:lnTo>
                  <a:lnTo>
                    <a:pt x="37985" y="888693"/>
                  </a:lnTo>
                  <a:lnTo>
                    <a:pt x="37751" y="886265"/>
                  </a:lnTo>
                  <a:lnTo>
                    <a:pt x="37528" y="883837"/>
                  </a:lnTo>
                  <a:lnTo>
                    <a:pt x="37313" y="881408"/>
                  </a:lnTo>
                  <a:lnTo>
                    <a:pt x="37103" y="878980"/>
                  </a:lnTo>
                  <a:lnTo>
                    <a:pt x="36899" y="876552"/>
                  </a:lnTo>
                  <a:lnTo>
                    <a:pt x="36702" y="874124"/>
                  </a:lnTo>
                  <a:lnTo>
                    <a:pt x="36509" y="871696"/>
                  </a:lnTo>
                  <a:lnTo>
                    <a:pt x="36320" y="869268"/>
                  </a:lnTo>
                  <a:lnTo>
                    <a:pt x="36133" y="866840"/>
                  </a:lnTo>
                  <a:lnTo>
                    <a:pt x="35949" y="864412"/>
                  </a:lnTo>
                  <a:lnTo>
                    <a:pt x="35765" y="861983"/>
                  </a:lnTo>
                  <a:lnTo>
                    <a:pt x="35580" y="859555"/>
                  </a:lnTo>
                  <a:lnTo>
                    <a:pt x="35395" y="857127"/>
                  </a:lnTo>
                  <a:lnTo>
                    <a:pt x="35207" y="854699"/>
                  </a:lnTo>
                  <a:lnTo>
                    <a:pt x="35015" y="852271"/>
                  </a:lnTo>
                  <a:lnTo>
                    <a:pt x="34819" y="849843"/>
                  </a:lnTo>
                  <a:lnTo>
                    <a:pt x="34618" y="847415"/>
                  </a:lnTo>
                  <a:lnTo>
                    <a:pt x="34409" y="844987"/>
                  </a:lnTo>
                  <a:lnTo>
                    <a:pt x="34192" y="842558"/>
                  </a:lnTo>
                  <a:lnTo>
                    <a:pt x="33968" y="840130"/>
                  </a:lnTo>
                  <a:lnTo>
                    <a:pt x="33734" y="837702"/>
                  </a:lnTo>
                  <a:lnTo>
                    <a:pt x="33487" y="835274"/>
                  </a:lnTo>
                  <a:lnTo>
                    <a:pt x="33229" y="832846"/>
                  </a:lnTo>
                  <a:lnTo>
                    <a:pt x="32961" y="830418"/>
                  </a:lnTo>
                  <a:lnTo>
                    <a:pt x="32678" y="827990"/>
                  </a:lnTo>
                  <a:lnTo>
                    <a:pt x="32379" y="825562"/>
                  </a:lnTo>
                  <a:lnTo>
                    <a:pt x="32067" y="823133"/>
                  </a:lnTo>
                  <a:lnTo>
                    <a:pt x="31742" y="820705"/>
                  </a:lnTo>
                  <a:lnTo>
                    <a:pt x="31399" y="818277"/>
                  </a:lnTo>
                  <a:lnTo>
                    <a:pt x="31037" y="815849"/>
                  </a:lnTo>
                  <a:lnTo>
                    <a:pt x="30661" y="813421"/>
                  </a:lnTo>
                  <a:lnTo>
                    <a:pt x="30270" y="810993"/>
                  </a:lnTo>
                  <a:lnTo>
                    <a:pt x="29859" y="808565"/>
                  </a:lnTo>
                  <a:lnTo>
                    <a:pt x="29430" y="806137"/>
                  </a:lnTo>
                  <a:lnTo>
                    <a:pt x="28985" y="803708"/>
                  </a:lnTo>
                  <a:lnTo>
                    <a:pt x="28525" y="801280"/>
                  </a:lnTo>
                  <a:lnTo>
                    <a:pt x="28045" y="798852"/>
                  </a:lnTo>
                  <a:lnTo>
                    <a:pt x="27547" y="796424"/>
                  </a:lnTo>
                  <a:lnTo>
                    <a:pt x="27035" y="793996"/>
                  </a:lnTo>
                  <a:lnTo>
                    <a:pt x="26509" y="791568"/>
                  </a:lnTo>
                  <a:lnTo>
                    <a:pt x="25964" y="789140"/>
                  </a:lnTo>
                  <a:lnTo>
                    <a:pt x="25405" y="786712"/>
                  </a:lnTo>
                  <a:lnTo>
                    <a:pt x="24833" y="784283"/>
                  </a:lnTo>
                  <a:lnTo>
                    <a:pt x="24249" y="781855"/>
                  </a:lnTo>
                  <a:lnTo>
                    <a:pt x="23649" y="779427"/>
                  </a:lnTo>
                  <a:lnTo>
                    <a:pt x="23039" y="776999"/>
                  </a:lnTo>
                  <a:lnTo>
                    <a:pt x="22420" y="774571"/>
                  </a:lnTo>
                  <a:lnTo>
                    <a:pt x="21793" y="772143"/>
                  </a:lnTo>
                  <a:lnTo>
                    <a:pt x="21154" y="769715"/>
                  </a:lnTo>
                  <a:lnTo>
                    <a:pt x="20510" y="767287"/>
                  </a:lnTo>
                  <a:lnTo>
                    <a:pt x="19952" y="765198"/>
                  </a:lnTo>
                  <a:lnTo>
                    <a:pt x="19861" y="764858"/>
                  </a:lnTo>
                  <a:lnTo>
                    <a:pt x="19207" y="762430"/>
                  </a:lnTo>
                  <a:lnTo>
                    <a:pt x="18549" y="760002"/>
                  </a:lnTo>
                  <a:lnTo>
                    <a:pt x="17889" y="757574"/>
                  </a:lnTo>
                  <a:lnTo>
                    <a:pt x="17229" y="755146"/>
                  </a:lnTo>
                  <a:lnTo>
                    <a:pt x="16569" y="752718"/>
                  </a:lnTo>
                  <a:lnTo>
                    <a:pt x="15912" y="750290"/>
                  </a:lnTo>
                  <a:lnTo>
                    <a:pt x="15258" y="747862"/>
                  </a:lnTo>
                  <a:lnTo>
                    <a:pt x="14608" y="745433"/>
                  </a:lnTo>
                  <a:lnTo>
                    <a:pt x="13964" y="743005"/>
                  </a:lnTo>
                  <a:lnTo>
                    <a:pt x="13328" y="740577"/>
                  </a:lnTo>
                  <a:lnTo>
                    <a:pt x="12700" y="738149"/>
                  </a:lnTo>
                  <a:lnTo>
                    <a:pt x="12080" y="735721"/>
                  </a:lnTo>
                  <a:lnTo>
                    <a:pt x="11470" y="733293"/>
                  </a:lnTo>
                  <a:lnTo>
                    <a:pt x="10874" y="730865"/>
                  </a:lnTo>
                  <a:lnTo>
                    <a:pt x="10289" y="728437"/>
                  </a:lnTo>
                  <a:lnTo>
                    <a:pt x="9715" y="726008"/>
                  </a:lnTo>
                  <a:lnTo>
                    <a:pt x="9157" y="723580"/>
                  </a:lnTo>
                  <a:lnTo>
                    <a:pt x="8615" y="721152"/>
                  </a:lnTo>
                  <a:lnTo>
                    <a:pt x="8087" y="718724"/>
                  </a:lnTo>
                  <a:lnTo>
                    <a:pt x="7574" y="716296"/>
                  </a:lnTo>
                  <a:lnTo>
                    <a:pt x="7078" y="713868"/>
                  </a:lnTo>
                  <a:lnTo>
                    <a:pt x="6602" y="711440"/>
                  </a:lnTo>
                  <a:lnTo>
                    <a:pt x="6140" y="709012"/>
                  </a:lnTo>
                  <a:lnTo>
                    <a:pt x="5694" y="706583"/>
                  </a:lnTo>
                  <a:lnTo>
                    <a:pt x="5269" y="704155"/>
                  </a:lnTo>
                  <a:lnTo>
                    <a:pt x="4862" y="701727"/>
                  </a:lnTo>
                  <a:lnTo>
                    <a:pt x="4472" y="699299"/>
                  </a:lnTo>
                  <a:lnTo>
                    <a:pt x="4097" y="696871"/>
                  </a:lnTo>
                  <a:lnTo>
                    <a:pt x="3744" y="694443"/>
                  </a:lnTo>
                  <a:lnTo>
                    <a:pt x="3408" y="692015"/>
                  </a:lnTo>
                  <a:lnTo>
                    <a:pt x="3088" y="689587"/>
                  </a:lnTo>
                  <a:lnTo>
                    <a:pt x="2784" y="687158"/>
                  </a:lnTo>
                  <a:lnTo>
                    <a:pt x="2501" y="684730"/>
                  </a:lnTo>
                  <a:lnTo>
                    <a:pt x="2235" y="682302"/>
                  </a:lnTo>
                  <a:lnTo>
                    <a:pt x="1983" y="679874"/>
                  </a:lnTo>
                  <a:lnTo>
                    <a:pt x="1745" y="677446"/>
                  </a:lnTo>
                  <a:lnTo>
                    <a:pt x="1529" y="675018"/>
                  </a:lnTo>
                  <a:lnTo>
                    <a:pt x="1326" y="672590"/>
                  </a:lnTo>
                  <a:lnTo>
                    <a:pt x="1138" y="670162"/>
                  </a:lnTo>
                  <a:lnTo>
                    <a:pt x="962" y="667734"/>
                  </a:lnTo>
                  <a:lnTo>
                    <a:pt x="807" y="665305"/>
                  </a:lnTo>
                  <a:lnTo>
                    <a:pt x="665" y="662877"/>
                  </a:lnTo>
                  <a:lnTo>
                    <a:pt x="535" y="660449"/>
                  </a:lnTo>
                  <a:lnTo>
                    <a:pt x="418" y="658021"/>
                  </a:lnTo>
                  <a:lnTo>
                    <a:pt x="319" y="655593"/>
                  </a:lnTo>
                  <a:lnTo>
                    <a:pt x="233" y="653165"/>
                  </a:lnTo>
                  <a:lnTo>
                    <a:pt x="159" y="650737"/>
                  </a:lnTo>
                  <a:lnTo>
                    <a:pt x="98" y="648309"/>
                  </a:lnTo>
                  <a:lnTo>
                    <a:pt x="55" y="645880"/>
                  </a:lnTo>
                  <a:lnTo>
                    <a:pt x="23" y="643452"/>
                  </a:lnTo>
                  <a:lnTo>
                    <a:pt x="4" y="641024"/>
                  </a:lnTo>
                  <a:lnTo>
                    <a:pt x="0" y="638596"/>
                  </a:lnTo>
                  <a:lnTo>
                    <a:pt x="12" y="636168"/>
                  </a:lnTo>
                  <a:lnTo>
                    <a:pt x="37" y="633740"/>
                  </a:lnTo>
                  <a:lnTo>
                    <a:pt x="75" y="631312"/>
                  </a:lnTo>
                  <a:lnTo>
                    <a:pt x="129" y="628884"/>
                  </a:lnTo>
                  <a:lnTo>
                    <a:pt x="200" y="626455"/>
                  </a:lnTo>
                  <a:lnTo>
                    <a:pt x="285" y="624027"/>
                  </a:lnTo>
                  <a:lnTo>
                    <a:pt x="384" y="621599"/>
                  </a:lnTo>
                  <a:lnTo>
                    <a:pt x="501" y="619171"/>
                  </a:lnTo>
                  <a:lnTo>
                    <a:pt x="636" y="616743"/>
                  </a:lnTo>
                  <a:lnTo>
                    <a:pt x="657" y="616395"/>
                  </a:lnTo>
                  <a:lnTo>
                    <a:pt x="785" y="614315"/>
                  </a:lnTo>
                  <a:lnTo>
                    <a:pt x="950" y="611887"/>
                  </a:lnTo>
                  <a:lnTo>
                    <a:pt x="1134" y="609459"/>
                  </a:lnTo>
                  <a:lnTo>
                    <a:pt x="1336" y="607030"/>
                  </a:lnTo>
                  <a:lnTo>
                    <a:pt x="1554" y="604602"/>
                  </a:lnTo>
                  <a:lnTo>
                    <a:pt x="1787" y="602174"/>
                  </a:lnTo>
                  <a:lnTo>
                    <a:pt x="2040" y="599746"/>
                  </a:lnTo>
                  <a:lnTo>
                    <a:pt x="2312" y="597318"/>
                  </a:lnTo>
                  <a:lnTo>
                    <a:pt x="2598" y="594890"/>
                  </a:lnTo>
                  <a:lnTo>
                    <a:pt x="2899" y="592462"/>
                  </a:lnTo>
                  <a:lnTo>
                    <a:pt x="3221" y="590034"/>
                  </a:lnTo>
                  <a:lnTo>
                    <a:pt x="3558" y="587605"/>
                  </a:lnTo>
                  <a:lnTo>
                    <a:pt x="3909" y="585177"/>
                  </a:lnTo>
                  <a:lnTo>
                    <a:pt x="4273" y="582749"/>
                  </a:lnTo>
                  <a:lnTo>
                    <a:pt x="4655" y="580321"/>
                  </a:lnTo>
                  <a:lnTo>
                    <a:pt x="5050" y="577893"/>
                  </a:lnTo>
                  <a:lnTo>
                    <a:pt x="5455" y="575465"/>
                  </a:lnTo>
                  <a:lnTo>
                    <a:pt x="5870" y="573037"/>
                  </a:lnTo>
                  <a:lnTo>
                    <a:pt x="6299" y="570609"/>
                  </a:lnTo>
                  <a:lnTo>
                    <a:pt x="6735" y="568180"/>
                  </a:lnTo>
                  <a:lnTo>
                    <a:pt x="7179" y="565752"/>
                  </a:lnTo>
                  <a:lnTo>
                    <a:pt x="7628" y="563324"/>
                  </a:lnTo>
                  <a:lnTo>
                    <a:pt x="8084" y="560896"/>
                  </a:lnTo>
                  <a:lnTo>
                    <a:pt x="8542" y="558468"/>
                  </a:lnTo>
                  <a:lnTo>
                    <a:pt x="9002" y="556040"/>
                  </a:lnTo>
                  <a:lnTo>
                    <a:pt x="9462" y="553612"/>
                  </a:lnTo>
                  <a:lnTo>
                    <a:pt x="9921" y="551184"/>
                  </a:lnTo>
                  <a:lnTo>
                    <a:pt x="10377" y="548755"/>
                  </a:lnTo>
                  <a:lnTo>
                    <a:pt x="10829" y="546327"/>
                  </a:lnTo>
                  <a:lnTo>
                    <a:pt x="11276" y="543899"/>
                  </a:lnTo>
                  <a:lnTo>
                    <a:pt x="11714" y="541471"/>
                  </a:lnTo>
                  <a:lnTo>
                    <a:pt x="12143" y="539043"/>
                  </a:lnTo>
                  <a:lnTo>
                    <a:pt x="12563" y="536615"/>
                  </a:lnTo>
                  <a:lnTo>
                    <a:pt x="12972" y="534187"/>
                  </a:lnTo>
                  <a:lnTo>
                    <a:pt x="13365" y="531759"/>
                  </a:lnTo>
                  <a:lnTo>
                    <a:pt x="13746" y="529330"/>
                  </a:lnTo>
                  <a:lnTo>
                    <a:pt x="14114" y="526902"/>
                  </a:lnTo>
                  <a:lnTo>
                    <a:pt x="14465" y="524474"/>
                  </a:lnTo>
                  <a:lnTo>
                    <a:pt x="14797" y="522046"/>
                  </a:lnTo>
                  <a:lnTo>
                    <a:pt x="15113" y="519618"/>
                  </a:lnTo>
                  <a:lnTo>
                    <a:pt x="15414" y="517190"/>
                  </a:lnTo>
                  <a:lnTo>
                    <a:pt x="15695" y="514762"/>
                  </a:lnTo>
                  <a:lnTo>
                    <a:pt x="15956" y="512334"/>
                  </a:lnTo>
                  <a:lnTo>
                    <a:pt x="16202" y="509905"/>
                  </a:lnTo>
                  <a:lnTo>
                    <a:pt x="16431" y="507477"/>
                  </a:lnTo>
                  <a:lnTo>
                    <a:pt x="16639" y="505049"/>
                  </a:lnTo>
                  <a:lnTo>
                    <a:pt x="16830" y="502621"/>
                  </a:lnTo>
                  <a:lnTo>
                    <a:pt x="17006" y="500193"/>
                  </a:lnTo>
                  <a:lnTo>
                    <a:pt x="17168" y="497765"/>
                  </a:lnTo>
                  <a:lnTo>
                    <a:pt x="17312" y="495337"/>
                  </a:lnTo>
                  <a:lnTo>
                    <a:pt x="17443" y="492909"/>
                  </a:lnTo>
                  <a:lnTo>
                    <a:pt x="17562" y="490480"/>
                  </a:lnTo>
                  <a:lnTo>
                    <a:pt x="17671" y="488052"/>
                  </a:lnTo>
                  <a:lnTo>
                    <a:pt x="17767" y="485624"/>
                  </a:lnTo>
                  <a:lnTo>
                    <a:pt x="17855" y="483196"/>
                  </a:lnTo>
                  <a:lnTo>
                    <a:pt x="17937" y="480768"/>
                  </a:lnTo>
                  <a:lnTo>
                    <a:pt x="18014" y="478340"/>
                  </a:lnTo>
                  <a:lnTo>
                    <a:pt x="18086" y="475912"/>
                  </a:lnTo>
                  <a:lnTo>
                    <a:pt x="18157" y="473484"/>
                  </a:lnTo>
                  <a:lnTo>
                    <a:pt x="18227" y="471055"/>
                  </a:lnTo>
                  <a:lnTo>
                    <a:pt x="18298" y="468627"/>
                  </a:lnTo>
                  <a:lnTo>
                    <a:pt x="18373" y="466199"/>
                  </a:lnTo>
                  <a:lnTo>
                    <a:pt x="18452" y="463771"/>
                  </a:lnTo>
                  <a:lnTo>
                    <a:pt x="18536" y="461343"/>
                  </a:lnTo>
                  <a:lnTo>
                    <a:pt x="18627" y="458915"/>
                  </a:lnTo>
                  <a:lnTo>
                    <a:pt x="18731" y="456487"/>
                  </a:lnTo>
                  <a:lnTo>
                    <a:pt x="18843" y="454059"/>
                  </a:lnTo>
                  <a:lnTo>
                    <a:pt x="18966" y="451630"/>
                  </a:lnTo>
                  <a:lnTo>
                    <a:pt x="19102" y="449202"/>
                  </a:lnTo>
                  <a:lnTo>
                    <a:pt x="19174" y="448058"/>
                  </a:lnTo>
                  <a:lnTo>
                    <a:pt x="19255" y="446774"/>
                  </a:lnTo>
                  <a:lnTo>
                    <a:pt x="19422" y="444346"/>
                  </a:lnTo>
                  <a:lnTo>
                    <a:pt x="19603" y="441918"/>
                  </a:lnTo>
                  <a:lnTo>
                    <a:pt x="19800" y="439490"/>
                  </a:lnTo>
                  <a:lnTo>
                    <a:pt x="20019" y="437062"/>
                  </a:lnTo>
                  <a:lnTo>
                    <a:pt x="20253" y="434634"/>
                  </a:lnTo>
                  <a:lnTo>
                    <a:pt x="20503" y="432206"/>
                  </a:lnTo>
                  <a:lnTo>
                    <a:pt x="20772" y="429777"/>
                  </a:lnTo>
                  <a:lnTo>
                    <a:pt x="21063" y="427349"/>
                  </a:lnTo>
                  <a:lnTo>
                    <a:pt x="21370" y="424921"/>
                  </a:lnTo>
                  <a:lnTo>
                    <a:pt x="21694" y="422493"/>
                  </a:lnTo>
                  <a:lnTo>
                    <a:pt x="22037" y="420065"/>
                  </a:lnTo>
                  <a:lnTo>
                    <a:pt x="22400" y="417637"/>
                  </a:lnTo>
                  <a:lnTo>
                    <a:pt x="22778" y="415209"/>
                  </a:lnTo>
                  <a:lnTo>
                    <a:pt x="23170" y="412781"/>
                  </a:lnTo>
                  <a:lnTo>
                    <a:pt x="23581" y="410352"/>
                  </a:lnTo>
                  <a:lnTo>
                    <a:pt x="24009" y="407924"/>
                  </a:lnTo>
                  <a:lnTo>
                    <a:pt x="24449" y="405496"/>
                  </a:lnTo>
                  <a:lnTo>
                    <a:pt x="24901" y="403068"/>
                  </a:lnTo>
                  <a:lnTo>
                    <a:pt x="25369" y="400640"/>
                  </a:lnTo>
                  <a:lnTo>
                    <a:pt x="25849" y="398212"/>
                  </a:lnTo>
                  <a:lnTo>
                    <a:pt x="26338" y="395784"/>
                  </a:lnTo>
                  <a:lnTo>
                    <a:pt x="26837" y="393356"/>
                  </a:lnTo>
                  <a:lnTo>
                    <a:pt x="27346" y="390927"/>
                  </a:lnTo>
                  <a:lnTo>
                    <a:pt x="27864" y="388499"/>
                  </a:lnTo>
                  <a:lnTo>
                    <a:pt x="28388" y="386071"/>
                  </a:lnTo>
                  <a:lnTo>
                    <a:pt x="28918" y="383643"/>
                  </a:lnTo>
                  <a:lnTo>
                    <a:pt x="29455" y="381215"/>
                  </a:lnTo>
                  <a:lnTo>
                    <a:pt x="29996" y="378787"/>
                  </a:lnTo>
                  <a:lnTo>
                    <a:pt x="30540" y="376359"/>
                  </a:lnTo>
                  <a:lnTo>
                    <a:pt x="31087" y="373931"/>
                  </a:lnTo>
                  <a:lnTo>
                    <a:pt x="31637" y="371502"/>
                  </a:lnTo>
                  <a:lnTo>
                    <a:pt x="32189" y="369074"/>
                  </a:lnTo>
                  <a:lnTo>
                    <a:pt x="32741" y="366646"/>
                  </a:lnTo>
                  <a:lnTo>
                    <a:pt x="33293" y="364218"/>
                  </a:lnTo>
                  <a:lnTo>
                    <a:pt x="33846" y="361790"/>
                  </a:lnTo>
                  <a:lnTo>
                    <a:pt x="34397" y="359362"/>
                  </a:lnTo>
                  <a:lnTo>
                    <a:pt x="34948" y="356934"/>
                  </a:lnTo>
                  <a:lnTo>
                    <a:pt x="35497" y="354506"/>
                  </a:lnTo>
                  <a:lnTo>
                    <a:pt x="36045" y="352077"/>
                  </a:lnTo>
                  <a:lnTo>
                    <a:pt x="36590" y="349649"/>
                  </a:lnTo>
                  <a:lnTo>
                    <a:pt x="37133" y="347221"/>
                  </a:lnTo>
                  <a:lnTo>
                    <a:pt x="37675" y="344793"/>
                  </a:lnTo>
                  <a:lnTo>
                    <a:pt x="38213" y="342365"/>
                  </a:lnTo>
                  <a:lnTo>
                    <a:pt x="38749" y="339937"/>
                  </a:lnTo>
                  <a:lnTo>
                    <a:pt x="39282" y="337509"/>
                  </a:lnTo>
                  <a:lnTo>
                    <a:pt x="39813" y="335081"/>
                  </a:lnTo>
                  <a:lnTo>
                    <a:pt x="40341" y="332652"/>
                  </a:lnTo>
                  <a:lnTo>
                    <a:pt x="40866" y="330224"/>
                  </a:lnTo>
                  <a:lnTo>
                    <a:pt x="41389" y="327796"/>
                  </a:lnTo>
                  <a:lnTo>
                    <a:pt x="41910" y="325368"/>
                  </a:lnTo>
                  <a:lnTo>
                    <a:pt x="42428" y="322940"/>
                  </a:lnTo>
                  <a:lnTo>
                    <a:pt x="42943" y="320512"/>
                  </a:lnTo>
                  <a:lnTo>
                    <a:pt x="43457" y="318084"/>
                  </a:lnTo>
                  <a:lnTo>
                    <a:pt x="43967" y="315656"/>
                  </a:lnTo>
                  <a:lnTo>
                    <a:pt x="44476" y="313227"/>
                  </a:lnTo>
                  <a:lnTo>
                    <a:pt x="44982" y="310799"/>
                  </a:lnTo>
                  <a:lnTo>
                    <a:pt x="45487" y="308371"/>
                  </a:lnTo>
                  <a:lnTo>
                    <a:pt x="45988" y="305943"/>
                  </a:lnTo>
                  <a:lnTo>
                    <a:pt x="46487" y="303515"/>
                  </a:lnTo>
                  <a:lnTo>
                    <a:pt x="46984" y="301087"/>
                  </a:lnTo>
                  <a:lnTo>
                    <a:pt x="47478" y="298659"/>
                  </a:lnTo>
                  <a:lnTo>
                    <a:pt x="47969" y="296231"/>
                  </a:lnTo>
                  <a:lnTo>
                    <a:pt x="48457" y="293802"/>
                  </a:lnTo>
                  <a:lnTo>
                    <a:pt x="48942" y="291374"/>
                  </a:lnTo>
                  <a:lnTo>
                    <a:pt x="49423" y="288946"/>
                  </a:lnTo>
                  <a:lnTo>
                    <a:pt x="49900" y="286518"/>
                  </a:lnTo>
                  <a:lnTo>
                    <a:pt x="50373" y="284090"/>
                  </a:lnTo>
                  <a:lnTo>
                    <a:pt x="50842" y="281662"/>
                  </a:lnTo>
                  <a:lnTo>
                    <a:pt x="51306" y="279234"/>
                  </a:lnTo>
                  <a:lnTo>
                    <a:pt x="51763" y="276806"/>
                  </a:lnTo>
                  <a:lnTo>
                    <a:pt x="52214" y="274377"/>
                  </a:lnTo>
                  <a:lnTo>
                    <a:pt x="52660" y="271949"/>
                  </a:lnTo>
                  <a:lnTo>
                    <a:pt x="53100" y="269521"/>
                  </a:lnTo>
                  <a:lnTo>
                    <a:pt x="53530" y="267093"/>
                  </a:lnTo>
                  <a:lnTo>
                    <a:pt x="53952" y="264665"/>
                  </a:lnTo>
                  <a:lnTo>
                    <a:pt x="54367" y="262237"/>
                  </a:lnTo>
                  <a:lnTo>
                    <a:pt x="54774" y="259809"/>
                  </a:lnTo>
                  <a:lnTo>
                    <a:pt x="55168" y="257381"/>
                  </a:lnTo>
                  <a:lnTo>
                    <a:pt x="55554" y="254952"/>
                  </a:lnTo>
                  <a:lnTo>
                    <a:pt x="55930" y="252524"/>
                  </a:lnTo>
                  <a:lnTo>
                    <a:pt x="56295" y="250096"/>
                  </a:lnTo>
                  <a:lnTo>
                    <a:pt x="56646" y="247668"/>
                  </a:lnTo>
                  <a:lnTo>
                    <a:pt x="56987" y="245240"/>
                  </a:lnTo>
                  <a:lnTo>
                    <a:pt x="57316" y="242812"/>
                  </a:lnTo>
                  <a:lnTo>
                    <a:pt x="57633" y="240384"/>
                  </a:lnTo>
                  <a:lnTo>
                    <a:pt x="57934" y="237956"/>
                  </a:lnTo>
                  <a:lnTo>
                    <a:pt x="58224" y="235527"/>
                  </a:lnTo>
                  <a:lnTo>
                    <a:pt x="58502" y="233099"/>
                  </a:lnTo>
                  <a:lnTo>
                    <a:pt x="58766" y="230671"/>
                  </a:lnTo>
                  <a:lnTo>
                    <a:pt x="59013" y="228243"/>
                  </a:lnTo>
                  <a:lnTo>
                    <a:pt x="59249" y="225815"/>
                  </a:lnTo>
                  <a:lnTo>
                    <a:pt x="59473" y="223387"/>
                  </a:lnTo>
                  <a:lnTo>
                    <a:pt x="59682" y="220959"/>
                  </a:lnTo>
                  <a:lnTo>
                    <a:pt x="59876" y="218531"/>
                  </a:lnTo>
                  <a:lnTo>
                    <a:pt x="60058" y="216103"/>
                  </a:lnTo>
                  <a:lnTo>
                    <a:pt x="60229" y="213674"/>
                  </a:lnTo>
                  <a:lnTo>
                    <a:pt x="60386" y="211246"/>
                  </a:lnTo>
                  <a:lnTo>
                    <a:pt x="60530" y="208818"/>
                  </a:lnTo>
                  <a:lnTo>
                    <a:pt x="60663" y="206390"/>
                  </a:lnTo>
                  <a:lnTo>
                    <a:pt x="60786" y="203962"/>
                  </a:lnTo>
                  <a:lnTo>
                    <a:pt x="60896" y="201534"/>
                  </a:lnTo>
                  <a:lnTo>
                    <a:pt x="60996" y="199106"/>
                  </a:lnTo>
                  <a:lnTo>
                    <a:pt x="61087" y="196678"/>
                  </a:lnTo>
                  <a:lnTo>
                    <a:pt x="61170" y="194249"/>
                  </a:lnTo>
                  <a:lnTo>
                    <a:pt x="61243" y="191821"/>
                  </a:lnTo>
                  <a:lnTo>
                    <a:pt x="61309" y="189393"/>
                  </a:lnTo>
                  <a:lnTo>
                    <a:pt x="61368" y="186965"/>
                  </a:lnTo>
                  <a:lnTo>
                    <a:pt x="61422" y="184537"/>
                  </a:lnTo>
                  <a:lnTo>
                    <a:pt x="61469" y="182109"/>
                  </a:lnTo>
                  <a:lnTo>
                    <a:pt x="61511" y="179681"/>
                  </a:lnTo>
                  <a:lnTo>
                    <a:pt x="61550" y="177253"/>
                  </a:lnTo>
                  <a:lnTo>
                    <a:pt x="61586" y="174824"/>
                  </a:lnTo>
                  <a:lnTo>
                    <a:pt x="61619" y="172396"/>
                  </a:lnTo>
                  <a:lnTo>
                    <a:pt x="61651" y="169968"/>
                  </a:lnTo>
                  <a:lnTo>
                    <a:pt x="61681" y="167540"/>
                  </a:lnTo>
                  <a:lnTo>
                    <a:pt x="61711" y="165112"/>
                  </a:lnTo>
                  <a:lnTo>
                    <a:pt x="61742" y="162684"/>
                  </a:lnTo>
                  <a:lnTo>
                    <a:pt x="61774" y="160256"/>
                  </a:lnTo>
                  <a:lnTo>
                    <a:pt x="61807" y="157828"/>
                  </a:lnTo>
                  <a:lnTo>
                    <a:pt x="61842" y="155399"/>
                  </a:lnTo>
                  <a:lnTo>
                    <a:pt x="61881" y="152971"/>
                  </a:lnTo>
                  <a:lnTo>
                    <a:pt x="61923" y="150543"/>
                  </a:lnTo>
                  <a:lnTo>
                    <a:pt x="61969" y="148115"/>
                  </a:lnTo>
                  <a:lnTo>
                    <a:pt x="62019" y="145687"/>
                  </a:lnTo>
                  <a:lnTo>
                    <a:pt x="62075" y="143259"/>
                  </a:lnTo>
                  <a:lnTo>
                    <a:pt x="62135" y="140831"/>
                  </a:lnTo>
                  <a:lnTo>
                    <a:pt x="62200" y="138403"/>
                  </a:lnTo>
                  <a:lnTo>
                    <a:pt x="62272" y="135974"/>
                  </a:lnTo>
                  <a:lnTo>
                    <a:pt x="62350" y="133546"/>
                  </a:lnTo>
                  <a:lnTo>
                    <a:pt x="62434" y="131118"/>
                  </a:lnTo>
                  <a:lnTo>
                    <a:pt x="62524" y="128690"/>
                  </a:lnTo>
                  <a:lnTo>
                    <a:pt x="62621" y="126262"/>
                  </a:lnTo>
                  <a:lnTo>
                    <a:pt x="62726" y="123834"/>
                  </a:lnTo>
                  <a:lnTo>
                    <a:pt x="62837" y="121406"/>
                  </a:lnTo>
                  <a:lnTo>
                    <a:pt x="62954" y="118978"/>
                  </a:lnTo>
                  <a:lnTo>
                    <a:pt x="63078" y="116549"/>
                  </a:lnTo>
                  <a:lnTo>
                    <a:pt x="63211" y="114121"/>
                  </a:lnTo>
                  <a:lnTo>
                    <a:pt x="63349" y="111693"/>
                  </a:lnTo>
                  <a:lnTo>
                    <a:pt x="63493" y="109265"/>
                  </a:lnTo>
                  <a:lnTo>
                    <a:pt x="63644" y="106837"/>
                  </a:lnTo>
                  <a:lnTo>
                    <a:pt x="63802" y="104409"/>
                  </a:lnTo>
                  <a:lnTo>
                    <a:pt x="63966" y="101981"/>
                  </a:lnTo>
                  <a:lnTo>
                    <a:pt x="64135" y="99553"/>
                  </a:lnTo>
                  <a:lnTo>
                    <a:pt x="64311" y="97124"/>
                  </a:lnTo>
                  <a:lnTo>
                    <a:pt x="64493" y="94696"/>
                  </a:lnTo>
                  <a:lnTo>
                    <a:pt x="64679" y="92268"/>
                  </a:lnTo>
                  <a:lnTo>
                    <a:pt x="64870" y="89840"/>
                  </a:lnTo>
                  <a:lnTo>
                    <a:pt x="65066" y="87412"/>
                  </a:lnTo>
                  <a:lnTo>
                    <a:pt x="65267" y="84984"/>
                  </a:lnTo>
                  <a:lnTo>
                    <a:pt x="65471" y="82556"/>
                  </a:lnTo>
                  <a:lnTo>
                    <a:pt x="65679" y="80128"/>
                  </a:lnTo>
                  <a:lnTo>
                    <a:pt x="65891" y="77699"/>
                  </a:lnTo>
                  <a:lnTo>
                    <a:pt x="66106" y="75271"/>
                  </a:lnTo>
                  <a:lnTo>
                    <a:pt x="66323" y="72843"/>
                  </a:lnTo>
                  <a:lnTo>
                    <a:pt x="66542" y="70415"/>
                  </a:lnTo>
                  <a:lnTo>
                    <a:pt x="66765" y="67987"/>
                  </a:lnTo>
                  <a:lnTo>
                    <a:pt x="66988" y="65559"/>
                  </a:lnTo>
                  <a:lnTo>
                    <a:pt x="67213" y="63131"/>
                  </a:lnTo>
                  <a:lnTo>
                    <a:pt x="67439" y="60703"/>
                  </a:lnTo>
                  <a:lnTo>
                    <a:pt x="67666" y="58274"/>
                  </a:lnTo>
                  <a:lnTo>
                    <a:pt x="67893" y="55846"/>
                  </a:lnTo>
                  <a:lnTo>
                    <a:pt x="68120" y="53418"/>
                  </a:lnTo>
                  <a:lnTo>
                    <a:pt x="68347" y="50990"/>
                  </a:lnTo>
                  <a:lnTo>
                    <a:pt x="68573" y="48562"/>
                  </a:lnTo>
                  <a:lnTo>
                    <a:pt x="68799" y="46134"/>
                  </a:lnTo>
                  <a:lnTo>
                    <a:pt x="69023" y="43706"/>
                  </a:lnTo>
                  <a:lnTo>
                    <a:pt x="69246" y="41278"/>
                  </a:lnTo>
                  <a:lnTo>
                    <a:pt x="69467" y="38849"/>
                  </a:lnTo>
                  <a:lnTo>
                    <a:pt x="69686" y="36421"/>
                  </a:lnTo>
                  <a:lnTo>
                    <a:pt x="69904" y="33993"/>
                  </a:lnTo>
                  <a:lnTo>
                    <a:pt x="70118" y="31565"/>
                  </a:lnTo>
                  <a:lnTo>
                    <a:pt x="70330" y="29137"/>
                  </a:lnTo>
                  <a:lnTo>
                    <a:pt x="70539" y="26709"/>
                  </a:lnTo>
                  <a:lnTo>
                    <a:pt x="70745" y="24281"/>
                  </a:lnTo>
                  <a:lnTo>
                    <a:pt x="70948" y="21853"/>
                  </a:lnTo>
                  <a:lnTo>
                    <a:pt x="71146" y="19424"/>
                  </a:lnTo>
                  <a:lnTo>
                    <a:pt x="71342" y="16996"/>
                  </a:lnTo>
                  <a:lnTo>
                    <a:pt x="71534" y="14568"/>
                  </a:lnTo>
                  <a:lnTo>
                    <a:pt x="71722" y="12140"/>
                  </a:lnTo>
                  <a:lnTo>
                    <a:pt x="71905" y="9712"/>
                  </a:lnTo>
                  <a:lnTo>
                    <a:pt x="72085" y="7284"/>
                  </a:lnTo>
                  <a:lnTo>
                    <a:pt x="72261" y="4856"/>
                  </a:lnTo>
                  <a:lnTo>
                    <a:pt x="72432" y="2428"/>
                  </a:lnTo>
                  <a:lnTo>
                    <a:pt x="72599" y="0"/>
                  </a:lnTo>
                  <a:lnTo>
                    <a:pt x="79506" y="0"/>
                  </a:lnTo>
                  <a:lnTo>
                    <a:pt x="79672" y="2428"/>
                  </a:lnTo>
                  <a:lnTo>
                    <a:pt x="79843" y="4856"/>
                  </a:lnTo>
                  <a:lnTo>
                    <a:pt x="80019" y="7284"/>
                  </a:lnTo>
                  <a:lnTo>
                    <a:pt x="80199" y="9712"/>
                  </a:lnTo>
                  <a:lnTo>
                    <a:pt x="80382" y="12140"/>
                  </a:lnTo>
                  <a:lnTo>
                    <a:pt x="80570" y="14568"/>
                  </a:lnTo>
                  <a:lnTo>
                    <a:pt x="80763" y="16996"/>
                  </a:lnTo>
                  <a:lnTo>
                    <a:pt x="80958" y="19424"/>
                  </a:lnTo>
                  <a:lnTo>
                    <a:pt x="81157" y="21853"/>
                  </a:lnTo>
                  <a:lnTo>
                    <a:pt x="81360" y="24281"/>
                  </a:lnTo>
                  <a:lnTo>
                    <a:pt x="81566" y="26709"/>
                  </a:lnTo>
                  <a:lnTo>
                    <a:pt x="81775" y="29137"/>
                  </a:lnTo>
                  <a:lnTo>
                    <a:pt x="81986" y="31565"/>
                  </a:lnTo>
                  <a:lnTo>
                    <a:pt x="82201" y="33993"/>
                  </a:lnTo>
                  <a:lnTo>
                    <a:pt x="82418" y="36421"/>
                  </a:lnTo>
                  <a:lnTo>
                    <a:pt x="82637" y="38849"/>
                  </a:lnTo>
                  <a:lnTo>
                    <a:pt x="82858" y="41278"/>
                  </a:lnTo>
                  <a:lnTo>
                    <a:pt x="83081" y="43706"/>
                  </a:lnTo>
                  <a:lnTo>
                    <a:pt x="83306" y="46134"/>
                  </a:lnTo>
                  <a:lnTo>
                    <a:pt x="83531" y="48562"/>
                  </a:lnTo>
                  <a:lnTo>
                    <a:pt x="83757" y="50990"/>
                  </a:lnTo>
                  <a:lnTo>
                    <a:pt x="83984" y="53418"/>
                  </a:lnTo>
                  <a:lnTo>
                    <a:pt x="84211" y="55846"/>
                  </a:lnTo>
                  <a:lnTo>
                    <a:pt x="84439" y="58274"/>
                  </a:lnTo>
                  <a:lnTo>
                    <a:pt x="84665" y="60703"/>
                  </a:lnTo>
                  <a:lnTo>
                    <a:pt x="84891" y="63131"/>
                  </a:lnTo>
                  <a:lnTo>
                    <a:pt x="85116" y="65559"/>
                  </a:lnTo>
                  <a:lnTo>
                    <a:pt x="85340" y="67987"/>
                  </a:lnTo>
                  <a:lnTo>
                    <a:pt x="85562" y="70415"/>
                  </a:lnTo>
                  <a:lnTo>
                    <a:pt x="85782" y="72843"/>
                  </a:lnTo>
                  <a:lnTo>
                    <a:pt x="85999" y="75271"/>
                  </a:lnTo>
                  <a:lnTo>
                    <a:pt x="86214" y="77699"/>
                  </a:lnTo>
                  <a:lnTo>
                    <a:pt x="86426" y="80128"/>
                  </a:lnTo>
                  <a:lnTo>
                    <a:pt x="86634" y="82556"/>
                  </a:lnTo>
                  <a:lnTo>
                    <a:pt x="86838" y="84984"/>
                  </a:lnTo>
                  <a:lnTo>
                    <a:pt x="87038" y="87412"/>
                  </a:lnTo>
                  <a:lnTo>
                    <a:pt x="87235" y="89840"/>
                  </a:lnTo>
                  <a:lnTo>
                    <a:pt x="87426" y="92268"/>
                  </a:lnTo>
                  <a:lnTo>
                    <a:pt x="87612" y="94696"/>
                  </a:lnTo>
                  <a:lnTo>
                    <a:pt x="87793" y="97124"/>
                  </a:lnTo>
                  <a:lnTo>
                    <a:pt x="87969" y="99553"/>
                  </a:lnTo>
                  <a:lnTo>
                    <a:pt x="88138" y="101981"/>
                  </a:lnTo>
                  <a:lnTo>
                    <a:pt x="88302" y="104409"/>
                  </a:lnTo>
                  <a:lnTo>
                    <a:pt x="88460" y="106837"/>
                  </a:lnTo>
                  <a:lnTo>
                    <a:pt x="88612" y="109265"/>
                  </a:lnTo>
                  <a:lnTo>
                    <a:pt x="88756" y="111693"/>
                  </a:lnTo>
                  <a:lnTo>
                    <a:pt x="88894" y="114121"/>
                  </a:lnTo>
                  <a:lnTo>
                    <a:pt x="89026" y="116549"/>
                  </a:lnTo>
                  <a:lnTo>
                    <a:pt x="89151" y="118978"/>
                  </a:lnTo>
                  <a:lnTo>
                    <a:pt x="89267" y="121406"/>
                  </a:lnTo>
                  <a:lnTo>
                    <a:pt x="89378" y="123834"/>
                  </a:lnTo>
                  <a:lnTo>
                    <a:pt x="89483" y="126262"/>
                  </a:lnTo>
                  <a:lnTo>
                    <a:pt x="89580" y="128690"/>
                  </a:lnTo>
                  <a:lnTo>
                    <a:pt x="89670" y="131118"/>
                  </a:lnTo>
                  <a:lnTo>
                    <a:pt x="89754" y="133546"/>
                  </a:lnTo>
                  <a:lnTo>
                    <a:pt x="89833" y="135974"/>
                  </a:lnTo>
                  <a:lnTo>
                    <a:pt x="89904" y="138403"/>
                  </a:lnTo>
                  <a:lnTo>
                    <a:pt x="89969" y="140831"/>
                  </a:lnTo>
                  <a:lnTo>
                    <a:pt x="90030" y="143259"/>
                  </a:lnTo>
                  <a:lnTo>
                    <a:pt x="90086" y="145687"/>
                  </a:lnTo>
                  <a:lnTo>
                    <a:pt x="90135" y="148115"/>
                  </a:lnTo>
                  <a:lnTo>
                    <a:pt x="90181" y="150543"/>
                  </a:lnTo>
                  <a:lnTo>
                    <a:pt x="90223" y="152971"/>
                  </a:lnTo>
                  <a:lnTo>
                    <a:pt x="90262" y="155399"/>
                  </a:lnTo>
                  <a:lnTo>
                    <a:pt x="90297" y="157828"/>
                  </a:lnTo>
                  <a:lnTo>
                    <a:pt x="90331" y="160256"/>
                  </a:lnTo>
                  <a:lnTo>
                    <a:pt x="90363" y="162684"/>
                  </a:lnTo>
                  <a:lnTo>
                    <a:pt x="90393" y="165112"/>
                  </a:lnTo>
                  <a:lnTo>
                    <a:pt x="90423" y="167540"/>
                  </a:lnTo>
                  <a:lnTo>
                    <a:pt x="90454" y="169968"/>
                  </a:lnTo>
                  <a:lnTo>
                    <a:pt x="90485" y="172396"/>
                  </a:lnTo>
                  <a:lnTo>
                    <a:pt x="90518" y="174824"/>
                  </a:lnTo>
                  <a:lnTo>
                    <a:pt x="90554" y="177253"/>
                  </a:lnTo>
                  <a:lnTo>
                    <a:pt x="90593" y="179681"/>
                  </a:lnTo>
                  <a:lnTo>
                    <a:pt x="90636" y="182109"/>
                  </a:lnTo>
                  <a:lnTo>
                    <a:pt x="90682" y="184537"/>
                  </a:lnTo>
                  <a:lnTo>
                    <a:pt x="90736" y="186965"/>
                  </a:lnTo>
                  <a:lnTo>
                    <a:pt x="90796" y="189393"/>
                  </a:lnTo>
                  <a:lnTo>
                    <a:pt x="90861" y="191821"/>
                  </a:lnTo>
                  <a:lnTo>
                    <a:pt x="90934" y="194249"/>
                  </a:lnTo>
                  <a:lnTo>
                    <a:pt x="91017" y="196678"/>
                  </a:lnTo>
                  <a:lnTo>
                    <a:pt x="91109" y="199106"/>
                  </a:lnTo>
                  <a:lnTo>
                    <a:pt x="91208" y="201534"/>
                  </a:lnTo>
                  <a:lnTo>
                    <a:pt x="91319" y="203962"/>
                  </a:lnTo>
                  <a:lnTo>
                    <a:pt x="91442" y="206390"/>
                  </a:lnTo>
                  <a:lnTo>
                    <a:pt x="91575" y="208818"/>
                  </a:lnTo>
                  <a:lnTo>
                    <a:pt x="91718" y="211246"/>
                  </a:lnTo>
                  <a:lnTo>
                    <a:pt x="91875" y="213674"/>
                  </a:lnTo>
                  <a:lnTo>
                    <a:pt x="92046" y="216103"/>
                  </a:lnTo>
                  <a:lnTo>
                    <a:pt x="92228" y="218531"/>
                  </a:lnTo>
                  <a:lnTo>
                    <a:pt x="92422" y="220959"/>
                  </a:lnTo>
                  <a:lnTo>
                    <a:pt x="92631" y="223387"/>
                  </a:lnTo>
                  <a:lnTo>
                    <a:pt x="92855" y="225815"/>
                  </a:lnTo>
                  <a:lnTo>
                    <a:pt x="93091" y="228243"/>
                  </a:lnTo>
                  <a:lnTo>
                    <a:pt x="93339" y="230671"/>
                  </a:lnTo>
                  <a:lnTo>
                    <a:pt x="93603" y="233099"/>
                  </a:lnTo>
                  <a:lnTo>
                    <a:pt x="93880" y="235527"/>
                  </a:lnTo>
                  <a:lnTo>
                    <a:pt x="94170" y="237956"/>
                  </a:lnTo>
                  <a:lnTo>
                    <a:pt x="94471" y="240384"/>
                  </a:lnTo>
                  <a:lnTo>
                    <a:pt x="94788" y="242812"/>
                  </a:lnTo>
                  <a:lnTo>
                    <a:pt x="95118" y="245240"/>
                  </a:lnTo>
                  <a:lnTo>
                    <a:pt x="95458" y="247668"/>
                  </a:lnTo>
                  <a:lnTo>
                    <a:pt x="95809" y="250096"/>
                  </a:lnTo>
                  <a:lnTo>
                    <a:pt x="96175" y="252524"/>
                  </a:lnTo>
                  <a:lnTo>
                    <a:pt x="96551" y="254952"/>
                  </a:lnTo>
                  <a:lnTo>
                    <a:pt x="96936" y="257381"/>
                  </a:lnTo>
                  <a:lnTo>
                    <a:pt x="97331" y="259809"/>
                  </a:lnTo>
                  <a:lnTo>
                    <a:pt x="97737" y="262237"/>
                  </a:lnTo>
                  <a:lnTo>
                    <a:pt x="98152" y="264665"/>
                  </a:lnTo>
                  <a:lnTo>
                    <a:pt x="98575" y="267093"/>
                  </a:lnTo>
                  <a:lnTo>
                    <a:pt x="99005" y="269521"/>
                  </a:lnTo>
                  <a:lnTo>
                    <a:pt x="99444" y="271949"/>
                  </a:lnTo>
                  <a:lnTo>
                    <a:pt x="99890" y="274377"/>
                  </a:lnTo>
                  <a:lnTo>
                    <a:pt x="100342" y="276806"/>
                  </a:lnTo>
                  <a:lnTo>
                    <a:pt x="100799" y="279234"/>
                  </a:lnTo>
                  <a:lnTo>
                    <a:pt x="101263" y="281662"/>
                  </a:lnTo>
                  <a:lnTo>
                    <a:pt x="101731" y="284090"/>
                  </a:lnTo>
                  <a:lnTo>
                    <a:pt x="102204" y="286518"/>
                  </a:lnTo>
                  <a:lnTo>
                    <a:pt x="102681" y="288946"/>
                  </a:lnTo>
                  <a:lnTo>
                    <a:pt x="103163" y="291374"/>
                  </a:lnTo>
                  <a:lnTo>
                    <a:pt x="103648" y="293802"/>
                  </a:lnTo>
                  <a:lnTo>
                    <a:pt x="104135" y="296231"/>
                  </a:lnTo>
                  <a:lnTo>
                    <a:pt x="104626" y="298659"/>
                  </a:lnTo>
                  <a:lnTo>
                    <a:pt x="105121" y="301087"/>
                  </a:lnTo>
                  <a:lnTo>
                    <a:pt x="105617" y="303515"/>
                  </a:lnTo>
                  <a:lnTo>
                    <a:pt x="106116" y="305943"/>
                  </a:lnTo>
                  <a:lnTo>
                    <a:pt x="106618" y="308371"/>
                  </a:lnTo>
                  <a:lnTo>
                    <a:pt x="107122" y="310799"/>
                  </a:lnTo>
                  <a:lnTo>
                    <a:pt x="107629" y="313227"/>
                  </a:lnTo>
                  <a:lnTo>
                    <a:pt x="108137" y="315656"/>
                  </a:lnTo>
                  <a:lnTo>
                    <a:pt x="108648" y="318084"/>
                  </a:lnTo>
                  <a:lnTo>
                    <a:pt x="109161" y="320512"/>
                  </a:lnTo>
                  <a:lnTo>
                    <a:pt x="109677" y="322940"/>
                  </a:lnTo>
                  <a:lnTo>
                    <a:pt x="110195" y="325368"/>
                  </a:lnTo>
                  <a:lnTo>
                    <a:pt x="110715" y="327796"/>
                  </a:lnTo>
                  <a:lnTo>
                    <a:pt x="111238" y="330224"/>
                  </a:lnTo>
                  <a:lnTo>
                    <a:pt x="111764" y="332652"/>
                  </a:lnTo>
                  <a:lnTo>
                    <a:pt x="112292" y="335081"/>
                  </a:lnTo>
                  <a:lnTo>
                    <a:pt x="112822" y="337509"/>
                  </a:lnTo>
                  <a:lnTo>
                    <a:pt x="113356" y="339937"/>
                  </a:lnTo>
                  <a:lnTo>
                    <a:pt x="113892" y="342365"/>
                  </a:lnTo>
                  <a:lnTo>
                    <a:pt x="114430" y="344793"/>
                  </a:lnTo>
                  <a:lnTo>
                    <a:pt x="114971" y="347221"/>
                  </a:lnTo>
                  <a:lnTo>
                    <a:pt x="115515" y="349649"/>
                  </a:lnTo>
                  <a:lnTo>
                    <a:pt x="116060" y="352077"/>
                  </a:lnTo>
                  <a:lnTo>
                    <a:pt x="116607" y="354506"/>
                  </a:lnTo>
                  <a:lnTo>
                    <a:pt x="117156" y="356934"/>
                  </a:lnTo>
                  <a:lnTo>
                    <a:pt x="117707" y="359362"/>
                  </a:lnTo>
                  <a:lnTo>
                    <a:pt x="118259" y="361790"/>
                  </a:lnTo>
                  <a:lnTo>
                    <a:pt x="118811" y="364218"/>
                  </a:lnTo>
                  <a:lnTo>
                    <a:pt x="119364" y="366646"/>
                  </a:lnTo>
                  <a:lnTo>
                    <a:pt x="119916" y="369074"/>
                  </a:lnTo>
                  <a:lnTo>
                    <a:pt x="120467" y="371502"/>
                  </a:lnTo>
                  <a:lnTo>
                    <a:pt x="121017" y="373931"/>
                  </a:lnTo>
                  <a:lnTo>
                    <a:pt x="121564" y="376359"/>
                  </a:lnTo>
                  <a:lnTo>
                    <a:pt x="122108" y="378787"/>
                  </a:lnTo>
                  <a:lnTo>
                    <a:pt x="122649" y="381215"/>
                  </a:lnTo>
                  <a:lnTo>
                    <a:pt x="123186" y="383643"/>
                  </a:lnTo>
                  <a:lnTo>
                    <a:pt x="123716" y="386071"/>
                  </a:lnTo>
                  <a:lnTo>
                    <a:pt x="124240" y="388499"/>
                  </a:lnTo>
                  <a:lnTo>
                    <a:pt x="124758" y="390927"/>
                  </a:lnTo>
                  <a:lnTo>
                    <a:pt x="125268" y="393356"/>
                  </a:lnTo>
                  <a:lnTo>
                    <a:pt x="125766" y="395784"/>
                  </a:lnTo>
                  <a:lnTo>
                    <a:pt x="126256" y="398212"/>
                  </a:lnTo>
                  <a:lnTo>
                    <a:pt x="126736" y="400640"/>
                  </a:lnTo>
                  <a:lnTo>
                    <a:pt x="127203" y="403068"/>
                  </a:lnTo>
                  <a:lnTo>
                    <a:pt x="127656" y="405496"/>
                  </a:lnTo>
                  <a:lnTo>
                    <a:pt x="128096" y="407924"/>
                  </a:lnTo>
                  <a:lnTo>
                    <a:pt x="128523" y="410352"/>
                  </a:lnTo>
                  <a:lnTo>
                    <a:pt x="128934" y="412781"/>
                  </a:lnTo>
                  <a:lnTo>
                    <a:pt x="129327" y="415209"/>
                  </a:lnTo>
                  <a:lnTo>
                    <a:pt x="129705" y="417637"/>
                  </a:lnTo>
                  <a:lnTo>
                    <a:pt x="130068" y="420065"/>
                  </a:lnTo>
                  <a:lnTo>
                    <a:pt x="130411" y="422493"/>
                  </a:lnTo>
                  <a:lnTo>
                    <a:pt x="130734" y="424921"/>
                  </a:lnTo>
                  <a:lnTo>
                    <a:pt x="131041" y="427349"/>
                  </a:lnTo>
                  <a:lnTo>
                    <a:pt x="131332" y="429777"/>
                  </a:lnTo>
                  <a:lnTo>
                    <a:pt x="131602" y="432206"/>
                  </a:lnTo>
                  <a:lnTo>
                    <a:pt x="131852" y="434634"/>
                  </a:lnTo>
                  <a:lnTo>
                    <a:pt x="132086" y="437062"/>
                  </a:lnTo>
                  <a:lnTo>
                    <a:pt x="132304" y="439490"/>
                  </a:lnTo>
                  <a:lnTo>
                    <a:pt x="132502" y="441918"/>
                  </a:lnTo>
                  <a:lnTo>
                    <a:pt x="132683" y="444346"/>
                  </a:lnTo>
                  <a:lnTo>
                    <a:pt x="132849" y="446774"/>
                  </a:lnTo>
                  <a:lnTo>
                    <a:pt x="132930" y="448058"/>
                  </a:lnTo>
                  <a:lnTo>
                    <a:pt x="133003" y="449202"/>
                  </a:lnTo>
                  <a:lnTo>
                    <a:pt x="133138" y="451630"/>
                  </a:lnTo>
                  <a:lnTo>
                    <a:pt x="133261" y="454059"/>
                  </a:lnTo>
                  <a:lnTo>
                    <a:pt x="133374" y="456487"/>
                  </a:lnTo>
                  <a:lnTo>
                    <a:pt x="133477" y="458915"/>
                  </a:lnTo>
                  <a:lnTo>
                    <a:pt x="133568" y="461343"/>
                  </a:lnTo>
                  <a:lnTo>
                    <a:pt x="133653" y="463771"/>
                  </a:lnTo>
                  <a:lnTo>
                    <a:pt x="133732" y="466199"/>
                  </a:lnTo>
                  <a:lnTo>
                    <a:pt x="133807" y="468627"/>
                  </a:lnTo>
                  <a:lnTo>
                    <a:pt x="133877" y="471055"/>
                  </a:lnTo>
                  <a:lnTo>
                    <a:pt x="133947" y="473484"/>
                  </a:lnTo>
                  <a:lnTo>
                    <a:pt x="134018" y="475912"/>
                  </a:lnTo>
                  <a:lnTo>
                    <a:pt x="134090" y="478340"/>
                  </a:lnTo>
                  <a:lnTo>
                    <a:pt x="134167" y="480768"/>
                  </a:lnTo>
                  <a:lnTo>
                    <a:pt x="134249" y="483196"/>
                  </a:lnTo>
                  <a:lnTo>
                    <a:pt x="134338" y="485624"/>
                  </a:lnTo>
                  <a:lnTo>
                    <a:pt x="134434" y="488052"/>
                  </a:lnTo>
                  <a:lnTo>
                    <a:pt x="134543" y="490480"/>
                  </a:lnTo>
                  <a:lnTo>
                    <a:pt x="134662" y="492909"/>
                  </a:lnTo>
                  <a:lnTo>
                    <a:pt x="134792" y="495337"/>
                  </a:lnTo>
                  <a:lnTo>
                    <a:pt x="134936" y="497765"/>
                  </a:lnTo>
                  <a:lnTo>
                    <a:pt x="135098" y="500193"/>
                  </a:lnTo>
                  <a:lnTo>
                    <a:pt x="135274" y="502621"/>
                  </a:lnTo>
                  <a:lnTo>
                    <a:pt x="135465" y="505049"/>
                  </a:lnTo>
                  <a:lnTo>
                    <a:pt x="135674" y="507477"/>
                  </a:lnTo>
                  <a:lnTo>
                    <a:pt x="135903" y="509905"/>
                  </a:lnTo>
                  <a:lnTo>
                    <a:pt x="136148" y="512334"/>
                  </a:lnTo>
                  <a:lnTo>
                    <a:pt x="136409" y="514762"/>
                  </a:lnTo>
                  <a:lnTo>
                    <a:pt x="136690" y="517190"/>
                  </a:lnTo>
                  <a:lnTo>
                    <a:pt x="136991" y="519618"/>
                  </a:lnTo>
                  <a:lnTo>
                    <a:pt x="137308" y="522046"/>
                  </a:lnTo>
                  <a:lnTo>
                    <a:pt x="137640" y="524474"/>
                  </a:lnTo>
                  <a:lnTo>
                    <a:pt x="137991" y="526902"/>
                  </a:lnTo>
                  <a:lnTo>
                    <a:pt x="138358" y="529330"/>
                  </a:lnTo>
                  <a:lnTo>
                    <a:pt x="138739" y="531759"/>
                  </a:lnTo>
                  <a:lnTo>
                    <a:pt x="139133" y="534187"/>
                  </a:lnTo>
                  <a:lnTo>
                    <a:pt x="139541" y="536615"/>
                  </a:lnTo>
                  <a:lnTo>
                    <a:pt x="139962" y="539043"/>
                  </a:lnTo>
                  <a:lnTo>
                    <a:pt x="140391" y="541471"/>
                  </a:lnTo>
                  <a:lnTo>
                    <a:pt x="140828" y="543899"/>
                  </a:lnTo>
                  <a:lnTo>
                    <a:pt x="141275" y="546327"/>
                  </a:lnTo>
                  <a:lnTo>
                    <a:pt x="141727" y="548755"/>
                  </a:lnTo>
                  <a:lnTo>
                    <a:pt x="142183" y="551184"/>
                  </a:lnTo>
                  <a:lnTo>
                    <a:pt x="142642" y="553612"/>
                  </a:lnTo>
                  <a:lnTo>
                    <a:pt x="143103" y="556040"/>
                  </a:lnTo>
                  <a:lnTo>
                    <a:pt x="143563" y="558468"/>
                  </a:lnTo>
                  <a:lnTo>
                    <a:pt x="144021" y="560896"/>
                  </a:lnTo>
                  <a:lnTo>
                    <a:pt x="144476" y="563324"/>
                  </a:lnTo>
                  <a:lnTo>
                    <a:pt x="144926" y="565752"/>
                  </a:lnTo>
                  <a:lnTo>
                    <a:pt x="145369" y="568180"/>
                  </a:lnTo>
                  <a:lnTo>
                    <a:pt x="145805" y="570609"/>
                  </a:lnTo>
                  <a:lnTo>
                    <a:pt x="146234" y="573037"/>
                  </a:lnTo>
                  <a:lnTo>
                    <a:pt x="146650" y="575465"/>
                  </a:lnTo>
                  <a:lnTo>
                    <a:pt x="147055" y="577893"/>
                  </a:lnTo>
                  <a:lnTo>
                    <a:pt x="147449" y="580321"/>
                  </a:lnTo>
                  <a:lnTo>
                    <a:pt x="147831" y="582749"/>
                  </a:lnTo>
                  <a:lnTo>
                    <a:pt x="148195" y="585177"/>
                  </a:lnTo>
                  <a:lnTo>
                    <a:pt x="148546" y="587605"/>
                  </a:lnTo>
                  <a:lnTo>
                    <a:pt x="148884" y="590034"/>
                  </a:lnTo>
                  <a:lnTo>
                    <a:pt x="149205" y="592462"/>
                  </a:lnTo>
                  <a:lnTo>
                    <a:pt x="149506" y="594890"/>
                  </a:lnTo>
                  <a:lnTo>
                    <a:pt x="149793" y="597318"/>
                  </a:lnTo>
                  <a:lnTo>
                    <a:pt x="150064" y="599746"/>
                  </a:lnTo>
                  <a:lnTo>
                    <a:pt x="150318" y="602174"/>
                  </a:lnTo>
                  <a:lnTo>
                    <a:pt x="150551" y="604602"/>
                  </a:lnTo>
                  <a:lnTo>
                    <a:pt x="150768" y="607030"/>
                  </a:lnTo>
                  <a:lnTo>
                    <a:pt x="150971" y="609459"/>
                  </a:lnTo>
                  <a:lnTo>
                    <a:pt x="151155" y="611887"/>
                  </a:lnTo>
                  <a:lnTo>
                    <a:pt x="151319" y="614315"/>
                  </a:lnTo>
                  <a:lnTo>
                    <a:pt x="151447" y="616395"/>
                  </a:lnTo>
                  <a:lnTo>
                    <a:pt x="151469" y="616743"/>
                  </a:lnTo>
                  <a:lnTo>
                    <a:pt x="151603" y="619171"/>
                  </a:lnTo>
                  <a:lnTo>
                    <a:pt x="151720" y="621599"/>
                  </a:lnTo>
                  <a:lnTo>
                    <a:pt x="151819" y="624027"/>
                  </a:lnTo>
                  <a:lnTo>
                    <a:pt x="151904" y="626455"/>
                  </a:lnTo>
                  <a:lnTo>
                    <a:pt x="151976" y="628884"/>
                  </a:lnTo>
                  <a:lnTo>
                    <a:pt x="152030" y="631312"/>
                  </a:lnTo>
                  <a:lnTo>
                    <a:pt x="152068" y="633740"/>
                  </a:lnTo>
                  <a:lnTo>
                    <a:pt x="152093" y="636168"/>
                  </a:lnTo>
                  <a:lnTo>
                    <a:pt x="152105" y="638596"/>
                  </a:lnTo>
                  <a:lnTo>
                    <a:pt x="152100" y="641024"/>
                  </a:lnTo>
                  <a:lnTo>
                    <a:pt x="152081" y="643452"/>
                  </a:lnTo>
                  <a:lnTo>
                    <a:pt x="152050" y="645880"/>
                  </a:lnTo>
                  <a:lnTo>
                    <a:pt x="152006" y="648309"/>
                  </a:lnTo>
                  <a:lnTo>
                    <a:pt x="151946" y="650737"/>
                  </a:lnTo>
                  <a:lnTo>
                    <a:pt x="151871" y="653165"/>
                  </a:lnTo>
                  <a:lnTo>
                    <a:pt x="151785" y="655593"/>
                  </a:lnTo>
                  <a:lnTo>
                    <a:pt x="151686" y="658021"/>
                  </a:lnTo>
                  <a:lnTo>
                    <a:pt x="151570" y="660449"/>
                  </a:lnTo>
                  <a:lnTo>
                    <a:pt x="151440" y="662877"/>
                  </a:lnTo>
                  <a:lnTo>
                    <a:pt x="151297" y="665305"/>
                  </a:lnTo>
                  <a:lnTo>
                    <a:pt x="151142" y="667734"/>
                  </a:lnTo>
                  <a:lnTo>
                    <a:pt x="150967" y="670162"/>
                  </a:lnTo>
                  <a:lnTo>
                    <a:pt x="150778" y="672590"/>
                  </a:lnTo>
                  <a:lnTo>
                    <a:pt x="150576" y="675018"/>
                  </a:lnTo>
                  <a:lnTo>
                    <a:pt x="150359" y="677446"/>
                  </a:lnTo>
                  <a:lnTo>
                    <a:pt x="150122" y="679874"/>
                  </a:lnTo>
                  <a:lnTo>
                    <a:pt x="149870" y="682302"/>
                  </a:lnTo>
                  <a:lnTo>
                    <a:pt x="149603" y="684730"/>
                  </a:lnTo>
                  <a:lnTo>
                    <a:pt x="149321" y="687158"/>
                  </a:lnTo>
                  <a:lnTo>
                    <a:pt x="149016" y="689587"/>
                  </a:lnTo>
                  <a:lnTo>
                    <a:pt x="148696" y="692015"/>
                  </a:lnTo>
                  <a:lnTo>
                    <a:pt x="148361" y="694443"/>
                  </a:lnTo>
                  <a:lnTo>
                    <a:pt x="148008" y="696871"/>
                  </a:lnTo>
                  <a:lnTo>
                    <a:pt x="147633" y="699299"/>
                  </a:lnTo>
                  <a:lnTo>
                    <a:pt x="147242" y="701727"/>
                  </a:lnTo>
                  <a:lnTo>
                    <a:pt x="146836" y="704155"/>
                  </a:lnTo>
                  <a:lnTo>
                    <a:pt x="146410" y="706583"/>
                  </a:lnTo>
                  <a:lnTo>
                    <a:pt x="145964" y="709012"/>
                  </a:lnTo>
                  <a:lnTo>
                    <a:pt x="145503" y="711440"/>
                  </a:lnTo>
                  <a:lnTo>
                    <a:pt x="145026" y="713868"/>
                  </a:lnTo>
                  <a:lnTo>
                    <a:pt x="144531" y="716296"/>
                  </a:lnTo>
                  <a:lnTo>
                    <a:pt x="144017" y="718724"/>
                  </a:lnTo>
                  <a:lnTo>
                    <a:pt x="143489" y="721152"/>
                  </a:lnTo>
                  <a:lnTo>
                    <a:pt x="142948" y="723580"/>
                  </a:lnTo>
                  <a:lnTo>
                    <a:pt x="142389" y="726008"/>
                  </a:lnTo>
                  <a:lnTo>
                    <a:pt x="141816" y="728437"/>
                  </a:lnTo>
                  <a:lnTo>
                    <a:pt x="141231" y="730865"/>
                  </a:lnTo>
                  <a:lnTo>
                    <a:pt x="140634" y="733293"/>
                  </a:lnTo>
                  <a:lnTo>
                    <a:pt x="140025" y="735721"/>
                  </a:lnTo>
                  <a:lnTo>
                    <a:pt x="139405" y="738149"/>
                  </a:lnTo>
                  <a:lnTo>
                    <a:pt x="138776" y="740577"/>
                  </a:lnTo>
                  <a:lnTo>
                    <a:pt x="138141" y="743005"/>
                  </a:lnTo>
                  <a:lnTo>
                    <a:pt x="137496" y="745433"/>
                  </a:lnTo>
                  <a:lnTo>
                    <a:pt x="136846" y="747862"/>
                  </a:lnTo>
                  <a:lnTo>
                    <a:pt x="136192" y="750290"/>
                  </a:lnTo>
                  <a:lnTo>
                    <a:pt x="135535" y="752718"/>
                  </a:lnTo>
                  <a:lnTo>
                    <a:pt x="134875" y="755146"/>
                  </a:lnTo>
                  <a:lnTo>
                    <a:pt x="134215" y="757574"/>
                  </a:lnTo>
                  <a:lnTo>
                    <a:pt x="133556" y="760002"/>
                  </a:lnTo>
                  <a:lnTo>
                    <a:pt x="132898" y="762430"/>
                  </a:lnTo>
                  <a:lnTo>
                    <a:pt x="132244" y="764858"/>
                  </a:lnTo>
                  <a:lnTo>
                    <a:pt x="132153" y="765198"/>
                  </a:lnTo>
                  <a:lnTo>
                    <a:pt x="131594" y="767287"/>
                  </a:lnTo>
                  <a:lnTo>
                    <a:pt x="130950" y="769715"/>
                  </a:lnTo>
                  <a:lnTo>
                    <a:pt x="130312" y="772143"/>
                  </a:lnTo>
                  <a:lnTo>
                    <a:pt x="129684" y="774571"/>
                  </a:lnTo>
                  <a:lnTo>
                    <a:pt x="129065" y="776999"/>
                  </a:lnTo>
                  <a:lnTo>
                    <a:pt x="128455" y="779427"/>
                  </a:lnTo>
                  <a:lnTo>
                    <a:pt x="127855" y="781855"/>
                  </a:lnTo>
                  <a:lnTo>
                    <a:pt x="127272" y="784283"/>
                  </a:lnTo>
                  <a:lnTo>
                    <a:pt x="126700" y="786712"/>
                  </a:lnTo>
                  <a:lnTo>
                    <a:pt x="126140" y="789140"/>
                  </a:lnTo>
                  <a:lnTo>
                    <a:pt x="125595" y="791568"/>
                  </a:lnTo>
                  <a:lnTo>
                    <a:pt x="125069" y="793996"/>
                  </a:lnTo>
                  <a:lnTo>
                    <a:pt x="124557" y="796424"/>
                  </a:lnTo>
                  <a:lnTo>
                    <a:pt x="124060" y="798852"/>
                  </a:lnTo>
                  <a:lnTo>
                    <a:pt x="123579" y="801280"/>
                  </a:lnTo>
                  <a:lnTo>
                    <a:pt x="123120" y="803708"/>
                  </a:lnTo>
                  <a:lnTo>
                    <a:pt x="122675" y="806137"/>
                  </a:lnTo>
                  <a:lnTo>
                    <a:pt x="122245" y="808565"/>
                  </a:lnTo>
                  <a:lnTo>
                    <a:pt x="121834" y="810993"/>
                  </a:lnTo>
                  <a:lnTo>
                    <a:pt x="121443" y="813421"/>
                  </a:lnTo>
                  <a:lnTo>
                    <a:pt x="121067" y="815849"/>
                  </a:lnTo>
                  <a:lnTo>
                    <a:pt x="120706" y="818277"/>
                  </a:lnTo>
                  <a:lnTo>
                    <a:pt x="120363" y="820705"/>
                  </a:lnTo>
                  <a:lnTo>
                    <a:pt x="120037" y="823133"/>
                  </a:lnTo>
                  <a:lnTo>
                    <a:pt x="119725" y="825562"/>
                  </a:lnTo>
                  <a:lnTo>
                    <a:pt x="119426" y="827990"/>
                  </a:lnTo>
                  <a:lnTo>
                    <a:pt x="119143" y="830418"/>
                  </a:lnTo>
                  <a:lnTo>
                    <a:pt x="118875" y="832846"/>
                  </a:lnTo>
                  <a:lnTo>
                    <a:pt x="118618" y="835274"/>
                  </a:lnTo>
                  <a:lnTo>
                    <a:pt x="118371" y="837702"/>
                  </a:lnTo>
                  <a:lnTo>
                    <a:pt x="118136" y="840130"/>
                  </a:lnTo>
                  <a:lnTo>
                    <a:pt x="117912" y="842558"/>
                  </a:lnTo>
                  <a:lnTo>
                    <a:pt x="117696" y="844987"/>
                  </a:lnTo>
                  <a:lnTo>
                    <a:pt x="117486" y="847415"/>
                  </a:lnTo>
                  <a:lnTo>
                    <a:pt x="117285" y="849843"/>
                  </a:lnTo>
                  <a:lnTo>
                    <a:pt x="117089" y="852271"/>
                  </a:lnTo>
                  <a:lnTo>
                    <a:pt x="116898" y="854699"/>
                  </a:lnTo>
                  <a:lnTo>
                    <a:pt x="116709" y="857127"/>
                  </a:lnTo>
                  <a:lnTo>
                    <a:pt x="116524" y="859555"/>
                  </a:lnTo>
                  <a:lnTo>
                    <a:pt x="116340" y="861983"/>
                  </a:lnTo>
                  <a:lnTo>
                    <a:pt x="116156" y="864412"/>
                  </a:lnTo>
                  <a:lnTo>
                    <a:pt x="115971" y="866840"/>
                  </a:lnTo>
                  <a:lnTo>
                    <a:pt x="115785" y="869268"/>
                  </a:lnTo>
                  <a:lnTo>
                    <a:pt x="115595" y="871696"/>
                  </a:lnTo>
                  <a:lnTo>
                    <a:pt x="115402" y="874124"/>
                  </a:lnTo>
                  <a:lnTo>
                    <a:pt x="115206" y="876552"/>
                  </a:lnTo>
                  <a:lnTo>
                    <a:pt x="115002" y="878980"/>
                  </a:lnTo>
                  <a:lnTo>
                    <a:pt x="114792" y="881408"/>
                  </a:lnTo>
                  <a:lnTo>
                    <a:pt x="114576" y="883837"/>
                  </a:lnTo>
                  <a:lnTo>
                    <a:pt x="114353" y="886265"/>
                  </a:lnTo>
                  <a:lnTo>
                    <a:pt x="114119" y="888693"/>
                  </a:lnTo>
                  <a:lnTo>
                    <a:pt x="113878" y="891121"/>
                  </a:lnTo>
                  <a:lnTo>
                    <a:pt x="113628" y="893549"/>
                  </a:lnTo>
                  <a:lnTo>
                    <a:pt x="113368" y="895977"/>
                  </a:lnTo>
                  <a:lnTo>
                    <a:pt x="113096" y="898405"/>
                  </a:lnTo>
                  <a:lnTo>
                    <a:pt x="112814" y="900833"/>
                  </a:lnTo>
                  <a:lnTo>
                    <a:pt x="112523" y="903261"/>
                  </a:lnTo>
                  <a:lnTo>
                    <a:pt x="112221" y="905690"/>
                  </a:lnTo>
                  <a:lnTo>
                    <a:pt x="111905" y="908118"/>
                  </a:lnTo>
                  <a:lnTo>
                    <a:pt x="111580" y="910546"/>
                  </a:lnTo>
                  <a:lnTo>
                    <a:pt x="111246" y="912974"/>
                  </a:lnTo>
                  <a:lnTo>
                    <a:pt x="110899" y="915402"/>
                  </a:lnTo>
                  <a:lnTo>
                    <a:pt x="110541" y="917830"/>
                  </a:lnTo>
                  <a:lnTo>
                    <a:pt x="110173" y="920258"/>
                  </a:lnTo>
                  <a:lnTo>
                    <a:pt x="109797" y="922686"/>
                  </a:lnTo>
                  <a:lnTo>
                    <a:pt x="109410" y="925115"/>
                  </a:lnTo>
                  <a:lnTo>
                    <a:pt x="109013" y="927543"/>
                  </a:lnTo>
                  <a:lnTo>
                    <a:pt x="108608" y="929971"/>
                  </a:lnTo>
                  <a:lnTo>
                    <a:pt x="108196" y="932399"/>
                  </a:lnTo>
                  <a:lnTo>
                    <a:pt x="107775" y="934827"/>
                  </a:lnTo>
                  <a:lnTo>
                    <a:pt x="107347" y="937255"/>
                  </a:lnTo>
                  <a:lnTo>
                    <a:pt x="106913" y="939683"/>
                  </a:lnTo>
                  <a:lnTo>
                    <a:pt x="106475" y="942111"/>
                  </a:lnTo>
                  <a:lnTo>
                    <a:pt x="106030" y="944540"/>
                  </a:lnTo>
                  <a:lnTo>
                    <a:pt x="105582" y="946968"/>
                  </a:lnTo>
                  <a:lnTo>
                    <a:pt x="105131" y="949396"/>
                  </a:lnTo>
                  <a:lnTo>
                    <a:pt x="104677" y="951824"/>
                  </a:lnTo>
                  <a:lnTo>
                    <a:pt x="104221" y="954252"/>
                  </a:lnTo>
                  <a:lnTo>
                    <a:pt x="103765" y="956680"/>
                  </a:lnTo>
                  <a:lnTo>
                    <a:pt x="103308" y="959108"/>
                  </a:lnTo>
                  <a:lnTo>
                    <a:pt x="102852" y="961536"/>
                  </a:lnTo>
                  <a:lnTo>
                    <a:pt x="102398" y="963965"/>
                  </a:lnTo>
                  <a:lnTo>
                    <a:pt x="101946" y="966393"/>
                  </a:lnTo>
                  <a:lnTo>
                    <a:pt x="101497" y="968821"/>
                  </a:lnTo>
                  <a:lnTo>
                    <a:pt x="101051" y="971249"/>
                  </a:lnTo>
                  <a:lnTo>
                    <a:pt x="100610" y="973677"/>
                  </a:lnTo>
                  <a:lnTo>
                    <a:pt x="100175" y="976105"/>
                  </a:lnTo>
                  <a:lnTo>
                    <a:pt x="99744" y="978533"/>
                  </a:lnTo>
                  <a:lnTo>
                    <a:pt x="99318" y="980961"/>
                  </a:lnTo>
                  <a:lnTo>
                    <a:pt x="98902" y="983390"/>
                  </a:lnTo>
                  <a:lnTo>
                    <a:pt x="98491" y="985818"/>
                  </a:lnTo>
                  <a:lnTo>
                    <a:pt x="98088" y="988246"/>
                  </a:lnTo>
                  <a:lnTo>
                    <a:pt x="97692" y="990674"/>
                  </a:lnTo>
                  <a:lnTo>
                    <a:pt x="97306" y="993102"/>
                  </a:lnTo>
                  <a:lnTo>
                    <a:pt x="96928" y="995530"/>
                  </a:lnTo>
                  <a:lnTo>
                    <a:pt x="96558" y="997958"/>
                  </a:lnTo>
                  <a:lnTo>
                    <a:pt x="96197" y="1000386"/>
                  </a:lnTo>
                  <a:lnTo>
                    <a:pt x="95846" y="1002815"/>
                  </a:lnTo>
                  <a:lnTo>
                    <a:pt x="95504" y="1005243"/>
                  </a:lnTo>
                  <a:lnTo>
                    <a:pt x="95170" y="1007671"/>
                  </a:lnTo>
                  <a:lnTo>
                    <a:pt x="94845" y="1010099"/>
                  </a:lnTo>
                  <a:lnTo>
                    <a:pt x="94531" y="1012527"/>
                  </a:lnTo>
                  <a:lnTo>
                    <a:pt x="94225" y="1014955"/>
                  </a:lnTo>
                  <a:lnTo>
                    <a:pt x="93926" y="1017383"/>
                  </a:lnTo>
                  <a:lnTo>
                    <a:pt x="93637" y="1019811"/>
                  </a:lnTo>
                  <a:lnTo>
                    <a:pt x="93357" y="1022240"/>
                  </a:lnTo>
                  <a:lnTo>
                    <a:pt x="93085" y="1024668"/>
                  </a:lnTo>
                  <a:lnTo>
                    <a:pt x="92819" y="1027096"/>
                  </a:lnTo>
                  <a:lnTo>
                    <a:pt x="92562" y="1029524"/>
                  </a:lnTo>
                  <a:lnTo>
                    <a:pt x="92313" y="1031952"/>
                  </a:lnTo>
                  <a:lnTo>
                    <a:pt x="92069" y="1034380"/>
                  </a:lnTo>
                  <a:lnTo>
                    <a:pt x="91832" y="1036808"/>
                  </a:lnTo>
                  <a:lnTo>
                    <a:pt x="91602" y="1039236"/>
                  </a:lnTo>
                  <a:lnTo>
                    <a:pt x="91378" y="1041665"/>
                  </a:lnTo>
                  <a:lnTo>
                    <a:pt x="91159" y="1044093"/>
                  </a:lnTo>
                  <a:lnTo>
                    <a:pt x="90944" y="1046521"/>
                  </a:lnTo>
                  <a:lnTo>
                    <a:pt x="90736" y="1048949"/>
                  </a:lnTo>
                  <a:lnTo>
                    <a:pt x="90532" y="1051377"/>
                  </a:lnTo>
                  <a:lnTo>
                    <a:pt x="90331" y="1053805"/>
                  </a:lnTo>
                  <a:lnTo>
                    <a:pt x="90135" y="1056233"/>
                  </a:lnTo>
                  <a:lnTo>
                    <a:pt x="89942" y="1058661"/>
                  </a:lnTo>
                  <a:lnTo>
                    <a:pt x="89754" y="1061090"/>
                  </a:lnTo>
                  <a:lnTo>
                    <a:pt x="89568" y="1063518"/>
                  </a:lnTo>
                  <a:lnTo>
                    <a:pt x="89384" y="1065946"/>
                  </a:lnTo>
                  <a:lnTo>
                    <a:pt x="89205" y="1068374"/>
                  </a:lnTo>
                  <a:lnTo>
                    <a:pt x="89027" y="1070802"/>
                  </a:lnTo>
                  <a:lnTo>
                    <a:pt x="88852" y="1073230"/>
                  </a:lnTo>
                  <a:lnTo>
                    <a:pt x="88679" y="1075658"/>
                  </a:lnTo>
                  <a:lnTo>
                    <a:pt x="88509" y="1078086"/>
                  </a:lnTo>
                  <a:lnTo>
                    <a:pt x="88341" y="1080515"/>
                  </a:lnTo>
                  <a:lnTo>
                    <a:pt x="88174" y="1082943"/>
                  </a:lnTo>
                  <a:lnTo>
                    <a:pt x="88009" y="1085371"/>
                  </a:lnTo>
                  <a:lnTo>
                    <a:pt x="87847" y="1087799"/>
                  </a:lnTo>
                  <a:lnTo>
                    <a:pt x="87686" y="1090227"/>
                  </a:lnTo>
                  <a:lnTo>
                    <a:pt x="87527" y="1092655"/>
                  </a:lnTo>
                  <a:lnTo>
                    <a:pt x="87369" y="1095083"/>
                  </a:lnTo>
                  <a:lnTo>
                    <a:pt x="87213" y="1097511"/>
                  </a:lnTo>
                  <a:lnTo>
                    <a:pt x="87059" y="1099940"/>
                  </a:lnTo>
                  <a:lnTo>
                    <a:pt x="86907" y="1102368"/>
                  </a:lnTo>
                  <a:lnTo>
                    <a:pt x="86756" y="1104796"/>
                  </a:lnTo>
                  <a:lnTo>
                    <a:pt x="86607" y="1107224"/>
                  </a:lnTo>
                  <a:lnTo>
                    <a:pt x="86459" y="1109652"/>
                  </a:lnTo>
                  <a:lnTo>
                    <a:pt x="86312" y="1112080"/>
                  </a:lnTo>
                  <a:lnTo>
                    <a:pt x="86168" y="1114508"/>
                  </a:lnTo>
                  <a:lnTo>
                    <a:pt x="86025" y="1116936"/>
                  </a:lnTo>
                  <a:lnTo>
                    <a:pt x="85883" y="1119365"/>
                  </a:lnTo>
                  <a:lnTo>
                    <a:pt x="85743" y="1121793"/>
                  </a:lnTo>
                  <a:lnTo>
                    <a:pt x="85604" y="1124221"/>
                  </a:lnTo>
                  <a:lnTo>
                    <a:pt x="85466" y="1126649"/>
                  </a:lnTo>
                  <a:lnTo>
                    <a:pt x="85330" y="1129077"/>
                  </a:lnTo>
                  <a:lnTo>
                    <a:pt x="85194" y="1131505"/>
                  </a:lnTo>
                  <a:lnTo>
                    <a:pt x="85060" y="1133933"/>
                  </a:lnTo>
                  <a:lnTo>
                    <a:pt x="84927" y="1136361"/>
                  </a:lnTo>
                  <a:lnTo>
                    <a:pt x="84795" y="1138789"/>
                  </a:lnTo>
                  <a:lnTo>
                    <a:pt x="84664" y="1141218"/>
                  </a:lnTo>
                  <a:lnTo>
                    <a:pt x="84534" y="1143646"/>
                  </a:lnTo>
                  <a:lnTo>
                    <a:pt x="84404" y="1146074"/>
                  </a:lnTo>
                  <a:lnTo>
                    <a:pt x="84275" y="1148502"/>
                  </a:lnTo>
                  <a:lnTo>
                    <a:pt x="84146" y="1150930"/>
                  </a:lnTo>
                  <a:lnTo>
                    <a:pt x="84018" y="1153358"/>
                  </a:lnTo>
                  <a:lnTo>
                    <a:pt x="83890" y="1155786"/>
                  </a:lnTo>
                  <a:lnTo>
                    <a:pt x="83762" y="1158214"/>
                  </a:lnTo>
                  <a:lnTo>
                    <a:pt x="83635" y="1160643"/>
                  </a:lnTo>
                  <a:lnTo>
                    <a:pt x="83507" y="1163071"/>
                  </a:lnTo>
                  <a:lnTo>
                    <a:pt x="83380" y="1165499"/>
                  </a:lnTo>
                  <a:lnTo>
                    <a:pt x="83252" y="1167927"/>
                  </a:lnTo>
                  <a:lnTo>
                    <a:pt x="83125" y="1170355"/>
                  </a:lnTo>
                  <a:lnTo>
                    <a:pt x="82997" y="1172783"/>
                  </a:lnTo>
                  <a:lnTo>
                    <a:pt x="82868" y="1175211"/>
                  </a:lnTo>
                  <a:lnTo>
                    <a:pt x="82740" y="1177639"/>
                  </a:lnTo>
                  <a:lnTo>
                    <a:pt x="82611" y="1180068"/>
                  </a:lnTo>
                  <a:lnTo>
                    <a:pt x="82481" y="1182496"/>
                  </a:lnTo>
                  <a:lnTo>
                    <a:pt x="82351" y="1184924"/>
                  </a:lnTo>
                  <a:lnTo>
                    <a:pt x="82221" y="1187352"/>
                  </a:lnTo>
                  <a:lnTo>
                    <a:pt x="82090" y="1189780"/>
                  </a:lnTo>
                  <a:lnTo>
                    <a:pt x="81959" y="1192208"/>
                  </a:lnTo>
                  <a:lnTo>
                    <a:pt x="81827" y="1194636"/>
                  </a:lnTo>
                  <a:lnTo>
                    <a:pt x="81695" y="1197064"/>
                  </a:lnTo>
                  <a:lnTo>
                    <a:pt x="81562" y="1199493"/>
                  </a:lnTo>
                  <a:lnTo>
                    <a:pt x="81429" y="1201921"/>
                  </a:lnTo>
                  <a:lnTo>
                    <a:pt x="81296" y="1204349"/>
                  </a:lnTo>
                  <a:lnTo>
                    <a:pt x="81163" y="1206777"/>
                  </a:lnTo>
                  <a:lnTo>
                    <a:pt x="81029" y="1209205"/>
                  </a:lnTo>
                  <a:lnTo>
                    <a:pt x="80895" y="1211633"/>
                  </a:lnTo>
                  <a:lnTo>
                    <a:pt x="80761" y="1214061"/>
                  </a:lnTo>
                  <a:lnTo>
                    <a:pt x="80628" y="1216489"/>
                  </a:lnTo>
                  <a:lnTo>
                    <a:pt x="80494" y="1218918"/>
                  </a:lnTo>
                  <a:lnTo>
                    <a:pt x="80361" y="1221346"/>
                  </a:lnTo>
                  <a:lnTo>
                    <a:pt x="80228" y="1223774"/>
                  </a:lnTo>
                  <a:lnTo>
                    <a:pt x="80095" y="1226202"/>
                  </a:lnTo>
                  <a:lnTo>
                    <a:pt x="79963" y="1228630"/>
                  </a:lnTo>
                  <a:lnTo>
                    <a:pt x="79832" y="1231058"/>
                  </a:lnTo>
                  <a:lnTo>
                    <a:pt x="79702" y="1233486"/>
                  </a:lnTo>
                  <a:lnTo>
                    <a:pt x="79572" y="1235914"/>
                  </a:lnTo>
                  <a:lnTo>
                    <a:pt x="79444" y="1238343"/>
                  </a:lnTo>
                  <a:lnTo>
                    <a:pt x="79317" y="1240771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6" name="pg36">
              <a:extLst>
                <a:ext uri="{FF2B5EF4-FFF2-40B4-BE49-F238E27FC236}">
                  <a16:creationId xmlns:a16="http://schemas.microsoft.com/office/drawing/2014/main" id="{8EC8283C-E17F-4AC4-A0AB-F0A56859D102}"/>
                </a:ext>
              </a:extLst>
            </p:cNvPr>
            <p:cNvSpPr/>
            <p:nvPr/>
          </p:nvSpPr>
          <p:spPr>
            <a:xfrm>
              <a:off x="4577824" y="2092865"/>
              <a:ext cx="180768" cy="1042951"/>
            </a:xfrm>
            <a:custGeom>
              <a:avLst/>
              <a:gdLst/>
              <a:ahLst/>
              <a:cxnLst/>
              <a:rect l="0" t="0" r="0" b="0"/>
              <a:pathLst>
                <a:path w="180768" h="1042951">
                  <a:moveTo>
                    <a:pt x="86237" y="1042951"/>
                  </a:moveTo>
                  <a:lnTo>
                    <a:pt x="86026" y="1040910"/>
                  </a:lnTo>
                  <a:lnTo>
                    <a:pt x="85810" y="1038869"/>
                  </a:lnTo>
                  <a:lnTo>
                    <a:pt x="85588" y="1036828"/>
                  </a:lnTo>
                  <a:lnTo>
                    <a:pt x="85361" y="1034787"/>
                  </a:lnTo>
                  <a:lnTo>
                    <a:pt x="85127" y="1032746"/>
                  </a:lnTo>
                  <a:lnTo>
                    <a:pt x="84889" y="1030705"/>
                  </a:lnTo>
                  <a:lnTo>
                    <a:pt x="84645" y="1028664"/>
                  </a:lnTo>
                  <a:lnTo>
                    <a:pt x="84397" y="1026623"/>
                  </a:lnTo>
                  <a:lnTo>
                    <a:pt x="84142" y="1024582"/>
                  </a:lnTo>
                  <a:lnTo>
                    <a:pt x="83883" y="1022541"/>
                  </a:lnTo>
                  <a:lnTo>
                    <a:pt x="83619" y="1020500"/>
                  </a:lnTo>
                  <a:lnTo>
                    <a:pt x="83351" y="1018459"/>
                  </a:lnTo>
                  <a:lnTo>
                    <a:pt x="83076" y="1016418"/>
                  </a:lnTo>
                  <a:lnTo>
                    <a:pt x="82799" y="1014377"/>
                  </a:lnTo>
                  <a:lnTo>
                    <a:pt x="82517" y="1012336"/>
                  </a:lnTo>
                  <a:lnTo>
                    <a:pt x="82231" y="1010295"/>
                  </a:lnTo>
                  <a:lnTo>
                    <a:pt x="81940" y="1008254"/>
                  </a:lnTo>
                  <a:lnTo>
                    <a:pt x="81645" y="1006213"/>
                  </a:lnTo>
                  <a:lnTo>
                    <a:pt x="81347" y="1004172"/>
                  </a:lnTo>
                  <a:lnTo>
                    <a:pt x="81045" y="1002131"/>
                  </a:lnTo>
                  <a:lnTo>
                    <a:pt x="80740" y="1000090"/>
                  </a:lnTo>
                  <a:lnTo>
                    <a:pt x="80431" y="998049"/>
                  </a:lnTo>
                  <a:lnTo>
                    <a:pt x="80120" y="996008"/>
                  </a:lnTo>
                  <a:lnTo>
                    <a:pt x="79805" y="993967"/>
                  </a:lnTo>
                  <a:lnTo>
                    <a:pt x="79487" y="991926"/>
                  </a:lnTo>
                  <a:lnTo>
                    <a:pt x="79166" y="989885"/>
                  </a:lnTo>
                  <a:lnTo>
                    <a:pt x="78844" y="987844"/>
                  </a:lnTo>
                  <a:lnTo>
                    <a:pt x="78518" y="985803"/>
                  </a:lnTo>
                  <a:lnTo>
                    <a:pt x="78191" y="983762"/>
                  </a:lnTo>
                  <a:lnTo>
                    <a:pt x="77862" y="981721"/>
                  </a:lnTo>
                  <a:lnTo>
                    <a:pt x="77531" y="979680"/>
                  </a:lnTo>
                  <a:lnTo>
                    <a:pt x="77198" y="977639"/>
                  </a:lnTo>
                  <a:lnTo>
                    <a:pt x="76864" y="975598"/>
                  </a:lnTo>
                  <a:lnTo>
                    <a:pt x="76529" y="973557"/>
                  </a:lnTo>
                  <a:lnTo>
                    <a:pt x="76194" y="971516"/>
                  </a:lnTo>
                  <a:lnTo>
                    <a:pt x="75857" y="969475"/>
                  </a:lnTo>
                  <a:lnTo>
                    <a:pt x="75520" y="967434"/>
                  </a:lnTo>
                  <a:lnTo>
                    <a:pt x="75183" y="965393"/>
                  </a:lnTo>
                  <a:lnTo>
                    <a:pt x="74846" y="963352"/>
                  </a:lnTo>
                  <a:lnTo>
                    <a:pt x="74509" y="961311"/>
                  </a:lnTo>
                  <a:lnTo>
                    <a:pt x="74172" y="959270"/>
                  </a:lnTo>
                  <a:lnTo>
                    <a:pt x="73837" y="957229"/>
                  </a:lnTo>
                  <a:lnTo>
                    <a:pt x="73502" y="955188"/>
                  </a:lnTo>
                  <a:lnTo>
                    <a:pt x="73168" y="953147"/>
                  </a:lnTo>
                  <a:lnTo>
                    <a:pt x="72836" y="951106"/>
                  </a:lnTo>
                  <a:lnTo>
                    <a:pt x="72505" y="949065"/>
                  </a:lnTo>
                  <a:lnTo>
                    <a:pt x="72176" y="947024"/>
                  </a:lnTo>
                  <a:lnTo>
                    <a:pt x="71850" y="944983"/>
                  </a:lnTo>
                  <a:lnTo>
                    <a:pt x="71526" y="942942"/>
                  </a:lnTo>
                  <a:lnTo>
                    <a:pt x="71204" y="940901"/>
                  </a:lnTo>
                  <a:lnTo>
                    <a:pt x="70885" y="938860"/>
                  </a:lnTo>
                  <a:lnTo>
                    <a:pt x="70569" y="936819"/>
                  </a:lnTo>
                  <a:lnTo>
                    <a:pt x="70256" y="934778"/>
                  </a:lnTo>
                  <a:lnTo>
                    <a:pt x="69946" y="932737"/>
                  </a:lnTo>
                  <a:lnTo>
                    <a:pt x="69639" y="930696"/>
                  </a:lnTo>
                  <a:lnTo>
                    <a:pt x="69337" y="928655"/>
                  </a:lnTo>
                  <a:lnTo>
                    <a:pt x="69039" y="926614"/>
                  </a:lnTo>
                  <a:lnTo>
                    <a:pt x="68743" y="924573"/>
                  </a:lnTo>
                  <a:lnTo>
                    <a:pt x="68452" y="922532"/>
                  </a:lnTo>
                  <a:lnTo>
                    <a:pt x="68165" y="920491"/>
                  </a:lnTo>
                  <a:lnTo>
                    <a:pt x="67883" y="918450"/>
                  </a:lnTo>
                  <a:lnTo>
                    <a:pt x="67604" y="916409"/>
                  </a:lnTo>
                  <a:lnTo>
                    <a:pt x="67330" y="914368"/>
                  </a:lnTo>
                  <a:lnTo>
                    <a:pt x="67061" y="912327"/>
                  </a:lnTo>
                  <a:lnTo>
                    <a:pt x="66797" y="910286"/>
                  </a:lnTo>
                  <a:lnTo>
                    <a:pt x="66536" y="908245"/>
                  </a:lnTo>
                  <a:lnTo>
                    <a:pt x="66280" y="906204"/>
                  </a:lnTo>
                  <a:lnTo>
                    <a:pt x="66030" y="904163"/>
                  </a:lnTo>
                  <a:lnTo>
                    <a:pt x="65784" y="902122"/>
                  </a:lnTo>
                  <a:lnTo>
                    <a:pt x="65542" y="900081"/>
                  </a:lnTo>
                  <a:lnTo>
                    <a:pt x="65305" y="898040"/>
                  </a:lnTo>
                  <a:lnTo>
                    <a:pt x="65074" y="895999"/>
                  </a:lnTo>
                  <a:lnTo>
                    <a:pt x="64846" y="893958"/>
                  </a:lnTo>
                  <a:lnTo>
                    <a:pt x="64623" y="891917"/>
                  </a:lnTo>
                  <a:lnTo>
                    <a:pt x="64404" y="889876"/>
                  </a:lnTo>
                  <a:lnTo>
                    <a:pt x="64190" y="887835"/>
                  </a:lnTo>
                  <a:lnTo>
                    <a:pt x="63980" y="885794"/>
                  </a:lnTo>
                  <a:lnTo>
                    <a:pt x="63774" y="883753"/>
                  </a:lnTo>
                  <a:lnTo>
                    <a:pt x="63572" y="881712"/>
                  </a:lnTo>
                  <a:lnTo>
                    <a:pt x="63375" y="879671"/>
                  </a:lnTo>
                  <a:lnTo>
                    <a:pt x="63180" y="877630"/>
                  </a:lnTo>
                  <a:lnTo>
                    <a:pt x="62989" y="875589"/>
                  </a:lnTo>
                  <a:lnTo>
                    <a:pt x="62801" y="873548"/>
                  </a:lnTo>
                  <a:lnTo>
                    <a:pt x="62617" y="871507"/>
                  </a:lnTo>
                  <a:lnTo>
                    <a:pt x="62435" y="869466"/>
                  </a:lnTo>
                  <a:lnTo>
                    <a:pt x="62255" y="867425"/>
                  </a:lnTo>
                  <a:lnTo>
                    <a:pt x="62078" y="865384"/>
                  </a:lnTo>
                  <a:lnTo>
                    <a:pt x="61902" y="863343"/>
                  </a:lnTo>
                  <a:lnTo>
                    <a:pt x="61728" y="861302"/>
                  </a:lnTo>
                  <a:lnTo>
                    <a:pt x="61555" y="859261"/>
                  </a:lnTo>
                  <a:lnTo>
                    <a:pt x="61383" y="857220"/>
                  </a:lnTo>
                  <a:lnTo>
                    <a:pt x="61211" y="855179"/>
                  </a:lnTo>
                  <a:lnTo>
                    <a:pt x="61039" y="853138"/>
                  </a:lnTo>
                  <a:lnTo>
                    <a:pt x="60867" y="851097"/>
                  </a:lnTo>
                  <a:lnTo>
                    <a:pt x="60694" y="849056"/>
                  </a:lnTo>
                  <a:lnTo>
                    <a:pt x="60519" y="847015"/>
                  </a:lnTo>
                  <a:lnTo>
                    <a:pt x="60342" y="844974"/>
                  </a:lnTo>
                  <a:lnTo>
                    <a:pt x="60164" y="842933"/>
                  </a:lnTo>
                  <a:lnTo>
                    <a:pt x="59982" y="840892"/>
                  </a:lnTo>
                  <a:lnTo>
                    <a:pt x="59797" y="838851"/>
                  </a:lnTo>
                  <a:lnTo>
                    <a:pt x="59609" y="836810"/>
                  </a:lnTo>
                  <a:lnTo>
                    <a:pt x="59416" y="834769"/>
                  </a:lnTo>
                  <a:lnTo>
                    <a:pt x="59218" y="832728"/>
                  </a:lnTo>
                  <a:lnTo>
                    <a:pt x="59015" y="830687"/>
                  </a:lnTo>
                  <a:lnTo>
                    <a:pt x="58806" y="828646"/>
                  </a:lnTo>
                  <a:lnTo>
                    <a:pt x="58593" y="826605"/>
                  </a:lnTo>
                  <a:lnTo>
                    <a:pt x="58370" y="824564"/>
                  </a:lnTo>
                  <a:lnTo>
                    <a:pt x="58140" y="822523"/>
                  </a:lnTo>
                  <a:lnTo>
                    <a:pt x="57904" y="820482"/>
                  </a:lnTo>
                  <a:lnTo>
                    <a:pt x="57660" y="818441"/>
                  </a:lnTo>
                  <a:lnTo>
                    <a:pt x="57404" y="816400"/>
                  </a:lnTo>
                  <a:lnTo>
                    <a:pt x="57141" y="814359"/>
                  </a:lnTo>
                  <a:lnTo>
                    <a:pt x="56868" y="812318"/>
                  </a:lnTo>
                  <a:lnTo>
                    <a:pt x="56587" y="810277"/>
                  </a:lnTo>
                  <a:lnTo>
                    <a:pt x="56292" y="808236"/>
                  </a:lnTo>
                  <a:lnTo>
                    <a:pt x="55987" y="806195"/>
                  </a:lnTo>
                  <a:lnTo>
                    <a:pt x="55672" y="804154"/>
                  </a:lnTo>
                  <a:lnTo>
                    <a:pt x="55346" y="802113"/>
                  </a:lnTo>
                  <a:lnTo>
                    <a:pt x="55005" y="800072"/>
                  </a:lnTo>
                  <a:lnTo>
                    <a:pt x="54653" y="798031"/>
                  </a:lnTo>
                  <a:lnTo>
                    <a:pt x="54290" y="795990"/>
                  </a:lnTo>
                  <a:lnTo>
                    <a:pt x="53914" y="793949"/>
                  </a:lnTo>
                  <a:lnTo>
                    <a:pt x="53523" y="791908"/>
                  </a:lnTo>
                  <a:lnTo>
                    <a:pt x="53120" y="789867"/>
                  </a:lnTo>
                  <a:lnTo>
                    <a:pt x="52705" y="787826"/>
                  </a:lnTo>
                  <a:lnTo>
                    <a:pt x="52277" y="785785"/>
                  </a:lnTo>
                  <a:lnTo>
                    <a:pt x="51833" y="783744"/>
                  </a:lnTo>
                  <a:lnTo>
                    <a:pt x="51377" y="781703"/>
                  </a:lnTo>
                  <a:lnTo>
                    <a:pt x="50909" y="779662"/>
                  </a:lnTo>
                  <a:lnTo>
                    <a:pt x="50429" y="777621"/>
                  </a:lnTo>
                  <a:lnTo>
                    <a:pt x="49932" y="775580"/>
                  </a:lnTo>
                  <a:lnTo>
                    <a:pt x="49425" y="773539"/>
                  </a:lnTo>
                  <a:lnTo>
                    <a:pt x="48907" y="771498"/>
                  </a:lnTo>
                  <a:lnTo>
                    <a:pt x="48376" y="769457"/>
                  </a:lnTo>
                  <a:lnTo>
                    <a:pt x="47832" y="767416"/>
                  </a:lnTo>
                  <a:lnTo>
                    <a:pt x="47278" y="765375"/>
                  </a:lnTo>
                  <a:lnTo>
                    <a:pt x="46715" y="763334"/>
                  </a:lnTo>
                  <a:lnTo>
                    <a:pt x="46141" y="761293"/>
                  </a:lnTo>
                  <a:lnTo>
                    <a:pt x="45556" y="759252"/>
                  </a:lnTo>
                  <a:lnTo>
                    <a:pt x="44964" y="757211"/>
                  </a:lnTo>
                  <a:lnTo>
                    <a:pt x="44366" y="755170"/>
                  </a:lnTo>
                  <a:lnTo>
                    <a:pt x="43759" y="753129"/>
                  </a:lnTo>
                  <a:lnTo>
                    <a:pt x="43146" y="751088"/>
                  </a:lnTo>
                  <a:lnTo>
                    <a:pt x="42528" y="749047"/>
                  </a:lnTo>
                  <a:lnTo>
                    <a:pt x="41907" y="747006"/>
                  </a:lnTo>
                  <a:lnTo>
                    <a:pt x="41282" y="744965"/>
                  </a:lnTo>
                  <a:lnTo>
                    <a:pt x="40654" y="742924"/>
                  </a:lnTo>
                  <a:lnTo>
                    <a:pt x="40026" y="740883"/>
                  </a:lnTo>
                  <a:lnTo>
                    <a:pt x="39398" y="738842"/>
                  </a:lnTo>
                  <a:lnTo>
                    <a:pt x="38771" y="736801"/>
                  </a:lnTo>
                  <a:lnTo>
                    <a:pt x="38147" y="734760"/>
                  </a:lnTo>
                  <a:lnTo>
                    <a:pt x="37525" y="732719"/>
                  </a:lnTo>
                  <a:lnTo>
                    <a:pt x="36907" y="730678"/>
                  </a:lnTo>
                  <a:lnTo>
                    <a:pt x="36296" y="728637"/>
                  </a:lnTo>
                  <a:lnTo>
                    <a:pt x="35692" y="726596"/>
                  </a:lnTo>
                  <a:lnTo>
                    <a:pt x="35094" y="724555"/>
                  </a:lnTo>
                  <a:lnTo>
                    <a:pt x="34504" y="722514"/>
                  </a:lnTo>
                  <a:lnTo>
                    <a:pt x="33925" y="720473"/>
                  </a:lnTo>
                  <a:lnTo>
                    <a:pt x="33357" y="718432"/>
                  </a:lnTo>
                  <a:lnTo>
                    <a:pt x="32799" y="716391"/>
                  </a:lnTo>
                  <a:lnTo>
                    <a:pt x="32251" y="714350"/>
                  </a:lnTo>
                  <a:lnTo>
                    <a:pt x="31720" y="712309"/>
                  </a:lnTo>
                  <a:lnTo>
                    <a:pt x="31201" y="710268"/>
                  </a:lnTo>
                  <a:lnTo>
                    <a:pt x="30694" y="708227"/>
                  </a:lnTo>
                  <a:lnTo>
                    <a:pt x="30201" y="706186"/>
                  </a:lnTo>
                  <a:lnTo>
                    <a:pt x="29726" y="704145"/>
                  </a:lnTo>
                  <a:lnTo>
                    <a:pt x="29266" y="702104"/>
                  </a:lnTo>
                  <a:lnTo>
                    <a:pt x="28819" y="700063"/>
                  </a:lnTo>
                  <a:lnTo>
                    <a:pt x="28386" y="698022"/>
                  </a:lnTo>
                  <a:lnTo>
                    <a:pt x="27974" y="695981"/>
                  </a:lnTo>
                  <a:lnTo>
                    <a:pt x="27576" y="693940"/>
                  </a:lnTo>
                  <a:lnTo>
                    <a:pt x="27191" y="691899"/>
                  </a:lnTo>
                  <a:lnTo>
                    <a:pt x="26822" y="689858"/>
                  </a:lnTo>
                  <a:lnTo>
                    <a:pt x="26472" y="687817"/>
                  </a:lnTo>
                  <a:lnTo>
                    <a:pt x="26136" y="685776"/>
                  </a:lnTo>
                  <a:lnTo>
                    <a:pt x="25851" y="683975"/>
                  </a:lnTo>
                  <a:lnTo>
                    <a:pt x="25813" y="683735"/>
                  </a:lnTo>
                  <a:lnTo>
                    <a:pt x="25503" y="681694"/>
                  </a:lnTo>
                  <a:lnTo>
                    <a:pt x="25213" y="679653"/>
                  </a:lnTo>
                  <a:lnTo>
                    <a:pt x="24934" y="677612"/>
                  </a:lnTo>
                  <a:lnTo>
                    <a:pt x="24667" y="675571"/>
                  </a:lnTo>
                  <a:lnTo>
                    <a:pt x="24414" y="673530"/>
                  </a:lnTo>
                  <a:lnTo>
                    <a:pt x="24176" y="671489"/>
                  </a:lnTo>
                  <a:lnTo>
                    <a:pt x="23949" y="669448"/>
                  </a:lnTo>
                  <a:lnTo>
                    <a:pt x="23733" y="667407"/>
                  </a:lnTo>
                  <a:lnTo>
                    <a:pt x="23528" y="665366"/>
                  </a:lnTo>
                  <a:lnTo>
                    <a:pt x="23337" y="663325"/>
                  </a:lnTo>
                  <a:lnTo>
                    <a:pt x="23156" y="661284"/>
                  </a:lnTo>
                  <a:lnTo>
                    <a:pt x="22983" y="659243"/>
                  </a:lnTo>
                  <a:lnTo>
                    <a:pt x="22822" y="657202"/>
                  </a:lnTo>
                  <a:lnTo>
                    <a:pt x="22672" y="655161"/>
                  </a:lnTo>
                  <a:lnTo>
                    <a:pt x="22532" y="653120"/>
                  </a:lnTo>
                  <a:lnTo>
                    <a:pt x="22399" y="651079"/>
                  </a:lnTo>
                  <a:lnTo>
                    <a:pt x="22277" y="649038"/>
                  </a:lnTo>
                  <a:lnTo>
                    <a:pt x="22166" y="646997"/>
                  </a:lnTo>
                  <a:lnTo>
                    <a:pt x="22063" y="644956"/>
                  </a:lnTo>
                  <a:lnTo>
                    <a:pt x="21968" y="642915"/>
                  </a:lnTo>
                  <a:lnTo>
                    <a:pt x="21884" y="640874"/>
                  </a:lnTo>
                  <a:lnTo>
                    <a:pt x="21810" y="638833"/>
                  </a:lnTo>
                  <a:lnTo>
                    <a:pt x="21744" y="636792"/>
                  </a:lnTo>
                  <a:lnTo>
                    <a:pt x="21687" y="634751"/>
                  </a:lnTo>
                  <a:lnTo>
                    <a:pt x="21640" y="632710"/>
                  </a:lnTo>
                  <a:lnTo>
                    <a:pt x="21603" y="630669"/>
                  </a:lnTo>
                  <a:lnTo>
                    <a:pt x="21576" y="628628"/>
                  </a:lnTo>
                  <a:lnTo>
                    <a:pt x="21556" y="626587"/>
                  </a:lnTo>
                  <a:lnTo>
                    <a:pt x="21547" y="624546"/>
                  </a:lnTo>
                  <a:lnTo>
                    <a:pt x="21549" y="622505"/>
                  </a:lnTo>
                  <a:lnTo>
                    <a:pt x="21558" y="620464"/>
                  </a:lnTo>
                  <a:lnTo>
                    <a:pt x="21576" y="618423"/>
                  </a:lnTo>
                  <a:lnTo>
                    <a:pt x="21605" y="616382"/>
                  </a:lnTo>
                  <a:lnTo>
                    <a:pt x="21642" y="614341"/>
                  </a:lnTo>
                  <a:lnTo>
                    <a:pt x="21687" y="612300"/>
                  </a:lnTo>
                  <a:lnTo>
                    <a:pt x="21739" y="610259"/>
                  </a:lnTo>
                  <a:lnTo>
                    <a:pt x="21800" y="608218"/>
                  </a:lnTo>
                  <a:lnTo>
                    <a:pt x="21867" y="606177"/>
                  </a:lnTo>
                  <a:lnTo>
                    <a:pt x="21941" y="604136"/>
                  </a:lnTo>
                  <a:lnTo>
                    <a:pt x="22019" y="602095"/>
                  </a:lnTo>
                  <a:lnTo>
                    <a:pt x="22103" y="600054"/>
                  </a:lnTo>
                  <a:lnTo>
                    <a:pt x="22190" y="598013"/>
                  </a:lnTo>
                  <a:lnTo>
                    <a:pt x="22279" y="595972"/>
                  </a:lnTo>
                  <a:lnTo>
                    <a:pt x="22370" y="593931"/>
                  </a:lnTo>
                  <a:lnTo>
                    <a:pt x="22461" y="591890"/>
                  </a:lnTo>
                  <a:lnTo>
                    <a:pt x="22551" y="589849"/>
                  </a:lnTo>
                  <a:lnTo>
                    <a:pt x="22639" y="587808"/>
                  </a:lnTo>
                  <a:lnTo>
                    <a:pt x="22724" y="585767"/>
                  </a:lnTo>
                  <a:lnTo>
                    <a:pt x="22802" y="583726"/>
                  </a:lnTo>
                  <a:lnTo>
                    <a:pt x="22874" y="581685"/>
                  </a:lnTo>
                  <a:lnTo>
                    <a:pt x="22938" y="579644"/>
                  </a:lnTo>
                  <a:lnTo>
                    <a:pt x="22994" y="577603"/>
                  </a:lnTo>
                  <a:lnTo>
                    <a:pt x="23034" y="575562"/>
                  </a:lnTo>
                  <a:lnTo>
                    <a:pt x="23063" y="573521"/>
                  </a:lnTo>
                  <a:lnTo>
                    <a:pt x="23078" y="571480"/>
                  </a:lnTo>
                  <a:lnTo>
                    <a:pt x="23079" y="569439"/>
                  </a:lnTo>
                  <a:lnTo>
                    <a:pt x="23057" y="567398"/>
                  </a:lnTo>
                  <a:lnTo>
                    <a:pt x="23018" y="565357"/>
                  </a:lnTo>
                  <a:lnTo>
                    <a:pt x="22960" y="563316"/>
                  </a:lnTo>
                  <a:lnTo>
                    <a:pt x="22882" y="561275"/>
                  </a:lnTo>
                  <a:lnTo>
                    <a:pt x="22774" y="559234"/>
                  </a:lnTo>
                  <a:lnTo>
                    <a:pt x="22645" y="557193"/>
                  </a:lnTo>
                  <a:lnTo>
                    <a:pt x="22493" y="555152"/>
                  </a:lnTo>
                  <a:lnTo>
                    <a:pt x="22316" y="553111"/>
                  </a:lnTo>
                  <a:lnTo>
                    <a:pt x="22105" y="551070"/>
                  </a:lnTo>
                  <a:lnTo>
                    <a:pt x="21870" y="549029"/>
                  </a:lnTo>
                  <a:lnTo>
                    <a:pt x="21611" y="546988"/>
                  </a:lnTo>
                  <a:lnTo>
                    <a:pt x="21323" y="544947"/>
                  </a:lnTo>
                  <a:lnTo>
                    <a:pt x="21001" y="542906"/>
                  </a:lnTo>
                  <a:lnTo>
                    <a:pt x="20654" y="540865"/>
                  </a:lnTo>
                  <a:lnTo>
                    <a:pt x="20283" y="538824"/>
                  </a:lnTo>
                  <a:lnTo>
                    <a:pt x="19882" y="536783"/>
                  </a:lnTo>
                  <a:lnTo>
                    <a:pt x="19451" y="534742"/>
                  </a:lnTo>
                  <a:lnTo>
                    <a:pt x="18996" y="532701"/>
                  </a:lnTo>
                  <a:lnTo>
                    <a:pt x="18520" y="530660"/>
                  </a:lnTo>
                  <a:lnTo>
                    <a:pt x="18018" y="528619"/>
                  </a:lnTo>
                  <a:lnTo>
                    <a:pt x="17490" y="526578"/>
                  </a:lnTo>
                  <a:lnTo>
                    <a:pt x="16944" y="524537"/>
                  </a:lnTo>
                  <a:lnTo>
                    <a:pt x="16380" y="522496"/>
                  </a:lnTo>
                  <a:lnTo>
                    <a:pt x="15797" y="520455"/>
                  </a:lnTo>
                  <a:lnTo>
                    <a:pt x="15197" y="518414"/>
                  </a:lnTo>
                  <a:lnTo>
                    <a:pt x="14584" y="516373"/>
                  </a:lnTo>
                  <a:lnTo>
                    <a:pt x="14225" y="515195"/>
                  </a:lnTo>
                  <a:lnTo>
                    <a:pt x="13961" y="514332"/>
                  </a:lnTo>
                  <a:lnTo>
                    <a:pt x="13327" y="512291"/>
                  </a:lnTo>
                  <a:lnTo>
                    <a:pt x="12686" y="510250"/>
                  </a:lnTo>
                  <a:lnTo>
                    <a:pt x="12041" y="508209"/>
                  </a:lnTo>
                  <a:lnTo>
                    <a:pt x="11393" y="506168"/>
                  </a:lnTo>
                  <a:lnTo>
                    <a:pt x="10744" y="504127"/>
                  </a:lnTo>
                  <a:lnTo>
                    <a:pt x="10098" y="502086"/>
                  </a:lnTo>
                  <a:lnTo>
                    <a:pt x="9456" y="500045"/>
                  </a:lnTo>
                  <a:lnTo>
                    <a:pt x="8820" y="498004"/>
                  </a:lnTo>
                  <a:lnTo>
                    <a:pt x="8195" y="495963"/>
                  </a:lnTo>
                  <a:lnTo>
                    <a:pt x="7581" y="493922"/>
                  </a:lnTo>
                  <a:lnTo>
                    <a:pt x="6980" y="491881"/>
                  </a:lnTo>
                  <a:lnTo>
                    <a:pt x="6391" y="489840"/>
                  </a:lnTo>
                  <a:lnTo>
                    <a:pt x="5824" y="487799"/>
                  </a:lnTo>
                  <a:lnTo>
                    <a:pt x="5277" y="485758"/>
                  </a:lnTo>
                  <a:lnTo>
                    <a:pt x="4748" y="483717"/>
                  </a:lnTo>
                  <a:lnTo>
                    <a:pt x="4239" y="481676"/>
                  </a:lnTo>
                  <a:lnTo>
                    <a:pt x="3761" y="479635"/>
                  </a:lnTo>
                  <a:lnTo>
                    <a:pt x="3307" y="477594"/>
                  </a:lnTo>
                  <a:lnTo>
                    <a:pt x="2877" y="475553"/>
                  </a:lnTo>
                  <a:lnTo>
                    <a:pt x="2471" y="473512"/>
                  </a:lnTo>
                  <a:lnTo>
                    <a:pt x="2103" y="471471"/>
                  </a:lnTo>
                  <a:lnTo>
                    <a:pt x="1761" y="469430"/>
                  </a:lnTo>
                  <a:lnTo>
                    <a:pt x="1447" y="467389"/>
                  </a:lnTo>
                  <a:lnTo>
                    <a:pt x="1159" y="465348"/>
                  </a:lnTo>
                  <a:lnTo>
                    <a:pt x="912" y="463307"/>
                  </a:lnTo>
                  <a:lnTo>
                    <a:pt x="692" y="461266"/>
                  </a:lnTo>
                  <a:lnTo>
                    <a:pt x="501" y="459225"/>
                  </a:lnTo>
                  <a:lnTo>
                    <a:pt x="337" y="457184"/>
                  </a:lnTo>
                  <a:lnTo>
                    <a:pt x="213" y="455143"/>
                  </a:lnTo>
                  <a:lnTo>
                    <a:pt x="117" y="453102"/>
                  </a:lnTo>
                  <a:lnTo>
                    <a:pt x="47" y="451061"/>
                  </a:lnTo>
                  <a:lnTo>
                    <a:pt x="5" y="449020"/>
                  </a:lnTo>
                  <a:lnTo>
                    <a:pt x="0" y="446979"/>
                  </a:lnTo>
                  <a:lnTo>
                    <a:pt x="19" y="444938"/>
                  </a:lnTo>
                  <a:lnTo>
                    <a:pt x="63" y="442897"/>
                  </a:lnTo>
                  <a:lnTo>
                    <a:pt x="133" y="440856"/>
                  </a:lnTo>
                  <a:lnTo>
                    <a:pt x="236" y="438815"/>
                  </a:lnTo>
                  <a:lnTo>
                    <a:pt x="361" y="436774"/>
                  </a:lnTo>
                  <a:lnTo>
                    <a:pt x="507" y="434733"/>
                  </a:lnTo>
                  <a:lnTo>
                    <a:pt x="677" y="432692"/>
                  </a:lnTo>
                  <a:lnTo>
                    <a:pt x="874" y="430651"/>
                  </a:lnTo>
                  <a:lnTo>
                    <a:pt x="1091" y="428610"/>
                  </a:lnTo>
                  <a:lnTo>
                    <a:pt x="1326" y="426569"/>
                  </a:lnTo>
                  <a:lnTo>
                    <a:pt x="1582" y="424528"/>
                  </a:lnTo>
                  <a:lnTo>
                    <a:pt x="1861" y="422487"/>
                  </a:lnTo>
                  <a:lnTo>
                    <a:pt x="2157" y="420446"/>
                  </a:lnTo>
                  <a:lnTo>
                    <a:pt x="2469" y="418405"/>
                  </a:lnTo>
                  <a:lnTo>
                    <a:pt x="2800" y="416364"/>
                  </a:lnTo>
                  <a:lnTo>
                    <a:pt x="3150" y="414323"/>
                  </a:lnTo>
                  <a:lnTo>
                    <a:pt x="3515" y="412282"/>
                  </a:lnTo>
                  <a:lnTo>
                    <a:pt x="3894" y="410241"/>
                  </a:lnTo>
                  <a:lnTo>
                    <a:pt x="4290" y="408200"/>
                  </a:lnTo>
                  <a:lnTo>
                    <a:pt x="4705" y="406159"/>
                  </a:lnTo>
                  <a:lnTo>
                    <a:pt x="5132" y="404118"/>
                  </a:lnTo>
                  <a:lnTo>
                    <a:pt x="5573" y="402077"/>
                  </a:lnTo>
                  <a:lnTo>
                    <a:pt x="6031" y="400036"/>
                  </a:lnTo>
                  <a:lnTo>
                    <a:pt x="6505" y="397995"/>
                  </a:lnTo>
                  <a:lnTo>
                    <a:pt x="6626" y="397489"/>
                  </a:lnTo>
                  <a:lnTo>
                    <a:pt x="6993" y="395954"/>
                  </a:lnTo>
                  <a:lnTo>
                    <a:pt x="7494" y="393913"/>
                  </a:lnTo>
                  <a:lnTo>
                    <a:pt x="8012" y="391872"/>
                  </a:lnTo>
                  <a:lnTo>
                    <a:pt x="8547" y="389831"/>
                  </a:lnTo>
                  <a:lnTo>
                    <a:pt x="9095" y="387790"/>
                  </a:lnTo>
                  <a:lnTo>
                    <a:pt x="9657" y="385749"/>
                  </a:lnTo>
                  <a:lnTo>
                    <a:pt x="10237" y="383708"/>
                  </a:lnTo>
                  <a:lnTo>
                    <a:pt x="10834" y="381667"/>
                  </a:lnTo>
                  <a:lnTo>
                    <a:pt x="11445" y="379626"/>
                  </a:lnTo>
                  <a:lnTo>
                    <a:pt x="12070" y="377585"/>
                  </a:lnTo>
                  <a:lnTo>
                    <a:pt x="12715" y="375544"/>
                  </a:lnTo>
                  <a:lnTo>
                    <a:pt x="13376" y="373503"/>
                  </a:lnTo>
                  <a:lnTo>
                    <a:pt x="14052" y="371462"/>
                  </a:lnTo>
                  <a:lnTo>
                    <a:pt x="14743" y="369421"/>
                  </a:lnTo>
                  <a:lnTo>
                    <a:pt x="15455" y="367380"/>
                  </a:lnTo>
                  <a:lnTo>
                    <a:pt x="16183" y="365339"/>
                  </a:lnTo>
                  <a:lnTo>
                    <a:pt x="16925" y="363298"/>
                  </a:lnTo>
                  <a:lnTo>
                    <a:pt x="17682" y="361257"/>
                  </a:lnTo>
                  <a:lnTo>
                    <a:pt x="18461" y="359216"/>
                  </a:lnTo>
                  <a:lnTo>
                    <a:pt x="19254" y="357175"/>
                  </a:lnTo>
                  <a:lnTo>
                    <a:pt x="20062" y="355134"/>
                  </a:lnTo>
                  <a:lnTo>
                    <a:pt x="20884" y="353093"/>
                  </a:lnTo>
                  <a:lnTo>
                    <a:pt x="21726" y="351052"/>
                  </a:lnTo>
                  <a:lnTo>
                    <a:pt x="22582" y="349011"/>
                  </a:lnTo>
                  <a:lnTo>
                    <a:pt x="23450" y="346970"/>
                  </a:lnTo>
                  <a:lnTo>
                    <a:pt x="24331" y="344929"/>
                  </a:lnTo>
                  <a:lnTo>
                    <a:pt x="25230" y="342888"/>
                  </a:lnTo>
                  <a:lnTo>
                    <a:pt x="26139" y="340847"/>
                  </a:lnTo>
                  <a:lnTo>
                    <a:pt x="27060" y="338806"/>
                  </a:lnTo>
                  <a:lnTo>
                    <a:pt x="27991" y="336765"/>
                  </a:lnTo>
                  <a:lnTo>
                    <a:pt x="28935" y="334724"/>
                  </a:lnTo>
                  <a:lnTo>
                    <a:pt x="29888" y="332683"/>
                  </a:lnTo>
                  <a:lnTo>
                    <a:pt x="30848" y="330642"/>
                  </a:lnTo>
                  <a:lnTo>
                    <a:pt x="31816" y="328601"/>
                  </a:lnTo>
                  <a:lnTo>
                    <a:pt x="32792" y="326560"/>
                  </a:lnTo>
                  <a:lnTo>
                    <a:pt x="33773" y="324519"/>
                  </a:lnTo>
                  <a:lnTo>
                    <a:pt x="34757" y="322478"/>
                  </a:lnTo>
                  <a:lnTo>
                    <a:pt x="35744" y="320437"/>
                  </a:lnTo>
                  <a:lnTo>
                    <a:pt x="36734" y="318396"/>
                  </a:lnTo>
                  <a:lnTo>
                    <a:pt x="37724" y="316355"/>
                  </a:lnTo>
                  <a:lnTo>
                    <a:pt x="38714" y="314314"/>
                  </a:lnTo>
                  <a:lnTo>
                    <a:pt x="39701" y="312273"/>
                  </a:lnTo>
                  <a:lnTo>
                    <a:pt x="40685" y="310232"/>
                  </a:lnTo>
                  <a:lnTo>
                    <a:pt x="41664" y="308191"/>
                  </a:lnTo>
                  <a:lnTo>
                    <a:pt x="42637" y="306150"/>
                  </a:lnTo>
                  <a:lnTo>
                    <a:pt x="43604" y="304109"/>
                  </a:lnTo>
                  <a:lnTo>
                    <a:pt x="44559" y="302068"/>
                  </a:lnTo>
                  <a:lnTo>
                    <a:pt x="45506" y="300027"/>
                  </a:lnTo>
                  <a:lnTo>
                    <a:pt x="46442" y="297986"/>
                  </a:lnTo>
                  <a:lnTo>
                    <a:pt x="47365" y="295945"/>
                  </a:lnTo>
                  <a:lnTo>
                    <a:pt x="48272" y="293904"/>
                  </a:lnTo>
                  <a:lnTo>
                    <a:pt x="49166" y="291863"/>
                  </a:lnTo>
                  <a:lnTo>
                    <a:pt x="50045" y="289822"/>
                  </a:lnTo>
                  <a:lnTo>
                    <a:pt x="50904" y="287781"/>
                  </a:lnTo>
                  <a:lnTo>
                    <a:pt x="51744" y="285740"/>
                  </a:lnTo>
                  <a:lnTo>
                    <a:pt x="52565" y="283699"/>
                  </a:lnTo>
                  <a:lnTo>
                    <a:pt x="53369" y="281658"/>
                  </a:lnTo>
                  <a:lnTo>
                    <a:pt x="54149" y="279617"/>
                  </a:lnTo>
                  <a:lnTo>
                    <a:pt x="54905" y="277576"/>
                  </a:lnTo>
                  <a:lnTo>
                    <a:pt x="55642" y="275535"/>
                  </a:lnTo>
                  <a:lnTo>
                    <a:pt x="56358" y="273494"/>
                  </a:lnTo>
                  <a:lnTo>
                    <a:pt x="57047" y="271453"/>
                  </a:lnTo>
                  <a:lnTo>
                    <a:pt x="57711" y="269412"/>
                  </a:lnTo>
                  <a:lnTo>
                    <a:pt x="58354" y="267371"/>
                  </a:lnTo>
                  <a:lnTo>
                    <a:pt x="58975" y="265330"/>
                  </a:lnTo>
                  <a:lnTo>
                    <a:pt x="59569" y="263289"/>
                  </a:lnTo>
                  <a:lnTo>
                    <a:pt x="60138" y="261248"/>
                  </a:lnTo>
                  <a:lnTo>
                    <a:pt x="60686" y="259207"/>
                  </a:lnTo>
                  <a:lnTo>
                    <a:pt x="61214" y="257166"/>
                  </a:lnTo>
                  <a:lnTo>
                    <a:pt x="61715" y="255125"/>
                  </a:lnTo>
                  <a:lnTo>
                    <a:pt x="62193" y="253084"/>
                  </a:lnTo>
                  <a:lnTo>
                    <a:pt x="62653" y="251043"/>
                  </a:lnTo>
                  <a:lnTo>
                    <a:pt x="63095" y="249002"/>
                  </a:lnTo>
                  <a:lnTo>
                    <a:pt x="63512" y="246961"/>
                  </a:lnTo>
                  <a:lnTo>
                    <a:pt x="63911" y="244920"/>
                  </a:lnTo>
                  <a:lnTo>
                    <a:pt x="64295" y="242879"/>
                  </a:lnTo>
                  <a:lnTo>
                    <a:pt x="64664" y="240838"/>
                  </a:lnTo>
                  <a:lnTo>
                    <a:pt x="65013" y="238797"/>
                  </a:lnTo>
                  <a:lnTo>
                    <a:pt x="65349" y="236756"/>
                  </a:lnTo>
                  <a:lnTo>
                    <a:pt x="65674" y="234715"/>
                  </a:lnTo>
                  <a:lnTo>
                    <a:pt x="65988" y="232674"/>
                  </a:lnTo>
                  <a:lnTo>
                    <a:pt x="66289" y="230633"/>
                  </a:lnTo>
                  <a:lnTo>
                    <a:pt x="66581" y="228592"/>
                  </a:lnTo>
                  <a:lnTo>
                    <a:pt x="66867" y="226551"/>
                  </a:lnTo>
                  <a:lnTo>
                    <a:pt x="67146" y="224510"/>
                  </a:lnTo>
                  <a:lnTo>
                    <a:pt x="67418" y="222469"/>
                  </a:lnTo>
                  <a:lnTo>
                    <a:pt x="67687" y="220428"/>
                  </a:lnTo>
                  <a:lnTo>
                    <a:pt x="67953" y="218387"/>
                  </a:lnTo>
                  <a:lnTo>
                    <a:pt x="68216" y="216346"/>
                  </a:lnTo>
                  <a:lnTo>
                    <a:pt x="68479" y="214305"/>
                  </a:lnTo>
                  <a:lnTo>
                    <a:pt x="68742" y="212264"/>
                  </a:lnTo>
                  <a:lnTo>
                    <a:pt x="69006" y="210223"/>
                  </a:lnTo>
                  <a:lnTo>
                    <a:pt x="69272" y="208182"/>
                  </a:lnTo>
                  <a:lnTo>
                    <a:pt x="69541" y="206141"/>
                  </a:lnTo>
                  <a:lnTo>
                    <a:pt x="69813" y="204100"/>
                  </a:lnTo>
                  <a:lnTo>
                    <a:pt x="70088" y="202059"/>
                  </a:lnTo>
                  <a:lnTo>
                    <a:pt x="70367" y="200018"/>
                  </a:lnTo>
                  <a:lnTo>
                    <a:pt x="70653" y="197977"/>
                  </a:lnTo>
                  <a:lnTo>
                    <a:pt x="70943" y="195936"/>
                  </a:lnTo>
                  <a:lnTo>
                    <a:pt x="71237" y="193895"/>
                  </a:lnTo>
                  <a:lnTo>
                    <a:pt x="71538" y="191854"/>
                  </a:lnTo>
                  <a:lnTo>
                    <a:pt x="71844" y="189813"/>
                  </a:lnTo>
                  <a:lnTo>
                    <a:pt x="72156" y="187772"/>
                  </a:lnTo>
                  <a:lnTo>
                    <a:pt x="72472" y="185731"/>
                  </a:lnTo>
                  <a:lnTo>
                    <a:pt x="72794" y="183690"/>
                  </a:lnTo>
                  <a:lnTo>
                    <a:pt x="73121" y="181649"/>
                  </a:lnTo>
                  <a:lnTo>
                    <a:pt x="73453" y="179608"/>
                  </a:lnTo>
                  <a:lnTo>
                    <a:pt x="73788" y="177567"/>
                  </a:lnTo>
                  <a:lnTo>
                    <a:pt x="74127" y="175526"/>
                  </a:lnTo>
                  <a:lnTo>
                    <a:pt x="74469" y="173485"/>
                  </a:lnTo>
                  <a:lnTo>
                    <a:pt x="74814" y="171444"/>
                  </a:lnTo>
                  <a:lnTo>
                    <a:pt x="75161" y="169403"/>
                  </a:lnTo>
                  <a:lnTo>
                    <a:pt x="75509" y="167362"/>
                  </a:lnTo>
                  <a:lnTo>
                    <a:pt x="75858" y="165321"/>
                  </a:lnTo>
                  <a:lnTo>
                    <a:pt x="76207" y="163280"/>
                  </a:lnTo>
                  <a:lnTo>
                    <a:pt x="76556" y="161239"/>
                  </a:lnTo>
                  <a:lnTo>
                    <a:pt x="76903" y="159198"/>
                  </a:lnTo>
                  <a:lnTo>
                    <a:pt x="77249" y="157157"/>
                  </a:lnTo>
                  <a:lnTo>
                    <a:pt x="77592" y="155116"/>
                  </a:lnTo>
                  <a:lnTo>
                    <a:pt x="77933" y="153075"/>
                  </a:lnTo>
                  <a:lnTo>
                    <a:pt x="78269" y="151034"/>
                  </a:lnTo>
                  <a:lnTo>
                    <a:pt x="78601" y="148993"/>
                  </a:lnTo>
                  <a:lnTo>
                    <a:pt x="78928" y="146952"/>
                  </a:lnTo>
                  <a:lnTo>
                    <a:pt x="79251" y="144911"/>
                  </a:lnTo>
                  <a:lnTo>
                    <a:pt x="79567" y="142870"/>
                  </a:lnTo>
                  <a:lnTo>
                    <a:pt x="79877" y="140829"/>
                  </a:lnTo>
                  <a:lnTo>
                    <a:pt x="80181" y="138788"/>
                  </a:lnTo>
                  <a:lnTo>
                    <a:pt x="80479" y="136747"/>
                  </a:lnTo>
                  <a:lnTo>
                    <a:pt x="80769" y="134706"/>
                  </a:lnTo>
                  <a:lnTo>
                    <a:pt x="81051" y="132665"/>
                  </a:lnTo>
                  <a:lnTo>
                    <a:pt x="81326" y="130624"/>
                  </a:lnTo>
                  <a:lnTo>
                    <a:pt x="81595" y="128583"/>
                  </a:lnTo>
                  <a:lnTo>
                    <a:pt x="81855" y="126542"/>
                  </a:lnTo>
                  <a:lnTo>
                    <a:pt x="82106" y="124501"/>
                  </a:lnTo>
                  <a:lnTo>
                    <a:pt x="82351" y="122460"/>
                  </a:lnTo>
                  <a:lnTo>
                    <a:pt x="82589" y="120419"/>
                  </a:lnTo>
                  <a:lnTo>
                    <a:pt x="82818" y="118378"/>
                  </a:lnTo>
                  <a:lnTo>
                    <a:pt x="83039" y="116337"/>
                  </a:lnTo>
                  <a:lnTo>
                    <a:pt x="83254" y="114296"/>
                  </a:lnTo>
                  <a:lnTo>
                    <a:pt x="83462" y="112255"/>
                  </a:lnTo>
                  <a:lnTo>
                    <a:pt x="83662" y="110214"/>
                  </a:lnTo>
                  <a:lnTo>
                    <a:pt x="83855" y="108173"/>
                  </a:lnTo>
                  <a:lnTo>
                    <a:pt x="84042" y="106132"/>
                  </a:lnTo>
                  <a:lnTo>
                    <a:pt x="84224" y="104091"/>
                  </a:lnTo>
                  <a:lnTo>
                    <a:pt x="84398" y="102050"/>
                  </a:lnTo>
                  <a:lnTo>
                    <a:pt x="84566" y="100009"/>
                  </a:lnTo>
                  <a:lnTo>
                    <a:pt x="84730" y="97968"/>
                  </a:lnTo>
                  <a:lnTo>
                    <a:pt x="84889" y="95927"/>
                  </a:lnTo>
                  <a:lnTo>
                    <a:pt x="85041" y="93886"/>
                  </a:lnTo>
                  <a:lnTo>
                    <a:pt x="85190" y="91845"/>
                  </a:lnTo>
                  <a:lnTo>
                    <a:pt x="85334" y="89804"/>
                  </a:lnTo>
                  <a:lnTo>
                    <a:pt x="85474" y="87763"/>
                  </a:lnTo>
                  <a:lnTo>
                    <a:pt x="85609" y="85722"/>
                  </a:lnTo>
                  <a:lnTo>
                    <a:pt x="85741" y="83681"/>
                  </a:lnTo>
                  <a:lnTo>
                    <a:pt x="85870" y="81640"/>
                  </a:lnTo>
                  <a:lnTo>
                    <a:pt x="85995" y="79599"/>
                  </a:lnTo>
                  <a:lnTo>
                    <a:pt x="86116" y="77558"/>
                  </a:lnTo>
                  <a:lnTo>
                    <a:pt x="86234" y="75517"/>
                  </a:lnTo>
                  <a:lnTo>
                    <a:pt x="86350" y="73476"/>
                  </a:lnTo>
                  <a:lnTo>
                    <a:pt x="86463" y="71435"/>
                  </a:lnTo>
                  <a:lnTo>
                    <a:pt x="86573" y="69394"/>
                  </a:lnTo>
                  <a:lnTo>
                    <a:pt x="86681" y="67353"/>
                  </a:lnTo>
                  <a:lnTo>
                    <a:pt x="86786" y="65312"/>
                  </a:lnTo>
                  <a:lnTo>
                    <a:pt x="86889" y="63271"/>
                  </a:lnTo>
                  <a:lnTo>
                    <a:pt x="86989" y="61230"/>
                  </a:lnTo>
                  <a:lnTo>
                    <a:pt x="87088" y="59189"/>
                  </a:lnTo>
                  <a:lnTo>
                    <a:pt x="87184" y="57148"/>
                  </a:lnTo>
                  <a:lnTo>
                    <a:pt x="87278" y="55107"/>
                  </a:lnTo>
                  <a:lnTo>
                    <a:pt x="87370" y="53066"/>
                  </a:lnTo>
                  <a:lnTo>
                    <a:pt x="87460" y="51025"/>
                  </a:lnTo>
                  <a:lnTo>
                    <a:pt x="87548" y="48984"/>
                  </a:lnTo>
                  <a:lnTo>
                    <a:pt x="87633" y="46943"/>
                  </a:lnTo>
                  <a:lnTo>
                    <a:pt x="87717" y="44902"/>
                  </a:lnTo>
                  <a:lnTo>
                    <a:pt x="87799" y="42861"/>
                  </a:lnTo>
                  <a:lnTo>
                    <a:pt x="87879" y="40820"/>
                  </a:lnTo>
                  <a:lnTo>
                    <a:pt x="87958" y="38779"/>
                  </a:lnTo>
                  <a:lnTo>
                    <a:pt x="88034" y="36738"/>
                  </a:lnTo>
                  <a:lnTo>
                    <a:pt x="88108" y="34697"/>
                  </a:lnTo>
                  <a:lnTo>
                    <a:pt x="88182" y="32656"/>
                  </a:lnTo>
                  <a:lnTo>
                    <a:pt x="88253" y="30615"/>
                  </a:lnTo>
                  <a:lnTo>
                    <a:pt x="88322" y="28574"/>
                  </a:lnTo>
                  <a:lnTo>
                    <a:pt x="88390" y="26533"/>
                  </a:lnTo>
                  <a:lnTo>
                    <a:pt x="88456" y="24492"/>
                  </a:lnTo>
                  <a:lnTo>
                    <a:pt x="88520" y="22451"/>
                  </a:lnTo>
                  <a:lnTo>
                    <a:pt x="88583" y="20410"/>
                  </a:lnTo>
                  <a:lnTo>
                    <a:pt x="88645" y="18369"/>
                  </a:lnTo>
                  <a:lnTo>
                    <a:pt x="88705" y="16328"/>
                  </a:lnTo>
                  <a:lnTo>
                    <a:pt x="88764" y="14287"/>
                  </a:lnTo>
                  <a:lnTo>
                    <a:pt x="88821" y="12246"/>
                  </a:lnTo>
                  <a:lnTo>
                    <a:pt x="88877" y="10205"/>
                  </a:lnTo>
                  <a:lnTo>
                    <a:pt x="88932" y="8164"/>
                  </a:lnTo>
                  <a:lnTo>
                    <a:pt x="88985" y="6123"/>
                  </a:lnTo>
                  <a:lnTo>
                    <a:pt x="89037" y="4082"/>
                  </a:lnTo>
                  <a:lnTo>
                    <a:pt x="89088" y="2041"/>
                  </a:lnTo>
                  <a:lnTo>
                    <a:pt x="89138" y="0"/>
                  </a:lnTo>
                  <a:lnTo>
                    <a:pt x="91630" y="0"/>
                  </a:lnTo>
                  <a:lnTo>
                    <a:pt x="91680" y="2041"/>
                  </a:lnTo>
                  <a:lnTo>
                    <a:pt x="91731" y="4082"/>
                  </a:lnTo>
                  <a:lnTo>
                    <a:pt x="91783" y="6123"/>
                  </a:lnTo>
                  <a:lnTo>
                    <a:pt x="91836" y="8164"/>
                  </a:lnTo>
                  <a:lnTo>
                    <a:pt x="91891" y="10205"/>
                  </a:lnTo>
                  <a:lnTo>
                    <a:pt x="91947" y="12246"/>
                  </a:lnTo>
                  <a:lnTo>
                    <a:pt x="92004" y="14287"/>
                  </a:lnTo>
                  <a:lnTo>
                    <a:pt x="92063" y="16328"/>
                  </a:lnTo>
                  <a:lnTo>
                    <a:pt x="92123" y="18369"/>
                  </a:lnTo>
                  <a:lnTo>
                    <a:pt x="92185" y="20410"/>
                  </a:lnTo>
                  <a:lnTo>
                    <a:pt x="92248" y="22451"/>
                  </a:lnTo>
                  <a:lnTo>
                    <a:pt x="92312" y="24492"/>
                  </a:lnTo>
                  <a:lnTo>
                    <a:pt x="92378" y="26533"/>
                  </a:lnTo>
                  <a:lnTo>
                    <a:pt x="92446" y="28574"/>
                  </a:lnTo>
                  <a:lnTo>
                    <a:pt x="92515" y="30615"/>
                  </a:lnTo>
                  <a:lnTo>
                    <a:pt x="92586" y="32656"/>
                  </a:lnTo>
                  <a:lnTo>
                    <a:pt x="92659" y="34697"/>
                  </a:lnTo>
                  <a:lnTo>
                    <a:pt x="92734" y="36738"/>
                  </a:lnTo>
                  <a:lnTo>
                    <a:pt x="92810" y="38779"/>
                  </a:lnTo>
                  <a:lnTo>
                    <a:pt x="92888" y="40820"/>
                  </a:lnTo>
                  <a:lnTo>
                    <a:pt x="92969" y="42861"/>
                  </a:lnTo>
                  <a:lnTo>
                    <a:pt x="93051" y="44902"/>
                  </a:lnTo>
                  <a:lnTo>
                    <a:pt x="93134" y="46943"/>
                  </a:lnTo>
                  <a:lnTo>
                    <a:pt x="93220" y="48984"/>
                  </a:lnTo>
                  <a:lnTo>
                    <a:pt x="93308" y="51025"/>
                  </a:lnTo>
                  <a:lnTo>
                    <a:pt x="93398" y="53066"/>
                  </a:lnTo>
                  <a:lnTo>
                    <a:pt x="93490" y="55107"/>
                  </a:lnTo>
                  <a:lnTo>
                    <a:pt x="93584" y="57148"/>
                  </a:lnTo>
                  <a:lnTo>
                    <a:pt x="93680" y="59189"/>
                  </a:lnTo>
                  <a:lnTo>
                    <a:pt x="93778" y="61230"/>
                  </a:lnTo>
                  <a:lnTo>
                    <a:pt x="93879" y="63271"/>
                  </a:lnTo>
                  <a:lnTo>
                    <a:pt x="93982" y="65312"/>
                  </a:lnTo>
                  <a:lnTo>
                    <a:pt x="94087" y="67353"/>
                  </a:lnTo>
                  <a:lnTo>
                    <a:pt x="94195" y="69394"/>
                  </a:lnTo>
                  <a:lnTo>
                    <a:pt x="94304" y="71435"/>
                  </a:lnTo>
                  <a:lnTo>
                    <a:pt x="94417" y="73476"/>
                  </a:lnTo>
                  <a:lnTo>
                    <a:pt x="94533" y="75517"/>
                  </a:lnTo>
                  <a:lnTo>
                    <a:pt x="94652" y="77558"/>
                  </a:lnTo>
                  <a:lnTo>
                    <a:pt x="94773" y="79599"/>
                  </a:lnTo>
                  <a:lnTo>
                    <a:pt x="94898" y="81640"/>
                  </a:lnTo>
                  <a:lnTo>
                    <a:pt x="95027" y="83681"/>
                  </a:lnTo>
                  <a:lnTo>
                    <a:pt x="95159" y="85722"/>
                  </a:lnTo>
                  <a:lnTo>
                    <a:pt x="95294" y="87763"/>
                  </a:lnTo>
                  <a:lnTo>
                    <a:pt x="95434" y="89804"/>
                  </a:lnTo>
                  <a:lnTo>
                    <a:pt x="95578" y="91845"/>
                  </a:lnTo>
                  <a:lnTo>
                    <a:pt x="95726" y="93886"/>
                  </a:lnTo>
                  <a:lnTo>
                    <a:pt x="95879" y="95927"/>
                  </a:lnTo>
                  <a:lnTo>
                    <a:pt x="96038" y="97968"/>
                  </a:lnTo>
                  <a:lnTo>
                    <a:pt x="96201" y="100009"/>
                  </a:lnTo>
                  <a:lnTo>
                    <a:pt x="96370" y="102050"/>
                  </a:lnTo>
                  <a:lnTo>
                    <a:pt x="96544" y="104091"/>
                  </a:lnTo>
                  <a:lnTo>
                    <a:pt x="96726" y="106132"/>
                  </a:lnTo>
                  <a:lnTo>
                    <a:pt x="96913" y="108173"/>
                  </a:lnTo>
                  <a:lnTo>
                    <a:pt x="97106" y="110214"/>
                  </a:lnTo>
                  <a:lnTo>
                    <a:pt x="97305" y="112255"/>
                  </a:lnTo>
                  <a:lnTo>
                    <a:pt x="97514" y="114296"/>
                  </a:lnTo>
                  <a:lnTo>
                    <a:pt x="97729" y="116337"/>
                  </a:lnTo>
                  <a:lnTo>
                    <a:pt x="97950" y="118378"/>
                  </a:lnTo>
                  <a:lnTo>
                    <a:pt x="98178" y="120419"/>
                  </a:lnTo>
                  <a:lnTo>
                    <a:pt x="98417" y="122460"/>
                  </a:lnTo>
                  <a:lnTo>
                    <a:pt x="98662" y="124501"/>
                  </a:lnTo>
                  <a:lnTo>
                    <a:pt x="98913" y="126542"/>
                  </a:lnTo>
                  <a:lnTo>
                    <a:pt x="99172" y="128583"/>
                  </a:lnTo>
                  <a:lnTo>
                    <a:pt x="99441" y="130624"/>
                  </a:lnTo>
                  <a:lnTo>
                    <a:pt x="99717" y="132665"/>
                  </a:lnTo>
                  <a:lnTo>
                    <a:pt x="99999" y="134706"/>
                  </a:lnTo>
                  <a:lnTo>
                    <a:pt x="100289" y="136747"/>
                  </a:lnTo>
                  <a:lnTo>
                    <a:pt x="100587" y="138788"/>
                  </a:lnTo>
                  <a:lnTo>
                    <a:pt x="100891" y="140829"/>
                  </a:lnTo>
                  <a:lnTo>
                    <a:pt x="101201" y="142870"/>
                  </a:lnTo>
                  <a:lnTo>
                    <a:pt x="101517" y="144911"/>
                  </a:lnTo>
                  <a:lnTo>
                    <a:pt x="101840" y="146952"/>
                  </a:lnTo>
                  <a:lnTo>
                    <a:pt x="102167" y="148993"/>
                  </a:lnTo>
                  <a:lnTo>
                    <a:pt x="102499" y="151034"/>
                  </a:lnTo>
                  <a:lnTo>
                    <a:pt x="102835" y="153075"/>
                  </a:lnTo>
                  <a:lnTo>
                    <a:pt x="103176" y="155116"/>
                  </a:lnTo>
                  <a:lnTo>
                    <a:pt x="103519" y="157157"/>
                  </a:lnTo>
                  <a:lnTo>
                    <a:pt x="103864" y="159198"/>
                  </a:lnTo>
                  <a:lnTo>
                    <a:pt x="104212" y="161239"/>
                  </a:lnTo>
                  <a:lnTo>
                    <a:pt x="104561" y="163280"/>
                  </a:lnTo>
                  <a:lnTo>
                    <a:pt x="104910" y="165321"/>
                  </a:lnTo>
                  <a:lnTo>
                    <a:pt x="105259" y="167362"/>
                  </a:lnTo>
                  <a:lnTo>
                    <a:pt x="105607" y="169403"/>
                  </a:lnTo>
                  <a:lnTo>
                    <a:pt x="105954" y="171444"/>
                  </a:lnTo>
                  <a:lnTo>
                    <a:pt x="106298" y="173485"/>
                  </a:lnTo>
                  <a:lnTo>
                    <a:pt x="106641" y="175526"/>
                  </a:lnTo>
                  <a:lnTo>
                    <a:pt x="106980" y="177567"/>
                  </a:lnTo>
                  <a:lnTo>
                    <a:pt x="107315" y="179608"/>
                  </a:lnTo>
                  <a:lnTo>
                    <a:pt x="107646" y="181649"/>
                  </a:lnTo>
                  <a:lnTo>
                    <a:pt x="107974" y="183690"/>
                  </a:lnTo>
                  <a:lnTo>
                    <a:pt x="108296" y="185731"/>
                  </a:lnTo>
                  <a:lnTo>
                    <a:pt x="108612" y="187772"/>
                  </a:lnTo>
                  <a:lnTo>
                    <a:pt x="108923" y="189813"/>
                  </a:lnTo>
                  <a:lnTo>
                    <a:pt x="109230" y="191854"/>
                  </a:lnTo>
                  <a:lnTo>
                    <a:pt x="109530" y="193895"/>
                  </a:lnTo>
                  <a:lnTo>
                    <a:pt x="109825" y="195936"/>
                  </a:lnTo>
                  <a:lnTo>
                    <a:pt x="110115" y="197977"/>
                  </a:lnTo>
                  <a:lnTo>
                    <a:pt x="110401" y="200018"/>
                  </a:lnTo>
                  <a:lnTo>
                    <a:pt x="110680" y="202059"/>
                  </a:lnTo>
                  <a:lnTo>
                    <a:pt x="110955" y="204100"/>
                  </a:lnTo>
                  <a:lnTo>
                    <a:pt x="111227" y="206141"/>
                  </a:lnTo>
                  <a:lnTo>
                    <a:pt x="111496" y="208182"/>
                  </a:lnTo>
                  <a:lnTo>
                    <a:pt x="111762" y="210223"/>
                  </a:lnTo>
                  <a:lnTo>
                    <a:pt x="112026" y="212264"/>
                  </a:lnTo>
                  <a:lnTo>
                    <a:pt x="112289" y="214305"/>
                  </a:lnTo>
                  <a:lnTo>
                    <a:pt x="112551" y="216346"/>
                  </a:lnTo>
                  <a:lnTo>
                    <a:pt x="112815" y="218387"/>
                  </a:lnTo>
                  <a:lnTo>
                    <a:pt x="113081" y="220428"/>
                  </a:lnTo>
                  <a:lnTo>
                    <a:pt x="113350" y="222469"/>
                  </a:lnTo>
                  <a:lnTo>
                    <a:pt x="113622" y="224510"/>
                  </a:lnTo>
                  <a:lnTo>
                    <a:pt x="113901" y="226551"/>
                  </a:lnTo>
                  <a:lnTo>
                    <a:pt x="114187" y="228592"/>
                  </a:lnTo>
                  <a:lnTo>
                    <a:pt x="114479" y="230633"/>
                  </a:lnTo>
                  <a:lnTo>
                    <a:pt x="114779" y="232674"/>
                  </a:lnTo>
                  <a:lnTo>
                    <a:pt x="115094" y="234715"/>
                  </a:lnTo>
                  <a:lnTo>
                    <a:pt x="115418" y="236756"/>
                  </a:lnTo>
                  <a:lnTo>
                    <a:pt x="115755" y="238797"/>
                  </a:lnTo>
                  <a:lnTo>
                    <a:pt x="116104" y="240838"/>
                  </a:lnTo>
                  <a:lnTo>
                    <a:pt x="116473" y="242879"/>
                  </a:lnTo>
                  <a:lnTo>
                    <a:pt x="116857" y="244920"/>
                  </a:lnTo>
                  <a:lnTo>
                    <a:pt x="117256" y="246961"/>
                  </a:lnTo>
                  <a:lnTo>
                    <a:pt x="117673" y="249002"/>
                  </a:lnTo>
                  <a:lnTo>
                    <a:pt x="118115" y="251043"/>
                  </a:lnTo>
                  <a:lnTo>
                    <a:pt x="118575" y="253084"/>
                  </a:lnTo>
                  <a:lnTo>
                    <a:pt x="119053" y="255125"/>
                  </a:lnTo>
                  <a:lnTo>
                    <a:pt x="119554" y="257166"/>
                  </a:lnTo>
                  <a:lnTo>
                    <a:pt x="120082" y="259207"/>
                  </a:lnTo>
                  <a:lnTo>
                    <a:pt x="120630" y="261248"/>
                  </a:lnTo>
                  <a:lnTo>
                    <a:pt x="121199" y="263289"/>
                  </a:lnTo>
                  <a:lnTo>
                    <a:pt x="121792" y="265330"/>
                  </a:lnTo>
                  <a:lnTo>
                    <a:pt x="122414" y="267371"/>
                  </a:lnTo>
                  <a:lnTo>
                    <a:pt x="123057" y="269412"/>
                  </a:lnTo>
                  <a:lnTo>
                    <a:pt x="123721" y="271453"/>
                  </a:lnTo>
                  <a:lnTo>
                    <a:pt x="124410" y="273494"/>
                  </a:lnTo>
                  <a:lnTo>
                    <a:pt x="125126" y="275535"/>
                  </a:lnTo>
                  <a:lnTo>
                    <a:pt x="125862" y="277576"/>
                  </a:lnTo>
                  <a:lnTo>
                    <a:pt x="126619" y="279617"/>
                  </a:lnTo>
                  <a:lnTo>
                    <a:pt x="127399" y="281658"/>
                  </a:lnTo>
                  <a:lnTo>
                    <a:pt x="128203" y="283699"/>
                  </a:lnTo>
                  <a:lnTo>
                    <a:pt x="129024" y="285740"/>
                  </a:lnTo>
                  <a:lnTo>
                    <a:pt x="129863" y="287781"/>
                  </a:lnTo>
                  <a:lnTo>
                    <a:pt x="130723" y="289822"/>
                  </a:lnTo>
                  <a:lnTo>
                    <a:pt x="131602" y="291863"/>
                  </a:lnTo>
                  <a:lnTo>
                    <a:pt x="132496" y="293904"/>
                  </a:lnTo>
                  <a:lnTo>
                    <a:pt x="133402" y="295945"/>
                  </a:lnTo>
                  <a:lnTo>
                    <a:pt x="134326" y="297986"/>
                  </a:lnTo>
                  <a:lnTo>
                    <a:pt x="135262" y="300027"/>
                  </a:lnTo>
                  <a:lnTo>
                    <a:pt x="136209" y="302068"/>
                  </a:lnTo>
                  <a:lnTo>
                    <a:pt x="137164" y="304109"/>
                  </a:lnTo>
                  <a:lnTo>
                    <a:pt x="138131" y="306150"/>
                  </a:lnTo>
                  <a:lnTo>
                    <a:pt x="139104" y="308191"/>
                  </a:lnTo>
                  <a:lnTo>
                    <a:pt x="140083" y="310232"/>
                  </a:lnTo>
                  <a:lnTo>
                    <a:pt x="141067" y="312273"/>
                  </a:lnTo>
                  <a:lnTo>
                    <a:pt x="142054" y="314314"/>
                  </a:lnTo>
                  <a:lnTo>
                    <a:pt x="143044" y="316355"/>
                  </a:lnTo>
                  <a:lnTo>
                    <a:pt x="144034" y="318396"/>
                  </a:lnTo>
                  <a:lnTo>
                    <a:pt x="145023" y="320437"/>
                  </a:lnTo>
                  <a:lnTo>
                    <a:pt x="146011" y="322478"/>
                  </a:lnTo>
                  <a:lnTo>
                    <a:pt x="146995" y="324519"/>
                  </a:lnTo>
                  <a:lnTo>
                    <a:pt x="147976" y="326560"/>
                  </a:lnTo>
                  <a:lnTo>
                    <a:pt x="148952" y="328601"/>
                  </a:lnTo>
                  <a:lnTo>
                    <a:pt x="149919" y="330642"/>
                  </a:lnTo>
                  <a:lnTo>
                    <a:pt x="150880" y="332683"/>
                  </a:lnTo>
                  <a:lnTo>
                    <a:pt x="151832" y="334724"/>
                  </a:lnTo>
                  <a:lnTo>
                    <a:pt x="152777" y="336765"/>
                  </a:lnTo>
                  <a:lnTo>
                    <a:pt x="153708" y="338806"/>
                  </a:lnTo>
                  <a:lnTo>
                    <a:pt x="154628" y="340847"/>
                  </a:lnTo>
                  <a:lnTo>
                    <a:pt x="155538" y="342888"/>
                  </a:lnTo>
                  <a:lnTo>
                    <a:pt x="156437" y="344929"/>
                  </a:lnTo>
                  <a:lnTo>
                    <a:pt x="157318" y="346970"/>
                  </a:lnTo>
                  <a:lnTo>
                    <a:pt x="158186" y="349011"/>
                  </a:lnTo>
                  <a:lnTo>
                    <a:pt x="159042" y="351052"/>
                  </a:lnTo>
                  <a:lnTo>
                    <a:pt x="159884" y="353093"/>
                  </a:lnTo>
                  <a:lnTo>
                    <a:pt x="160706" y="355134"/>
                  </a:lnTo>
                  <a:lnTo>
                    <a:pt x="161513" y="357175"/>
                  </a:lnTo>
                  <a:lnTo>
                    <a:pt x="162307" y="359216"/>
                  </a:lnTo>
                  <a:lnTo>
                    <a:pt x="163085" y="361257"/>
                  </a:lnTo>
                  <a:lnTo>
                    <a:pt x="163843" y="363298"/>
                  </a:lnTo>
                  <a:lnTo>
                    <a:pt x="164585" y="365339"/>
                  </a:lnTo>
                  <a:lnTo>
                    <a:pt x="165313" y="367380"/>
                  </a:lnTo>
                  <a:lnTo>
                    <a:pt x="166025" y="369421"/>
                  </a:lnTo>
                  <a:lnTo>
                    <a:pt x="166716" y="371462"/>
                  </a:lnTo>
                  <a:lnTo>
                    <a:pt x="167392" y="373503"/>
                  </a:lnTo>
                  <a:lnTo>
                    <a:pt x="168053" y="375544"/>
                  </a:lnTo>
                  <a:lnTo>
                    <a:pt x="168698" y="377585"/>
                  </a:lnTo>
                  <a:lnTo>
                    <a:pt x="169323" y="379626"/>
                  </a:lnTo>
                  <a:lnTo>
                    <a:pt x="169934" y="381667"/>
                  </a:lnTo>
                  <a:lnTo>
                    <a:pt x="170531" y="383708"/>
                  </a:lnTo>
                  <a:lnTo>
                    <a:pt x="171111" y="385749"/>
                  </a:lnTo>
                  <a:lnTo>
                    <a:pt x="171673" y="387790"/>
                  </a:lnTo>
                  <a:lnTo>
                    <a:pt x="172221" y="389831"/>
                  </a:lnTo>
                  <a:lnTo>
                    <a:pt x="172756" y="391872"/>
                  </a:lnTo>
                  <a:lnTo>
                    <a:pt x="173274" y="393913"/>
                  </a:lnTo>
                  <a:lnTo>
                    <a:pt x="173775" y="395954"/>
                  </a:lnTo>
                  <a:lnTo>
                    <a:pt x="174142" y="397489"/>
                  </a:lnTo>
                  <a:lnTo>
                    <a:pt x="174263" y="397995"/>
                  </a:lnTo>
                  <a:lnTo>
                    <a:pt x="174737" y="400036"/>
                  </a:lnTo>
                  <a:lnTo>
                    <a:pt x="175195" y="402077"/>
                  </a:lnTo>
                  <a:lnTo>
                    <a:pt x="175636" y="404118"/>
                  </a:lnTo>
                  <a:lnTo>
                    <a:pt x="176063" y="406159"/>
                  </a:lnTo>
                  <a:lnTo>
                    <a:pt x="176477" y="408200"/>
                  </a:lnTo>
                  <a:lnTo>
                    <a:pt x="176874" y="410241"/>
                  </a:lnTo>
                  <a:lnTo>
                    <a:pt x="177253" y="412282"/>
                  </a:lnTo>
                  <a:lnTo>
                    <a:pt x="177618" y="414323"/>
                  </a:lnTo>
                  <a:lnTo>
                    <a:pt x="177968" y="416364"/>
                  </a:lnTo>
                  <a:lnTo>
                    <a:pt x="178299" y="418405"/>
                  </a:lnTo>
                  <a:lnTo>
                    <a:pt x="178611" y="420446"/>
                  </a:lnTo>
                  <a:lnTo>
                    <a:pt x="178906" y="422487"/>
                  </a:lnTo>
                  <a:lnTo>
                    <a:pt x="179186" y="424528"/>
                  </a:lnTo>
                  <a:lnTo>
                    <a:pt x="179442" y="426569"/>
                  </a:lnTo>
                  <a:lnTo>
                    <a:pt x="179677" y="428610"/>
                  </a:lnTo>
                  <a:lnTo>
                    <a:pt x="179894" y="430651"/>
                  </a:lnTo>
                  <a:lnTo>
                    <a:pt x="180091" y="432692"/>
                  </a:lnTo>
                  <a:lnTo>
                    <a:pt x="180261" y="434733"/>
                  </a:lnTo>
                  <a:lnTo>
                    <a:pt x="180407" y="436774"/>
                  </a:lnTo>
                  <a:lnTo>
                    <a:pt x="180532" y="438815"/>
                  </a:lnTo>
                  <a:lnTo>
                    <a:pt x="180635" y="440856"/>
                  </a:lnTo>
                  <a:lnTo>
                    <a:pt x="180705" y="442897"/>
                  </a:lnTo>
                  <a:lnTo>
                    <a:pt x="180749" y="444938"/>
                  </a:lnTo>
                  <a:lnTo>
                    <a:pt x="180768" y="446979"/>
                  </a:lnTo>
                  <a:lnTo>
                    <a:pt x="180763" y="449020"/>
                  </a:lnTo>
                  <a:lnTo>
                    <a:pt x="180721" y="451061"/>
                  </a:lnTo>
                  <a:lnTo>
                    <a:pt x="180651" y="453102"/>
                  </a:lnTo>
                  <a:lnTo>
                    <a:pt x="180554" y="455143"/>
                  </a:lnTo>
                  <a:lnTo>
                    <a:pt x="180431" y="457184"/>
                  </a:lnTo>
                  <a:lnTo>
                    <a:pt x="180267" y="459225"/>
                  </a:lnTo>
                  <a:lnTo>
                    <a:pt x="180075" y="461266"/>
                  </a:lnTo>
                  <a:lnTo>
                    <a:pt x="179856" y="463307"/>
                  </a:lnTo>
                  <a:lnTo>
                    <a:pt x="179609" y="465348"/>
                  </a:lnTo>
                  <a:lnTo>
                    <a:pt x="179321" y="467389"/>
                  </a:lnTo>
                  <a:lnTo>
                    <a:pt x="179007" y="469430"/>
                  </a:lnTo>
                  <a:lnTo>
                    <a:pt x="178665" y="471471"/>
                  </a:lnTo>
                  <a:lnTo>
                    <a:pt x="178297" y="473512"/>
                  </a:lnTo>
                  <a:lnTo>
                    <a:pt x="177891" y="475553"/>
                  </a:lnTo>
                  <a:lnTo>
                    <a:pt x="177461" y="477594"/>
                  </a:lnTo>
                  <a:lnTo>
                    <a:pt x="177007" y="479635"/>
                  </a:lnTo>
                  <a:lnTo>
                    <a:pt x="176528" y="481676"/>
                  </a:lnTo>
                  <a:lnTo>
                    <a:pt x="176019" y="483717"/>
                  </a:lnTo>
                  <a:lnTo>
                    <a:pt x="175491" y="485758"/>
                  </a:lnTo>
                  <a:lnTo>
                    <a:pt x="174944" y="487799"/>
                  </a:lnTo>
                  <a:lnTo>
                    <a:pt x="174377" y="489840"/>
                  </a:lnTo>
                  <a:lnTo>
                    <a:pt x="173788" y="491881"/>
                  </a:lnTo>
                  <a:lnTo>
                    <a:pt x="173187" y="493922"/>
                  </a:lnTo>
                  <a:lnTo>
                    <a:pt x="172573" y="495963"/>
                  </a:lnTo>
                  <a:lnTo>
                    <a:pt x="171948" y="498004"/>
                  </a:lnTo>
                  <a:lnTo>
                    <a:pt x="171312" y="500045"/>
                  </a:lnTo>
                  <a:lnTo>
                    <a:pt x="170670" y="502086"/>
                  </a:lnTo>
                  <a:lnTo>
                    <a:pt x="170024" y="504127"/>
                  </a:lnTo>
                  <a:lnTo>
                    <a:pt x="169375" y="506168"/>
                  </a:lnTo>
                  <a:lnTo>
                    <a:pt x="168727" y="508209"/>
                  </a:lnTo>
                  <a:lnTo>
                    <a:pt x="168082" y="510250"/>
                  </a:lnTo>
                  <a:lnTo>
                    <a:pt x="167440" y="512291"/>
                  </a:lnTo>
                  <a:lnTo>
                    <a:pt x="166806" y="514332"/>
                  </a:lnTo>
                  <a:lnTo>
                    <a:pt x="166543" y="515195"/>
                  </a:lnTo>
                  <a:lnTo>
                    <a:pt x="166184" y="516373"/>
                  </a:lnTo>
                  <a:lnTo>
                    <a:pt x="165571" y="518414"/>
                  </a:lnTo>
                  <a:lnTo>
                    <a:pt x="164971" y="520455"/>
                  </a:lnTo>
                  <a:lnTo>
                    <a:pt x="164388" y="522496"/>
                  </a:lnTo>
                  <a:lnTo>
                    <a:pt x="163824" y="524537"/>
                  </a:lnTo>
                  <a:lnTo>
                    <a:pt x="163278" y="526578"/>
                  </a:lnTo>
                  <a:lnTo>
                    <a:pt x="162750" y="528619"/>
                  </a:lnTo>
                  <a:lnTo>
                    <a:pt x="162248" y="530660"/>
                  </a:lnTo>
                  <a:lnTo>
                    <a:pt x="161771" y="532701"/>
                  </a:lnTo>
                  <a:lnTo>
                    <a:pt x="161317" y="534742"/>
                  </a:lnTo>
                  <a:lnTo>
                    <a:pt x="160886" y="536783"/>
                  </a:lnTo>
                  <a:lnTo>
                    <a:pt x="160485" y="538824"/>
                  </a:lnTo>
                  <a:lnTo>
                    <a:pt x="160114" y="540865"/>
                  </a:lnTo>
                  <a:lnTo>
                    <a:pt x="159767" y="542906"/>
                  </a:lnTo>
                  <a:lnTo>
                    <a:pt x="159445" y="544947"/>
                  </a:lnTo>
                  <a:lnTo>
                    <a:pt x="159157" y="546988"/>
                  </a:lnTo>
                  <a:lnTo>
                    <a:pt x="158897" y="549029"/>
                  </a:lnTo>
                  <a:lnTo>
                    <a:pt x="158662" y="551070"/>
                  </a:lnTo>
                  <a:lnTo>
                    <a:pt x="158452" y="553111"/>
                  </a:lnTo>
                  <a:lnTo>
                    <a:pt x="158275" y="555152"/>
                  </a:lnTo>
                  <a:lnTo>
                    <a:pt x="158123" y="557193"/>
                  </a:lnTo>
                  <a:lnTo>
                    <a:pt x="157994" y="559234"/>
                  </a:lnTo>
                  <a:lnTo>
                    <a:pt x="157886" y="561275"/>
                  </a:lnTo>
                  <a:lnTo>
                    <a:pt x="157808" y="563316"/>
                  </a:lnTo>
                  <a:lnTo>
                    <a:pt x="157750" y="565357"/>
                  </a:lnTo>
                  <a:lnTo>
                    <a:pt x="157711" y="567398"/>
                  </a:lnTo>
                  <a:lnTo>
                    <a:pt x="157688" y="569439"/>
                  </a:lnTo>
                  <a:lnTo>
                    <a:pt x="157689" y="571480"/>
                  </a:lnTo>
                  <a:lnTo>
                    <a:pt x="157705" y="573521"/>
                  </a:lnTo>
                  <a:lnTo>
                    <a:pt x="157733" y="575562"/>
                  </a:lnTo>
                  <a:lnTo>
                    <a:pt x="157774" y="577603"/>
                  </a:lnTo>
                  <a:lnTo>
                    <a:pt x="157830" y="579644"/>
                  </a:lnTo>
                  <a:lnTo>
                    <a:pt x="157894" y="581685"/>
                  </a:lnTo>
                  <a:lnTo>
                    <a:pt x="157966" y="583726"/>
                  </a:lnTo>
                  <a:lnTo>
                    <a:pt x="158044" y="585767"/>
                  </a:lnTo>
                  <a:lnTo>
                    <a:pt x="158129" y="587808"/>
                  </a:lnTo>
                  <a:lnTo>
                    <a:pt x="158217" y="589849"/>
                  </a:lnTo>
                  <a:lnTo>
                    <a:pt x="158307" y="591890"/>
                  </a:lnTo>
                  <a:lnTo>
                    <a:pt x="158398" y="593931"/>
                  </a:lnTo>
                  <a:lnTo>
                    <a:pt x="158489" y="595972"/>
                  </a:lnTo>
                  <a:lnTo>
                    <a:pt x="158578" y="598013"/>
                  </a:lnTo>
                  <a:lnTo>
                    <a:pt x="158665" y="600054"/>
                  </a:lnTo>
                  <a:lnTo>
                    <a:pt x="158749" y="602095"/>
                  </a:lnTo>
                  <a:lnTo>
                    <a:pt x="158827" y="604136"/>
                  </a:lnTo>
                  <a:lnTo>
                    <a:pt x="158900" y="606177"/>
                  </a:lnTo>
                  <a:lnTo>
                    <a:pt x="158968" y="608218"/>
                  </a:lnTo>
                  <a:lnTo>
                    <a:pt x="159029" y="610259"/>
                  </a:lnTo>
                  <a:lnTo>
                    <a:pt x="159081" y="612300"/>
                  </a:lnTo>
                  <a:lnTo>
                    <a:pt x="159126" y="614341"/>
                  </a:lnTo>
                  <a:lnTo>
                    <a:pt x="159163" y="616382"/>
                  </a:lnTo>
                  <a:lnTo>
                    <a:pt x="159192" y="618423"/>
                  </a:lnTo>
                  <a:lnTo>
                    <a:pt x="159209" y="620464"/>
                  </a:lnTo>
                  <a:lnTo>
                    <a:pt x="159219" y="622505"/>
                  </a:lnTo>
                  <a:lnTo>
                    <a:pt x="159221" y="624546"/>
                  </a:lnTo>
                  <a:lnTo>
                    <a:pt x="159212" y="626587"/>
                  </a:lnTo>
                  <a:lnTo>
                    <a:pt x="159192" y="628628"/>
                  </a:lnTo>
                  <a:lnTo>
                    <a:pt x="159164" y="630669"/>
                  </a:lnTo>
                  <a:lnTo>
                    <a:pt x="159128" y="632710"/>
                  </a:lnTo>
                  <a:lnTo>
                    <a:pt x="159081" y="634751"/>
                  </a:lnTo>
                  <a:lnTo>
                    <a:pt x="159024" y="636792"/>
                  </a:lnTo>
                  <a:lnTo>
                    <a:pt x="158958" y="638833"/>
                  </a:lnTo>
                  <a:lnTo>
                    <a:pt x="158884" y="640874"/>
                  </a:lnTo>
                  <a:lnTo>
                    <a:pt x="158800" y="642915"/>
                  </a:lnTo>
                  <a:lnTo>
                    <a:pt x="158705" y="644956"/>
                  </a:lnTo>
                  <a:lnTo>
                    <a:pt x="158602" y="646997"/>
                  </a:lnTo>
                  <a:lnTo>
                    <a:pt x="158491" y="649038"/>
                  </a:lnTo>
                  <a:lnTo>
                    <a:pt x="158369" y="651079"/>
                  </a:lnTo>
                  <a:lnTo>
                    <a:pt x="158236" y="653120"/>
                  </a:lnTo>
                  <a:lnTo>
                    <a:pt x="158095" y="655161"/>
                  </a:lnTo>
                  <a:lnTo>
                    <a:pt x="157946" y="657202"/>
                  </a:lnTo>
                  <a:lnTo>
                    <a:pt x="157785" y="659243"/>
                  </a:lnTo>
                  <a:lnTo>
                    <a:pt x="157612" y="661284"/>
                  </a:lnTo>
                  <a:lnTo>
                    <a:pt x="157431" y="663325"/>
                  </a:lnTo>
                  <a:lnTo>
                    <a:pt x="157240" y="665366"/>
                  </a:lnTo>
                  <a:lnTo>
                    <a:pt x="157035" y="667407"/>
                  </a:lnTo>
                  <a:lnTo>
                    <a:pt x="156819" y="669448"/>
                  </a:lnTo>
                  <a:lnTo>
                    <a:pt x="156592" y="671489"/>
                  </a:lnTo>
                  <a:lnTo>
                    <a:pt x="156354" y="673530"/>
                  </a:lnTo>
                  <a:lnTo>
                    <a:pt x="156100" y="675571"/>
                  </a:lnTo>
                  <a:lnTo>
                    <a:pt x="155834" y="677612"/>
                  </a:lnTo>
                  <a:lnTo>
                    <a:pt x="155555" y="679653"/>
                  </a:lnTo>
                  <a:lnTo>
                    <a:pt x="155264" y="681694"/>
                  </a:lnTo>
                  <a:lnTo>
                    <a:pt x="154955" y="683735"/>
                  </a:lnTo>
                  <a:lnTo>
                    <a:pt x="154917" y="683975"/>
                  </a:lnTo>
                  <a:lnTo>
                    <a:pt x="154632" y="685776"/>
                  </a:lnTo>
                  <a:lnTo>
                    <a:pt x="154296" y="687817"/>
                  </a:lnTo>
                  <a:lnTo>
                    <a:pt x="153946" y="689858"/>
                  </a:lnTo>
                  <a:lnTo>
                    <a:pt x="153576" y="691899"/>
                  </a:lnTo>
                  <a:lnTo>
                    <a:pt x="153192" y="693940"/>
                  </a:lnTo>
                  <a:lnTo>
                    <a:pt x="152794" y="695981"/>
                  </a:lnTo>
                  <a:lnTo>
                    <a:pt x="152382" y="698022"/>
                  </a:lnTo>
                  <a:lnTo>
                    <a:pt x="151949" y="700063"/>
                  </a:lnTo>
                  <a:lnTo>
                    <a:pt x="151502" y="702104"/>
                  </a:lnTo>
                  <a:lnTo>
                    <a:pt x="151042" y="704145"/>
                  </a:lnTo>
                  <a:lnTo>
                    <a:pt x="150567" y="706186"/>
                  </a:lnTo>
                  <a:lnTo>
                    <a:pt x="150074" y="708227"/>
                  </a:lnTo>
                  <a:lnTo>
                    <a:pt x="149567" y="710268"/>
                  </a:lnTo>
                  <a:lnTo>
                    <a:pt x="149048" y="712309"/>
                  </a:lnTo>
                  <a:lnTo>
                    <a:pt x="148517" y="714350"/>
                  </a:lnTo>
                  <a:lnTo>
                    <a:pt x="147969" y="716391"/>
                  </a:lnTo>
                  <a:lnTo>
                    <a:pt x="147411" y="718432"/>
                  </a:lnTo>
                  <a:lnTo>
                    <a:pt x="146843" y="720473"/>
                  </a:lnTo>
                  <a:lnTo>
                    <a:pt x="146264" y="722514"/>
                  </a:lnTo>
                  <a:lnTo>
                    <a:pt x="145674" y="724555"/>
                  </a:lnTo>
                  <a:lnTo>
                    <a:pt x="145076" y="726596"/>
                  </a:lnTo>
                  <a:lnTo>
                    <a:pt x="144472" y="728637"/>
                  </a:lnTo>
                  <a:lnTo>
                    <a:pt x="143860" y="730678"/>
                  </a:lnTo>
                  <a:lnTo>
                    <a:pt x="143243" y="732719"/>
                  </a:lnTo>
                  <a:lnTo>
                    <a:pt x="142621" y="734760"/>
                  </a:lnTo>
                  <a:lnTo>
                    <a:pt x="141997" y="736801"/>
                  </a:lnTo>
                  <a:lnTo>
                    <a:pt x="141370" y="738842"/>
                  </a:lnTo>
                  <a:lnTo>
                    <a:pt x="140741" y="740883"/>
                  </a:lnTo>
                  <a:lnTo>
                    <a:pt x="140113" y="742924"/>
                  </a:lnTo>
                  <a:lnTo>
                    <a:pt x="139486" y="744965"/>
                  </a:lnTo>
                  <a:lnTo>
                    <a:pt x="138861" y="747006"/>
                  </a:lnTo>
                  <a:lnTo>
                    <a:pt x="138240" y="749047"/>
                  </a:lnTo>
                  <a:lnTo>
                    <a:pt x="137622" y="751088"/>
                  </a:lnTo>
                  <a:lnTo>
                    <a:pt x="137009" y="753129"/>
                  </a:lnTo>
                  <a:lnTo>
                    <a:pt x="136402" y="755170"/>
                  </a:lnTo>
                  <a:lnTo>
                    <a:pt x="135803" y="757211"/>
                  </a:lnTo>
                  <a:lnTo>
                    <a:pt x="135212" y="759252"/>
                  </a:lnTo>
                  <a:lnTo>
                    <a:pt x="134627" y="761293"/>
                  </a:lnTo>
                  <a:lnTo>
                    <a:pt x="134053" y="763334"/>
                  </a:lnTo>
                  <a:lnTo>
                    <a:pt x="133490" y="765375"/>
                  </a:lnTo>
                  <a:lnTo>
                    <a:pt x="132936" y="767416"/>
                  </a:lnTo>
                  <a:lnTo>
                    <a:pt x="132392" y="769457"/>
                  </a:lnTo>
                  <a:lnTo>
                    <a:pt x="131861" y="771498"/>
                  </a:lnTo>
                  <a:lnTo>
                    <a:pt x="131343" y="773539"/>
                  </a:lnTo>
                  <a:lnTo>
                    <a:pt x="130836" y="775580"/>
                  </a:lnTo>
                  <a:lnTo>
                    <a:pt x="130339" y="777621"/>
                  </a:lnTo>
                  <a:lnTo>
                    <a:pt x="129858" y="779662"/>
                  </a:lnTo>
                  <a:lnTo>
                    <a:pt x="129391" y="781703"/>
                  </a:lnTo>
                  <a:lnTo>
                    <a:pt x="128935" y="783744"/>
                  </a:lnTo>
                  <a:lnTo>
                    <a:pt x="128491" y="785785"/>
                  </a:lnTo>
                  <a:lnTo>
                    <a:pt x="128063" y="787826"/>
                  </a:lnTo>
                  <a:lnTo>
                    <a:pt x="127648" y="789867"/>
                  </a:lnTo>
                  <a:lnTo>
                    <a:pt x="127245" y="791908"/>
                  </a:lnTo>
                  <a:lnTo>
                    <a:pt x="126854" y="793949"/>
                  </a:lnTo>
                  <a:lnTo>
                    <a:pt x="126478" y="795990"/>
                  </a:lnTo>
                  <a:lnTo>
                    <a:pt x="126115" y="798031"/>
                  </a:lnTo>
                  <a:lnTo>
                    <a:pt x="125763" y="800072"/>
                  </a:lnTo>
                  <a:lnTo>
                    <a:pt x="125422" y="802113"/>
                  </a:lnTo>
                  <a:lnTo>
                    <a:pt x="125096" y="804154"/>
                  </a:lnTo>
                  <a:lnTo>
                    <a:pt x="124781" y="806195"/>
                  </a:lnTo>
                  <a:lnTo>
                    <a:pt x="124476" y="808236"/>
                  </a:lnTo>
                  <a:lnTo>
                    <a:pt x="124181" y="810277"/>
                  </a:lnTo>
                  <a:lnTo>
                    <a:pt x="123900" y="812318"/>
                  </a:lnTo>
                  <a:lnTo>
                    <a:pt x="123627" y="814359"/>
                  </a:lnTo>
                  <a:lnTo>
                    <a:pt x="123364" y="816400"/>
                  </a:lnTo>
                  <a:lnTo>
                    <a:pt x="123108" y="818441"/>
                  </a:lnTo>
                  <a:lnTo>
                    <a:pt x="122864" y="820482"/>
                  </a:lnTo>
                  <a:lnTo>
                    <a:pt x="122628" y="822523"/>
                  </a:lnTo>
                  <a:lnTo>
                    <a:pt x="122398" y="824564"/>
                  </a:lnTo>
                  <a:lnTo>
                    <a:pt x="122175" y="826605"/>
                  </a:lnTo>
                  <a:lnTo>
                    <a:pt x="121961" y="828646"/>
                  </a:lnTo>
                  <a:lnTo>
                    <a:pt x="121753" y="830687"/>
                  </a:lnTo>
                  <a:lnTo>
                    <a:pt x="121550" y="832728"/>
                  </a:lnTo>
                  <a:lnTo>
                    <a:pt x="121351" y="834769"/>
                  </a:lnTo>
                  <a:lnTo>
                    <a:pt x="121159" y="836810"/>
                  </a:lnTo>
                  <a:lnTo>
                    <a:pt x="120971" y="838851"/>
                  </a:lnTo>
                  <a:lnTo>
                    <a:pt x="120786" y="840892"/>
                  </a:lnTo>
                  <a:lnTo>
                    <a:pt x="120604" y="842933"/>
                  </a:lnTo>
                  <a:lnTo>
                    <a:pt x="120426" y="844974"/>
                  </a:lnTo>
                  <a:lnTo>
                    <a:pt x="120249" y="847015"/>
                  </a:lnTo>
                  <a:lnTo>
                    <a:pt x="120074" y="849056"/>
                  </a:lnTo>
                  <a:lnTo>
                    <a:pt x="119901" y="851097"/>
                  </a:lnTo>
                  <a:lnTo>
                    <a:pt x="119729" y="853138"/>
                  </a:lnTo>
                  <a:lnTo>
                    <a:pt x="119557" y="855179"/>
                  </a:lnTo>
                  <a:lnTo>
                    <a:pt x="119385" y="857220"/>
                  </a:lnTo>
                  <a:lnTo>
                    <a:pt x="119213" y="859261"/>
                  </a:lnTo>
                  <a:lnTo>
                    <a:pt x="119040" y="861302"/>
                  </a:lnTo>
                  <a:lnTo>
                    <a:pt x="118866" y="863343"/>
                  </a:lnTo>
                  <a:lnTo>
                    <a:pt x="118690" y="865384"/>
                  </a:lnTo>
                  <a:lnTo>
                    <a:pt x="118513" y="867425"/>
                  </a:lnTo>
                  <a:lnTo>
                    <a:pt x="118333" y="869466"/>
                  </a:lnTo>
                  <a:lnTo>
                    <a:pt x="118151" y="871507"/>
                  </a:lnTo>
                  <a:lnTo>
                    <a:pt x="117966" y="873548"/>
                  </a:lnTo>
                  <a:lnTo>
                    <a:pt x="117779" y="875589"/>
                  </a:lnTo>
                  <a:lnTo>
                    <a:pt x="117587" y="877630"/>
                  </a:lnTo>
                  <a:lnTo>
                    <a:pt x="117393" y="879671"/>
                  </a:lnTo>
                  <a:lnTo>
                    <a:pt x="117196" y="881712"/>
                  </a:lnTo>
                  <a:lnTo>
                    <a:pt x="116994" y="883753"/>
                  </a:lnTo>
                  <a:lnTo>
                    <a:pt x="116787" y="885794"/>
                  </a:lnTo>
                  <a:lnTo>
                    <a:pt x="116578" y="887835"/>
                  </a:lnTo>
                  <a:lnTo>
                    <a:pt x="116364" y="889876"/>
                  </a:lnTo>
                  <a:lnTo>
                    <a:pt x="116145" y="891917"/>
                  </a:lnTo>
                  <a:lnTo>
                    <a:pt x="115922" y="893958"/>
                  </a:lnTo>
                  <a:lnTo>
                    <a:pt x="115694" y="895999"/>
                  </a:lnTo>
                  <a:lnTo>
                    <a:pt x="115463" y="898040"/>
                  </a:lnTo>
                  <a:lnTo>
                    <a:pt x="115226" y="900081"/>
                  </a:lnTo>
                  <a:lnTo>
                    <a:pt x="114984" y="902122"/>
                  </a:lnTo>
                  <a:lnTo>
                    <a:pt x="114738" y="904163"/>
                  </a:lnTo>
                  <a:lnTo>
                    <a:pt x="114488" y="906204"/>
                  </a:lnTo>
                  <a:lnTo>
                    <a:pt x="114232" y="908245"/>
                  </a:lnTo>
                  <a:lnTo>
                    <a:pt x="113971" y="910286"/>
                  </a:lnTo>
                  <a:lnTo>
                    <a:pt x="113707" y="912327"/>
                  </a:lnTo>
                  <a:lnTo>
                    <a:pt x="113438" y="914368"/>
                  </a:lnTo>
                  <a:lnTo>
                    <a:pt x="113163" y="916409"/>
                  </a:lnTo>
                  <a:lnTo>
                    <a:pt x="112885" y="918450"/>
                  </a:lnTo>
                  <a:lnTo>
                    <a:pt x="112602" y="920491"/>
                  </a:lnTo>
                  <a:lnTo>
                    <a:pt x="112316" y="922532"/>
                  </a:lnTo>
                  <a:lnTo>
                    <a:pt x="112025" y="924573"/>
                  </a:lnTo>
                  <a:lnTo>
                    <a:pt x="111729" y="926614"/>
                  </a:lnTo>
                  <a:lnTo>
                    <a:pt x="111431" y="928655"/>
                  </a:lnTo>
                  <a:lnTo>
                    <a:pt x="111129" y="930696"/>
                  </a:lnTo>
                  <a:lnTo>
                    <a:pt x="110822" y="932737"/>
                  </a:lnTo>
                  <a:lnTo>
                    <a:pt x="110512" y="934778"/>
                  </a:lnTo>
                  <a:lnTo>
                    <a:pt x="110199" y="936819"/>
                  </a:lnTo>
                  <a:lnTo>
                    <a:pt x="109883" y="938860"/>
                  </a:lnTo>
                  <a:lnTo>
                    <a:pt x="109564" y="940901"/>
                  </a:lnTo>
                  <a:lnTo>
                    <a:pt x="109242" y="942942"/>
                  </a:lnTo>
                  <a:lnTo>
                    <a:pt x="108918" y="944983"/>
                  </a:lnTo>
                  <a:lnTo>
                    <a:pt x="108591" y="947024"/>
                  </a:lnTo>
                  <a:lnTo>
                    <a:pt x="108262" y="949065"/>
                  </a:lnTo>
                  <a:lnTo>
                    <a:pt x="107932" y="951106"/>
                  </a:lnTo>
                  <a:lnTo>
                    <a:pt x="107600" y="953147"/>
                  </a:lnTo>
                  <a:lnTo>
                    <a:pt x="107266" y="955188"/>
                  </a:lnTo>
                  <a:lnTo>
                    <a:pt x="106931" y="957229"/>
                  </a:lnTo>
                  <a:lnTo>
                    <a:pt x="106596" y="959270"/>
                  </a:lnTo>
                  <a:lnTo>
                    <a:pt x="106259" y="961311"/>
                  </a:lnTo>
                  <a:lnTo>
                    <a:pt x="105922" y="963352"/>
                  </a:lnTo>
                  <a:lnTo>
                    <a:pt x="105585" y="965393"/>
                  </a:lnTo>
                  <a:lnTo>
                    <a:pt x="105248" y="967434"/>
                  </a:lnTo>
                  <a:lnTo>
                    <a:pt x="104911" y="969475"/>
                  </a:lnTo>
                  <a:lnTo>
                    <a:pt x="104574" y="971516"/>
                  </a:lnTo>
                  <a:lnTo>
                    <a:pt x="104239" y="973557"/>
                  </a:lnTo>
                  <a:lnTo>
                    <a:pt x="103904" y="975598"/>
                  </a:lnTo>
                  <a:lnTo>
                    <a:pt x="103570" y="977639"/>
                  </a:lnTo>
                  <a:lnTo>
                    <a:pt x="103237" y="979680"/>
                  </a:lnTo>
                  <a:lnTo>
                    <a:pt x="102906" y="981721"/>
                  </a:lnTo>
                  <a:lnTo>
                    <a:pt x="102577" y="983762"/>
                  </a:lnTo>
                  <a:lnTo>
                    <a:pt x="102249" y="985803"/>
                  </a:lnTo>
                  <a:lnTo>
                    <a:pt x="101924" y="987844"/>
                  </a:lnTo>
                  <a:lnTo>
                    <a:pt x="101602" y="989885"/>
                  </a:lnTo>
                  <a:lnTo>
                    <a:pt x="101281" y="991926"/>
                  </a:lnTo>
                  <a:lnTo>
                    <a:pt x="100963" y="993967"/>
                  </a:lnTo>
                  <a:lnTo>
                    <a:pt x="100648" y="996008"/>
                  </a:lnTo>
                  <a:lnTo>
                    <a:pt x="100337" y="998049"/>
                  </a:lnTo>
                  <a:lnTo>
                    <a:pt x="100028" y="1000090"/>
                  </a:lnTo>
                  <a:lnTo>
                    <a:pt x="99722" y="1002131"/>
                  </a:lnTo>
                  <a:lnTo>
                    <a:pt x="99421" y="1004172"/>
                  </a:lnTo>
                  <a:lnTo>
                    <a:pt x="99123" y="1006213"/>
                  </a:lnTo>
                  <a:lnTo>
                    <a:pt x="98828" y="1008254"/>
                  </a:lnTo>
                  <a:lnTo>
                    <a:pt x="98537" y="1010295"/>
                  </a:lnTo>
                  <a:lnTo>
                    <a:pt x="98251" y="1012336"/>
                  </a:lnTo>
                  <a:lnTo>
                    <a:pt x="97969" y="1014377"/>
                  </a:lnTo>
                  <a:lnTo>
                    <a:pt x="97691" y="1016418"/>
                  </a:lnTo>
                  <a:lnTo>
                    <a:pt x="97417" y="1018459"/>
                  </a:lnTo>
                  <a:lnTo>
                    <a:pt x="97149" y="1020500"/>
                  </a:lnTo>
                  <a:lnTo>
                    <a:pt x="96885" y="1022541"/>
                  </a:lnTo>
                  <a:lnTo>
                    <a:pt x="96626" y="1024582"/>
                  </a:lnTo>
                  <a:lnTo>
                    <a:pt x="96371" y="1026623"/>
                  </a:lnTo>
                  <a:lnTo>
                    <a:pt x="96123" y="1028664"/>
                  </a:lnTo>
                  <a:lnTo>
                    <a:pt x="95879" y="1030705"/>
                  </a:lnTo>
                  <a:lnTo>
                    <a:pt x="95641" y="1032746"/>
                  </a:lnTo>
                  <a:lnTo>
                    <a:pt x="95407" y="1034787"/>
                  </a:lnTo>
                  <a:lnTo>
                    <a:pt x="95180" y="1036828"/>
                  </a:lnTo>
                  <a:lnTo>
                    <a:pt x="94958" y="1038869"/>
                  </a:lnTo>
                  <a:lnTo>
                    <a:pt x="94742" y="1040910"/>
                  </a:lnTo>
                  <a:lnTo>
                    <a:pt x="94531" y="1042951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7" name="pg37">
              <a:extLst>
                <a:ext uri="{FF2B5EF4-FFF2-40B4-BE49-F238E27FC236}">
                  <a16:creationId xmlns:a16="http://schemas.microsoft.com/office/drawing/2014/main" id="{85BFCEE5-40DF-DA2E-4BE0-200AB5900A39}"/>
                </a:ext>
              </a:extLst>
            </p:cNvPr>
            <p:cNvSpPr/>
            <p:nvPr/>
          </p:nvSpPr>
          <p:spPr>
            <a:xfrm>
              <a:off x="4970548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8" name="pg38">
              <a:extLst>
                <a:ext uri="{FF2B5EF4-FFF2-40B4-BE49-F238E27FC236}">
                  <a16:creationId xmlns:a16="http://schemas.microsoft.com/office/drawing/2014/main" id="{5B00A62A-A375-7958-633E-A7A92D3C3552}"/>
                </a:ext>
              </a:extLst>
            </p:cNvPr>
            <p:cNvSpPr/>
            <p:nvPr/>
          </p:nvSpPr>
          <p:spPr>
            <a:xfrm>
              <a:off x="5409095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39" name="pg39">
              <a:extLst>
                <a:ext uri="{FF2B5EF4-FFF2-40B4-BE49-F238E27FC236}">
                  <a16:creationId xmlns:a16="http://schemas.microsoft.com/office/drawing/2014/main" id="{31135E4F-C0ED-C882-1166-4C2B79CBD2EF}"/>
                </a:ext>
              </a:extLst>
            </p:cNvPr>
            <p:cNvSpPr/>
            <p:nvPr/>
          </p:nvSpPr>
          <p:spPr>
            <a:xfrm>
              <a:off x="5857445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0" name="pg40">
              <a:extLst>
                <a:ext uri="{FF2B5EF4-FFF2-40B4-BE49-F238E27FC236}">
                  <a16:creationId xmlns:a16="http://schemas.microsoft.com/office/drawing/2014/main" id="{0707A09C-84AD-A987-8808-F66280274671}"/>
                </a:ext>
              </a:extLst>
            </p:cNvPr>
            <p:cNvSpPr/>
            <p:nvPr/>
          </p:nvSpPr>
          <p:spPr>
            <a:xfrm>
              <a:off x="6295992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1" name="rc41">
              <a:extLst>
                <a:ext uri="{FF2B5EF4-FFF2-40B4-BE49-F238E27FC236}">
                  <a16:creationId xmlns:a16="http://schemas.microsoft.com/office/drawing/2014/main" id="{24A970BB-0BD6-70D6-6E93-9C70FCA9D553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2" name="tx42">
              <a:extLst>
                <a:ext uri="{FF2B5EF4-FFF2-40B4-BE49-F238E27FC236}">
                  <a16:creationId xmlns:a16="http://schemas.microsoft.com/office/drawing/2014/main" id="{BB963172-02EC-6D74-8B49-AC4410CEDEA4}"/>
                </a:ext>
              </a:extLst>
            </p:cNvPr>
            <p:cNvSpPr/>
            <p:nvPr/>
          </p:nvSpPr>
          <p:spPr>
            <a:xfrm>
              <a:off x="1148262" y="31179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" name="tx43">
              <a:extLst>
                <a:ext uri="{FF2B5EF4-FFF2-40B4-BE49-F238E27FC236}">
                  <a16:creationId xmlns:a16="http://schemas.microsoft.com/office/drawing/2014/main" id="{96D4B200-D44A-0A2E-F76E-5A1432E00A23}"/>
                </a:ext>
              </a:extLst>
            </p:cNvPr>
            <p:cNvSpPr/>
            <p:nvPr/>
          </p:nvSpPr>
          <p:spPr>
            <a:xfrm>
              <a:off x="1148262" y="277073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4" name="tx44">
              <a:extLst>
                <a:ext uri="{FF2B5EF4-FFF2-40B4-BE49-F238E27FC236}">
                  <a16:creationId xmlns:a16="http://schemas.microsoft.com/office/drawing/2014/main" id="{CE66F52B-81B9-5BC5-31B3-3D5F1C651D89}"/>
                </a:ext>
              </a:extLst>
            </p:cNvPr>
            <p:cNvSpPr/>
            <p:nvPr/>
          </p:nvSpPr>
          <p:spPr>
            <a:xfrm>
              <a:off x="1148262" y="24235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5" name="tx45">
              <a:extLst>
                <a:ext uri="{FF2B5EF4-FFF2-40B4-BE49-F238E27FC236}">
                  <a16:creationId xmlns:a16="http://schemas.microsoft.com/office/drawing/2014/main" id="{0D487834-B347-230E-039F-BC312515DF8B}"/>
                </a:ext>
              </a:extLst>
            </p:cNvPr>
            <p:cNvSpPr/>
            <p:nvPr/>
          </p:nvSpPr>
          <p:spPr>
            <a:xfrm>
              <a:off x="1148262" y="207627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6" name="tx46">
              <a:extLst>
                <a:ext uri="{FF2B5EF4-FFF2-40B4-BE49-F238E27FC236}">
                  <a16:creationId xmlns:a16="http://schemas.microsoft.com/office/drawing/2014/main" id="{89DA6FA6-CBE5-72D6-5AFE-962A49517A2F}"/>
                </a:ext>
              </a:extLst>
            </p:cNvPr>
            <p:cNvSpPr/>
            <p:nvPr/>
          </p:nvSpPr>
          <p:spPr>
            <a:xfrm>
              <a:off x="1148262" y="172904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7" name="tx47">
              <a:extLst>
                <a:ext uri="{FF2B5EF4-FFF2-40B4-BE49-F238E27FC236}">
                  <a16:creationId xmlns:a16="http://schemas.microsoft.com/office/drawing/2014/main" id="{259DF603-08E5-909A-AA25-1E7DC52F1891}"/>
                </a:ext>
              </a:extLst>
            </p:cNvPr>
            <p:cNvSpPr/>
            <p:nvPr/>
          </p:nvSpPr>
          <p:spPr>
            <a:xfrm>
              <a:off x="1148262" y="138181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48" name="pl48">
              <a:extLst>
                <a:ext uri="{FF2B5EF4-FFF2-40B4-BE49-F238E27FC236}">
                  <a16:creationId xmlns:a16="http://schemas.microsoft.com/office/drawing/2014/main" id="{FFB15AA7-B8BB-6F4A-EAA3-AA83884ABA47}"/>
                </a:ext>
              </a:extLst>
            </p:cNvPr>
            <p:cNvSpPr/>
            <p:nvPr/>
          </p:nvSpPr>
          <p:spPr>
            <a:xfrm>
              <a:off x="1300456" y="31579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9" name="pl49">
              <a:extLst>
                <a:ext uri="{FF2B5EF4-FFF2-40B4-BE49-F238E27FC236}">
                  <a16:creationId xmlns:a16="http://schemas.microsoft.com/office/drawing/2014/main" id="{2EEBE069-899E-95AF-8C09-15CB8331B9D6}"/>
                </a:ext>
              </a:extLst>
            </p:cNvPr>
            <p:cNvSpPr/>
            <p:nvPr/>
          </p:nvSpPr>
          <p:spPr>
            <a:xfrm>
              <a:off x="1300456" y="28107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0" name="pl50">
              <a:extLst>
                <a:ext uri="{FF2B5EF4-FFF2-40B4-BE49-F238E27FC236}">
                  <a16:creationId xmlns:a16="http://schemas.microsoft.com/office/drawing/2014/main" id="{14DB5544-3F78-D591-4198-7AA4D560BBF2}"/>
                </a:ext>
              </a:extLst>
            </p:cNvPr>
            <p:cNvSpPr/>
            <p:nvPr/>
          </p:nvSpPr>
          <p:spPr>
            <a:xfrm>
              <a:off x="1300456" y="24635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1" name="pl51">
              <a:extLst>
                <a:ext uri="{FF2B5EF4-FFF2-40B4-BE49-F238E27FC236}">
                  <a16:creationId xmlns:a16="http://schemas.microsoft.com/office/drawing/2014/main" id="{8978D10C-8A3C-3A76-174B-50B12BA93AA8}"/>
                </a:ext>
              </a:extLst>
            </p:cNvPr>
            <p:cNvSpPr/>
            <p:nvPr/>
          </p:nvSpPr>
          <p:spPr>
            <a:xfrm>
              <a:off x="1300456" y="21162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2" name="pl52">
              <a:extLst>
                <a:ext uri="{FF2B5EF4-FFF2-40B4-BE49-F238E27FC236}">
                  <a16:creationId xmlns:a16="http://schemas.microsoft.com/office/drawing/2014/main" id="{E5E2FD60-A298-24B3-FA9E-19F4B7D52DC1}"/>
                </a:ext>
              </a:extLst>
            </p:cNvPr>
            <p:cNvSpPr/>
            <p:nvPr/>
          </p:nvSpPr>
          <p:spPr>
            <a:xfrm>
              <a:off x="1300456" y="17690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3" name="pl53">
              <a:extLst>
                <a:ext uri="{FF2B5EF4-FFF2-40B4-BE49-F238E27FC236}">
                  <a16:creationId xmlns:a16="http://schemas.microsoft.com/office/drawing/2014/main" id="{7B98DEBE-0337-51E3-FD5D-EBE17010E8E1}"/>
                </a:ext>
              </a:extLst>
            </p:cNvPr>
            <p:cNvSpPr/>
            <p:nvPr/>
          </p:nvSpPr>
          <p:spPr>
            <a:xfrm>
              <a:off x="1300456" y="14218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4" name="pl54">
              <a:extLst>
                <a:ext uri="{FF2B5EF4-FFF2-40B4-BE49-F238E27FC236}">
                  <a16:creationId xmlns:a16="http://schemas.microsoft.com/office/drawing/2014/main" id="{6359174F-9003-6882-4574-A13B9F3C27FC}"/>
                </a:ext>
              </a:extLst>
            </p:cNvPr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5" name="pl55">
              <a:extLst>
                <a:ext uri="{FF2B5EF4-FFF2-40B4-BE49-F238E27FC236}">
                  <a16:creationId xmlns:a16="http://schemas.microsoft.com/office/drawing/2014/main" id="{99D2B4E8-6225-EBEC-975C-D4486C8E205B}"/>
                </a:ext>
              </a:extLst>
            </p:cNvPr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6" name="pl56">
              <a:extLst>
                <a:ext uri="{FF2B5EF4-FFF2-40B4-BE49-F238E27FC236}">
                  <a16:creationId xmlns:a16="http://schemas.microsoft.com/office/drawing/2014/main" id="{964509BA-AD57-9901-F2F4-3D42B4D7C396}"/>
                </a:ext>
              </a:extLst>
            </p:cNvPr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7" name="pl57">
              <a:extLst>
                <a:ext uri="{FF2B5EF4-FFF2-40B4-BE49-F238E27FC236}">
                  <a16:creationId xmlns:a16="http://schemas.microsoft.com/office/drawing/2014/main" id="{7DC5B192-7F31-7D76-E2FA-5FB2AF45FABB}"/>
                </a:ext>
              </a:extLst>
            </p:cNvPr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8" name="pl58">
              <a:extLst>
                <a:ext uri="{FF2B5EF4-FFF2-40B4-BE49-F238E27FC236}">
                  <a16:creationId xmlns:a16="http://schemas.microsoft.com/office/drawing/2014/main" id="{C3E05881-2915-C87E-282F-319A6FE89EA1}"/>
                </a:ext>
              </a:extLst>
            </p:cNvPr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9" name="pl59">
              <a:extLst>
                <a:ext uri="{FF2B5EF4-FFF2-40B4-BE49-F238E27FC236}">
                  <a16:creationId xmlns:a16="http://schemas.microsoft.com/office/drawing/2014/main" id="{BF3A2215-EC55-DE46-B222-A3FC6DDB1F6D}"/>
                </a:ext>
              </a:extLst>
            </p:cNvPr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0" name="pl60">
              <a:extLst>
                <a:ext uri="{FF2B5EF4-FFF2-40B4-BE49-F238E27FC236}">
                  <a16:creationId xmlns:a16="http://schemas.microsoft.com/office/drawing/2014/main" id="{B245C67D-657D-BBFE-CDB9-BFA089145448}"/>
                </a:ext>
              </a:extLst>
            </p:cNvPr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1" name="pl61">
              <a:extLst>
                <a:ext uri="{FF2B5EF4-FFF2-40B4-BE49-F238E27FC236}">
                  <a16:creationId xmlns:a16="http://schemas.microsoft.com/office/drawing/2014/main" id="{E77F8306-9A63-FDC8-CEED-C5973E7A7845}"/>
                </a:ext>
              </a:extLst>
            </p:cNvPr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2" name="pl62">
              <a:extLst>
                <a:ext uri="{FF2B5EF4-FFF2-40B4-BE49-F238E27FC236}">
                  <a16:creationId xmlns:a16="http://schemas.microsoft.com/office/drawing/2014/main" id="{67CDB2BD-2FD8-D903-73B6-2D4062AE4905}"/>
                </a:ext>
              </a:extLst>
            </p:cNvPr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3" name="pl63">
              <a:extLst>
                <a:ext uri="{FF2B5EF4-FFF2-40B4-BE49-F238E27FC236}">
                  <a16:creationId xmlns:a16="http://schemas.microsoft.com/office/drawing/2014/main" id="{5EEC5182-FCA8-E4E0-7972-8405376A775E}"/>
                </a:ext>
              </a:extLst>
            </p:cNvPr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" name="pl64">
              <a:extLst>
                <a:ext uri="{FF2B5EF4-FFF2-40B4-BE49-F238E27FC236}">
                  <a16:creationId xmlns:a16="http://schemas.microsoft.com/office/drawing/2014/main" id="{E553315F-CF12-78B6-BE05-72AE6319D5A2}"/>
                </a:ext>
              </a:extLst>
            </p:cNvPr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" name="pl65">
              <a:extLst>
                <a:ext uri="{FF2B5EF4-FFF2-40B4-BE49-F238E27FC236}">
                  <a16:creationId xmlns:a16="http://schemas.microsoft.com/office/drawing/2014/main" id="{CAC08F76-62A3-A03E-429D-2555BDD09A90}"/>
                </a:ext>
              </a:extLst>
            </p:cNvPr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" name="tx66">
              <a:extLst>
                <a:ext uri="{FF2B5EF4-FFF2-40B4-BE49-F238E27FC236}">
                  <a16:creationId xmlns:a16="http://schemas.microsoft.com/office/drawing/2014/main" id="{75104F8E-6158-DB33-8838-48E24F0B4D56}"/>
                </a:ext>
              </a:extLst>
            </p:cNvPr>
            <p:cNvSpPr/>
            <p:nvPr/>
          </p:nvSpPr>
          <p:spPr>
            <a:xfrm rot="189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67" name="tx67">
              <a:extLst>
                <a:ext uri="{FF2B5EF4-FFF2-40B4-BE49-F238E27FC236}">
                  <a16:creationId xmlns:a16="http://schemas.microsoft.com/office/drawing/2014/main" id="{1C26ABD6-BFB1-7008-5CBD-EF1421CD82FD}"/>
                </a:ext>
              </a:extLst>
            </p:cNvPr>
            <p:cNvSpPr/>
            <p:nvPr/>
          </p:nvSpPr>
          <p:spPr>
            <a:xfrm rot="189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68" name="tx68">
              <a:extLst>
                <a:ext uri="{FF2B5EF4-FFF2-40B4-BE49-F238E27FC236}">
                  <a16:creationId xmlns:a16="http://schemas.microsoft.com/office/drawing/2014/main" id="{8524E1F7-F8B7-C253-D4CF-53DAC5E589AD}"/>
                </a:ext>
              </a:extLst>
            </p:cNvPr>
            <p:cNvSpPr/>
            <p:nvPr/>
          </p:nvSpPr>
          <p:spPr>
            <a:xfrm rot="189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9" name="tx69">
              <a:extLst>
                <a:ext uri="{FF2B5EF4-FFF2-40B4-BE49-F238E27FC236}">
                  <a16:creationId xmlns:a16="http://schemas.microsoft.com/office/drawing/2014/main" id="{7B4A7933-2CBC-B38E-F6C0-4FC3389ADC7D}"/>
                </a:ext>
              </a:extLst>
            </p:cNvPr>
            <p:cNvSpPr/>
            <p:nvPr/>
          </p:nvSpPr>
          <p:spPr>
            <a:xfrm rot="189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70" name="tx70">
              <a:extLst>
                <a:ext uri="{FF2B5EF4-FFF2-40B4-BE49-F238E27FC236}">
                  <a16:creationId xmlns:a16="http://schemas.microsoft.com/office/drawing/2014/main" id="{5CCD69E7-22D9-8536-F254-C82F5F969F88}"/>
                </a:ext>
              </a:extLst>
            </p:cNvPr>
            <p:cNvSpPr/>
            <p:nvPr/>
          </p:nvSpPr>
          <p:spPr>
            <a:xfrm rot="189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tx71">
              <a:extLst>
                <a:ext uri="{FF2B5EF4-FFF2-40B4-BE49-F238E27FC236}">
                  <a16:creationId xmlns:a16="http://schemas.microsoft.com/office/drawing/2014/main" id="{A45B62F6-D6CC-DF7A-CF64-EEA49BB23B82}"/>
                </a:ext>
              </a:extLst>
            </p:cNvPr>
            <p:cNvSpPr/>
            <p:nvPr/>
          </p:nvSpPr>
          <p:spPr>
            <a:xfrm rot="189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2" name="tx72">
              <a:extLst>
                <a:ext uri="{FF2B5EF4-FFF2-40B4-BE49-F238E27FC236}">
                  <a16:creationId xmlns:a16="http://schemas.microsoft.com/office/drawing/2014/main" id="{80BD64A0-488B-0C6F-49D3-10CE75E430DF}"/>
                </a:ext>
              </a:extLst>
            </p:cNvPr>
            <p:cNvSpPr/>
            <p:nvPr/>
          </p:nvSpPr>
          <p:spPr>
            <a:xfrm rot="189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73" name="tx73">
              <a:extLst>
                <a:ext uri="{FF2B5EF4-FFF2-40B4-BE49-F238E27FC236}">
                  <a16:creationId xmlns:a16="http://schemas.microsoft.com/office/drawing/2014/main" id="{6101948F-195F-F164-683A-14811FAC866C}"/>
                </a:ext>
              </a:extLst>
            </p:cNvPr>
            <p:cNvSpPr/>
            <p:nvPr/>
          </p:nvSpPr>
          <p:spPr>
            <a:xfrm rot="189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74" name="tx74">
              <a:extLst>
                <a:ext uri="{FF2B5EF4-FFF2-40B4-BE49-F238E27FC236}">
                  <a16:creationId xmlns:a16="http://schemas.microsoft.com/office/drawing/2014/main" id="{BD8D1D61-7461-004F-B8CD-2F8EF89E35C4}"/>
                </a:ext>
              </a:extLst>
            </p:cNvPr>
            <p:cNvSpPr/>
            <p:nvPr/>
          </p:nvSpPr>
          <p:spPr>
            <a:xfrm rot="18900000">
              <a:off x="4501935" y="3597231"/>
              <a:ext cx="90708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5" name="tx75">
              <a:extLst>
                <a:ext uri="{FF2B5EF4-FFF2-40B4-BE49-F238E27FC236}">
                  <a16:creationId xmlns:a16="http://schemas.microsoft.com/office/drawing/2014/main" id="{47685CAF-EDDD-91B0-F5D3-43D98C050AF7}"/>
                </a:ext>
              </a:extLst>
            </p:cNvPr>
            <p:cNvSpPr/>
            <p:nvPr/>
          </p:nvSpPr>
          <p:spPr>
            <a:xfrm rot="18900000">
              <a:off x="4934061" y="3597199"/>
              <a:ext cx="9069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6" name="tx76">
              <a:extLst>
                <a:ext uri="{FF2B5EF4-FFF2-40B4-BE49-F238E27FC236}">
                  <a16:creationId xmlns:a16="http://schemas.microsoft.com/office/drawing/2014/main" id="{CED3A6D2-9C36-A93A-FE18-87CAAD26CCD7}"/>
                </a:ext>
              </a:extLst>
            </p:cNvPr>
            <p:cNvSpPr/>
            <p:nvPr/>
          </p:nvSpPr>
          <p:spPr>
            <a:xfrm rot="18900000">
              <a:off x="5408412" y="3579676"/>
              <a:ext cx="85743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7" name="tx77">
              <a:extLst>
                <a:ext uri="{FF2B5EF4-FFF2-40B4-BE49-F238E27FC236}">
                  <a16:creationId xmlns:a16="http://schemas.microsoft.com/office/drawing/2014/main" id="{B96B26BB-7229-007A-E2DA-8BFC48898766}"/>
                </a:ext>
              </a:extLst>
            </p:cNvPr>
            <p:cNvSpPr/>
            <p:nvPr/>
          </p:nvSpPr>
          <p:spPr>
            <a:xfrm rot="18900000">
              <a:off x="5840537" y="3579644"/>
              <a:ext cx="85734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8" name="tx78">
              <a:extLst>
                <a:ext uri="{FF2B5EF4-FFF2-40B4-BE49-F238E27FC236}">
                  <a16:creationId xmlns:a16="http://schemas.microsoft.com/office/drawing/2014/main" id="{B646CE5C-00A0-4441-1673-2BA7E097A4D0}"/>
                </a:ext>
              </a:extLst>
            </p:cNvPr>
            <p:cNvSpPr/>
            <p:nvPr/>
          </p:nvSpPr>
          <p:spPr>
            <a:xfrm rot="16200000">
              <a:off x="499814" y="2278874"/>
              <a:ext cx="10683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Temperature (ºC)</a:t>
              </a:r>
            </a:p>
          </p:txBody>
        </p:sp>
        <p:sp>
          <p:nvSpPr>
            <p:cNvPr id="79" name="tx117">
              <a:extLst>
                <a:ext uri="{FF2B5EF4-FFF2-40B4-BE49-F238E27FC236}">
                  <a16:creationId xmlns:a16="http://schemas.microsoft.com/office/drawing/2014/main" id="{01F07EDE-CC1B-9566-2ACA-11932A38ACEC}"/>
                </a:ext>
              </a:extLst>
            </p:cNvPr>
            <p:cNvSpPr/>
            <p:nvPr/>
          </p:nvSpPr>
          <p:spPr>
            <a:xfrm>
              <a:off x="1335251" y="983989"/>
              <a:ext cx="299511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Temperature at Experimental Source</a:t>
              </a:r>
            </a:p>
          </p:txBody>
        </p:sp>
        <p:sp>
          <p:nvSpPr>
            <p:cNvPr id="80" name="tx118">
              <a:extLst>
                <a:ext uri="{FF2B5EF4-FFF2-40B4-BE49-F238E27FC236}">
                  <a16:creationId xmlns:a16="http://schemas.microsoft.com/office/drawing/2014/main" id="{99189C0E-D800-FF9D-C533-C92B6AE1E32D}"/>
                </a:ext>
              </a:extLst>
            </p:cNvPr>
            <p:cNvSpPr/>
            <p:nvPr/>
          </p:nvSpPr>
          <p:spPr>
            <a:xfrm>
              <a:off x="1335251" y="1165040"/>
              <a:ext cx="181563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Sites and in Mesocosms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96168C6-B18C-2946-FFFB-C2B61B4E2E17}"/>
              </a:ext>
            </a:extLst>
          </p:cNvPr>
          <p:cNvGrpSpPr/>
          <p:nvPr/>
        </p:nvGrpSpPr>
        <p:grpSpPr>
          <a:xfrm>
            <a:off x="2914800" y="10389507"/>
            <a:ext cx="17104608" cy="7973022"/>
            <a:chOff x="983988" y="983989"/>
            <a:chExt cx="5701536" cy="2657674"/>
          </a:xfrm>
        </p:grpSpPr>
        <p:sp>
          <p:nvSpPr>
            <p:cNvPr id="82" name="rc5">
              <a:extLst>
                <a:ext uri="{FF2B5EF4-FFF2-40B4-BE49-F238E27FC236}">
                  <a16:creationId xmlns:a16="http://schemas.microsoft.com/office/drawing/2014/main" id="{9AFA6DE3-B069-C4EE-915C-49005930182F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83" name="pl6">
              <a:extLst>
                <a:ext uri="{FF2B5EF4-FFF2-40B4-BE49-F238E27FC236}">
                  <a16:creationId xmlns:a16="http://schemas.microsoft.com/office/drawing/2014/main" id="{368E0237-FE49-D479-3DD5-1376DCB8A137}"/>
                </a:ext>
              </a:extLst>
            </p:cNvPr>
            <p:cNvSpPr/>
            <p:nvPr/>
          </p:nvSpPr>
          <p:spPr>
            <a:xfrm>
              <a:off x="1335251" y="31373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4" name="pl7">
              <a:extLst>
                <a:ext uri="{FF2B5EF4-FFF2-40B4-BE49-F238E27FC236}">
                  <a16:creationId xmlns:a16="http://schemas.microsoft.com/office/drawing/2014/main" id="{D2C8C293-6B8F-3AC9-D931-11C9A605FCCD}"/>
                </a:ext>
              </a:extLst>
            </p:cNvPr>
            <p:cNvSpPr/>
            <p:nvPr/>
          </p:nvSpPr>
          <p:spPr>
            <a:xfrm>
              <a:off x="1335251" y="25363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5" name="pl8">
              <a:extLst>
                <a:ext uri="{FF2B5EF4-FFF2-40B4-BE49-F238E27FC236}">
                  <a16:creationId xmlns:a16="http://schemas.microsoft.com/office/drawing/2014/main" id="{F3BBF6D1-8588-A80C-1736-774D83264129}"/>
                </a:ext>
              </a:extLst>
            </p:cNvPr>
            <p:cNvSpPr/>
            <p:nvPr/>
          </p:nvSpPr>
          <p:spPr>
            <a:xfrm>
              <a:off x="1335251" y="19354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6" name="pl9">
              <a:extLst>
                <a:ext uri="{FF2B5EF4-FFF2-40B4-BE49-F238E27FC236}">
                  <a16:creationId xmlns:a16="http://schemas.microsoft.com/office/drawing/2014/main" id="{3B94203F-367E-5FD3-3B6B-F6AF4B0B864C}"/>
                </a:ext>
              </a:extLst>
            </p:cNvPr>
            <p:cNvSpPr/>
            <p:nvPr/>
          </p:nvSpPr>
          <p:spPr>
            <a:xfrm>
              <a:off x="1335251" y="28368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7" name="pl10">
              <a:extLst>
                <a:ext uri="{FF2B5EF4-FFF2-40B4-BE49-F238E27FC236}">
                  <a16:creationId xmlns:a16="http://schemas.microsoft.com/office/drawing/2014/main" id="{22F4D61A-93BF-C0C3-0920-32AEEBFAB9E3}"/>
                </a:ext>
              </a:extLst>
            </p:cNvPr>
            <p:cNvSpPr/>
            <p:nvPr/>
          </p:nvSpPr>
          <p:spPr>
            <a:xfrm>
              <a:off x="1335251" y="22359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8" name="pl11">
              <a:extLst>
                <a:ext uri="{FF2B5EF4-FFF2-40B4-BE49-F238E27FC236}">
                  <a16:creationId xmlns:a16="http://schemas.microsoft.com/office/drawing/2014/main" id="{F8471A78-D044-3121-CC10-3C568F2E3931}"/>
                </a:ext>
              </a:extLst>
            </p:cNvPr>
            <p:cNvSpPr/>
            <p:nvPr/>
          </p:nvSpPr>
          <p:spPr>
            <a:xfrm>
              <a:off x="1335251" y="16349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89" name="pl12">
              <a:extLst>
                <a:ext uri="{FF2B5EF4-FFF2-40B4-BE49-F238E27FC236}">
                  <a16:creationId xmlns:a16="http://schemas.microsoft.com/office/drawing/2014/main" id="{BE4F12A6-015C-1494-CCB2-C73E0D3F8B08}"/>
                </a:ext>
              </a:extLst>
            </p:cNvPr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0" name="pl13">
              <a:extLst>
                <a:ext uri="{FF2B5EF4-FFF2-40B4-BE49-F238E27FC236}">
                  <a16:creationId xmlns:a16="http://schemas.microsoft.com/office/drawing/2014/main" id="{00EE4DD7-598F-A6DB-E2A5-2EFCE509A384}"/>
                </a:ext>
              </a:extLst>
            </p:cNvPr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1" name="pl14">
              <a:extLst>
                <a:ext uri="{FF2B5EF4-FFF2-40B4-BE49-F238E27FC236}">
                  <a16:creationId xmlns:a16="http://schemas.microsoft.com/office/drawing/2014/main" id="{F1D95B1C-5D93-862D-0932-9A484D748A5C}"/>
                </a:ext>
              </a:extLst>
            </p:cNvPr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2" name="pl15">
              <a:extLst>
                <a:ext uri="{FF2B5EF4-FFF2-40B4-BE49-F238E27FC236}">
                  <a16:creationId xmlns:a16="http://schemas.microsoft.com/office/drawing/2014/main" id="{D5A65488-A58E-2122-B950-83E8674FC81D}"/>
                </a:ext>
              </a:extLst>
            </p:cNvPr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3" name="pl16">
              <a:extLst>
                <a:ext uri="{FF2B5EF4-FFF2-40B4-BE49-F238E27FC236}">
                  <a16:creationId xmlns:a16="http://schemas.microsoft.com/office/drawing/2014/main" id="{9ABEC33F-31A9-3DBE-C167-5521AAFA073C}"/>
                </a:ext>
              </a:extLst>
            </p:cNvPr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4" name="pl17">
              <a:extLst>
                <a:ext uri="{FF2B5EF4-FFF2-40B4-BE49-F238E27FC236}">
                  <a16:creationId xmlns:a16="http://schemas.microsoft.com/office/drawing/2014/main" id="{B7EE6AB9-7D74-0799-6798-A4CDB3FF6E63}"/>
                </a:ext>
              </a:extLst>
            </p:cNvPr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5" name="pl18">
              <a:extLst>
                <a:ext uri="{FF2B5EF4-FFF2-40B4-BE49-F238E27FC236}">
                  <a16:creationId xmlns:a16="http://schemas.microsoft.com/office/drawing/2014/main" id="{B8B76401-6313-456D-5ED2-4ED4B6811BAF}"/>
                </a:ext>
              </a:extLst>
            </p:cNvPr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6" name="pl19">
              <a:extLst>
                <a:ext uri="{FF2B5EF4-FFF2-40B4-BE49-F238E27FC236}">
                  <a16:creationId xmlns:a16="http://schemas.microsoft.com/office/drawing/2014/main" id="{DAFE693E-8138-063A-7CD4-38097ECED0B1}"/>
                </a:ext>
              </a:extLst>
            </p:cNvPr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7" name="pl20">
              <a:extLst>
                <a:ext uri="{FF2B5EF4-FFF2-40B4-BE49-F238E27FC236}">
                  <a16:creationId xmlns:a16="http://schemas.microsoft.com/office/drawing/2014/main" id="{470AEF36-8EF7-0E43-D6B6-DAB58D5AE82C}"/>
                </a:ext>
              </a:extLst>
            </p:cNvPr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8" name="pl21">
              <a:extLst>
                <a:ext uri="{FF2B5EF4-FFF2-40B4-BE49-F238E27FC236}">
                  <a16:creationId xmlns:a16="http://schemas.microsoft.com/office/drawing/2014/main" id="{1760E26E-797D-870A-A976-C6411B162385}"/>
                </a:ext>
              </a:extLst>
            </p:cNvPr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9" name="pl22">
              <a:extLst>
                <a:ext uri="{FF2B5EF4-FFF2-40B4-BE49-F238E27FC236}">
                  <a16:creationId xmlns:a16="http://schemas.microsoft.com/office/drawing/2014/main" id="{FCFD927C-1C6A-BFAB-25D9-3AD2770E7C0A}"/>
                </a:ext>
              </a:extLst>
            </p:cNvPr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0" name="pl23">
              <a:extLst>
                <a:ext uri="{FF2B5EF4-FFF2-40B4-BE49-F238E27FC236}">
                  <a16:creationId xmlns:a16="http://schemas.microsoft.com/office/drawing/2014/main" id="{0661AA78-27BC-8CE3-1235-AF40D6C80751}"/>
                </a:ext>
              </a:extLst>
            </p:cNvPr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1" name="pg24">
              <a:extLst>
                <a:ext uri="{FF2B5EF4-FFF2-40B4-BE49-F238E27FC236}">
                  <a16:creationId xmlns:a16="http://schemas.microsoft.com/office/drawing/2014/main" id="{31AA5F57-8C53-F126-BEA2-47672F29F12F}"/>
                </a:ext>
              </a:extLst>
            </p:cNvPr>
            <p:cNvSpPr/>
            <p:nvPr/>
          </p:nvSpPr>
          <p:spPr>
            <a:xfrm>
              <a:off x="1595427" y="1475174"/>
              <a:ext cx="5903" cy="1390006"/>
            </a:xfrm>
            <a:custGeom>
              <a:avLst/>
              <a:gdLst/>
              <a:ahLst/>
              <a:cxnLst/>
              <a:rect l="0" t="0" r="0" b="0"/>
              <a:pathLst>
                <a:path w="5903" h="1390006">
                  <a:moveTo>
                    <a:pt x="2927" y="1390006"/>
                  </a:moveTo>
                  <a:lnTo>
                    <a:pt x="2926" y="1387286"/>
                  </a:lnTo>
                  <a:lnTo>
                    <a:pt x="2925" y="1384566"/>
                  </a:lnTo>
                  <a:lnTo>
                    <a:pt x="2924" y="1381846"/>
                  </a:lnTo>
                  <a:lnTo>
                    <a:pt x="2923" y="1379126"/>
                  </a:lnTo>
                  <a:lnTo>
                    <a:pt x="2922" y="1376405"/>
                  </a:lnTo>
                  <a:lnTo>
                    <a:pt x="2922" y="1373685"/>
                  </a:lnTo>
                  <a:lnTo>
                    <a:pt x="2921" y="1370965"/>
                  </a:lnTo>
                  <a:lnTo>
                    <a:pt x="2920" y="1368245"/>
                  </a:lnTo>
                  <a:lnTo>
                    <a:pt x="2919" y="1365525"/>
                  </a:lnTo>
                  <a:lnTo>
                    <a:pt x="2919" y="1362805"/>
                  </a:lnTo>
                  <a:lnTo>
                    <a:pt x="2918" y="1360084"/>
                  </a:lnTo>
                  <a:lnTo>
                    <a:pt x="2918" y="1357364"/>
                  </a:lnTo>
                  <a:lnTo>
                    <a:pt x="2917" y="1354644"/>
                  </a:lnTo>
                  <a:lnTo>
                    <a:pt x="2917" y="1351924"/>
                  </a:lnTo>
                  <a:lnTo>
                    <a:pt x="2916" y="1349204"/>
                  </a:lnTo>
                  <a:lnTo>
                    <a:pt x="2916" y="1346484"/>
                  </a:lnTo>
                  <a:lnTo>
                    <a:pt x="2915" y="1343763"/>
                  </a:lnTo>
                  <a:lnTo>
                    <a:pt x="2915" y="1341043"/>
                  </a:lnTo>
                  <a:lnTo>
                    <a:pt x="2915" y="1338323"/>
                  </a:lnTo>
                  <a:lnTo>
                    <a:pt x="2914" y="1335603"/>
                  </a:lnTo>
                  <a:lnTo>
                    <a:pt x="2914" y="1332883"/>
                  </a:lnTo>
                  <a:lnTo>
                    <a:pt x="2913" y="1330163"/>
                  </a:lnTo>
                  <a:lnTo>
                    <a:pt x="2913" y="1327442"/>
                  </a:lnTo>
                  <a:lnTo>
                    <a:pt x="2912" y="1324722"/>
                  </a:lnTo>
                  <a:lnTo>
                    <a:pt x="2912" y="1322002"/>
                  </a:lnTo>
                  <a:lnTo>
                    <a:pt x="2911" y="1319282"/>
                  </a:lnTo>
                  <a:lnTo>
                    <a:pt x="2911" y="1316562"/>
                  </a:lnTo>
                  <a:lnTo>
                    <a:pt x="2910" y="1313841"/>
                  </a:lnTo>
                  <a:lnTo>
                    <a:pt x="2909" y="1311121"/>
                  </a:lnTo>
                  <a:lnTo>
                    <a:pt x="2908" y="1308401"/>
                  </a:lnTo>
                  <a:lnTo>
                    <a:pt x="2907" y="1305681"/>
                  </a:lnTo>
                  <a:lnTo>
                    <a:pt x="2906" y="1302961"/>
                  </a:lnTo>
                  <a:lnTo>
                    <a:pt x="2905" y="1300241"/>
                  </a:lnTo>
                  <a:lnTo>
                    <a:pt x="2904" y="1297520"/>
                  </a:lnTo>
                  <a:lnTo>
                    <a:pt x="2903" y="1294800"/>
                  </a:lnTo>
                  <a:lnTo>
                    <a:pt x="2901" y="1292080"/>
                  </a:lnTo>
                  <a:lnTo>
                    <a:pt x="2900" y="1289360"/>
                  </a:lnTo>
                  <a:lnTo>
                    <a:pt x="2898" y="1286640"/>
                  </a:lnTo>
                  <a:lnTo>
                    <a:pt x="2896" y="1283920"/>
                  </a:lnTo>
                  <a:lnTo>
                    <a:pt x="2895" y="1281199"/>
                  </a:lnTo>
                  <a:lnTo>
                    <a:pt x="2893" y="1278479"/>
                  </a:lnTo>
                  <a:lnTo>
                    <a:pt x="2891" y="1275759"/>
                  </a:lnTo>
                  <a:lnTo>
                    <a:pt x="2888" y="1273039"/>
                  </a:lnTo>
                  <a:lnTo>
                    <a:pt x="2886" y="1270319"/>
                  </a:lnTo>
                  <a:lnTo>
                    <a:pt x="2884" y="1267599"/>
                  </a:lnTo>
                  <a:lnTo>
                    <a:pt x="2881" y="1264878"/>
                  </a:lnTo>
                  <a:lnTo>
                    <a:pt x="2879" y="1262158"/>
                  </a:lnTo>
                  <a:lnTo>
                    <a:pt x="2876" y="1259438"/>
                  </a:lnTo>
                  <a:lnTo>
                    <a:pt x="2873" y="1256718"/>
                  </a:lnTo>
                  <a:lnTo>
                    <a:pt x="2871" y="1253998"/>
                  </a:lnTo>
                  <a:lnTo>
                    <a:pt x="2868" y="1251278"/>
                  </a:lnTo>
                  <a:lnTo>
                    <a:pt x="2865" y="1248557"/>
                  </a:lnTo>
                  <a:lnTo>
                    <a:pt x="2862" y="1245837"/>
                  </a:lnTo>
                  <a:lnTo>
                    <a:pt x="2860" y="1243117"/>
                  </a:lnTo>
                  <a:lnTo>
                    <a:pt x="2857" y="1240397"/>
                  </a:lnTo>
                  <a:lnTo>
                    <a:pt x="2854" y="1237677"/>
                  </a:lnTo>
                  <a:lnTo>
                    <a:pt x="2852" y="1234957"/>
                  </a:lnTo>
                  <a:lnTo>
                    <a:pt x="2849" y="1232236"/>
                  </a:lnTo>
                  <a:lnTo>
                    <a:pt x="2847" y="1229516"/>
                  </a:lnTo>
                  <a:lnTo>
                    <a:pt x="2844" y="1226796"/>
                  </a:lnTo>
                  <a:lnTo>
                    <a:pt x="2842" y="1224076"/>
                  </a:lnTo>
                  <a:lnTo>
                    <a:pt x="2840" y="1221356"/>
                  </a:lnTo>
                  <a:lnTo>
                    <a:pt x="2837" y="1218636"/>
                  </a:lnTo>
                  <a:lnTo>
                    <a:pt x="2835" y="1215915"/>
                  </a:lnTo>
                  <a:lnTo>
                    <a:pt x="2833" y="1213195"/>
                  </a:lnTo>
                  <a:lnTo>
                    <a:pt x="2831" y="1210475"/>
                  </a:lnTo>
                  <a:lnTo>
                    <a:pt x="2829" y="1207755"/>
                  </a:lnTo>
                  <a:lnTo>
                    <a:pt x="2827" y="1205035"/>
                  </a:lnTo>
                  <a:lnTo>
                    <a:pt x="2825" y="1202315"/>
                  </a:lnTo>
                  <a:lnTo>
                    <a:pt x="2823" y="1199594"/>
                  </a:lnTo>
                  <a:lnTo>
                    <a:pt x="2821" y="1196874"/>
                  </a:lnTo>
                  <a:lnTo>
                    <a:pt x="2819" y="1194154"/>
                  </a:lnTo>
                  <a:lnTo>
                    <a:pt x="2816" y="1191434"/>
                  </a:lnTo>
                  <a:lnTo>
                    <a:pt x="2814" y="1188714"/>
                  </a:lnTo>
                  <a:lnTo>
                    <a:pt x="2812" y="1185994"/>
                  </a:lnTo>
                  <a:lnTo>
                    <a:pt x="2809" y="1183273"/>
                  </a:lnTo>
                  <a:lnTo>
                    <a:pt x="2806" y="1180553"/>
                  </a:lnTo>
                  <a:lnTo>
                    <a:pt x="2803" y="1177833"/>
                  </a:lnTo>
                  <a:lnTo>
                    <a:pt x="2800" y="1175113"/>
                  </a:lnTo>
                  <a:lnTo>
                    <a:pt x="2797" y="1172393"/>
                  </a:lnTo>
                  <a:lnTo>
                    <a:pt x="2793" y="1169672"/>
                  </a:lnTo>
                  <a:lnTo>
                    <a:pt x="2789" y="1166952"/>
                  </a:lnTo>
                  <a:lnTo>
                    <a:pt x="2785" y="1164232"/>
                  </a:lnTo>
                  <a:lnTo>
                    <a:pt x="2781" y="1161512"/>
                  </a:lnTo>
                  <a:lnTo>
                    <a:pt x="2776" y="1158792"/>
                  </a:lnTo>
                  <a:lnTo>
                    <a:pt x="2771" y="1156072"/>
                  </a:lnTo>
                  <a:lnTo>
                    <a:pt x="2766" y="1153351"/>
                  </a:lnTo>
                  <a:lnTo>
                    <a:pt x="2760" y="1150631"/>
                  </a:lnTo>
                  <a:lnTo>
                    <a:pt x="2754" y="1147911"/>
                  </a:lnTo>
                  <a:lnTo>
                    <a:pt x="2747" y="1145191"/>
                  </a:lnTo>
                  <a:lnTo>
                    <a:pt x="2741" y="1142471"/>
                  </a:lnTo>
                  <a:lnTo>
                    <a:pt x="2733" y="1139751"/>
                  </a:lnTo>
                  <a:lnTo>
                    <a:pt x="2726" y="1137030"/>
                  </a:lnTo>
                  <a:lnTo>
                    <a:pt x="2718" y="1134310"/>
                  </a:lnTo>
                  <a:lnTo>
                    <a:pt x="2709" y="1131590"/>
                  </a:lnTo>
                  <a:lnTo>
                    <a:pt x="2700" y="1128870"/>
                  </a:lnTo>
                  <a:lnTo>
                    <a:pt x="2691" y="1126150"/>
                  </a:lnTo>
                  <a:lnTo>
                    <a:pt x="2681" y="1123430"/>
                  </a:lnTo>
                  <a:lnTo>
                    <a:pt x="2671" y="1120709"/>
                  </a:lnTo>
                  <a:lnTo>
                    <a:pt x="2660" y="1117989"/>
                  </a:lnTo>
                  <a:lnTo>
                    <a:pt x="2649" y="1115269"/>
                  </a:lnTo>
                  <a:lnTo>
                    <a:pt x="2637" y="1112549"/>
                  </a:lnTo>
                  <a:lnTo>
                    <a:pt x="2625" y="1109829"/>
                  </a:lnTo>
                  <a:lnTo>
                    <a:pt x="2612" y="1107109"/>
                  </a:lnTo>
                  <a:lnTo>
                    <a:pt x="2599" y="1104388"/>
                  </a:lnTo>
                  <a:lnTo>
                    <a:pt x="2585" y="1101668"/>
                  </a:lnTo>
                  <a:lnTo>
                    <a:pt x="2570" y="1098948"/>
                  </a:lnTo>
                  <a:lnTo>
                    <a:pt x="2555" y="1096228"/>
                  </a:lnTo>
                  <a:lnTo>
                    <a:pt x="2539" y="1093508"/>
                  </a:lnTo>
                  <a:lnTo>
                    <a:pt x="2522" y="1090788"/>
                  </a:lnTo>
                  <a:lnTo>
                    <a:pt x="2505" y="1088067"/>
                  </a:lnTo>
                  <a:lnTo>
                    <a:pt x="2488" y="1085347"/>
                  </a:lnTo>
                  <a:lnTo>
                    <a:pt x="2469" y="1082627"/>
                  </a:lnTo>
                  <a:lnTo>
                    <a:pt x="2450" y="1079907"/>
                  </a:lnTo>
                  <a:lnTo>
                    <a:pt x="2431" y="1077187"/>
                  </a:lnTo>
                  <a:lnTo>
                    <a:pt x="2411" y="1074467"/>
                  </a:lnTo>
                  <a:lnTo>
                    <a:pt x="2390" y="1071746"/>
                  </a:lnTo>
                  <a:lnTo>
                    <a:pt x="2369" y="1069026"/>
                  </a:lnTo>
                  <a:lnTo>
                    <a:pt x="2347" y="1066306"/>
                  </a:lnTo>
                  <a:lnTo>
                    <a:pt x="2325" y="1063586"/>
                  </a:lnTo>
                  <a:lnTo>
                    <a:pt x="2302" y="1060866"/>
                  </a:lnTo>
                  <a:lnTo>
                    <a:pt x="2278" y="1058146"/>
                  </a:lnTo>
                  <a:lnTo>
                    <a:pt x="2254" y="1055425"/>
                  </a:lnTo>
                  <a:lnTo>
                    <a:pt x="2230" y="1052705"/>
                  </a:lnTo>
                  <a:lnTo>
                    <a:pt x="2205" y="1049985"/>
                  </a:lnTo>
                  <a:lnTo>
                    <a:pt x="2180" y="1047265"/>
                  </a:lnTo>
                  <a:lnTo>
                    <a:pt x="2155" y="1044545"/>
                  </a:lnTo>
                  <a:lnTo>
                    <a:pt x="2129" y="1041825"/>
                  </a:lnTo>
                  <a:lnTo>
                    <a:pt x="2103" y="1039104"/>
                  </a:lnTo>
                  <a:lnTo>
                    <a:pt x="2076" y="1036384"/>
                  </a:lnTo>
                  <a:lnTo>
                    <a:pt x="2050" y="1033664"/>
                  </a:lnTo>
                  <a:lnTo>
                    <a:pt x="2023" y="1030944"/>
                  </a:lnTo>
                  <a:lnTo>
                    <a:pt x="1996" y="1028224"/>
                  </a:lnTo>
                  <a:lnTo>
                    <a:pt x="1969" y="1025503"/>
                  </a:lnTo>
                  <a:lnTo>
                    <a:pt x="1941" y="1022783"/>
                  </a:lnTo>
                  <a:lnTo>
                    <a:pt x="1914" y="1020063"/>
                  </a:lnTo>
                  <a:lnTo>
                    <a:pt x="1887" y="1017343"/>
                  </a:lnTo>
                  <a:lnTo>
                    <a:pt x="1860" y="1014623"/>
                  </a:lnTo>
                  <a:lnTo>
                    <a:pt x="1833" y="1011903"/>
                  </a:lnTo>
                  <a:lnTo>
                    <a:pt x="1806" y="1009182"/>
                  </a:lnTo>
                  <a:lnTo>
                    <a:pt x="1780" y="1006462"/>
                  </a:lnTo>
                  <a:lnTo>
                    <a:pt x="1754" y="1003742"/>
                  </a:lnTo>
                  <a:lnTo>
                    <a:pt x="1728" y="1001022"/>
                  </a:lnTo>
                  <a:lnTo>
                    <a:pt x="1703" y="998302"/>
                  </a:lnTo>
                  <a:lnTo>
                    <a:pt x="1678" y="995582"/>
                  </a:lnTo>
                  <a:lnTo>
                    <a:pt x="1654" y="992861"/>
                  </a:lnTo>
                  <a:lnTo>
                    <a:pt x="1631" y="990141"/>
                  </a:lnTo>
                  <a:lnTo>
                    <a:pt x="1609" y="987421"/>
                  </a:lnTo>
                  <a:lnTo>
                    <a:pt x="1587" y="984701"/>
                  </a:lnTo>
                  <a:lnTo>
                    <a:pt x="1567" y="981981"/>
                  </a:lnTo>
                  <a:lnTo>
                    <a:pt x="1547" y="979261"/>
                  </a:lnTo>
                  <a:lnTo>
                    <a:pt x="1529" y="976540"/>
                  </a:lnTo>
                  <a:lnTo>
                    <a:pt x="1511" y="973820"/>
                  </a:lnTo>
                  <a:lnTo>
                    <a:pt x="1494" y="971100"/>
                  </a:lnTo>
                  <a:lnTo>
                    <a:pt x="1479" y="968380"/>
                  </a:lnTo>
                  <a:lnTo>
                    <a:pt x="1465" y="965660"/>
                  </a:lnTo>
                  <a:lnTo>
                    <a:pt x="1452" y="962940"/>
                  </a:lnTo>
                  <a:lnTo>
                    <a:pt x="1439" y="960219"/>
                  </a:lnTo>
                  <a:lnTo>
                    <a:pt x="1428" y="957499"/>
                  </a:lnTo>
                  <a:lnTo>
                    <a:pt x="1417" y="954779"/>
                  </a:lnTo>
                  <a:lnTo>
                    <a:pt x="1408" y="952059"/>
                  </a:lnTo>
                  <a:lnTo>
                    <a:pt x="1399" y="949339"/>
                  </a:lnTo>
                  <a:lnTo>
                    <a:pt x="1391" y="946619"/>
                  </a:lnTo>
                  <a:lnTo>
                    <a:pt x="1382" y="943898"/>
                  </a:lnTo>
                  <a:lnTo>
                    <a:pt x="1375" y="941178"/>
                  </a:lnTo>
                  <a:lnTo>
                    <a:pt x="1367" y="938458"/>
                  </a:lnTo>
                  <a:lnTo>
                    <a:pt x="1359" y="935738"/>
                  </a:lnTo>
                  <a:lnTo>
                    <a:pt x="1351" y="933018"/>
                  </a:lnTo>
                  <a:lnTo>
                    <a:pt x="1342" y="930298"/>
                  </a:lnTo>
                  <a:lnTo>
                    <a:pt x="1333" y="927577"/>
                  </a:lnTo>
                  <a:lnTo>
                    <a:pt x="1322" y="924857"/>
                  </a:lnTo>
                  <a:lnTo>
                    <a:pt x="1311" y="922137"/>
                  </a:lnTo>
                  <a:lnTo>
                    <a:pt x="1298" y="919417"/>
                  </a:lnTo>
                  <a:lnTo>
                    <a:pt x="1284" y="916697"/>
                  </a:lnTo>
                  <a:lnTo>
                    <a:pt x="1268" y="913977"/>
                  </a:lnTo>
                  <a:lnTo>
                    <a:pt x="1251" y="911256"/>
                  </a:lnTo>
                  <a:lnTo>
                    <a:pt x="1232" y="908536"/>
                  </a:lnTo>
                  <a:lnTo>
                    <a:pt x="1211" y="905816"/>
                  </a:lnTo>
                  <a:lnTo>
                    <a:pt x="1188" y="903096"/>
                  </a:lnTo>
                  <a:lnTo>
                    <a:pt x="1164" y="900376"/>
                  </a:lnTo>
                  <a:lnTo>
                    <a:pt x="1138" y="897656"/>
                  </a:lnTo>
                  <a:lnTo>
                    <a:pt x="1110" y="894935"/>
                  </a:lnTo>
                  <a:lnTo>
                    <a:pt x="1080" y="892215"/>
                  </a:lnTo>
                  <a:lnTo>
                    <a:pt x="1048" y="889495"/>
                  </a:lnTo>
                  <a:lnTo>
                    <a:pt x="1016" y="886775"/>
                  </a:lnTo>
                  <a:lnTo>
                    <a:pt x="982" y="884055"/>
                  </a:lnTo>
                  <a:lnTo>
                    <a:pt x="947" y="881334"/>
                  </a:lnTo>
                  <a:lnTo>
                    <a:pt x="911" y="878614"/>
                  </a:lnTo>
                  <a:lnTo>
                    <a:pt x="874" y="875894"/>
                  </a:lnTo>
                  <a:lnTo>
                    <a:pt x="837" y="873174"/>
                  </a:lnTo>
                  <a:lnTo>
                    <a:pt x="800" y="870454"/>
                  </a:lnTo>
                  <a:lnTo>
                    <a:pt x="763" y="867734"/>
                  </a:lnTo>
                  <a:lnTo>
                    <a:pt x="726" y="865013"/>
                  </a:lnTo>
                  <a:lnTo>
                    <a:pt x="690" y="862293"/>
                  </a:lnTo>
                  <a:lnTo>
                    <a:pt x="654" y="859573"/>
                  </a:lnTo>
                  <a:lnTo>
                    <a:pt x="619" y="856853"/>
                  </a:lnTo>
                  <a:lnTo>
                    <a:pt x="614" y="856414"/>
                  </a:lnTo>
                  <a:lnTo>
                    <a:pt x="585" y="854133"/>
                  </a:lnTo>
                  <a:lnTo>
                    <a:pt x="553" y="851413"/>
                  </a:lnTo>
                  <a:lnTo>
                    <a:pt x="522" y="848692"/>
                  </a:lnTo>
                  <a:lnTo>
                    <a:pt x="492" y="845972"/>
                  </a:lnTo>
                  <a:lnTo>
                    <a:pt x="463" y="843252"/>
                  </a:lnTo>
                  <a:lnTo>
                    <a:pt x="436" y="840532"/>
                  </a:lnTo>
                  <a:lnTo>
                    <a:pt x="410" y="837812"/>
                  </a:lnTo>
                  <a:lnTo>
                    <a:pt x="386" y="835092"/>
                  </a:lnTo>
                  <a:lnTo>
                    <a:pt x="363" y="832371"/>
                  </a:lnTo>
                  <a:lnTo>
                    <a:pt x="341" y="829651"/>
                  </a:lnTo>
                  <a:lnTo>
                    <a:pt x="321" y="826931"/>
                  </a:lnTo>
                  <a:lnTo>
                    <a:pt x="301" y="824211"/>
                  </a:lnTo>
                  <a:lnTo>
                    <a:pt x="283" y="821491"/>
                  </a:lnTo>
                  <a:lnTo>
                    <a:pt x="266" y="818771"/>
                  </a:lnTo>
                  <a:lnTo>
                    <a:pt x="250" y="816050"/>
                  </a:lnTo>
                  <a:lnTo>
                    <a:pt x="234" y="813330"/>
                  </a:lnTo>
                  <a:lnTo>
                    <a:pt x="219" y="810610"/>
                  </a:lnTo>
                  <a:lnTo>
                    <a:pt x="205" y="807890"/>
                  </a:lnTo>
                  <a:lnTo>
                    <a:pt x="191" y="805170"/>
                  </a:lnTo>
                  <a:lnTo>
                    <a:pt x="177" y="802450"/>
                  </a:lnTo>
                  <a:lnTo>
                    <a:pt x="164" y="799729"/>
                  </a:lnTo>
                  <a:lnTo>
                    <a:pt x="151" y="797009"/>
                  </a:lnTo>
                  <a:lnTo>
                    <a:pt x="138" y="794289"/>
                  </a:lnTo>
                  <a:lnTo>
                    <a:pt x="125" y="791569"/>
                  </a:lnTo>
                  <a:lnTo>
                    <a:pt x="113" y="788849"/>
                  </a:lnTo>
                  <a:lnTo>
                    <a:pt x="101" y="786129"/>
                  </a:lnTo>
                  <a:lnTo>
                    <a:pt x="89" y="783408"/>
                  </a:lnTo>
                  <a:lnTo>
                    <a:pt x="78" y="780688"/>
                  </a:lnTo>
                  <a:lnTo>
                    <a:pt x="67" y="777968"/>
                  </a:lnTo>
                  <a:lnTo>
                    <a:pt x="56" y="775248"/>
                  </a:lnTo>
                  <a:lnTo>
                    <a:pt x="46" y="772528"/>
                  </a:lnTo>
                  <a:lnTo>
                    <a:pt x="37" y="769808"/>
                  </a:lnTo>
                  <a:lnTo>
                    <a:pt x="29" y="767087"/>
                  </a:lnTo>
                  <a:lnTo>
                    <a:pt x="21" y="764367"/>
                  </a:lnTo>
                  <a:lnTo>
                    <a:pt x="15" y="761647"/>
                  </a:lnTo>
                  <a:lnTo>
                    <a:pt x="9" y="758927"/>
                  </a:lnTo>
                  <a:lnTo>
                    <a:pt x="5" y="756207"/>
                  </a:lnTo>
                  <a:lnTo>
                    <a:pt x="2" y="753487"/>
                  </a:lnTo>
                  <a:lnTo>
                    <a:pt x="0" y="750766"/>
                  </a:lnTo>
                  <a:lnTo>
                    <a:pt x="0" y="748046"/>
                  </a:lnTo>
                  <a:lnTo>
                    <a:pt x="0" y="745326"/>
                  </a:lnTo>
                  <a:lnTo>
                    <a:pt x="3" y="742606"/>
                  </a:lnTo>
                  <a:lnTo>
                    <a:pt x="6" y="739886"/>
                  </a:lnTo>
                  <a:lnTo>
                    <a:pt x="9" y="738189"/>
                  </a:lnTo>
                  <a:lnTo>
                    <a:pt x="11" y="737165"/>
                  </a:lnTo>
                  <a:lnTo>
                    <a:pt x="17" y="734445"/>
                  </a:lnTo>
                  <a:lnTo>
                    <a:pt x="25" y="731725"/>
                  </a:lnTo>
                  <a:lnTo>
                    <a:pt x="34" y="729005"/>
                  </a:lnTo>
                  <a:lnTo>
                    <a:pt x="43" y="726285"/>
                  </a:lnTo>
                  <a:lnTo>
                    <a:pt x="54" y="723565"/>
                  </a:lnTo>
                  <a:lnTo>
                    <a:pt x="66" y="720844"/>
                  </a:lnTo>
                  <a:lnTo>
                    <a:pt x="79" y="718124"/>
                  </a:lnTo>
                  <a:lnTo>
                    <a:pt x="92" y="715404"/>
                  </a:lnTo>
                  <a:lnTo>
                    <a:pt x="106" y="712684"/>
                  </a:lnTo>
                  <a:lnTo>
                    <a:pt x="121" y="709964"/>
                  </a:lnTo>
                  <a:lnTo>
                    <a:pt x="135" y="707244"/>
                  </a:lnTo>
                  <a:lnTo>
                    <a:pt x="151" y="704523"/>
                  </a:lnTo>
                  <a:lnTo>
                    <a:pt x="166" y="701803"/>
                  </a:lnTo>
                  <a:lnTo>
                    <a:pt x="181" y="699083"/>
                  </a:lnTo>
                  <a:lnTo>
                    <a:pt x="196" y="696363"/>
                  </a:lnTo>
                  <a:lnTo>
                    <a:pt x="212" y="693643"/>
                  </a:lnTo>
                  <a:lnTo>
                    <a:pt x="227" y="690923"/>
                  </a:lnTo>
                  <a:lnTo>
                    <a:pt x="242" y="688202"/>
                  </a:lnTo>
                  <a:lnTo>
                    <a:pt x="256" y="685482"/>
                  </a:lnTo>
                  <a:lnTo>
                    <a:pt x="271" y="682762"/>
                  </a:lnTo>
                  <a:lnTo>
                    <a:pt x="286" y="680042"/>
                  </a:lnTo>
                  <a:lnTo>
                    <a:pt x="300" y="677322"/>
                  </a:lnTo>
                  <a:lnTo>
                    <a:pt x="315" y="674602"/>
                  </a:lnTo>
                  <a:lnTo>
                    <a:pt x="329" y="671881"/>
                  </a:lnTo>
                  <a:lnTo>
                    <a:pt x="344" y="669161"/>
                  </a:lnTo>
                  <a:lnTo>
                    <a:pt x="359" y="666441"/>
                  </a:lnTo>
                  <a:lnTo>
                    <a:pt x="374" y="663721"/>
                  </a:lnTo>
                  <a:lnTo>
                    <a:pt x="390" y="661001"/>
                  </a:lnTo>
                  <a:lnTo>
                    <a:pt x="406" y="658281"/>
                  </a:lnTo>
                  <a:lnTo>
                    <a:pt x="423" y="655560"/>
                  </a:lnTo>
                  <a:lnTo>
                    <a:pt x="441" y="652840"/>
                  </a:lnTo>
                  <a:lnTo>
                    <a:pt x="460" y="650120"/>
                  </a:lnTo>
                  <a:lnTo>
                    <a:pt x="479" y="647400"/>
                  </a:lnTo>
                  <a:lnTo>
                    <a:pt x="500" y="644680"/>
                  </a:lnTo>
                  <a:lnTo>
                    <a:pt x="522" y="641960"/>
                  </a:lnTo>
                  <a:lnTo>
                    <a:pt x="545" y="639239"/>
                  </a:lnTo>
                  <a:lnTo>
                    <a:pt x="569" y="636519"/>
                  </a:lnTo>
                  <a:lnTo>
                    <a:pt x="594" y="633799"/>
                  </a:lnTo>
                  <a:lnTo>
                    <a:pt x="621" y="631079"/>
                  </a:lnTo>
                  <a:lnTo>
                    <a:pt x="649" y="628359"/>
                  </a:lnTo>
                  <a:lnTo>
                    <a:pt x="677" y="625639"/>
                  </a:lnTo>
                  <a:lnTo>
                    <a:pt x="707" y="622918"/>
                  </a:lnTo>
                  <a:lnTo>
                    <a:pt x="738" y="620198"/>
                  </a:lnTo>
                  <a:lnTo>
                    <a:pt x="770" y="617478"/>
                  </a:lnTo>
                  <a:lnTo>
                    <a:pt x="778" y="616850"/>
                  </a:lnTo>
                  <a:lnTo>
                    <a:pt x="803" y="614758"/>
                  </a:lnTo>
                  <a:lnTo>
                    <a:pt x="837" y="612038"/>
                  </a:lnTo>
                  <a:lnTo>
                    <a:pt x="871" y="609318"/>
                  </a:lnTo>
                  <a:lnTo>
                    <a:pt x="905" y="606597"/>
                  </a:lnTo>
                  <a:lnTo>
                    <a:pt x="940" y="603877"/>
                  </a:lnTo>
                  <a:lnTo>
                    <a:pt x="975" y="601157"/>
                  </a:lnTo>
                  <a:lnTo>
                    <a:pt x="1010" y="598437"/>
                  </a:lnTo>
                  <a:lnTo>
                    <a:pt x="1045" y="595717"/>
                  </a:lnTo>
                  <a:lnTo>
                    <a:pt x="1080" y="592997"/>
                  </a:lnTo>
                  <a:lnTo>
                    <a:pt x="1115" y="590276"/>
                  </a:lnTo>
                  <a:lnTo>
                    <a:pt x="1149" y="587556"/>
                  </a:lnTo>
                  <a:lnTo>
                    <a:pt x="1182" y="584836"/>
                  </a:lnTo>
                  <a:lnTo>
                    <a:pt x="1215" y="582116"/>
                  </a:lnTo>
                  <a:lnTo>
                    <a:pt x="1247" y="579396"/>
                  </a:lnTo>
                  <a:lnTo>
                    <a:pt x="1278" y="576675"/>
                  </a:lnTo>
                  <a:lnTo>
                    <a:pt x="1308" y="573955"/>
                  </a:lnTo>
                  <a:lnTo>
                    <a:pt x="1338" y="571235"/>
                  </a:lnTo>
                  <a:lnTo>
                    <a:pt x="1367" y="568515"/>
                  </a:lnTo>
                  <a:lnTo>
                    <a:pt x="1394" y="565795"/>
                  </a:lnTo>
                  <a:lnTo>
                    <a:pt x="1421" y="563075"/>
                  </a:lnTo>
                  <a:lnTo>
                    <a:pt x="1447" y="560354"/>
                  </a:lnTo>
                  <a:lnTo>
                    <a:pt x="1471" y="557634"/>
                  </a:lnTo>
                  <a:lnTo>
                    <a:pt x="1495" y="554914"/>
                  </a:lnTo>
                  <a:lnTo>
                    <a:pt x="1518" y="552194"/>
                  </a:lnTo>
                  <a:lnTo>
                    <a:pt x="1540" y="549474"/>
                  </a:lnTo>
                  <a:lnTo>
                    <a:pt x="1560" y="546754"/>
                  </a:lnTo>
                  <a:lnTo>
                    <a:pt x="1580" y="544033"/>
                  </a:lnTo>
                  <a:lnTo>
                    <a:pt x="1599" y="541313"/>
                  </a:lnTo>
                  <a:lnTo>
                    <a:pt x="1617" y="538593"/>
                  </a:lnTo>
                  <a:lnTo>
                    <a:pt x="1635" y="535873"/>
                  </a:lnTo>
                  <a:lnTo>
                    <a:pt x="1651" y="533153"/>
                  </a:lnTo>
                  <a:lnTo>
                    <a:pt x="1667" y="530433"/>
                  </a:lnTo>
                  <a:lnTo>
                    <a:pt x="1682" y="527712"/>
                  </a:lnTo>
                  <a:lnTo>
                    <a:pt x="1696" y="524992"/>
                  </a:lnTo>
                  <a:lnTo>
                    <a:pt x="1709" y="522272"/>
                  </a:lnTo>
                  <a:lnTo>
                    <a:pt x="1722" y="519552"/>
                  </a:lnTo>
                  <a:lnTo>
                    <a:pt x="1734" y="516832"/>
                  </a:lnTo>
                  <a:lnTo>
                    <a:pt x="1745" y="514112"/>
                  </a:lnTo>
                  <a:lnTo>
                    <a:pt x="1755" y="511391"/>
                  </a:lnTo>
                  <a:lnTo>
                    <a:pt x="1765" y="508671"/>
                  </a:lnTo>
                  <a:lnTo>
                    <a:pt x="1775" y="505951"/>
                  </a:lnTo>
                  <a:lnTo>
                    <a:pt x="1783" y="503231"/>
                  </a:lnTo>
                  <a:lnTo>
                    <a:pt x="1791" y="500511"/>
                  </a:lnTo>
                  <a:lnTo>
                    <a:pt x="1799" y="497791"/>
                  </a:lnTo>
                  <a:lnTo>
                    <a:pt x="1807" y="495070"/>
                  </a:lnTo>
                  <a:lnTo>
                    <a:pt x="1814" y="492350"/>
                  </a:lnTo>
                  <a:lnTo>
                    <a:pt x="1821" y="489630"/>
                  </a:lnTo>
                  <a:lnTo>
                    <a:pt x="1828" y="486910"/>
                  </a:lnTo>
                  <a:lnTo>
                    <a:pt x="1834" y="484190"/>
                  </a:lnTo>
                  <a:lnTo>
                    <a:pt x="1841" y="481470"/>
                  </a:lnTo>
                  <a:lnTo>
                    <a:pt x="1848" y="478749"/>
                  </a:lnTo>
                  <a:lnTo>
                    <a:pt x="1855" y="476029"/>
                  </a:lnTo>
                  <a:lnTo>
                    <a:pt x="1862" y="473309"/>
                  </a:lnTo>
                  <a:lnTo>
                    <a:pt x="1869" y="470589"/>
                  </a:lnTo>
                  <a:lnTo>
                    <a:pt x="1877" y="467869"/>
                  </a:lnTo>
                  <a:lnTo>
                    <a:pt x="1886" y="465149"/>
                  </a:lnTo>
                  <a:lnTo>
                    <a:pt x="1895" y="462428"/>
                  </a:lnTo>
                  <a:lnTo>
                    <a:pt x="1905" y="459708"/>
                  </a:lnTo>
                  <a:lnTo>
                    <a:pt x="1915" y="456988"/>
                  </a:lnTo>
                  <a:lnTo>
                    <a:pt x="1926" y="454268"/>
                  </a:lnTo>
                  <a:lnTo>
                    <a:pt x="1938" y="451548"/>
                  </a:lnTo>
                  <a:lnTo>
                    <a:pt x="1951" y="448828"/>
                  </a:lnTo>
                  <a:lnTo>
                    <a:pt x="1964" y="446107"/>
                  </a:lnTo>
                  <a:lnTo>
                    <a:pt x="1979" y="443387"/>
                  </a:lnTo>
                  <a:lnTo>
                    <a:pt x="1994" y="440667"/>
                  </a:lnTo>
                  <a:lnTo>
                    <a:pt x="2009" y="437947"/>
                  </a:lnTo>
                  <a:lnTo>
                    <a:pt x="2026" y="435227"/>
                  </a:lnTo>
                  <a:lnTo>
                    <a:pt x="2043" y="432506"/>
                  </a:lnTo>
                  <a:lnTo>
                    <a:pt x="2060" y="429786"/>
                  </a:lnTo>
                  <a:lnTo>
                    <a:pt x="2078" y="427066"/>
                  </a:lnTo>
                  <a:lnTo>
                    <a:pt x="2097" y="424346"/>
                  </a:lnTo>
                  <a:lnTo>
                    <a:pt x="2115" y="421626"/>
                  </a:lnTo>
                  <a:lnTo>
                    <a:pt x="2134" y="418906"/>
                  </a:lnTo>
                  <a:lnTo>
                    <a:pt x="2153" y="416185"/>
                  </a:lnTo>
                  <a:lnTo>
                    <a:pt x="2172" y="413465"/>
                  </a:lnTo>
                  <a:lnTo>
                    <a:pt x="2192" y="410745"/>
                  </a:lnTo>
                  <a:lnTo>
                    <a:pt x="2211" y="408025"/>
                  </a:lnTo>
                  <a:lnTo>
                    <a:pt x="2229" y="405305"/>
                  </a:lnTo>
                  <a:lnTo>
                    <a:pt x="2248" y="402585"/>
                  </a:lnTo>
                  <a:lnTo>
                    <a:pt x="2266" y="399864"/>
                  </a:lnTo>
                  <a:lnTo>
                    <a:pt x="2284" y="397144"/>
                  </a:lnTo>
                  <a:lnTo>
                    <a:pt x="2301" y="394424"/>
                  </a:lnTo>
                  <a:lnTo>
                    <a:pt x="2319" y="391704"/>
                  </a:lnTo>
                  <a:lnTo>
                    <a:pt x="2335" y="388984"/>
                  </a:lnTo>
                  <a:lnTo>
                    <a:pt x="2351" y="386264"/>
                  </a:lnTo>
                  <a:lnTo>
                    <a:pt x="2367" y="383543"/>
                  </a:lnTo>
                  <a:lnTo>
                    <a:pt x="2382" y="380823"/>
                  </a:lnTo>
                  <a:lnTo>
                    <a:pt x="2397" y="378103"/>
                  </a:lnTo>
                  <a:lnTo>
                    <a:pt x="2412" y="375383"/>
                  </a:lnTo>
                  <a:lnTo>
                    <a:pt x="2426" y="372663"/>
                  </a:lnTo>
                  <a:lnTo>
                    <a:pt x="2439" y="369943"/>
                  </a:lnTo>
                  <a:lnTo>
                    <a:pt x="2453" y="367222"/>
                  </a:lnTo>
                  <a:lnTo>
                    <a:pt x="2466" y="364502"/>
                  </a:lnTo>
                  <a:lnTo>
                    <a:pt x="2479" y="361782"/>
                  </a:lnTo>
                  <a:lnTo>
                    <a:pt x="2492" y="359062"/>
                  </a:lnTo>
                  <a:lnTo>
                    <a:pt x="2504" y="356342"/>
                  </a:lnTo>
                  <a:lnTo>
                    <a:pt x="2517" y="353622"/>
                  </a:lnTo>
                  <a:lnTo>
                    <a:pt x="2529" y="350901"/>
                  </a:lnTo>
                  <a:lnTo>
                    <a:pt x="2541" y="348181"/>
                  </a:lnTo>
                  <a:lnTo>
                    <a:pt x="2553" y="345461"/>
                  </a:lnTo>
                  <a:lnTo>
                    <a:pt x="2565" y="342741"/>
                  </a:lnTo>
                  <a:lnTo>
                    <a:pt x="2577" y="340021"/>
                  </a:lnTo>
                  <a:lnTo>
                    <a:pt x="2589" y="337301"/>
                  </a:lnTo>
                  <a:lnTo>
                    <a:pt x="2600" y="334580"/>
                  </a:lnTo>
                  <a:lnTo>
                    <a:pt x="2612" y="331860"/>
                  </a:lnTo>
                  <a:lnTo>
                    <a:pt x="2623" y="329140"/>
                  </a:lnTo>
                  <a:lnTo>
                    <a:pt x="2634" y="326420"/>
                  </a:lnTo>
                  <a:lnTo>
                    <a:pt x="2645" y="323700"/>
                  </a:lnTo>
                  <a:lnTo>
                    <a:pt x="2655" y="320980"/>
                  </a:lnTo>
                  <a:lnTo>
                    <a:pt x="2666" y="318259"/>
                  </a:lnTo>
                  <a:lnTo>
                    <a:pt x="2675" y="315539"/>
                  </a:lnTo>
                  <a:lnTo>
                    <a:pt x="2685" y="312819"/>
                  </a:lnTo>
                  <a:lnTo>
                    <a:pt x="2694" y="310099"/>
                  </a:lnTo>
                  <a:lnTo>
                    <a:pt x="2703" y="307379"/>
                  </a:lnTo>
                  <a:lnTo>
                    <a:pt x="2711" y="304659"/>
                  </a:lnTo>
                  <a:lnTo>
                    <a:pt x="2718" y="301938"/>
                  </a:lnTo>
                  <a:lnTo>
                    <a:pt x="2725" y="299218"/>
                  </a:lnTo>
                  <a:lnTo>
                    <a:pt x="2732" y="296498"/>
                  </a:lnTo>
                  <a:lnTo>
                    <a:pt x="2738" y="293778"/>
                  </a:lnTo>
                  <a:lnTo>
                    <a:pt x="2744" y="291058"/>
                  </a:lnTo>
                  <a:lnTo>
                    <a:pt x="2748" y="288337"/>
                  </a:lnTo>
                  <a:lnTo>
                    <a:pt x="2753" y="285617"/>
                  </a:lnTo>
                  <a:lnTo>
                    <a:pt x="2757" y="282897"/>
                  </a:lnTo>
                  <a:lnTo>
                    <a:pt x="2760" y="280177"/>
                  </a:lnTo>
                  <a:lnTo>
                    <a:pt x="2763" y="277457"/>
                  </a:lnTo>
                  <a:lnTo>
                    <a:pt x="2766" y="274737"/>
                  </a:lnTo>
                  <a:lnTo>
                    <a:pt x="2768" y="272016"/>
                  </a:lnTo>
                  <a:lnTo>
                    <a:pt x="2770" y="269296"/>
                  </a:lnTo>
                  <a:lnTo>
                    <a:pt x="2771" y="266576"/>
                  </a:lnTo>
                  <a:lnTo>
                    <a:pt x="2772" y="263856"/>
                  </a:lnTo>
                  <a:lnTo>
                    <a:pt x="2773" y="261136"/>
                  </a:lnTo>
                  <a:lnTo>
                    <a:pt x="2774" y="258416"/>
                  </a:lnTo>
                  <a:lnTo>
                    <a:pt x="2775" y="255695"/>
                  </a:lnTo>
                  <a:lnTo>
                    <a:pt x="2775" y="252975"/>
                  </a:lnTo>
                  <a:lnTo>
                    <a:pt x="2776" y="250255"/>
                  </a:lnTo>
                  <a:lnTo>
                    <a:pt x="2776" y="247535"/>
                  </a:lnTo>
                  <a:lnTo>
                    <a:pt x="2777" y="244815"/>
                  </a:lnTo>
                  <a:lnTo>
                    <a:pt x="2777" y="242095"/>
                  </a:lnTo>
                  <a:lnTo>
                    <a:pt x="2778" y="239374"/>
                  </a:lnTo>
                  <a:lnTo>
                    <a:pt x="2778" y="236654"/>
                  </a:lnTo>
                  <a:lnTo>
                    <a:pt x="2779" y="233934"/>
                  </a:lnTo>
                  <a:lnTo>
                    <a:pt x="2780" y="231214"/>
                  </a:lnTo>
                  <a:lnTo>
                    <a:pt x="2781" y="228494"/>
                  </a:lnTo>
                  <a:lnTo>
                    <a:pt x="2782" y="225774"/>
                  </a:lnTo>
                  <a:lnTo>
                    <a:pt x="2784" y="223053"/>
                  </a:lnTo>
                  <a:lnTo>
                    <a:pt x="2786" y="220333"/>
                  </a:lnTo>
                  <a:lnTo>
                    <a:pt x="2787" y="217613"/>
                  </a:lnTo>
                  <a:lnTo>
                    <a:pt x="2789" y="214893"/>
                  </a:lnTo>
                  <a:lnTo>
                    <a:pt x="2792" y="212173"/>
                  </a:lnTo>
                  <a:lnTo>
                    <a:pt x="2794" y="209453"/>
                  </a:lnTo>
                  <a:lnTo>
                    <a:pt x="2797" y="206732"/>
                  </a:lnTo>
                  <a:lnTo>
                    <a:pt x="2800" y="204012"/>
                  </a:lnTo>
                  <a:lnTo>
                    <a:pt x="2803" y="201292"/>
                  </a:lnTo>
                  <a:lnTo>
                    <a:pt x="2806" y="198572"/>
                  </a:lnTo>
                  <a:lnTo>
                    <a:pt x="2810" y="195852"/>
                  </a:lnTo>
                  <a:lnTo>
                    <a:pt x="2813" y="193132"/>
                  </a:lnTo>
                  <a:lnTo>
                    <a:pt x="2817" y="190411"/>
                  </a:lnTo>
                  <a:lnTo>
                    <a:pt x="2821" y="187691"/>
                  </a:lnTo>
                  <a:lnTo>
                    <a:pt x="2824" y="184971"/>
                  </a:lnTo>
                  <a:lnTo>
                    <a:pt x="2828" y="182251"/>
                  </a:lnTo>
                  <a:lnTo>
                    <a:pt x="2832" y="179531"/>
                  </a:lnTo>
                  <a:lnTo>
                    <a:pt x="2836" y="176811"/>
                  </a:lnTo>
                  <a:lnTo>
                    <a:pt x="2840" y="174090"/>
                  </a:lnTo>
                  <a:lnTo>
                    <a:pt x="2844" y="171370"/>
                  </a:lnTo>
                  <a:lnTo>
                    <a:pt x="2848" y="168650"/>
                  </a:lnTo>
                  <a:lnTo>
                    <a:pt x="2852" y="165930"/>
                  </a:lnTo>
                  <a:lnTo>
                    <a:pt x="2856" y="163210"/>
                  </a:lnTo>
                  <a:lnTo>
                    <a:pt x="2860" y="160490"/>
                  </a:lnTo>
                  <a:lnTo>
                    <a:pt x="2863" y="157769"/>
                  </a:lnTo>
                  <a:lnTo>
                    <a:pt x="2867" y="155049"/>
                  </a:lnTo>
                  <a:lnTo>
                    <a:pt x="2870" y="152329"/>
                  </a:lnTo>
                  <a:lnTo>
                    <a:pt x="2873" y="149609"/>
                  </a:lnTo>
                  <a:lnTo>
                    <a:pt x="2876" y="146889"/>
                  </a:lnTo>
                  <a:lnTo>
                    <a:pt x="2879" y="144168"/>
                  </a:lnTo>
                  <a:lnTo>
                    <a:pt x="2881" y="141448"/>
                  </a:lnTo>
                  <a:lnTo>
                    <a:pt x="2883" y="138728"/>
                  </a:lnTo>
                  <a:lnTo>
                    <a:pt x="2885" y="136008"/>
                  </a:lnTo>
                  <a:lnTo>
                    <a:pt x="2887" y="133288"/>
                  </a:lnTo>
                  <a:lnTo>
                    <a:pt x="2889" y="130568"/>
                  </a:lnTo>
                  <a:lnTo>
                    <a:pt x="2890" y="127847"/>
                  </a:lnTo>
                  <a:lnTo>
                    <a:pt x="2891" y="125127"/>
                  </a:lnTo>
                  <a:lnTo>
                    <a:pt x="2893" y="122407"/>
                  </a:lnTo>
                  <a:lnTo>
                    <a:pt x="2893" y="119687"/>
                  </a:lnTo>
                  <a:lnTo>
                    <a:pt x="2894" y="116967"/>
                  </a:lnTo>
                  <a:lnTo>
                    <a:pt x="2895" y="114247"/>
                  </a:lnTo>
                  <a:lnTo>
                    <a:pt x="2895" y="111526"/>
                  </a:lnTo>
                  <a:lnTo>
                    <a:pt x="2896" y="108806"/>
                  </a:lnTo>
                  <a:lnTo>
                    <a:pt x="2896" y="106086"/>
                  </a:lnTo>
                  <a:lnTo>
                    <a:pt x="2896" y="103366"/>
                  </a:lnTo>
                  <a:lnTo>
                    <a:pt x="2896" y="100646"/>
                  </a:lnTo>
                  <a:lnTo>
                    <a:pt x="2896" y="97926"/>
                  </a:lnTo>
                  <a:lnTo>
                    <a:pt x="2896" y="95205"/>
                  </a:lnTo>
                  <a:lnTo>
                    <a:pt x="2896" y="92485"/>
                  </a:lnTo>
                  <a:lnTo>
                    <a:pt x="2896" y="89765"/>
                  </a:lnTo>
                  <a:lnTo>
                    <a:pt x="2896" y="87045"/>
                  </a:lnTo>
                  <a:lnTo>
                    <a:pt x="2896" y="84325"/>
                  </a:lnTo>
                  <a:lnTo>
                    <a:pt x="2896" y="81605"/>
                  </a:lnTo>
                  <a:lnTo>
                    <a:pt x="2896" y="78884"/>
                  </a:lnTo>
                  <a:lnTo>
                    <a:pt x="2896" y="76164"/>
                  </a:lnTo>
                  <a:lnTo>
                    <a:pt x="2897" y="73444"/>
                  </a:lnTo>
                  <a:lnTo>
                    <a:pt x="2897" y="70724"/>
                  </a:lnTo>
                  <a:lnTo>
                    <a:pt x="2897" y="68004"/>
                  </a:lnTo>
                  <a:lnTo>
                    <a:pt x="2897" y="65284"/>
                  </a:lnTo>
                  <a:lnTo>
                    <a:pt x="2897" y="62563"/>
                  </a:lnTo>
                  <a:lnTo>
                    <a:pt x="2897" y="59843"/>
                  </a:lnTo>
                  <a:lnTo>
                    <a:pt x="2898" y="57123"/>
                  </a:lnTo>
                  <a:lnTo>
                    <a:pt x="2898" y="54403"/>
                  </a:lnTo>
                  <a:lnTo>
                    <a:pt x="2899" y="51683"/>
                  </a:lnTo>
                  <a:lnTo>
                    <a:pt x="2899" y="48963"/>
                  </a:lnTo>
                  <a:lnTo>
                    <a:pt x="2899" y="46242"/>
                  </a:lnTo>
                  <a:lnTo>
                    <a:pt x="2900" y="43522"/>
                  </a:lnTo>
                  <a:lnTo>
                    <a:pt x="2900" y="40802"/>
                  </a:lnTo>
                  <a:lnTo>
                    <a:pt x="2901" y="38082"/>
                  </a:lnTo>
                  <a:lnTo>
                    <a:pt x="2902" y="35362"/>
                  </a:lnTo>
                  <a:lnTo>
                    <a:pt x="2902" y="32642"/>
                  </a:lnTo>
                  <a:lnTo>
                    <a:pt x="2903" y="29921"/>
                  </a:lnTo>
                  <a:lnTo>
                    <a:pt x="2904" y="27201"/>
                  </a:lnTo>
                  <a:lnTo>
                    <a:pt x="2904" y="24481"/>
                  </a:lnTo>
                  <a:lnTo>
                    <a:pt x="2905" y="21761"/>
                  </a:lnTo>
                  <a:lnTo>
                    <a:pt x="2906" y="19041"/>
                  </a:lnTo>
                  <a:lnTo>
                    <a:pt x="2907" y="16321"/>
                  </a:lnTo>
                  <a:lnTo>
                    <a:pt x="2908" y="13600"/>
                  </a:lnTo>
                  <a:lnTo>
                    <a:pt x="2909" y="10880"/>
                  </a:lnTo>
                  <a:lnTo>
                    <a:pt x="2911" y="8160"/>
                  </a:lnTo>
                  <a:lnTo>
                    <a:pt x="2912" y="5440"/>
                  </a:lnTo>
                  <a:lnTo>
                    <a:pt x="2913" y="2720"/>
                  </a:lnTo>
                  <a:lnTo>
                    <a:pt x="2989" y="0"/>
                  </a:lnTo>
                  <a:lnTo>
                    <a:pt x="2990" y="2720"/>
                  </a:lnTo>
                  <a:lnTo>
                    <a:pt x="2991" y="5440"/>
                  </a:lnTo>
                  <a:lnTo>
                    <a:pt x="2992" y="8160"/>
                  </a:lnTo>
                  <a:lnTo>
                    <a:pt x="2993" y="10880"/>
                  </a:lnTo>
                  <a:lnTo>
                    <a:pt x="2995" y="13600"/>
                  </a:lnTo>
                  <a:lnTo>
                    <a:pt x="2996" y="16321"/>
                  </a:lnTo>
                  <a:lnTo>
                    <a:pt x="2997" y="19041"/>
                  </a:lnTo>
                  <a:lnTo>
                    <a:pt x="2998" y="21761"/>
                  </a:lnTo>
                  <a:lnTo>
                    <a:pt x="2998" y="24481"/>
                  </a:lnTo>
                  <a:lnTo>
                    <a:pt x="2999" y="27201"/>
                  </a:lnTo>
                  <a:lnTo>
                    <a:pt x="3000" y="29921"/>
                  </a:lnTo>
                  <a:lnTo>
                    <a:pt x="3001" y="32642"/>
                  </a:lnTo>
                  <a:lnTo>
                    <a:pt x="3001" y="35362"/>
                  </a:lnTo>
                  <a:lnTo>
                    <a:pt x="3002" y="38082"/>
                  </a:lnTo>
                  <a:lnTo>
                    <a:pt x="3002" y="40802"/>
                  </a:lnTo>
                  <a:lnTo>
                    <a:pt x="3003" y="43522"/>
                  </a:lnTo>
                  <a:lnTo>
                    <a:pt x="3003" y="46242"/>
                  </a:lnTo>
                  <a:lnTo>
                    <a:pt x="3004" y="48963"/>
                  </a:lnTo>
                  <a:lnTo>
                    <a:pt x="3004" y="51683"/>
                  </a:lnTo>
                  <a:lnTo>
                    <a:pt x="3005" y="54403"/>
                  </a:lnTo>
                  <a:lnTo>
                    <a:pt x="3005" y="57123"/>
                  </a:lnTo>
                  <a:lnTo>
                    <a:pt x="3005" y="59843"/>
                  </a:lnTo>
                  <a:lnTo>
                    <a:pt x="3006" y="62563"/>
                  </a:lnTo>
                  <a:lnTo>
                    <a:pt x="3006" y="65284"/>
                  </a:lnTo>
                  <a:lnTo>
                    <a:pt x="3006" y="68004"/>
                  </a:lnTo>
                  <a:lnTo>
                    <a:pt x="3006" y="70724"/>
                  </a:lnTo>
                  <a:lnTo>
                    <a:pt x="3006" y="73444"/>
                  </a:lnTo>
                  <a:lnTo>
                    <a:pt x="3006" y="76164"/>
                  </a:lnTo>
                  <a:lnTo>
                    <a:pt x="3006" y="78884"/>
                  </a:lnTo>
                  <a:lnTo>
                    <a:pt x="3007" y="81605"/>
                  </a:lnTo>
                  <a:lnTo>
                    <a:pt x="3007" y="84325"/>
                  </a:lnTo>
                  <a:lnTo>
                    <a:pt x="3007" y="87045"/>
                  </a:lnTo>
                  <a:lnTo>
                    <a:pt x="3007" y="89765"/>
                  </a:lnTo>
                  <a:lnTo>
                    <a:pt x="3007" y="92485"/>
                  </a:lnTo>
                  <a:lnTo>
                    <a:pt x="3007" y="95205"/>
                  </a:lnTo>
                  <a:lnTo>
                    <a:pt x="3007" y="97926"/>
                  </a:lnTo>
                  <a:lnTo>
                    <a:pt x="3007" y="100646"/>
                  </a:lnTo>
                  <a:lnTo>
                    <a:pt x="3007" y="103366"/>
                  </a:lnTo>
                  <a:lnTo>
                    <a:pt x="3007" y="106086"/>
                  </a:lnTo>
                  <a:lnTo>
                    <a:pt x="3007" y="108806"/>
                  </a:lnTo>
                  <a:lnTo>
                    <a:pt x="3008" y="111526"/>
                  </a:lnTo>
                  <a:lnTo>
                    <a:pt x="3008" y="114247"/>
                  </a:lnTo>
                  <a:lnTo>
                    <a:pt x="3009" y="116967"/>
                  </a:lnTo>
                  <a:lnTo>
                    <a:pt x="3009" y="119687"/>
                  </a:lnTo>
                  <a:lnTo>
                    <a:pt x="3010" y="122407"/>
                  </a:lnTo>
                  <a:lnTo>
                    <a:pt x="3011" y="125127"/>
                  </a:lnTo>
                  <a:lnTo>
                    <a:pt x="3013" y="127847"/>
                  </a:lnTo>
                  <a:lnTo>
                    <a:pt x="3014" y="130568"/>
                  </a:lnTo>
                  <a:lnTo>
                    <a:pt x="3016" y="133288"/>
                  </a:lnTo>
                  <a:lnTo>
                    <a:pt x="3018" y="136008"/>
                  </a:lnTo>
                  <a:lnTo>
                    <a:pt x="3020" y="138728"/>
                  </a:lnTo>
                  <a:lnTo>
                    <a:pt x="3022" y="141448"/>
                  </a:lnTo>
                  <a:lnTo>
                    <a:pt x="3024" y="144168"/>
                  </a:lnTo>
                  <a:lnTo>
                    <a:pt x="3027" y="146889"/>
                  </a:lnTo>
                  <a:lnTo>
                    <a:pt x="3030" y="149609"/>
                  </a:lnTo>
                  <a:lnTo>
                    <a:pt x="3033" y="152329"/>
                  </a:lnTo>
                  <a:lnTo>
                    <a:pt x="3036" y="155049"/>
                  </a:lnTo>
                  <a:lnTo>
                    <a:pt x="3039" y="157769"/>
                  </a:lnTo>
                  <a:lnTo>
                    <a:pt x="3043" y="160490"/>
                  </a:lnTo>
                  <a:lnTo>
                    <a:pt x="3047" y="163210"/>
                  </a:lnTo>
                  <a:lnTo>
                    <a:pt x="3051" y="165930"/>
                  </a:lnTo>
                  <a:lnTo>
                    <a:pt x="3054" y="168650"/>
                  </a:lnTo>
                  <a:lnTo>
                    <a:pt x="3058" y="171370"/>
                  </a:lnTo>
                  <a:lnTo>
                    <a:pt x="3062" y="174090"/>
                  </a:lnTo>
                  <a:lnTo>
                    <a:pt x="3066" y="176811"/>
                  </a:lnTo>
                  <a:lnTo>
                    <a:pt x="3070" y="179531"/>
                  </a:lnTo>
                  <a:lnTo>
                    <a:pt x="3074" y="182251"/>
                  </a:lnTo>
                  <a:lnTo>
                    <a:pt x="3078" y="184971"/>
                  </a:lnTo>
                  <a:lnTo>
                    <a:pt x="3082" y="187691"/>
                  </a:lnTo>
                  <a:lnTo>
                    <a:pt x="3086" y="190411"/>
                  </a:lnTo>
                  <a:lnTo>
                    <a:pt x="3090" y="193132"/>
                  </a:lnTo>
                  <a:lnTo>
                    <a:pt x="3093" y="195852"/>
                  </a:lnTo>
                  <a:lnTo>
                    <a:pt x="3097" y="198572"/>
                  </a:lnTo>
                  <a:lnTo>
                    <a:pt x="3100" y="201292"/>
                  </a:lnTo>
                  <a:lnTo>
                    <a:pt x="3103" y="204012"/>
                  </a:lnTo>
                  <a:lnTo>
                    <a:pt x="3106" y="206732"/>
                  </a:lnTo>
                  <a:lnTo>
                    <a:pt x="3109" y="209453"/>
                  </a:lnTo>
                  <a:lnTo>
                    <a:pt x="3111" y="212173"/>
                  </a:lnTo>
                  <a:lnTo>
                    <a:pt x="3113" y="214893"/>
                  </a:lnTo>
                  <a:lnTo>
                    <a:pt x="3115" y="217613"/>
                  </a:lnTo>
                  <a:lnTo>
                    <a:pt x="3117" y="220333"/>
                  </a:lnTo>
                  <a:lnTo>
                    <a:pt x="3119" y="223053"/>
                  </a:lnTo>
                  <a:lnTo>
                    <a:pt x="3120" y="225774"/>
                  </a:lnTo>
                  <a:lnTo>
                    <a:pt x="3122" y="228494"/>
                  </a:lnTo>
                  <a:lnTo>
                    <a:pt x="3123" y="231214"/>
                  </a:lnTo>
                  <a:lnTo>
                    <a:pt x="3124" y="233934"/>
                  </a:lnTo>
                  <a:lnTo>
                    <a:pt x="3124" y="236654"/>
                  </a:lnTo>
                  <a:lnTo>
                    <a:pt x="3125" y="239374"/>
                  </a:lnTo>
                  <a:lnTo>
                    <a:pt x="3126" y="242095"/>
                  </a:lnTo>
                  <a:lnTo>
                    <a:pt x="3126" y="244815"/>
                  </a:lnTo>
                  <a:lnTo>
                    <a:pt x="3127" y="247535"/>
                  </a:lnTo>
                  <a:lnTo>
                    <a:pt x="3127" y="250255"/>
                  </a:lnTo>
                  <a:lnTo>
                    <a:pt x="3128" y="252975"/>
                  </a:lnTo>
                  <a:lnTo>
                    <a:pt x="3128" y="255695"/>
                  </a:lnTo>
                  <a:lnTo>
                    <a:pt x="3129" y="258416"/>
                  </a:lnTo>
                  <a:lnTo>
                    <a:pt x="3130" y="261136"/>
                  </a:lnTo>
                  <a:lnTo>
                    <a:pt x="3130" y="263856"/>
                  </a:lnTo>
                  <a:lnTo>
                    <a:pt x="3132" y="266576"/>
                  </a:lnTo>
                  <a:lnTo>
                    <a:pt x="3133" y="269296"/>
                  </a:lnTo>
                  <a:lnTo>
                    <a:pt x="3135" y="272016"/>
                  </a:lnTo>
                  <a:lnTo>
                    <a:pt x="3137" y="274737"/>
                  </a:lnTo>
                  <a:lnTo>
                    <a:pt x="3140" y="277457"/>
                  </a:lnTo>
                  <a:lnTo>
                    <a:pt x="3143" y="280177"/>
                  </a:lnTo>
                  <a:lnTo>
                    <a:pt x="3146" y="282897"/>
                  </a:lnTo>
                  <a:lnTo>
                    <a:pt x="3150" y="285617"/>
                  </a:lnTo>
                  <a:lnTo>
                    <a:pt x="3154" y="288337"/>
                  </a:lnTo>
                  <a:lnTo>
                    <a:pt x="3159" y="291058"/>
                  </a:lnTo>
                  <a:lnTo>
                    <a:pt x="3165" y="293778"/>
                  </a:lnTo>
                  <a:lnTo>
                    <a:pt x="3171" y="296498"/>
                  </a:lnTo>
                  <a:lnTo>
                    <a:pt x="3177" y="299218"/>
                  </a:lnTo>
                  <a:lnTo>
                    <a:pt x="3185" y="301938"/>
                  </a:lnTo>
                  <a:lnTo>
                    <a:pt x="3192" y="304659"/>
                  </a:lnTo>
                  <a:lnTo>
                    <a:pt x="3200" y="307379"/>
                  </a:lnTo>
                  <a:lnTo>
                    <a:pt x="3209" y="310099"/>
                  </a:lnTo>
                  <a:lnTo>
                    <a:pt x="3218" y="312819"/>
                  </a:lnTo>
                  <a:lnTo>
                    <a:pt x="3227" y="315539"/>
                  </a:lnTo>
                  <a:lnTo>
                    <a:pt x="3237" y="318259"/>
                  </a:lnTo>
                  <a:lnTo>
                    <a:pt x="3247" y="320980"/>
                  </a:lnTo>
                  <a:lnTo>
                    <a:pt x="3258" y="323700"/>
                  </a:lnTo>
                  <a:lnTo>
                    <a:pt x="3269" y="326420"/>
                  </a:lnTo>
                  <a:lnTo>
                    <a:pt x="3280" y="329140"/>
                  </a:lnTo>
                  <a:lnTo>
                    <a:pt x="3291" y="331860"/>
                  </a:lnTo>
                  <a:lnTo>
                    <a:pt x="3303" y="334580"/>
                  </a:lnTo>
                  <a:lnTo>
                    <a:pt x="3314" y="337301"/>
                  </a:lnTo>
                  <a:lnTo>
                    <a:pt x="3326" y="340021"/>
                  </a:lnTo>
                  <a:lnTo>
                    <a:pt x="3338" y="342741"/>
                  </a:lnTo>
                  <a:lnTo>
                    <a:pt x="3350" y="345461"/>
                  </a:lnTo>
                  <a:lnTo>
                    <a:pt x="3362" y="348181"/>
                  </a:lnTo>
                  <a:lnTo>
                    <a:pt x="3374" y="350901"/>
                  </a:lnTo>
                  <a:lnTo>
                    <a:pt x="3386" y="353622"/>
                  </a:lnTo>
                  <a:lnTo>
                    <a:pt x="3399" y="356342"/>
                  </a:lnTo>
                  <a:lnTo>
                    <a:pt x="3411" y="359062"/>
                  </a:lnTo>
                  <a:lnTo>
                    <a:pt x="3424" y="361782"/>
                  </a:lnTo>
                  <a:lnTo>
                    <a:pt x="3437" y="364502"/>
                  </a:lnTo>
                  <a:lnTo>
                    <a:pt x="3450" y="367222"/>
                  </a:lnTo>
                  <a:lnTo>
                    <a:pt x="3463" y="369943"/>
                  </a:lnTo>
                  <a:lnTo>
                    <a:pt x="3477" y="372663"/>
                  </a:lnTo>
                  <a:lnTo>
                    <a:pt x="3491" y="375383"/>
                  </a:lnTo>
                  <a:lnTo>
                    <a:pt x="3506" y="378103"/>
                  </a:lnTo>
                  <a:lnTo>
                    <a:pt x="3521" y="380823"/>
                  </a:lnTo>
                  <a:lnTo>
                    <a:pt x="3536" y="383543"/>
                  </a:lnTo>
                  <a:lnTo>
                    <a:pt x="3552" y="386264"/>
                  </a:lnTo>
                  <a:lnTo>
                    <a:pt x="3568" y="388984"/>
                  </a:lnTo>
                  <a:lnTo>
                    <a:pt x="3584" y="391704"/>
                  </a:lnTo>
                  <a:lnTo>
                    <a:pt x="3601" y="394424"/>
                  </a:lnTo>
                  <a:lnTo>
                    <a:pt x="3619" y="397144"/>
                  </a:lnTo>
                  <a:lnTo>
                    <a:pt x="3637" y="399864"/>
                  </a:lnTo>
                  <a:lnTo>
                    <a:pt x="3655" y="402585"/>
                  </a:lnTo>
                  <a:lnTo>
                    <a:pt x="3674" y="405305"/>
                  </a:lnTo>
                  <a:lnTo>
                    <a:pt x="3692" y="408025"/>
                  </a:lnTo>
                  <a:lnTo>
                    <a:pt x="3711" y="410745"/>
                  </a:lnTo>
                  <a:lnTo>
                    <a:pt x="3730" y="413465"/>
                  </a:lnTo>
                  <a:lnTo>
                    <a:pt x="3750" y="416185"/>
                  </a:lnTo>
                  <a:lnTo>
                    <a:pt x="3769" y="418906"/>
                  </a:lnTo>
                  <a:lnTo>
                    <a:pt x="3788" y="421626"/>
                  </a:lnTo>
                  <a:lnTo>
                    <a:pt x="3806" y="424346"/>
                  </a:lnTo>
                  <a:lnTo>
                    <a:pt x="3825" y="427066"/>
                  </a:lnTo>
                  <a:lnTo>
                    <a:pt x="3843" y="429786"/>
                  </a:lnTo>
                  <a:lnTo>
                    <a:pt x="3860" y="432506"/>
                  </a:lnTo>
                  <a:lnTo>
                    <a:pt x="3877" y="435227"/>
                  </a:lnTo>
                  <a:lnTo>
                    <a:pt x="3894" y="437947"/>
                  </a:lnTo>
                  <a:lnTo>
                    <a:pt x="3909" y="440667"/>
                  </a:lnTo>
                  <a:lnTo>
                    <a:pt x="3924" y="443387"/>
                  </a:lnTo>
                  <a:lnTo>
                    <a:pt x="3939" y="446107"/>
                  </a:lnTo>
                  <a:lnTo>
                    <a:pt x="3952" y="448828"/>
                  </a:lnTo>
                  <a:lnTo>
                    <a:pt x="3965" y="451548"/>
                  </a:lnTo>
                  <a:lnTo>
                    <a:pt x="3977" y="454268"/>
                  </a:lnTo>
                  <a:lnTo>
                    <a:pt x="3988" y="456988"/>
                  </a:lnTo>
                  <a:lnTo>
                    <a:pt x="3998" y="459708"/>
                  </a:lnTo>
                  <a:lnTo>
                    <a:pt x="4008" y="462428"/>
                  </a:lnTo>
                  <a:lnTo>
                    <a:pt x="4017" y="465149"/>
                  </a:lnTo>
                  <a:lnTo>
                    <a:pt x="4026" y="467869"/>
                  </a:lnTo>
                  <a:lnTo>
                    <a:pt x="4034" y="470589"/>
                  </a:lnTo>
                  <a:lnTo>
                    <a:pt x="4041" y="473309"/>
                  </a:lnTo>
                  <a:lnTo>
                    <a:pt x="4048" y="476029"/>
                  </a:lnTo>
                  <a:lnTo>
                    <a:pt x="4055" y="478749"/>
                  </a:lnTo>
                  <a:lnTo>
                    <a:pt x="4062" y="481470"/>
                  </a:lnTo>
                  <a:lnTo>
                    <a:pt x="4069" y="484190"/>
                  </a:lnTo>
                  <a:lnTo>
                    <a:pt x="4075" y="486910"/>
                  </a:lnTo>
                  <a:lnTo>
                    <a:pt x="4082" y="489630"/>
                  </a:lnTo>
                  <a:lnTo>
                    <a:pt x="4089" y="492350"/>
                  </a:lnTo>
                  <a:lnTo>
                    <a:pt x="4096" y="495070"/>
                  </a:lnTo>
                  <a:lnTo>
                    <a:pt x="4104" y="497791"/>
                  </a:lnTo>
                  <a:lnTo>
                    <a:pt x="4111" y="500511"/>
                  </a:lnTo>
                  <a:lnTo>
                    <a:pt x="4120" y="503231"/>
                  </a:lnTo>
                  <a:lnTo>
                    <a:pt x="4128" y="505951"/>
                  </a:lnTo>
                  <a:lnTo>
                    <a:pt x="4138" y="508671"/>
                  </a:lnTo>
                  <a:lnTo>
                    <a:pt x="4148" y="511391"/>
                  </a:lnTo>
                  <a:lnTo>
                    <a:pt x="4158" y="514112"/>
                  </a:lnTo>
                  <a:lnTo>
                    <a:pt x="4169" y="516832"/>
                  </a:lnTo>
                  <a:lnTo>
                    <a:pt x="4181" y="519552"/>
                  </a:lnTo>
                  <a:lnTo>
                    <a:pt x="4194" y="522272"/>
                  </a:lnTo>
                  <a:lnTo>
                    <a:pt x="4207" y="524992"/>
                  </a:lnTo>
                  <a:lnTo>
                    <a:pt x="4221" y="527712"/>
                  </a:lnTo>
                  <a:lnTo>
                    <a:pt x="4236" y="530433"/>
                  </a:lnTo>
                  <a:lnTo>
                    <a:pt x="4252" y="533153"/>
                  </a:lnTo>
                  <a:lnTo>
                    <a:pt x="4268" y="535873"/>
                  </a:lnTo>
                  <a:lnTo>
                    <a:pt x="4285" y="538593"/>
                  </a:lnTo>
                  <a:lnTo>
                    <a:pt x="4304" y="541313"/>
                  </a:lnTo>
                  <a:lnTo>
                    <a:pt x="4323" y="544033"/>
                  </a:lnTo>
                  <a:lnTo>
                    <a:pt x="4343" y="546754"/>
                  </a:lnTo>
                  <a:lnTo>
                    <a:pt x="4363" y="549474"/>
                  </a:lnTo>
                  <a:lnTo>
                    <a:pt x="4385" y="552194"/>
                  </a:lnTo>
                  <a:lnTo>
                    <a:pt x="4408" y="554914"/>
                  </a:lnTo>
                  <a:lnTo>
                    <a:pt x="4432" y="557634"/>
                  </a:lnTo>
                  <a:lnTo>
                    <a:pt x="4456" y="560354"/>
                  </a:lnTo>
                  <a:lnTo>
                    <a:pt x="4482" y="563075"/>
                  </a:lnTo>
                  <a:lnTo>
                    <a:pt x="4509" y="565795"/>
                  </a:lnTo>
                  <a:lnTo>
                    <a:pt x="4536" y="568515"/>
                  </a:lnTo>
                  <a:lnTo>
                    <a:pt x="4565" y="571235"/>
                  </a:lnTo>
                  <a:lnTo>
                    <a:pt x="4594" y="573955"/>
                  </a:lnTo>
                  <a:lnTo>
                    <a:pt x="4625" y="576675"/>
                  </a:lnTo>
                  <a:lnTo>
                    <a:pt x="4656" y="579396"/>
                  </a:lnTo>
                  <a:lnTo>
                    <a:pt x="4688" y="582116"/>
                  </a:lnTo>
                  <a:lnTo>
                    <a:pt x="4721" y="584836"/>
                  </a:lnTo>
                  <a:lnTo>
                    <a:pt x="4754" y="587556"/>
                  </a:lnTo>
                  <a:lnTo>
                    <a:pt x="4788" y="590276"/>
                  </a:lnTo>
                  <a:lnTo>
                    <a:pt x="4823" y="592997"/>
                  </a:lnTo>
                  <a:lnTo>
                    <a:pt x="4857" y="595717"/>
                  </a:lnTo>
                  <a:lnTo>
                    <a:pt x="4892" y="598437"/>
                  </a:lnTo>
                  <a:lnTo>
                    <a:pt x="4928" y="601157"/>
                  </a:lnTo>
                  <a:lnTo>
                    <a:pt x="4963" y="603877"/>
                  </a:lnTo>
                  <a:lnTo>
                    <a:pt x="4997" y="606597"/>
                  </a:lnTo>
                  <a:lnTo>
                    <a:pt x="5032" y="609318"/>
                  </a:lnTo>
                  <a:lnTo>
                    <a:pt x="5066" y="612038"/>
                  </a:lnTo>
                  <a:lnTo>
                    <a:pt x="5100" y="614758"/>
                  </a:lnTo>
                  <a:lnTo>
                    <a:pt x="5125" y="616850"/>
                  </a:lnTo>
                  <a:lnTo>
                    <a:pt x="5132" y="617478"/>
                  </a:lnTo>
                  <a:lnTo>
                    <a:pt x="5164" y="620198"/>
                  </a:lnTo>
                  <a:lnTo>
                    <a:pt x="5196" y="622918"/>
                  </a:lnTo>
                  <a:lnTo>
                    <a:pt x="5225" y="625639"/>
                  </a:lnTo>
                  <a:lnTo>
                    <a:pt x="5254" y="628359"/>
                  </a:lnTo>
                  <a:lnTo>
                    <a:pt x="5282" y="631079"/>
                  </a:lnTo>
                  <a:lnTo>
                    <a:pt x="5309" y="633799"/>
                  </a:lnTo>
                  <a:lnTo>
                    <a:pt x="5334" y="636519"/>
                  </a:lnTo>
                  <a:lnTo>
                    <a:pt x="5358" y="639239"/>
                  </a:lnTo>
                  <a:lnTo>
                    <a:pt x="5381" y="641960"/>
                  </a:lnTo>
                  <a:lnTo>
                    <a:pt x="5403" y="644680"/>
                  </a:lnTo>
                  <a:lnTo>
                    <a:pt x="5424" y="647400"/>
                  </a:lnTo>
                  <a:lnTo>
                    <a:pt x="5443" y="650120"/>
                  </a:lnTo>
                  <a:lnTo>
                    <a:pt x="5462" y="652840"/>
                  </a:lnTo>
                  <a:lnTo>
                    <a:pt x="5480" y="655560"/>
                  </a:lnTo>
                  <a:lnTo>
                    <a:pt x="5497" y="658281"/>
                  </a:lnTo>
                  <a:lnTo>
                    <a:pt x="5513" y="661001"/>
                  </a:lnTo>
                  <a:lnTo>
                    <a:pt x="5529" y="663721"/>
                  </a:lnTo>
                  <a:lnTo>
                    <a:pt x="5544" y="666441"/>
                  </a:lnTo>
                  <a:lnTo>
                    <a:pt x="5559" y="669161"/>
                  </a:lnTo>
                  <a:lnTo>
                    <a:pt x="5574" y="671881"/>
                  </a:lnTo>
                  <a:lnTo>
                    <a:pt x="5588" y="674602"/>
                  </a:lnTo>
                  <a:lnTo>
                    <a:pt x="5603" y="677322"/>
                  </a:lnTo>
                  <a:lnTo>
                    <a:pt x="5617" y="680042"/>
                  </a:lnTo>
                  <a:lnTo>
                    <a:pt x="5632" y="682762"/>
                  </a:lnTo>
                  <a:lnTo>
                    <a:pt x="5646" y="685482"/>
                  </a:lnTo>
                  <a:lnTo>
                    <a:pt x="5661" y="688202"/>
                  </a:lnTo>
                  <a:lnTo>
                    <a:pt x="5676" y="690923"/>
                  </a:lnTo>
                  <a:lnTo>
                    <a:pt x="5691" y="693643"/>
                  </a:lnTo>
                  <a:lnTo>
                    <a:pt x="5707" y="696363"/>
                  </a:lnTo>
                  <a:lnTo>
                    <a:pt x="5722" y="699083"/>
                  </a:lnTo>
                  <a:lnTo>
                    <a:pt x="5737" y="701803"/>
                  </a:lnTo>
                  <a:lnTo>
                    <a:pt x="5752" y="704523"/>
                  </a:lnTo>
                  <a:lnTo>
                    <a:pt x="5767" y="707244"/>
                  </a:lnTo>
                  <a:lnTo>
                    <a:pt x="5782" y="709964"/>
                  </a:lnTo>
                  <a:lnTo>
                    <a:pt x="5797" y="712684"/>
                  </a:lnTo>
                  <a:lnTo>
                    <a:pt x="5811" y="715404"/>
                  </a:lnTo>
                  <a:lnTo>
                    <a:pt x="5824" y="718124"/>
                  </a:lnTo>
                  <a:lnTo>
                    <a:pt x="5837" y="720844"/>
                  </a:lnTo>
                  <a:lnTo>
                    <a:pt x="5849" y="723565"/>
                  </a:lnTo>
                  <a:lnTo>
                    <a:pt x="5859" y="726285"/>
                  </a:lnTo>
                  <a:lnTo>
                    <a:pt x="5869" y="729005"/>
                  </a:lnTo>
                  <a:lnTo>
                    <a:pt x="5878" y="731725"/>
                  </a:lnTo>
                  <a:lnTo>
                    <a:pt x="5885" y="734445"/>
                  </a:lnTo>
                  <a:lnTo>
                    <a:pt x="5892" y="737165"/>
                  </a:lnTo>
                  <a:lnTo>
                    <a:pt x="5894" y="738189"/>
                  </a:lnTo>
                  <a:lnTo>
                    <a:pt x="5897" y="739886"/>
                  </a:lnTo>
                  <a:lnTo>
                    <a:pt x="5900" y="742606"/>
                  </a:lnTo>
                  <a:lnTo>
                    <a:pt x="5902" y="745326"/>
                  </a:lnTo>
                  <a:lnTo>
                    <a:pt x="5903" y="748046"/>
                  </a:lnTo>
                  <a:lnTo>
                    <a:pt x="5903" y="750766"/>
                  </a:lnTo>
                  <a:lnTo>
                    <a:pt x="5901" y="753487"/>
                  </a:lnTo>
                  <a:lnTo>
                    <a:pt x="5898" y="756207"/>
                  </a:lnTo>
                  <a:lnTo>
                    <a:pt x="5894" y="758927"/>
                  </a:lnTo>
                  <a:lnTo>
                    <a:pt x="5888" y="761647"/>
                  </a:lnTo>
                  <a:lnTo>
                    <a:pt x="5882" y="764367"/>
                  </a:lnTo>
                  <a:lnTo>
                    <a:pt x="5874" y="767087"/>
                  </a:lnTo>
                  <a:lnTo>
                    <a:pt x="5866" y="769808"/>
                  </a:lnTo>
                  <a:lnTo>
                    <a:pt x="5856" y="772528"/>
                  </a:lnTo>
                  <a:lnTo>
                    <a:pt x="5847" y="775248"/>
                  </a:lnTo>
                  <a:lnTo>
                    <a:pt x="5836" y="777968"/>
                  </a:lnTo>
                  <a:lnTo>
                    <a:pt x="5825" y="780688"/>
                  </a:lnTo>
                  <a:lnTo>
                    <a:pt x="5814" y="783408"/>
                  </a:lnTo>
                  <a:lnTo>
                    <a:pt x="5802" y="786129"/>
                  </a:lnTo>
                  <a:lnTo>
                    <a:pt x="5790" y="788849"/>
                  </a:lnTo>
                  <a:lnTo>
                    <a:pt x="5777" y="791569"/>
                  </a:lnTo>
                  <a:lnTo>
                    <a:pt x="5765" y="794289"/>
                  </a:lnTo>
                  <a:lnTo>
                    <a:pt x="5752" y="797009"/>
                  </a:lnTo>
                  <a:lnTo>
                    <a:pt x="5739" y="799729"/>
                  </a:lnTo>
                  <a:lnTo>
                    <a:pt x="5726" y="802450"/>
                  </a:lnTo>
                  <a:lnTo>
                    <a:pt x="5712" y="805170"/>
                  </a:lnTo>
                  <a:lnTo>
                    <a:pt x="5698" y="807890"/>
                  </a:lnTo>
                  <a:lnTo>
                    <a:pt x="5684" y="810610"/>
                  </a:lnTo>
                  <a:lnTo>
                    <a:pt x="5669" y="813330"/>
                  </a:lnTo>
                  <a:lnTo>
                    <a:pt x="5653" y="816050"/>
                  </a:lnTo>
                  <a:lnTo>
                    <a:pt x="5637" y="818771"/>
                  </a:lnTo>
                  <a:lnTo>
                    <a:pt x="5619" y="821491"/>
                  </a:lnTo>
                  <a:lnTo>
                    <a:pt x="5601" y="824211"/>
                  </a:lnTo>
                  <a:lnTo>
                    <a:pt x="5582" y="826931"/>
                  </a:lnTo>
                  <a:lnTo>
                    <a:pt x="5562" y="829651"/>
                  </a:lnTo>
                  <a:lnTo>
                    <a:pt x="5540" y="832371"/>
                  </a:lnTo>
                  <a:lnTo>
                    <a:pt x="5517" y="835092"/>
                  </a:lnTo>
                  <a:lnTo>
                    <a:pt x="5493" y="837812"/>
                  </a:lnTo>
                  <a:lnTo>
                    <a:pt x="5467" y="840532"/>
                  </a:lnTo>
                  <a:lnTo>
                    <a:pt x="5440" y="843252"/>
                  </a:lnTo>
                  <a:lnTo>
                    <a:pt x="5411" y="845972"/>
                  </a:lnTo>
                  <a:lnTo>
                    <a:pt x="5381" y="848692"/>
                  </a:lnTo>
                  <a:lnTo>
                    <a:pt x="5350" y="851413"/>
                  </a:lnTo>
                  <a:lnTo>
                    <a:pt x="5317" y="854133"/>
                  </a:lnTo>
                  <a:lnTo>
                    <a:pt x="5289" y="856414"/>
                  </a:lnTo>
                  <a:lnTo>
                    <a:pt x="5284" y="856853"/>
                  </a:lnTo>
                  <a:lnTo>
                    <a:pt x="5249" y="859573"/>
                  </a:lnTo>
                  <a:lnTo>
                    <a:pt x="5213" y="862293"/>
                  </a:lnTo>
                  <a:lnTo>
                    <a:pt x="5177" y="865013"/>
                  </a:lnTo>
                  <a:lnTo>
                    <a:pt x="5140" y="867734"/>
                  </a:lnTo>
                  <a:lnTo>
                    <a:pt x="5103" y="870454"/>
                  </a:lnTo>
                  <a:lnTo>
                    <a:pt x="5066" y="873174"/>
                  </a:lnTo>
                  <a:lnTo>
                    <a:pt x="5029" y="875894"/>
                  </a:lnTo>
                  <a:lnTo>
                    <a:pt x="4992" y="878614"/>
                  </a:lnTo>
                  <a:lnTo>
                    <a:pt x="4956" y="881334"/>
                  </a:lnTo>
                  <a:lnTo>
                    <a:pt x="4921" y="884055"/>
                  </a:lnTo>
                  <a:lnTo>
                    <a:pt x="4887" y="886775"/>
                  </a:lnTo>
                  <a:lnTo>
                    <a:pt x="4855" y="889495"/>
                  </a:lnTo>
                  <a:lnTo>
                    <a:pt x="4823" y="892215"/>
                  </a:lnTo>
                  <a:lnTo>
                    <a:pt x="4793" y="894935"/>
                  </a:lnTo>
                  <a:lnTo>
                    <a:pt x="4765" y="897656"/>
                  </a:lnTo>
                  <a:lnTo>
                    <a:pt x="4739" y="900376"/>
                  </a:lnTo>
                  <a:lnTo>
                    <a:pt x="4714" y="903096"/>
                  </a:lnTo>
                  <a:lnTo>
                    <a:pt x="4692" y="905816"/>
                  </a:lnTo>
                  <a:lnTo>
                    <a:pt x="4671" y="908536"/>
                  </a:lnTo>
                  <a:lnTo>
                    <a:pt x="4652" y="911256"/>
                  </a:lnTo>
                  <a:lnTo>
                    <a:pt x="4634" y="913977"/>
                  </a:lnTo>
                  <a:lnTo>
                    <a:pt x="4619" y="916697"/>
                  </a:lnTo>
                  <a:lnTo>
                    <a:pt x="4605" y="919417"/>
                  </a:lnTo>
                  <a:lnTo>
                    <a:pt x="4592" y="922137"/>
                  </a:lnTo>
                  <a:lnTo>
                    <a:pt x="4581" y="924857"/>
                  </a:lnTo>
                  <a:lnTo>
                    <a:pt x="4570" y="927577"/>
                  </a:lnTo>
                  <a:lnTo>
                    <a:pt x="4561" y="930298"/>
                  </a:lnTo>
                  <a:lnTo>
                    <a:pt x="4552" y="933018"/>
                  </a:lnTo>
                  <a:lnTo>
                    <a:pt x="4544" y="935738"/>
                  </a:lnTo>
                  <a:lnTo>
                    <a:pt x="4536" y="938458"/>
                  </a:lnTo>
                  <a:lnTo>
                    <a:pt x="4528" y="941178"/>
                  </a:lnTo>
                  <a:lnTo>
                    <a:pt x="4520" y="943898"/>
                  </a:lnTo>
                  <a:lnTo>
                    <a:pt x="4512" y="946619"/>
                  </a:lnTo>
                  <a:lnTo>
                    <a:pt x="4504" y="949339"/>
                  </a:lnTo>
                  <a:lnTo>
                    <a:pt x="4495" y="952059"/>
                  </a:lnTo>
                  <a:lnTo>
                    <a:pt x="4485" y="954779"/>
                  </a:lnTo>
                  <a:lnTo>
                    <a:pt x="4475" y="957499"/>
                  </a:lnTo>
                  <a:lnTo>
                    <a:pt x="4464" y="960219"/>
                  </a:lnTo>
                  <a:lnTo>
                    <a:pt x="4451" y="962940"/>
                  </a:lnTo>
                  <a:lnTo>
                    <a:pt x="4438" y="965660"/>
                  </a:lnTo>
                  <a:lnTo>
                    <a:pt x="4424" y="968380"/>
                  </a:lnTo>
                  <a:lnTo>
                    <a:pt x="4408" y="971100"/>
                  </a:lnTo>
                  <a:lnTo>
                    <a:pt x="4392" y="973820"/>
                  </a:lnTo>
                  <a:lnTo>
                    <a:pt x="4374" y="976540"/>
                  </a:lnTo>
                  <a:lnTo>
                    <a:pt x="4356" y="979261"/>
                  </a:lnTo>
                  <a:lnTo>
                    <a:pt x="4336" y="981981"/>
                  </a:lnTo>
                  <a:lnTo>
                    <a:pt x="4316" y="984701"/>
                  </a:lnTo>
                  <a:lnTo>
                    <a:pt x="4294" y="987421"/>
                  </a:lnTo>
                  <a:lnTo>
                    <a:pt x="4272" y="990141"/>
                  </a:lnTo>
                  <a:lnTo>
                    <a:pt x="4248" y="992861"/>
                  </a:lnTo>
                  <a:lnTo>
                    <a:pt x="4225" y="995582"/>
                  </a:lnTo>
                  <a:lnTo>
                    <a:pt x="4200" y="998302"/>
                  </a:lnTo>
                  <a:lnTo>
                    <a:pt x="4175" y="1001022"/>
                  </a:lnTo>
                  <a:lnTo>
                    <a:pt x="4149" y="1003742"/>
                  </a:lnTo>
                  <a:lnTo>
                    <a:pt x="4123" y="1006462"/>
                  </a:lnTo>
                  <a:lnTo>
                    <a:pt x="4097" y="1009182"/>
                  </a:lnTo>
                  <a:lnTo>
                    <a:pt x="4070" y="1011903"/>
                  </a:lnTo>
                  <a:lnTo>
                    <a:pt x="4043" y="1014623"/>
                  </a:lnTo>
                  <a:lnTo>
                    <a:pt x="4016" y="1017343"/>
                  </a:lnTo>
                  <a:lnTo>
                    <a:pt x="3989" y="1020063"/>
                  </a:lnTo>
                  <a:lnTo>
                    <a:pt x="3962" y="1022783"/>
                  </a:lnTo>
                  <a:lnTo>
                    <a:pt x="3934" y="1025503"/>
                  </a:lnTo>
                  <a:lnTo>
                    <a:pt x="3907" y="1028224"/>
                  </a:lnTo>
                  <a:lnTo>
                    <a:pt x="3880" y="1030944"/>
                  </a:lnTo>
                  <a:lnTo>
                    <a:pt x="3853" y="1033664"/>
                  </a:lnTo>
                  <a:lnTo>
                    <a:pt x="3827" y="1036384"/>
                  </a:lnTo>
                  <a:lnTo>
                    <a:pt x="3800" y="1039104"/>
                  </a:lnTo>
                  <a:lnTo>
                    <a:pt x="3774" y="1041825"/>
                  </a:lnTo>
                  <a:lnTo>
                    <a:pt x="3748" y="1044545"/>
                  </a:lnTo>
                  <a:lnTo>
                    <a:pt x="3723" y="1047265"/>
                  </a:lnTo>
                  <a:lnTo>
                    <a:pt x="3698" y="1049985"/>
                  </a:lnTo>
                  <a:lnTo>
                    <a:pt x="3673" y="1052705"/>
                  </a:lnTo>
                  <a:lnTo>
                    <a:pt x="3648" y="1055425"/>
                  </a:lnTo>
                  <a:lnTo>
                    <a:pt x="3625" y="1058146"/>
                  </a:lnTo>
                  <a:lnTo>
                    <a:pt x="3601" y="1060866"/>
                  </a:lnTo>
                  <a:lnTo>
                    <a:pt x="3578" y="1063586"/>
                  </a:lnTo>
                  <a:lnTo>
                    <a:pt x="3556" y="1066306"/>
                  </a:lnTo>
                  <a:lnTo>
                    <a:pt x="3534" y="1069026"/>
                  </a:lnTo>
                  <a:lnTo>
                    <a:pt x="3513" y="1071746"/>
                  </a:lnTo>
                  <a:lnTo>
                    <a:pt x="3492" y="1074467"/>
                  </a:lnTo>
                  <a:lnTo>
                    <a:pt x="3472" y="1077187"/>
                  </a:lnTo>
                  <a:lnTo>
                    <a:pt x="3452" y="1079907"/>
                  </a:lnTo>
                  <a:lnTo>
                    <a:pt x="3433" y="1082627"/>
                  </a:lnTo>
                  <a:lnTo>
                    <a:pt x="3415" y="1085347"/>
                  </a:lnTo>
                  <a:lnTo>
                    <a:pt x="3397" y="1088067"/>
                  </a:lnTo>
                  <a:lnTo>
                    <a:pt x="3380" y="1090788"/>
                  </a:lnTo>
                  <a:lnTo>
                    <a:pt x="3364" y="1093508"/>
                  </a:lnTo>
                  <a:lnTo>
                    <a:pt x="3348" y="1096228"/>
                  </a:lnTo>
                  <a:lnTo>
                    <a:pt x="3333" y="1098948"/>
                  </a:lnTo>
                  <a:lnTo>
                    <a:pt x="3318" y="1101668"/>
                  </a:lnTo>
                  <a:lnTo>
                    <a:pt x="3304" y="1104388"/>
                  </a:lnTo>
                  <a:lnTo>
                    <a:pt x="3291" y="1107109"/>
                  </a:lnTo>
                  <a:lnTo>
                    <a:pt x="3278" y="1109829"/>
                  </a:lnTo>
                  <a:lnTo>
                    <a:pt x="3266" y="1112549"/>
                  </a:lnTo>
                  <a:lnTo>
                    <a:pt x="3254" y="1115269"/>
                  </a:lnTo>
                  <a:lnTo>
                    <a:pt x="3243" y="1117989"/>
                  </a:lnTo>
                  <a:lnTo>
                    <a:pt x="3232" y="1120709"/>
                  </a:lnTo>
                  <a:lnTo>
                    <a:pt x="3222" y="1123430"/>
                  </a:lnTo>
                  <a:lnTo>
                    <a:pt x="3212" y="1126150"/>
                  </a:lnTo>
                  <a:lnTo>
                    <a:pt x="3202" y="1128870"/>
                  </a:lnTo>
                  <a:lnTo>
                    <a:pt x="3194" y="1131590"/>
                  </a:lnTo>
                  <a:lnTo>
                    <a:pt x="3185" y="1134310"/>
                  </a:lnTo>
                  <a:lnTo>
                    <a:pt x="3177" y="1137030"/>
                  </a:lnTo>
                  <a:lnTo>
                    <a:pt x="3170" y="1139751"/>
                  </a:lnTo>
                  <a:lnTo>
                    <a:pt x="3162" y="1142471"/>
                  </a:lnTo>
                  <a:lnTo>
                    <a:pt x="3156" y="1145191"/>
                  </a:lnTo>
                  <a:lnTo>
                    <a:pt x="3149" y="1147911"/>
                  </a:lnTo>
                  <a:lnTo>
                    <a:pt x="3143" y="1150631"/>
                  </a:lnTo>
                  <a:lnTo>
                    <a:pt x="3137" y="1153351"/>
                  </a:lnTo>
                  <a:lnTo>
                    <a:pt x="3132" y="1156072"/>
                  </a:lnTo>
                  <a:lnTo>
                    <a:pt x="3127" y="1158792"/>
                  </a:lnTo>
                  <a:lnTo>
                    <a:pt x="3122" y="1161512"/>
                  </a:lnTo>
                  <a:lnTo>
                    <a:pt x="3118" y="1164232"/>
                  </a:lnTo>
                  <a:lnTo>
                    <a:pt x="3113" y="1166952"/>
                  </a:lnTo>
                  <a:lnTo>
                    <a:pt x="3110" y="1169672"/>
                  </a:lnTo>
                  <a:lnTo>
                    <a:pt x="3106" y="1172393"/>
                  </a:lnTo>
                  <a:lnTo>
                    <a:pt x="3103" y="1175113"/>
                  </a:lnTo>
                  <a:lnTo>
                    <a:pt x="3099" y="1177833"/>
                  </a:lnTo>
                  <a:lnTo>
                    <a:pt x="3096" y="1180553"/>
                  </a:lnTo>
                  <a:lnTo>
                    <a:pt x="3094" y="1183273"/>
                  </a:lnTo>
                  <a:lnTo>
                    <a:pt x="3091" y="1185994"/>
                  </a:lnTo>
                  <a:lnTo>
                    <a:pt x="3089" y="1188714"/>
                  </a:lnTo>
                  <a:lnTo>
                    <a:pt x="3086" y="1191434"/>
                  </a:lnTo>
                  <a:lnTo>
                    <a:pt x="3084" y="1194154"/>
                  </a:lnTo>
                  <a:lnTo>
                    <a:pt x="3082" y="1196874"/>
                  </a:lnTo>
                  <a:lnTo>
                    <a:pt x="3080" y="1199594"/>
                  </a:lnTo>
                  <a:lnTo>
                    <a:pt x="3078" y="1202315"/>
                  </a:lnTo>
                  <a:lnTo>
                    <a:pt x="3076" y="1205035"/>
                  </a:lnTo>
                  <a:lnTo>
                    <a:pt x="3074" y="1207755"/>
                  </a:lnTo>
                  <a:lnTo>
                    <a:pt x="3072" y="1210475"/>
                  </a:lnTo>
                  <a:lnTo>
                    <a:pt x="3070" y="1213195"/>
                  </a:lnTo>
                  <a:lnTo>
                    <a:pt x="3068" y="1215915"/>
                  </a:lnTo>
                  <a:lnTo>
                    <a:pt x="3065" y="1218636"/>
                  </a:lnTo>
                  <a:lnTo>
                    <a:pt x="3063" y="1221356"/>
                  </a:lnTo>
                  <a:lnTo>
                    <a:pt x="3061" y="1224076"/>
                  </a:lnTo>
                  <a:lnTo>
                    <a:pt x="3059" y="1226796"/>
                  </a:lnTo>
                  <a:lnTo>
                    <a:pt x="3056" y="1229516"/>
                  </a:lnTo>
                  <a:lnTo>
                    <a:pt x="3054" y="1232236"/>
                  </a:lnTo>
                  <a:lnTo>
                    <a:pt x="3051" y="1234957"/>
                  </a:lnTo>
                  <a:lnTo>
                    <a:pt x="3048" y="1237677"/>
                  </a:lnTo>
                  <a:lnTo>
                    <a:pt x="3046" y="1240397"/>
                  </a:lnTo>
                  <a:lnTo>
                    <a:pt x="3043" y="1243117"/>
                  </a:lnTo>
                  <a:lnTo>
                    <a:pt x="3040" y="1245837"/>
                  </a:lnTo>
                  <a:lnTo>
                    <a:pt x="3038" y="1248557"/>
                  </a:lnTo>
                  <a:lnTo>
                    <a:pt x="3035" y="1251278"/>
                  </a:lnTo>
                  <a:lnTo>
                    <a:pt x="3032" y="1253998"/>
                  </a:lnTo>
                  <a:lnTo>
                    <a:pt x="3030" y="1256718"/>
                  </a:lnTo>
                  <a:lnTo>
                    <a:pt x="3027" y="1259438"/>
                  </a:lnTo>
                  <a:lnTo>
                    <a:pt x="3024" y="1262158"/>
                  </a:lnTo>
                  <a:lnTo>
                    <a:pt x="3022" y="1264878"/>
                  </a:lnTo>
                  <a:lnTo>
                    <a:pt x="3019" y="1267599"/>
                  </a:lnTo>
                  <a:lnTo>
                    <a:pt x="3017" y="1270319"/>
                  </a:lnTo>
                  <a:lnTo>
                    <a:pt x="3014" y="1273039"/>
                  </a:lnTo>
                  <a:lnTo>
                    <a:pt x="3012" y="1275759"/>
                  </a:lnTo>
                  <a:lnTo>
                    <a:pt x="3010" y="1278479"/>
                  </a:lnTo>
                  <a:lnTo>
                    <a:pt x="3008" y="1281199"/>
                  </a:lnTo>
                  <a:lnTo>
                    <a:pt x="3006" y="1283920"/>
                  </a:lnTo>
                  <a:lnTo>
                    <a:pt x="3005" y="1286640"/>
                  </a:lnTo>
                  <a:lnTo>
                    <a:pt x="3003" y="1289360"/>
                  </a:lnTo>
                  <a:lnTo>
                    <a:pt x="3001" y="1292080"/>
                  </a:lnTo>
                  <a:lnTo>
                    <a:pt x="3000" y="1294800"/>
                  </a:lnTo>
                  <a:lnTo>
                    <a:pt x="2999" y="1297520"/>
                  </a:lnTo>
                  <a:lnTo>
                    <a:pt x="2998" y="1300241"/>
                  </a:lnTo>
                  <a:lnTo>
                    <a:pt x="2996" y="1302961"/>
                  </a:lnTo>
                  <a:lnTo>
                    <a:pt x="2995" y="1305681"/>
                  </a:lnTo>
                  <a:lnTo>
                    <a:pt x="2995" y="1308401"/>
                  </a:lnTo>
                  <a:lnTo>
                    <a:pt x="2994" y="1311121"/>
                  </a:lnTo>
                  <a:lnTo>
                    <a:pt x="2993" y="1313841"/>
                  </a:lnTo>
                  <a:lnTo>
                    <a:pt x="2992" y="1316562"/>
                  </a:lnTo>
                  <a:lnTo>
                    <a:pt x="2992" y="1319282"/>
                  </a:lnTo>
                  <a:lnTo>
                    <a:pt x="2991" y="1322002"/>
                  </a:lnTo>
                  <a:lnTo>
                    <a:pt x="2991" y="1324722"/>
                  </a:lnTo>
                  <a:lnTo>
                    <a:pt x="2990" y="1327442"/>
                  </a:lnTo>
                  <a:lnTo>
                    <a:pt x="2990" y="1330163"/>
                  </a:lnTo>
                  <a:lnTo>
                    <a:pt x="2989" y="1332883"/>
                  </a:lnTo>
                  <a:lnTo>
                    <a:pt x="2989" y="1335603"/>
                  </a:lnTo>
                  <a:lnTo>
                    <a:pt x="2988" y="1338323"/>
                  </a:lnTo>
                  <a:lnTo>
                    <a:pt x="2988" y="1341043"/>
                  </a:lnTo>
                  <a:lnTo>
                    <a:pt x="2987" y="1343763"/>
                  </a:lnTo>
                  <a:lnTo>
                    <a:pt x="2987" y="1346484"/>
                  </a:lnTo>
                  <a:lnTo>
                    <a:pt x="2987" y="1349204"/>
                  </a:lnTo>
                  <a:lnTo>
                    <a:pt x="2986" y="1351924"/>
                  </a:lnTo>
                  <a:lnTo>
                    <a:pt x="2986" y="1354644"/>
                  </a:lnTo>
                  <a:lnTo>
                    <a:pt x="2985" y="1357364"/>
                  </a:lnTo>
                  <a:lnTo>
                    <a:pt x="2985" y="1360084"/>
                  </a:lnTo>
                  <a:lnTo>
                    <a:pt x="2984" y="1362805"/>
                  </a:lnTo>
                  <a:lnTo>
                    <a:pt x="2983" y="1365525"/>
                  </a:lnTo>
                  <a:lnTo>
                    <a:pt x="2983" y="1368245"/>
                  </a:lnTo>
                  <a:lnTo>
                    <a:pt x="2982" y="1370965"/>
                  </a:lnTo>
                  <a:lnTo>
                    <a:pt x="2981" y="1373685"/>
                  </a:lnTo>
                  <a:lnTo>
                    <a:pt x="2981" y="1376405"/>
                  </a:lnTo>
                  <a:lnTo>
                    <a:pt x="2980" y="1379126"/>
                  </a:lnTo>
                  <a:lnTo>
                    <a:pt x="2979" y="1381846"/>
                  </a:lnTo>
                  <a:lnTo>
                    <a:pt x="2978" y="1384566"/>
                  </a:lnTo>
                  <a:lnTo>
                    <a:pt x="2977" y="1387286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2" name="pg25">
              <a:extLst>
                <a:ext uri="{FF2B5EF4-FFF2-40B4-BE49-F238E27FC236}">
                  <a16:creationId xmlns:a16="http://schemas.microsoft.com/office/drawing/2014/main" id="{B8D28DDA-942C-E9EC-6FDB-3BD5FE188526}"/>
                </a:ext>
              </a:extLst>
            </p:cNvPr>
            <p:cNvSpPr/>
            <p:nvPr/>
          </p:nvSpPr>
          <p:spPr>
            <a:xfrm>
              <a:off x="2032668" y="1609667"/>
              <a:ext cx="8515" cy="1117207"/>
            </a:xfrm>
            <a:custGeom>
              <a:avLst/>
              <a:gdLst/>
              <a:ahLst/>
              <a:cxnLst/>
              <a:rect l="0" t="0" r="0" b="0"/>
              <a:pathLst>
                <a:path w="8515" h="1117207">
                  <a:moveTo>
                    <a:pt x="4192" y="1117207"/>
                  </a:moveTo>
                  <a:lnTo>
                    <a:pt x="4188" y="1115021"/>
                  </a:lnTo>
                  <a:lnTo>
                    <a:pt x="4184" y="1112835"/>
                  </a:lnTo>
                  <a:lnTo>
                    <a:pt x="4180" y="1110648"/>
                  </a:lnTo>
                  <a:lnTo>
                    <a:pt x="4175" y="1108462"/>
                  </a:lnTo>
                  <a:lnTo>
                    <a:pt x="4171" y="1106276"/>
                  </a:lnTo>
                  <a:lnTo>
                    <a:pt x="4167" y="1104090"/>
                  </a:lnTo>
                  <a:lnTo>
                    <a:pt x="4162" y="1101903"/>
                  </a:lnTo>
                  <a:lnTo>
                    <a:pt x="4157" y="1099717"/>
                  </a:lnTo>
                  <a:lnTo>
                    <a:pt x="4152" y="1097531"/>
                  </a:lnTo>
                  <a:lnTo>
                    <a:pt x="4147" y="1095344"/>
                  </a:lnTo>
                  <a:lnTo>
                    <a:pt x="4142" y="1093158"/>
                  </a:lnTo>
                  <a:lnTo>
                    <a:pt x="4137" y="1090972"/>
                  </a:lnTo>
                  <a:lnTo>
                    <a:pt x="4131" y="1088785"/>
                  </a:lnTo>
                  <a:lnTo>
                    <a:pt x="4126" y="1086599"/>
                  </a:lnTo>
                  <a:lnTo>
                    <a:pt x="4120" y="1084413"/>
                  </a:lnTo>
                  <a:lnTo>
                    <a:pt x="4114" y="1082226"/>
                  </a:lnTo>
                  <a:lnTo>
                    <a:pt x="4107" y="1080040"/>
                  </a:lnTo>
                  <a:lnTo>
                    <a:pt x="4100" y="1077854"/>
                  </a:lnTo>
                  <a:lnTo>
                    <a:pt x="4093" y="1075667"/>
                  </a:lnTo>
                  <a:lnTo>
                    <a:pt x="4086" y="1073481"/>
                  </a:lnTo>
                  <a:lnTo>
                    <a:pt x="4079" y="1071295"/>
                  </a:lnTo>
                  <a:lnTo>
                    <a:pt x="4071" y="1069108"/>
                  </a:lnTo>
                  <a:lnTo>
                    <a:pt x="4062" y="1066922"/>
                  </a:lnTo>
                  <a:lnTo>
                    <a:pt x="4054" y="1064736"/>
                  </a:lnTo>
                  <a:lnTo>
                    <a:pt x="4045" y="1062549"/>
                  </a:lnTo>
                  <a:lnTo>
                    <a:pt x="4035" y="1060363"/>
                  </a:lnTo>
                  <a:lnTo>
                    <a:pt x="4025" y="1058177"/>
                  </a:lnTo>
                  <a:lnTo>
                    <a:pt x="4014" y="1055991"/>
                  </a:lnTo>
                  <a:lnTo>
                    <a:pt x="4003" y="1053804"/>
                  </a:lnTo>
                  <a:lnTo>
                    <a:pt x="3992" y="1051618"/>
                  </a:lnTo>
                  <a:lnTo>
                    <a:pt x="3980" y="1049432"/>
                  </a:lnTo>
                  <a:lnTo>
                    <a:pt x="3967" y="1047245"/>
                  </a:lnTo>
                  <a:lnTo>
                    <a:pt x="3954" y="1045059"/>
                  </a:lnTo>
                  <a:lnTo>
                    <a:pt x="3939" y="1042873"/>
                  </a:lnTo>
                  <a:lnTo>
                    <a:pt x="3925" y="1040686"/>
                  </a:lnTo>
                  <a:lnTo>
                    <a:pt x="3909" y="1038500"/>
                  </a:lnTo>
                  <a:lnTo>
                    <a:pt x="3893" y="1036314"/>
                  </a:lnTo>
                  <a:lnTo>
                    <a:pt x="3876" y="1034127"/>
                  </a:lnTo>
                  <a:lnTo>
                    <a:pt x="3859" y="1031941"/>
                  </a:lnTo>
                  <a:lnTo>
                    <a:pt x="3840" y="1029755"/>
                  </a:lnTo>
                  <a:lnTo>
                    <a:pt x="3821" y="1027568"/>
                  </a:lnTo>
                  <a:lnTo>
                    <a:pt x="3800" y="1025382"/>
                  </a:lnTo>
                  <a:lnTo>
                    <a:pt x="3779" y="1023196"/>
                  </a:lnTo>
                  <a:lnTo>
                    <a:pt x="3757" y="1021009"/>
                  </a:lnTo>
                  <a:lnTo>
                    <a:pt x="3733" y="1018823"/>
                  </a:lnTo>
                  <a:lnTo>
                    <a:pt x="3709" y="1016637"/>
                  </a:lnTo>
                  <a:lnTo>
                    <a:pt x="3683" y="1014451"/>
                  </a:lnTo>
                  <a:lnTo>
                    <a:pt x="3656" y="1012264"/>
                  </a:lnTo>
                  <a:lnTo>
                    <a:pt x="3628" y="1010078"/>
                  </a:lnTo>
                  <a:lnTo>
                    <a:pt x="3598" y="1007892"/>
                  </a:lnTo>
                  <a:lnTo>
                    <a:pt x="3567" y="1005705"/>
                  </a:lnTo>
                  <a:lnTo>
                    <a:pt x="3534" y="1003519"/>
                  </a:lnTo>
                  <a:lnTo>
                    <a:pt x="3499" y="1001333"/>
                  </a:lnTo>
                  <a:lnTo>
                    <a:pt x="3463" y="999146"/>
                  </a:lnTo>
                  <a:lnTo>
                    <a:pt x="3425" y="996960"/>
                  </a:lnTo>
                  <a:lnTo>
                    <a:pt x="3385" y="994774"/>
                  </a:lnTo>
                  <a:lnTo>
                    <a:pt x="3342" y="992587"/>
                  </a:lnTo>
                  <a:lnTo>
                    <a:pt x="3298" y="990401"/>
                  </a:lnTo>
                  <a:lnTo>
                    <a:pt x="3252" y="988215"/>
                  </a:lnTo>
                  <a:lnTo>
                    <a:pt x="3204" y="986028"/>
                  </a:lnTo>
                  <a:lnTo>
                    <a:pt x="3153" y="983842"/>
                  </a:lnTo>
                  <a:lnTo>
                    <a:pt x="3100" y="981656"/>
                  </a:lnTo>
                  <a:lnTo>
                    <a:pt x="3045" y="979469"/>
                  </a:lnTo>
                  <a:lnTo>
                    <a:pt x="2988" y="977283"/>
                  </a:lnTo>
                  <a:lnTo>
                    <a:pt x="2929" y="975097"/>
                  </a:lnTo>
                  <a:lnTo>
                    <a:pt x="2868" y="972911"/>
                  </a:lnTo>
                  <a:lnTo>
                    <a:pt x="2805" y="970724"/>
                  </a:lnTo>
                  <a:lnTo>
                    <a:pt x="2740" y="968538"/>
                  </a:lnTo>
                  <a:lnTo>
                    <a:pt x="2673" y="966352"/>
                  </a:lnTo>
                  <a:lnTo>
                    <a:pt x="2605" y="964165"/>
                  </a:lnTo>
                  <a:lnTo>
                    <a:pt x="2535" y="961979"/>
                  </a:lnTo>
                  <a:lnTo>
                    <a:pt x="2465" y="959793"/>
                  </a:lnTo>
                  <a:lnTo>
                    <a:pt x="2393" y="957606"/>
                  </a:lnTo>
                  <a:lnTo>
                    <a:pt x="2320" y="955420"/>
                  </a:lnTo>
                  <a:lnTo>
                    <a:pt x="2247" y="953234"/>
                  </a:lnTo>
                  <a:lnTo>
                    <a:pt x="2174" y="951047"/>
                  </a:lnTo>
                  <a:lnTo>
                    <a:pt x="2101" y="948861"/>
                  </a:lnTo>
                  <a:lnTo>
                    <a:pt x="2028" y="946675"/>
                  </a:lnTo>
                  <a:lnTo>
                    <a:pt x="1955" y="944488"/>
                  </a:lnTo>
                  <a:lnTo>
                    <a:pt x="1883" y="942302"/>
                  </a:lnTo>
                  <a:lnTo>
                    <a:pt x="1813" y="940116"/>
                  </a:lnTo>
                  <a:lnTo>
                    <a:pt x="1743" y="937929"/>
                  </a:lnTo>
                  <a:lnTo>
                    <a:pt x="1675" y="935743"/>
                  </a:lnTo>
                  <a:lnTo>
                    <a:pt x="1608" y="933557"/>
                  </a:lnTo>
                  <a:lnTo>
                    <a:pt x="1543" y="931370"/>
                  </a:lnTo>
                  <a:lnTo>
                    <a:pt x="1480" y="929184"/>
                  </a:lnTo>
                  <a:lnTo>
                    <a:pt x="1419" y="926998"/>
                  </a:lnTo>
                  <a:lnTo>
                    <a:pt x="1361" y="924812"/>
                  </a:lnTo>
                  <a:lnTo>
                    <a:pt x="1304" y="922625"/>
                  </a:lnTo>
                  <a:lnTo>
                    <a:pt x="1249" y="920439"/>
                  </a:lnTo>
                  <a:lnTo>
                    <a:pt x="1197" y="918253"/>
                  </a:lnTo>
                  <a:lnTo>
                    <a:pt x="1148" y="916066"/>
                  </a:lnTo>
                  <a:lnTo>
                    <a:pt x="1100" y="913880"/>
                  </a:lnTo>
                  <a:lnTo>
                    <a:pt x="1054" y="911694"/>
                  </a:lnTo>
                  <a:lnTo>
                    <a:pt x="1010" y="909507"/>
                  </a:lnTo>
                  <a:lnTo>
                    <a:pt x="969" y="907321"/>
                  </a:lnTo>
                  <a:lnTo>
                    <a:pt x="930" y="905135"/>
                  </a:lnTo>
                  <a:lnTo>
                    <a:pt x="892" y="902948"/>
                  </a:lnTo>
                  <a:lnTo>
                    <a:pt x="856" y="900762"/>
                  </a:lnTo>
                  <a:lnTo>
                    <a:pt x="821" y="898576"/>
                  </a:lnTo>
                  <a:lnTo>
                    <a:pt x="788" y="896389"/>
                  </a:lnTo>
                  <a:lnTo>
                    <a:pt x="756" y="894203"/>
                  </a:lnTo>
                  <a:lnTo>
                    <a:pt x="725" y="892017"/>
                  </a:lnTo>
                  <a:lnTo>
                    <a:pt x="695" y="889830"/>
                  </a:lnTo>
                  <a:lnTo>
                    <a:pt x="667" y="887644"/>
                  </a:lnTo>
                  <a:lnTo>
                    <a:pt x="639" y="885458"/>
                  </a:lnTo>
                  <a:lnTo>
                    <a:pt x="611" y="883272"/>
                  </a:lnTo>
                  <a:lnTo>
                    <a:pt x="585" y="881085"/>
                  </a:lnTo>
                  <a:lnTo>
                    <a:pt x="558" y="878899"/>
                  </a:lnTo>
                  <a:lnTo>
                    <a:pt x="532" y="876713"/>
                  </a:lnTo>
                  <a:lnTo>
                    <a:pt x="507" y="874526"/>
                  </a:lnTo>
                  <a:lnTo>
                    <a:pt x="499" y="873823"/>
                  </a:lnTo>
                  <a:lnTo>
                    <a:pt x="482" y="872340"/>
                  </a:lnTo>
                  <a:lnTo>
                    <a:pt x="457" y="870154"/>
                  </a:lnTo>
                  <a:lnTo>
                    <a:pt x="432" y="867967"/>
                  </a:lnTo>
                  <a:lnTo>
                    <a:pt x="407" y="865781"/>
                  </a:lnTo>
                  <a:lnTo>
                    <a:pt x="382" y="863595"/>
                  </a:lnTo>
                  <a:lnTo>
                    <a:pt x="358" y="861408"/>
                  </a:lnTo>
                  <a:lnTo>
                    <a:pt x="333" y="859222"/>
                  </a:lnTo>
                  <a:lnTo>
                    <a:pt x="309" y="857036"/>
                  </a:lnTo>
                  <a:lnTo>
                    <a:pt x="284" y="854849"/>
                  </a:lnTo>
                  <a:lnTo>
                    <a:pt x="260" y="852663"/>
                  </a:lnTo>
                  <a:lnTo>
                    <a:pt x="237" y="850477"/>
                  </a:lnTo>
                  <a:lnTo>
                    <a:pt x="213" y="848290"/>
                  </a:lnTo>
                  <a:lnTo>
                    <a:pt x="190" y="846104"/>
                  </a:lnTo>
                  <a:lnTo>
                    <a:pt x="168" y="843918"/>
                  </a:lnTo>
                  <a:lnTo>
                    <a:pt x="146" y="841731"/>
                  </a:lnTo>
                  <a:lnTo>
                    <a:pt x="126" y="839545"/>
                  </a:lnTo>
                  <a:lnTo>
                    <a:pt x="106" y="837359"/>
                  </a:lnTo>
                  <a:lnTo>
                    <a:pt x="87" y="835173"/>
                  </a:lnTo>
                  <a:lnTo>
                    <a:pt x="70" y="832986"/>
                  </a:lnTo>
                  <a:lnTo>
                    <a:pt x="55" y="830800"/>
                  </a:lnTo>
                  <a:lnTo>
                    <a:pt x="41" y="828614"/>
                  </a:lnTo>
                  <a:lnTo>
                    <a:pt x="29" y="826427"/>
                  </a:lnTo>
                  <a:lnTo>
                    <a:pt x="19" y="824241"/>
                  </a:lnTo>
                  <a:lnTo>
                    <a:pt x="10" y="822055"/>
                  </a:lnTo>
                  <a:lnTo>
                    <a:pt x="5" y="819868"/>
                  </a:lnTo>
                  <a:lnTo>
                    <a:pt x="1" y="817682"/>
                  </a:lnTo>
                  <a:lnTo>
                    <a:pt x="0" y="815496"/>
                  </a:lnTo>
                  <a:lnTo>
                    <a:pt x="0" y="813309"/>
                  </a:lnTo>
                  <a:lnTo>
                    <a:pt x="3" y="811123"/>
                  </a:lnTo>
                  <a:lnTo>
                    <a:pt x="8" y="808937"/>
                  </a:lnTo>
                  <a:lnTo>
                    <a:pt x="16" y="806750"/>
                  </a:lnTo>
                  <a:lnTo>
                    <a:pt x="26" y="804564"/>
                  </a:lnTo>
                  <a:lnTo>
                    <a:pt x="38" y="802378"/>
                  </a:lnTo>
                  <a:lnTo>
                    <a:pt x="51" y="800191"/>
                  </a:lnTo>
                  <a:lnTo>
                    <a:pt x="67" y="798005"/>
                  </a:lnTo>
                  <a:lnTo>
                    <a:pt x="84" y="795819"/>
                  </a:lnTo>
                  <a:lnTo>
                    <a:pt x="103" y="793633"/>
                  </a:lnTo>
                  <a:lnTo>
                    <a:pt x="112" y="792720"/>
                  </a:lnTo>
                  <a:lnTo>
                    <a:pt x="123" y="791446"/>
                  </a:lnTo>
                  <a:lnTo>
                    <a:pt x="145" y="789260"/>
                  </a:lnTo>
                  <a:lnTo>
                    <a:pt x="167" y="787074"/>
                  </a:lnTo>
                  <a:lnTo>
                    <a:pt x="191" y="784887"/>
                  </a:lnTo>
                  <a:lnTo>
                    <a:pt x="215" y="782701"/>
                  </a:lnTo>
                  <a:lnTo>
                    <a:pt x="240" y="780515"/>
                  </a:lnTo>
                  <a:lnTo>
                    <a:pt x="266" y="778328"/>
                  </a:lnTo>
                  <a:lnTo>
                    <a:pt x="292" y="776142"/>
                  </a:lnTo>
                  <a:lnTo>
                    <a:pt x="319" y="773956"/>
                  </a:lnTo>
                  <a:lnTo>
                    <a:pt x="346" y="771769"/>
                  </a:lnTo>
                  <a:lnTo>
                    <a:pt x="374" y="769583"/>
                  </a:lnTo>
                  <a:lnTo>
                    <a:pt x="401" y="767397"/>
                  </a:lnTo>
                  <a:lnTo>
                    <a:pt x="430" y="765210"/>
                  </a:lnTo>
                  <a:lnTo>
                    <a:pt x="458" y="763024"/>
                  </a:lnTo>
                  <a:lnTo>
                    <a:pt x="487" y="760838"/>
                  </a:lnTo>
                  <a:lnTo>
                    <a:pt x="516" y="758651"/>
                  </a:lnTo>
                  <a:lnTo>
                    <a:pt x="546" y="756465"/>
                  </a:lnTo>
                  <a:lnTo>
                    <a:pt x="576" y="754279"/>
                  </a:lnTo>
                  <a:lnTo>
                    <a:pt x="607" y="752093"/>
                  </a:lnTo>
                  <a:lnTo>
                    <a:pt x="638" y="749906"/>
                  </a:lnTo>
                  <a:lnTo>
                    <a:pt x="670" y="747720"/>
                  </a:lnTo>
                  <a:lnTo>
                    <a:pt x="703" y="745534"/>
                  </a:lnTo>
                  <a:lnTo>
                    <a:pt x="736" y="743347"/>
                  </a:lnTo>
                  <a:lnTo>
                    <a:pt x="771" y="741161"/>
                  </a:lnTo>
                  <a:lnTo>
                    <a:pt x="806" y="738975"/>
                  </a:lnTo>
                  <a:lnTo>
                    <a:pt x="841" y="736788"/>
                  </a:lnTo>
                  <a:lnTo>
                    <a:pt x="877" y="734602"/>
                  </a:lnTo>
                  <a:lnTo>
                    <a:pt x="914" y="732416"/>
                  </a:lnTo>
                  <a:lnTo>
                    <a:pt x="952" y="730229"/>
                  </a:lnTo>
                  <a:lnTo>
                    <a:pt x="989" y="728043"/>
                  </a:lnTo>
                  <a:lnTo>
                    <a:pt x="1028" y="725857"/>
                  </a:lnTo>
                  <a:lnTo>
                    <a:pt x="1066" y="723670"/>
                  </a:lnTo>
                  <a:lnTo>
                    <a:pt x="1105" y="721484"/>
                  </a:lnTo>
                  <a:lnTo>
                    <a:pt x="1144" y="719298"/>
                  </a:lnTo>
                  <a:lnTo>
                    <a:pt x="1182" y="717111"/>
                  </a:lnTo>
                  <a:lnTo>
                    <a:pt x="1220" y="714925"/>
                  </a:lnTo>
                  <a:lnTo>
                    <a:pt x="1258" y="712739"/>
                  </a:lnTo>
                  <a:lnTo>
                    <a:pt x="1296" y="710552"/>
                  </a:lnTo>
                  <a:lnTo>
                    <a:pt x="1333" y="708366"/>
                  </a:lnTo>
                  <a:lnTo>
                    <a:pt x="1369" y="706180"/>
                  </a:lnTo>
                  <a:lnTo>
                    <a:pt x="1405" y="703994"/>
                  </a:lnTo>
                  <a:lnTo>
                    <a:pt x="1440" y="701807"/>
                  </a:lnTo>
                  <a:lnTo>
                    <a:pt x="1474" y="699621"/>
                  </a:lnTo>
                  <a:lnTo>
                    <a:pt x="1496" y="698210"/>
                  </a:lnTo>
                  <a:lnTo>
                    <a:pt x="1508" y="697435"/>
                  </a:lnTo>
                  <a:lnTo>
                    <a:pt x="1541" y="695248"/>
                  </a:lnTo>
                  <a:lnTo>
                    <a:pt x="1573" y="693062"/>
                  </a:lnTo>
                  <a:lnTo>
                    <a:pt x="1605" y="690876"/>
                  </a:lnTo>
                  <a:lnTo>
                    <a:pt x="1636" y="688689"/>
                  </a:lnTo>
                  <a:lnTo>
                    <a:pt x="1667" y="686503"/>
                  </a:lnTo>
                  <a:lnTo>
                    <a:pt x="1697" y="684317"/>
                  </a:lnTo>
                  <a:lnTo>
                    <a:pt x="1728" y="682130"/>
                  </a:lnTo>
                  <a:lnTo>
                    <a:pt x="1758" y="679944"/>
                  </a:lnTo>
                  <a:lnTo>
                    <a:pt x="1789" y="677758"/>
                  </a:lnTo>
                  <a:lnTo>
                    <a:pt x="1819" y="675571"/>
                  </a:lnTo>
                  <a:lnTo>
                    <a:pt x="1850" y="673385"/>
                  </a:lnTo>
                  <a:lnTo>
                    <a:pt x="1882" y="671199"/>
                  </a:lnTo>
                  <a:lnTo>
                    <a:pt x="1914" y="669012"/>
                  </a:lnTo>
                  <a:lnTo>
                    <a:pt x="1946" y="666826"/>
                  </a:lnTo>
                  <a:lnTo>
                    <a:pt x="1979" y="664640"/>
                  </a:lnTo>
                  <a:lnTo>
                    <a:pt x="2013" y="662454"/>
                  </a:lnTo>
                  <a:lnTo>
                    <a:pt x="2047" y="660267"/>
                  </a:lnTo>
                  <a:lnTo>
                    <a:pt x="2082" y="658081"/>
                  </a:lnTo>
                  <a:lnTo>
                    <a:pt x="2118" y="655895"/>
                  </a:lnTo>
                  <a:lnTo>
                    <a:pt x="2153" y="653708"/>
                  </a:lnTo>
                  <a:lnTo>
                    <a:pt x="2190" y="651522"/>
                  </a:lnTo>
                  <a:lnTo>
                    <a:pt x="2226" y="649336"/>
                  </a:lnTo>
                  <a:lnTo>
                    <a:pt x="2263" y="647149"/>
                  </a:lnTo>
                  <a:lnTo>
                    <a:pt x="2299" y="644963"/>
                  </a:lnTo>
                  <a:lnTo>
                    <a:pt x="2336" y="642777"/>
                  </a:lnTo>
                  <a:lnTo>
                    <a:pt x="2372" y="640590"/>
                  </a:lnTo>
                  <a:lnTo>
                    <a:pt x="2408" y="638404"/>
                  </a:lnTo>
                  <a:lnTo>
                    <a:pt x="2443" y="636218"/>
                  </a:lnTo>
                  <a:lnTo>
                    <a:pt x="2478" y="634031"/>
                  </a:lnTo>
                  <a:lnTo>
                    <a:pt x="2512" y="631845"/>
                  </a:lnTo>
                  <a:lnTo>
                    <a:pt x="2545" y="629659"/>
                  </a:lnTo>
                  <a:lnTo>
                    <a:pt x="2577" y="627472"/>
                  </a:lnTo>
                  <a:lnTo>
                    <a:pt x="2608" y="625286"/>
                  </a:lnTo>
                  <a:lnTo>
                    <a:pt x="2638" y="623100"/>
                  </a:lnTo>
                  <a:lnTo>
                    <a:pt x="2668" y="620913"/>
                  </a:lnTo>
                  <a:lnTo>
                    <a:pt x="2695" y="618727"/>
                  </a:lnTo>
                  <a:lnTo>
                    <a:pt x="2722" y="616541"/>
                  </a:lnTo>
                  <a:lnTo>
                    <a:pt x="2748" y="614355"/>
                  </a:lnTo>
                  <a:lnTo>
                    <a:pt x="2773" y="612168"/>
                  </a:lnTo>
                  <a:lnTo>
                    <a:pt x="2797" y="609982"/>
                  </a:lnTo>
                  <a:lnTo>
                    <a:pt x="2820" y="607796"/>
                  </a:lnTo>
                  <a:lnTo>
                    <a:pt x="2842" y="605609"/>
                  </a:lnTo>
                  <a:lnTo>
                    <a:pt x="2864" y="603423"/>
                  </a:lnTo>
                  <a:lnTo>
                    <a:pt x="2885" y="601237"/>
                  </a:lnTo>
                  <a:lnTo>
                    <a:pt x="2905" y="599050"/>
                  </a:lnTo>
                  <a:lnTo>
                    <a:pt x="2925" y="596864"/>
                  </a:lnTo>
                  <a:lnTo>
                    <a:pt x="2945" y="594678"/>
                  </a:lnTo>
                  <a:lnTo>
                    <a:pt x="2965" y="592491"/>
                  </a:lnTo>
                  <a:lnTo>
                    <a:pt x="2985" y="590305"/>
                  </a:lnTo>
                  <a:lnTo>
                    <a:pt x="3004" y="588119"/>
                  </a:lnTo>
                  <a:lnTo>
                    <a:pt x="3024" y="585932"/>
                  </a:lnTo>
                  <a:lnTo>
                    <a:pt x="3045" y="583746"/>
                  </a:lnTo>
                  <a:lnTo>
                    <a:pt x="3065" y="581560"/>
                  </a:lnTo>
                  <a:lnTo>
                    <a:pt x="3086" y="579373"/>
                  </a:lnTo>
                  <a:lnTo>
                    <a:pt x="3108" y="577187"/>
                  </a:lnTo>
                  <a:lnTo>
                    <a:pt x="3130" y="575001"/>
                  </a:lnTo>
                  <a:lnTo>
                    <a:pt x="3152" y="572815"/>
                  </a:lnTo>
                  <a:lnTo>
                    <a:pt x="3174" y="570628"/>
                  </a:lnTo>
                  <a:lnTo>
                    <a:pt x="3198" y="568442"/>
                  </a:lnTo>
                  <a:lnTo>
                    <a:pt x="3221" y="566256"/>
                  </a:lnTo>
                  <a:lnTo>
                    <a:pt x="3245" y="564069"/>
                  </a:lnTo>
                  <a:lnTo>
                    <a:pt x="3269" y="561883"/>
                  </a:lnTo>
                  <a:lnTo>
                    <a:pt x="3293" y="559697"/>
                  </a:lnTo>
                  <a:lnTo>
                    <a:pt x="3317" y="557510"/>
                  </a:lnTo>
                  <a:lnTo>
                    <a:pt x="3341" y="555324"/>
                  </a:lnTo>
                  <a:lnTo>
                    <a:pt x="3364" y="553138"/>
                  </a:lnTo>
                  <a:lnTo>
                    <a:pt x="3387" y="550951"/>
                  </a:lnTo>
                  <a:lnTo>
                    <a:pt x="3410" y="548765"/>
                  </a:lnTo>
                  <a:lnTo>
                    <a:pt x="3432" y="546579"/>
                  </a:lnTo>
                  <a:lnTo>
                    <a:pt x="3454" y="544392"/>
                  </a:lnTo>
                  <a:lnTo>
                    <a:pt x="3474" y="542206"/>
                  </a:lnTo>
                  <a:lnTo>
                    <a:pt x="3493" y="540020"/>
                  </a:lnTo>
                  <a:lnTo>
                    <a:pt x="3512" y="537833"/>
                  </a:lnTo>
                  <a:lnTo>
                    <a:pt x="3529" y="535647"/>
                  </a:lnTo>
                  <a:lnTo>
                    <a:pt x="3545" y="533461"/>
                  </a:lnTo>
                  <a:lnTo>
                    <a:pt x="3559" y="531274"/>
                  </a:lnTo>
                  <a:lnTo>
                    <a:pt x="3572" y="529088"/>
                  </a:lnTo>
                  <a:lnTo>
                    <a:pt x="3584" y="526902"/>
                  </a:lnTo>
                  <a:lnTo>
                    <a:pt x="3594" y="524716"/>
                  </a:lnTo>
                  <a:lnTo>
                    <a:pt x="3603" y="522529"/>
                  </a:lnTo>
                  <a:lnTo>
                    <a:pt x="3611" y="520343"/>
                  </a:lnTo>
                  <a:lnTo>
                    <a:pt x="3617" y="518157"/>
                  </a:lnTo>
                  <a:lnTo>
                    <a:pt x="3622" y="515970"/>
                  </a:lnTo>
                  <a:lnTo>
                    <a:pt x="3626" y="513784"/>
                  </a:lnTo>
                  <a:lnTo>
                    <a:pt x="3630" y="511598"/>
                  </a:lnTo>
                  <a:lnTo>
                    <a:pt x="3632" y="509411"/>
                  </a:lnTo>
                  <a:lnTo>
                    <a:pt x="3634" y="507225"/>
                  </a:lnTo>
                  <a:lnTo>
                    <a:pt x="3635" y="505039"/>
                  </a:lnTo>
                  <a:lnTo>
                    <a:pt x="3636" y="502852"/>
                  </a:lnTo>
                  <a:lnTo>
                    <a:pt x="3637" y="500666"/>
                  </a:lnTo>
                  <a:lnTo>
                    <a:pt x="3638" y="498480"/>
                  </a:lnTo>
                  <a:lnTo>
                    <a:pt x="3639" y="496293"/>
                  </a:lnTo>
                  <a:lnTo>
                    <a:pt x="3640" y="494107"/>
                  </a:lnTo>
                  <a:lnTo>
                    <a:pt x="3641" y="491921"/>
                  </a:lnTo>
                  <a:lnTo>
                    <a:pt x="3643" y="489734"/>
                  </a:lnTo>
                  <a:lnTo>
                    <a:pt x="3646" y="487548"/>
                  </a:lnTo>
                  <a:lnTo>
                    <a:pt x="3649" y="485362"/>
                  </a:lnTo>
                  <a:lnTo>
                    <a:pt x="3653" y="483176"/>
                  </a:lnTo>
                  <a:lnTo>
                    <a:pt x="3658" y="480989"/>
                  </a:lnTo>
                  <a:lnTo>
                    <a:pt x="3664" y="478803"/>
                  </a:lnTo>
                  <a:lnTo>
                    <a:pt x="3671" y="476617"/>
                  </a:lnTo>
                  <a:lnTo>
                    <a:pt x="3679" y="474430"/>
                  </a:lnTo>
                  <a:lnTo>
                    <a:pt x="3688" y="472244"/>
                  </a:lnTo>
                  <a:lnTo>
                    <a:pt x="3698" y="470058"/>
                  </a:lnTo>
                  <a:lnTo>
                    <a:pt x="3710" y="467871"/>
                  </a:lnTo>
                  <a:lnTo>
                    <a:pt x="3722" y="465685"/>
                  </a:lnTo>
                  <a:lnTo>
                    <a:pt x="3735" y="463499"/>
                  </a:lnTo>
                  <a:lnTo>
                    <a:pt x="3748" y="461312"/>
                  </a:lnTo>
                  <a:lnTo>
                    <a:pt x="3763" y="459126"/>
                  </a:lnTo>
                  <a:lnTo>
                    <a:pt x="3778" y="456940"/>
                  </a:lnTo>
                  <a:lnTo>
                    <a:pt x="3794" y="454753"/>
                  </a:lnTo>
                  <a:lnTo>
                    <a:pt x="3810" y="452567"/>
                  </a:lnTo>
                  <a:lnTo>
                    <a:pt x="3827" y="450381"/>
                  </a:lnTo>
                  <a:lnTo>
                    <a:pt x="3844" y="448194"/>
                  </a:lnTo>
                  <a:lnTo>
                    <a:pt x="3861" y="446008"/>
                  </a:lnTo>
                  <a:lnTo>
                    <a:pt x="3878" y="443822"/>
                  </a:lnTo>
                  <a:lnTo>
                    <a:pt x="3896" y="441636"/>
                  </a:lnTo>
                  <a:lnTo>
                    <a:pt x="3913" y="439449"/>
                  </a:lnTo>
                  <a:lnTo>
                    <a:pt x="3930" y="437263"/>
                  </a:lnTo>
                  <a:lnTo>
                    <a:pt x="3947" y="435077"/>
                  </a:lnTo>
                  <a:lnTo>
                    <a:pt x="3964" y="432890"/>
                  </a:lnTo>
                  <a:lnTo>
                    <a:pt x="3980" y="430704"/>
                  </a:lnTo>
                  <a:lnTo>
                    <a:pt x="3996" y="428518"/>
                  </a:lnTo>
                  <a:lnTo>
                    <a:pt x="4011" y="426331"/>
                  </a:lnTo>
                  <a:lnTo>
                    <a:pt x="4026" y="424145"/>
                  </a:lnTo>
                  <a:lnTo>
                    <a:pt x="4040" y="421959"/>
                  </a:lnTo>
                  <a:lnTo>
                    <a:pt x="4054" y="419772"/>
                  </a:lnTo>
                  <a:lnTo>
                    <a:pt x="4067" y="417586"/>
                  </a:lnTo>
                  <a:lnTo>
                    <a:pt x="4080" y="415400"/>
                  </a:lnTo>
                  <a:lnTo>
                    <a:pt x="4092" y="413213"/>
                  </a:lnTo>
                  <a:lnTo>
                    <a:pt x="4103" y="411027"/>
                  </a:lnTo>
                  <a:lnTo>
                    <a:pt x="4114" y="408841"/>
                  </a:lnTo>
                  <a:lnTo>
                    <a:pt x="4123" y="406654"/>
                  </a:lnTo>
                  <a:lnTo>
                    <a:pt x="4133" y="404468"/>
                  </a:lnTo>
                  <a:lnTo>
                    <a:pt x="4141" y="402282"/>
                  </a:lnTo>
                  <a:lnTo>
                    <a:pt x="4149" y="400095"/>
                  </a:lnTo>
                  <a:lnTo>
                    <a:pt x="4157" y="397909"/>
                  </a:lnTo>
                  <a:lnTo>
                    <a:pt x="4164" y="395723"/>
                  </a:lnTo>
                  <a:lnTo>
                    <a:pt x="4170" y="393537"/>
                  </a:lnTo>
                  <a:lnTo>
                    <a:pt x="4176" y="391350"/>
                  </a:lnTo>
                  <a:lnTo>
                    <a:pt x="4181" y="389164"/>
                  </a:lnTo>
                  <a:lnTo>
                    <a:pt x="4185" y="386978"/>
                  </a:lnTo>
                  <a:lnTo>
                    <a:pt x="4190" y="384791"/>
                  </a:lnTo>
                  <a:lnTo>
                    <a:pt x="4194" y="382605"/>
                  </a:lnTo>
                  <a:lnTo>
                    <a:pt x="4197" y="380419"/>
                  </a:lnTo>
                  <a:lnTo>
                    <a:pt x="4200" y="378232"/>
                  </a:lnTo>
                  <a:lnTo>
                    <a:pt x="4203" y="376046"/>
                  </a:lnTo>
                  <a:lnTo>
                    <a:pt x="4205" y="373860"/>
                  </a:lnTo>
                  <a:lnTo>
                    <a:pt x="4207" y="371673"/>
                  </a:lnTo>
                  <a:lnTo>
                    <a:pt x="4209" y="369487"/>
                  </a:lnTo>
                  <a:lnTo>
                    <a:pt x="4210" y="367301"/>
                  </a:lnTo>
                  <a:lnTo>
                    <a:pt x="4212" y="365114"/>
                  </a:lnTo>
                  <a:lnTo>
                    <a:pt x="4213" y="362928"/>
                  </a:lnTo>
                  <a:lnTo>
                    <a:pt x="4214" y="360742"/>
                  </a:lnTo>
                  <a:lnTo>
                    <a:pt x="4214" y="358555"/>
                  </a:lnTo>
                  <a:lnTo>
                    <a:pt x="4215" y="356369"/>
                  </a:lnTo>
                  <a:lnTo>
                    <a:pt x="4215" y="354183"/>
                  </a:lnTo>
                  <a:lnTo>
                    <a:pt x="4215" y="351997"/>
                  </a:lnTo>
                  <a:lnTo>
                    <a:pt x="4215" y="349810"/>
                  </a:lnTo>
                  <a:lnTo>
                    <a:pt x="4215" y="347624"/>
                  </a:lnTo>
                  <a:lnTo>
                    <a:pt x="4214" y="345438"/>
                  </a:lnTo>
                  <a:lnTo>
                    <a:pt x="4214" y="343251"/>
                  </a:lnTo>
                  <a:lnTo>
                    <a:pt x="4213" y="341065"/>
                  </a:lnTo>
                  <a:lnTo>
                    <a:pt x="4213" y="338879"/>
                  </a:lnTo>
                  <a:lnTo>
                    <a:pt x="4212" y="336692"/>
                  </a:lnTo>
                  <a:lnTo>
                    <a:pt x="4211" y="334506"/>
                  </a:lnTo>
                  <a:lnTo>
                    <a:pt x="4210" y="332320"/>
                  </a:lnTo>
                  <a:lnTo>
                    <a:pt x="4209" y="330133"/>
                  </a:lnTo>
                  <a:lnTo>
                    <a:pt x="4209" y="327947"/>
                  </a:lnTo>
                  <a:lnTo>
                    <a:pt x="4208" y="325761"/>
                  </a:lnTo>
                  <a:lnTo>
                    <a:pt x="4207" y="323574"/>
                  </a:lnTo>
                  <a:lnTo>
                    <a:pt x="4206" y="321388"/>
                  </a:lnTo>
                  <a:lnTo>
                    <a:pt x="4205" y="319202"/>
                  </a:lnTo>
                  <a:lnTo>
                    <a:pt x="4204" y="317015"/>
                  </a:lnTo>
                  <a:lnTo>
                    <a:pt x="4203" y="314829"/>
                  </a:lnTo>
                  <a:lnTo>
                    <a:pt x="4203" y="312643"/>
                  </a:lnTo>
                  <a:lnTo>
                    <a:pt x="4202" y="310456"/>
                  </a:lnTo>
                  <a:lnTo>
                    <a:pt x="4201" y="308270"/>
                  </a:lnTo>
                  <a:lnTo>
                    <a:pt x="4201" y="306084"/>
                  </a:lnTo>
                  <a:lnTo>
                    <a:pt x="4200" y="303898"/>
                  </a:lnTo>
                  <a:lnTo>
                    <a:pt x="4200" y="301711"/>
                  </a:lnTo>
                  <a:lnTo>
                    <a:pt x="4199" y="299525"/>
                  </a:lnTo>
                  <a:lnTo>
                    <a:pt x="4199" y="297339"/>
                  </a:lnTo>
                  <a:lnTo>
                    <a:pt x="4198" y="295152"/>
                  </a:lnTo>
                  <a:lnTo>
                    <a:pt x="4198" y="292966"/>
                  </a:lnTo>
                  <a:lnTo>
                    <a:pt x="4198" y="290780"/>
                  </a:lnTo>
                  <a:lnTo>
                    <a:pt x="4198" y="288593"/>
                  </a:lnTo>
                  <a:lnTo>
                    <a:pt x="4198" y="286407"/>
                  </a:lnTo>
                  <a:lnTo>
                    <a:pt x="4198" y="284221"/>
                  </a:lnTo>
                  <a:lnTo>
                    <a:pt x="4198" y="282034"/>
                  </a:lnTo>
                  <a:lnTo>
                    <a:pt x="4198" y="279848"/>
                  </a:lnTo>
                  <a:lnTo>
                    <a:pt x="4198" y="277662"/>
                  </a:lnTo>
                  <a:lnTo>
                    <a:pt x="4198" y="275475"/>
                  </a:lnTo>
                  <a:lnTo>
                    <a:pt x="4199" y="273289"/>
                  </a:lnTo>
                  <a:lnTo>
                    <a:pt x="4199" y="271103"/>
                  </a:lnTo>
                  <a:lnTo>
                    <a:pt x="4200" y="268916"/>
                  </a:lnTo>
                  <a:lnTo>
                    <a:pt x="4200" y="266730"/>
                  </a:lnTo>
                  <a:lnTo>
                    <a:pt x="4201" y="264544"/>
                  </a:lnTo>
                  <a:lnTo>
                    <a:pt x="4202" y="262358"/>
                  </a:lnTo>
                  <a:lnTo>
                    <a:pt x="4203" y="260171"/>
                  </a:lnTo>
                  <a:lnTo>
                    <a:pt x="4204" y="257985"/>
                  </a:lnTo>
                  <a:lnTo>
                    <a:pt x="4205" y="255799"/>
                  </a:lnTo>
                  <a:lnTo>
                    <a:pt x="4206" y="253612"/>
                  </a:lnTo>
                  <a:lnTo>
                    <a:pt x="4208" y="251426"/>
                  </a:lnTo>
                  <a:lnTo>
                    <a:pt x="4209" y="249240"/>
                  </a:lnTo>
                  <a:lnTo>
                    <a:pt x="4211" y="247053"/>
                  </a:lnTo>
                  <a:lnTo>
                    <a:pt x="4212" y="244867"/>
                  </a:lnTo>
                  <a:lnTo>
                    <a:pt x="4214" y="242681"/>
                  </a:lnTo>
                  <a:lnTo>
                    <a:pt x="4216" y="240494"/>
                  </a:lnTo>
                  <a:lnTo>
                    <a:pt x="4217" y="238308"/>
                  </a:lnTo>
                  <a:lnTo>
                    <a:pt x="4219" y="236122"/>
                  </a:lnTo>
                  <a:lnTo>
                    <a:pt x="4221" y="233935"/>
                  </a:lnTo>
                  <a:lnTo>
                    <a:pt x="4223" y="231749"/>
                  </a:lnTo>
                  <a:lnTo>
                    <a:pt x="4225" y="229563"/>
                  </a:lnTo>
                  <a:lnTo>
                    <a:pt x="4227" y="227376"/>
                  </a:lnTo>
                  <a:lnTo>
                    <a:pt x="4229" y="225190"/>
                  </a:lnTo>
                  <a:lnTo>
                    <a:pt x="4231" y="223004"/>
                  </a:lnTo>
                  <a:lnTo>
                    <a:pt x="4233" y="220818"/>
                  </a:lnTo>
                  <a:lnTo>
                    <a:pt x="4234" y="218631"/>
                  </a:lnTo>
                  <a:lnTo>
                    <a:pt x="4236" y="216445"/>
                  </a:lnTo>
                  <a:lnTo>
                    <a:pt x="4238" y="214259"/>
                  </a:lnTo>
                  <a:lnTo>
                    <a:pt x="4239" y="212072"/>
                  </a:lnTo>
                  <a:lnTo>
                    <a:pt x="4240" y="209886"/>
                  </a:lnTo>
                  <a:lnTo>
                    <a:pt x="4242" y="207700"/>
                  </a:lnTo>
                  <a:lnTo>
                    <a:pt x="4243" y="205513"/>
                  </a:lnTo>
                  <a:lnTo>
                    <a:pt x="4244" y="203327"/>
                  </a:lnTo>
                  <a:lnTo>
                    <a:pt x="4244" y="201141"/>
                  </a:lnTo>
                  <a:lnTo>
                    <a:pt x="4245" y="198954"/>
                  </a:lnTo>
                  <a:lnTo>
                    <a:pt x="4245" y="196768"/>
                  </a:lnTo>
                  <a:lnTo>
                    <a:pt x="4246" y="194582"/>
                  </a:lnTo>
                  <a:lnTo>
                    <a:pt x="4246" y="192395"/>
                  </a:lnTo>
                  <a:lnTo>
                    <a:pt x="4246" y="190209"/>
                  </a:lnTo>
                  <a:lnTo>
                    <a:pt x="4245" y="188023"/>
                  </a:lnTo>
                  <a:lnTo>
                    <a:pt x="4245" y="185836"/>
                  </a:lnTo>
                  <a:lnTo>
                    <a:pt x="4245" y="183650"/>
                  </a:lnTo>
                  <a:lnTo>
                    <a:pt x="4244" y="181464"/>
                  </a:lnTo>
                  <a:lnTo>
                    <a:pt x="4243" y="179277"/>
                  </a:lnTo>
                  <a:lnTo>
                    <a:pt x="4242" y="177091"/>
                  </a:lnTo>
                  <a:lnTo>
                    <a:pt x="4241" y="174905"/>
                  </a:lnTo>
                  <a:lnTo>
                    <a:pt x="4240" y="172719"/>
                  </a:lnTo>
                  <a:lnTo>
                    <a:pt x="4238" y="170532"/>
                  </a:lnTo>
                  <a:lnTo>
                    <a:pt x="4237" y="168346"/>
                  </a:lnTo>
                  <a:lnTo>
                    <a:pt x="4236" y="166160"/>
                  </a:lnTo>
                  <a:lnTo>
                    <a:pt x="4234" y="163973"/>
                  </a:lnTo>
                  <a:lnTo>
                    <a:pt x="4233" y="161787"/>
                  </a:lnTo>
                  <a:lnTo>
                    <a:pt x="4231" y="159601"/>
                  </a:lnTo>
                  <a:lnTo>
                    <a:pt x="4230" y="157414"/>
                  </a:lnTo>
                  <a:lnTo>
                    <a:pt x="4228" y="155228"/>
                  </a:lnTo>
                  <a:lnTo>
                    <a:pt x="4227" y="153042"/>
                  </a:lnTo>
                  <a:lnTo>
                    <a:pt x="4225" y="150855"/>
                  </a:lnTo>
                  <a:lnTo>
                    <a:pt x="4224" y="148669"/>
                  </a:lnTo>
                  <a:lnTo>
                    <a:pt x="4223" y="146483"/>
                  </a:lnTo>
                  <a:lnTo>
                    <a:pt x="4222" y="144296"/>
                  </a:lnTo>
                  <a:lnTo>
                    <a:pt x="4221" y="142110"/>
                  </a:lnTo>
                  <a:lnTo>
                    <a:pt x="4220" y="139924"/>
                  </a:lnTo>
                  <a:lnTo>
                    <a:pt x="4220" y="137737"/>
                  </a:lnTo>
                  <a:lnTo>
                    <a:pt x="4219" y="135551"/>
                  </a:lnTo>
                  <a:lnTo>
                    <a:pt x="4219" y="133365"/>
                  </a:lnTo>
                  <a:lnTo>
                    <a:pt x="4219" y="131179"/>
                  </a:lnTo>
                  <a:lnTo>
                    <a:pt x="4219" y="128992"/>
                  </a:lnTo>
                  <a:lnTo>
                    <a:pt x="4219" y="126806"/>
                  </a:lnTo>
                  <a:lnTo>
                    <a:pt x="4219" y="124620"/>
                  </a:lnTo>
                  <a:lnTo>
                    <a:pt x="4219" y="122433"/>
                  </a:lnTo>
                  <a:lnTo>
                    <a:pt x="4220" y="120247"/>
                  </a:lnTo>
                  <a:lnTo>
                    <a:pt x="4220" y="118061"/>
                  </a:lnTo>
                  <a:lnTo>
                    <a:pt x="4221" y="115874"/>
                  </a:lnTo>
                  <a:lnTo>
                    <a:pt x="4221" y="113688"/>
                  </a:lnTo>
                  <a:lnTo>
                    <a:pt x="4222" y="111502"/>
                  </a:lnTo>
                  <a:lnTo>
                    <a:pt x="4223" y="109315"/>
                  </a:lnTo>
                  <a:lnTo>
                    <a:pt x="4223" y="107129"/>
                  </a:lnTo>
                  <a:lnTo>
                    <a:pt x="4224" y="104943"/>
                  </a:lnTo>
                  <a:lnTo>
                    <a:pt x="4225" y="102756"/>
                  </a:lnTo>
                  <a:lnTo>
                    <a:pt x="4225" y="100570"/>
                  </a:lnTo>
                  <a:lnTo>
                    <a:pt x="4226" y="98384"/>
                  </a:lnTo>
                  <a:lnTo>
                    <a:pt x="4226" y="96197"/>
                  </a:lnTo>
                  <a:lnTo>
                    <a:pt x="4227" y="94011"/>
                  </a:lnTo>
                  <a:lnTo>
                    <a:pt x="4227" y="91825"/>
                  </a:lnTo>
                  <a:lnTo>
                    <a:pt x="4228" y="89638"/>
                  </a:lnTo>
                  <a:lnTo>
                    <a:pt x="4228" y="87452"/>
                  </a:lnTo>
                  <a:lnTo>
                    <a:pt x="4228" y="85266"/>
                  </a:lnTo>
                  <a:lnTo>
                    <a:pt x="4229" y="83080"/>
                  </a:lnTo>
                  <a:lnTo>
                    <a:pt x="4229" y="80893"/>
                  </a:lnTo>
                  <a:lnTo>
                    <a:pt x="4229" y="78707"/>
                  </a:lnTo>
                  <a:lnTo>
                    <a:pt x="4229" y="76521"/>
                  </a:lnTo>
                  <a:lnTo>
                    <a:pt x="4229" y="74334"/>
                  </a:lnTo>
                  <a:lnTo>
                    <a:pt x="4229" y="72148"/>
                  </a:lnTo>
                  <a:lnTo>
                    <a:pt x="4229" y="69962"/>
                  </a:lnTo>
                  <a:lnTo>
                    <a:pt x="4229" y="67775"/>
                  </a:lnTo>
                  <a:lnTo>
                    <a:pt x="4229" y="65589"/>
                  </a:lnTo>
                  <a:lnTo>
                    <a:pt x="4229" y="63403"/>
                  </a:lnTo>
                  <a:lnTo>
                    <a:pt x="4229" y="61216"/>
                  </a:lnTo>
                  <a:lnTo>
                    <a:pt x="4229" y="59030"/>
                  </a:lnTo>
                  <a:lnTo>
                    <a:pt x="4228" y="56844"/>
                  </a:lnTo>
                  <a:lnTo>
                    <a:pt x="4228" y="54657"/>
                  </a:lnTo>
                  <a:lnTo>
                    <a:pt x="4228" y="52471"/>
                  </a:lnTo>
                  <a:lnTo>
                    <a:pt x="4227" y="50285"/>
                  </a:lnTo>
                  <a:lnTo>
                    <a:pt x="4227" y="48098"/>
                  </a:lnTo>
                  <a:lnTo>
                    <a:pt x="4227" y="45912"/>
                  </a:lnTo>
                  <a:lnTo>
                    <a:pt x="4226" y="43726"/>
                  </a:lnTo>
                  <a:lnTo>
                    <a:pt x="4226" y="41540"/>
                  </a:lnTo>
                  <a:lnTo>
                    <a:pt x="4225" y="39353"/>
                  </a:lnTo>
                  <a:lnTo>
                    <a:pt x="4225" y="37167"/>
                  </a:lnTo>
                  <a:lnTo>
                    <a:pt x="4224" y="34981"/>
                  </a:lnTo>
                  <a:lnTo>
                    <a:pt x="4224" y="32794"/>
                  </a:lnTo>
                  <a:lnTo>
                    <a:pt x="4224" y="30608"/>
                  </a:lnTo>
                  <a:lnTo>
                    <a:pt x="4223" y="28422"/>
                  </a:lnTo>
                  <a:lnTo>
                    <a:pt x="4223" y="26235"/>
                  </a:lnTo>
                  <a:lnTo>
                    <a:pt x="4223" y="24049"/>
                  </a:lnTo>
                  <a:lnTo>
                    <a:pt x="4223" y="21863"/>
                  </a:lnTo>
                  <a:lnTo>
                    <a:pt x="4223" y="19676"/>
                  </a:lnTo>
                  <a:lnTo>
                    <a:pt x="4223" y="17490"/>
                  </a:lnTo>
                  <a:lnTo>
                    <a:pt x="4223" y="15304"/>
                  </a:lnTo>
                  <a:lnTo>
                    <a:pt x="4223" y="13117"/>
                  </a:lnTo>
                  <a:lnTo>
                    <a:pt x="4223" y="10931"/>
                  </a:lnTo>
                  <a:lnTo>
                    <a:pt x="4224" y="8745"/>
                  </a:lnTo>
                  <a:lnTo>
                    <a:pt x="4224" y="6558"/>
                  </a:lnTo>
                  <a:lnTo>
                    <a:pt x="4225" y="4372"/>
                  </a:lnTo>
                  <a:lnTo>
                    <a:pt x="4226" y="2186"/>
                  </a:lnTo>
                  <a:lnTo>
                    <a:pt x="4288" y="0"/>
                  </a:lnTo>
                  <a:lnTo>
                    <a:pt x="4289" y="2186"/>
                  </a:lnTo>
                  <a:lnTo>
                    <a:pt x="4290" y="4372"/>
                  </a:lnTo>
                  <a:lnTo>
                    <a:pt x="4290" y="6558"/>
                  </a:lnTo>
                  <a:lnTo>
                    <a:pt x="4291" y="8745"/>
                  </a:lnTo>
                  <a:lnTo>
                    <a:pt x="4291" y="10931"/>
                  </a:lnTo>
                  <a:lnTo>
                    <a:pt x="4292" y="13117"/>
                  </a:lnTo>
                  <a:lnTo>
                    <a:pt x="4292" y="15304"/>
                  </a:lnTo>
                  <a:lnTo>
                    <a:pt x="4292" y="17490"/>
                  </a:lnTo>
                  <a:lnTo>
                    <a:pt x="4292" y="19676"/>
                  </a:lnTo>
                  <a:lnTo>
                    <a:pt x="4292" y="21863"/>
                  </a:lnTo>
                  <a:lnTo>
                    <a:pt x="4292" y="24049"/>
                  </a:lnTo>
                  <a:lnTo>
                    <a:pt x="4292" y="26235"/>
                  </a:lnTo>
                  <a:lnTo>
                    <a:pt x="4292" y="28422"/>
                  </a:lnTo>
                  <a:lnTo>
                    <a:pt x="4291" y="30608"/>
                  </a:lnTo>
                  <a:lnTo>
                    <a:pt x="4291" y="32794"/>
                  </a:lnTo>
                  <a:lnTo>
                    <a:pt x="4290" y="34981"/>
                  </a:lnTo>
                  <a:lnTo>
                    <a:pt x="4290" y="37167"/>
                  </a:lnTo>
                  <a:lnTo>
                    <a:pt x="4290" y="39353"/>
                  </a:lnTo>
                  <a:lnTo>
                    <a:pt x="4289" y="41540"/>
                  </a:lnTo>
                  <a:lnTo>
                    <a:pt x="4289" y="43726"/>
                  </a:lnTo>
                  <a:lnTo>
                    <a:pt x="4288" y="45912"/>
                  </a:lnTo>
                  <a:lnTo>
                    <a:pt x="4288" y="48098"/>
                  </a:lnTo>
                  <a:lnTo>
                    <a:pt x="4287" y="50285"/>
                  </a:lnTo>
                  <a:lnTo>
                    <a:pt x="4287" y="52471"/>
                  </a:lnTo>
                  <a:lnTo>
                    <a:pt x="4287" y="54657"/>
                  </a:lnTo>
                  <a:lnTo>
                    <a:pt x="4286" y="56844"/>
                  </a:lnTo>
                  <a:lnTo>
                    <a:pt x="4286" y="59030"/>
                  </a:lnTo>
                  <a:lnTo>
                    <a:pt x="4286" y="61216"/>
                  </a:lnTo>
                  <a:lnTo>
                    <a:pt x="4286" y="63403"/>
                  </a:lnTo>
                  <a:lnTo>
                    <a:pt x="4286" y="65589"/>
                  </a:lnTo>
                  <a:lnTo>
                    <a:pt x="4286" y="67775"/>
                  </a:lnTo>
                  <a:lnTo>
                    <a:pt x="4286" y="69962"/>
                  </a:lnTo>
                  <a:lnTo>
                    <a:pt x="4286" y="72148"/>
                  </a:lnTo>
                  <a:lnTo>
                    <a:pt x="4286" y="74334"/>
                  </a:lnTo>
                  <a:lnTo>
                    <a:pt x="4286" y="76521"/>
                  </a:lnTo>
                  <a:lnTo>
                    <a:pt x="4286" y="78707"/>
                  </a:lnTo>
                  <a:lnTo>
                    <a:pt x="4286" y="80893"/>
                  </a:lnTo>
                  <a:lnTo>
                    <a:pt x="4286" y="83080"/>
                  </a:lnTo>
                  <a:lnTo>
                    <a:pt x="4286" y="85266"/>
                  </a:lnTo>
                  <a:lnTo>
                    <a:pt x="4287" y="87452"/>
                  </a:lnTo>
                  <a:lnTo>
                    <a:pt x="4287" y="89638"/>
                  </a:lnTo>
                  <a:lnTo>
                    <a:pt x="4288" y="91825"/>
                  </a:lnTo>
                  <a:lnTo>
                    <a:pt x="4288" y="94011"/>
                  </a:lnTo>
                  <a:lnTo>
                    <a:pt x="4288" y="96197"/>
                  </a:lnTo>
                  <a:lnTo>
                    <a:pt x="4289" y="98384"/>
                  </a:lnTo>
                  <a:lnTo>
                    <a:pt x="4290" y="100570"/>
                  </a:lnTo>
                  <a:lnTo>
                    <a:pt x="4290" y="102756"/>
                  </a:lnTo>
                  <a:lnTo>
                    <a:pt x="4291" y="104943"/>
                  </a:lnTo>
                  <a:lnTo>
                    <a:pt x="4292" y="107129"/>
                  </a:lnTo>
                  <a:lnTo>
                    <a:pt x="4292" y="109315"/>
                  </a:lnTo>
                  <a:lnTo>
                    <a:pt x="4293" y="111502"/>
                  </a:lnTo>
                  <a:lnTo>
                    <a:pt x="4294" y="113688"/>
                  </a:lnTo>
                  <a:lnTo>
                    <a:pt x="4294" y="115874"/>
                  </a:lnTo>
                  <a:lnTo>
                    <a:pt x="4295" y="118061"/>
                  </a:lnTo>
                  <a:lnTo>
                    <a:pt x="4295" y="120247"/>
                  </a:lnTo>
                  <a:lnTo>
                    <a:pt x="4296" y="122433"/>
                  </a:lnTo>
                  <a:lnTo>
                    <a:pt x="4296" y="124620"/>
                  </a:lnTo>
                  <a:lnTo>
                    <a:pt x="4296" y="126806"/>
                  </a:lnTo>
                  <a:lnTo>
                    <a:pt x="4296" y="128992"/>
                  </a:lnTo>
                  <a:lnTo>
                    <a:pt x="4296" y="131179"/>
                  </a:lnTo>
                  <a:lnTo>
                    <a:pt x="4296" y="133365"/>
                  </a:lnTo>
                  <a:lnTo>
                    <a:pt x="4296" y="135551"/>
                  </a:lnTo>
                  <a:lnTo>
                    <a:pt x="4295" y="137737"/>
                  </a:lnTo>
                  <a:lnTo>
                    <a:pt x="4295" y="139924"/>
                  </a:lnTo>
                  <a:lnTo>
                    <a:pt x="4294" y="142110"/>
                  </a:lnTo>
                  <a:lnTo>
                    <a:pt x="4293" y="144296"/>
                  </a:lnTo>
                  <a:lnTo>
                    <a:pt x="4292" y="146483"/>
                  </a:lnTo>
                  <a:lnTo>
                    <a:pt x="4291" y="148669"/>
                  </a:lnTo>
                  <a:lnTo>
                    <a:pt x="4290" y="150855"/>
                  </a:lnTo>
                  <a:lnTo>
                    <a:pt x="4288" y="153042"/>
                  </a:lnTo>
                  <a:lnTo>
                    <a:pt x="4287" y="155228"/>
                  </a:lnTo>
                  <a:lnTo>
                    <a:pt x="4285" y="157414"/>
                  </a:lnTo>
                  <a:lnTo>
                    <a:pt x="4284" y="159601"/>
                  </a:lnTo>
                  <a:lnTo>
                    <a:pt x="4282" y="161787"/>
                  </a:lnTo>
                  <a:lnTo>
                    <a:pt x="4281" y="163973"/>
                  </a:lnTo>
                  <a:lnTo>
                    <a:pt x="4279" y="166160"/>
                  </a:lnTo>
                  <a:lnTo>
                    <a:pt x="4278" y="168346"/>
                  </a:lnTo>
                  <a:lnTo>
                    <a:pt x="4277" y="170532"/>
                  </a:lnTo>
                  <a:lnTo>
                    <a:pt x="4275" y="172719"/>
                  </a:lnTo>
                  <a:lnTo>
                    <a:pt x="4274" y="174905"/>
                  </a:lnTo>
                  <a:lnTo>
                    <a:pt x="4273" y="177091"/>
                  </a:lnTo>
                  <a:lnTo>
                    <a:pt x="4272" y="179277"/>
                  </a:lnTo>
                  <a:lnTo>
                    <a:pt x="4271" y="181464"/>
                  </a:lnTo>
                  <a:lnTo>
                    <a:pt x="4270" y="183650"/>
                  </a:lnTo>
                  <a:lnTo>
                    <a:pt x="4270" y="185836"/>
                  </a:lnTo>
                  <a:lnTo>
                    <a:pt x="4269" y="188023"/>
                  </a:lnTo>
                  <a:lnTo>
                    <a:pt x="4269" y="190209"/>
                  </a:lnTo>
                  <a:lnTo>
                    <a:pt x="4269" y="192395"/>
                  </a:lnTo>
                  <a:lnTo>
                    <a:pt x="4269" y="194582"/>
                  </a:lnTo>
                  <a:lnTo>
                    <a:pt x="4270" y="196768"/>
                  </a:lnTo>
                  <a:lnTo>
                    <a:pt x="4270" y="198954"/>
                  </a:lnTo>
                  <a:lnTo>
                    <a:pt x="4271" y="201141"/>
                  </a:lnTo>
                  <a:lnTo>
                    <a:pt x="4271" y="203327"/>
                  </a:lnTo>
                  <a:lnTo>
                    <a:pt x="4272" y="205513"/>
                  </a:lnTo>
                  <a:lnTo>
                    <a:pt x="4273" y="207700"/>
                  </a:lnTo>
                  <a:lnTo>
                    <a:pt x="4274" y="209886"/>
                  </a:lnTo>
                  <a:lnTo>
                    <a:pt x="4276" y="212072"/>
                  </a:lnTo>
                  <a:lnTo>
                    <a:pt x="4277" y="214259"/>
                  </a:lnTo>
                  <a:lnTo>
                    <a:pt x="4279" y="216445"/>
                  </a:lnTo>
                  <a:lnTo>
                    <a:pt x="4280" y="218631"/>
                  </a:lnTo>
                  <a:lnTo>
                    <a:pt x="4282" y="220818"/>
                  </a:lnTo>
                  <a:lnTo>
                    <a:pt x="4284" y="223004"/>
                  </a:lnTo>
                  <a:lnTo>
                    <a:pt x="4286" y="225190"/>
                  </a:lnTo>
                  <a:lnTo>
                    <a:pt x="4288" y="227376"/>
                  </a:lnTo>
                  <a:lnTo>
                    <a:pt x="4290" y="229563"/>
                  </a:lnTo>
                  <a:lnTo>
                    <a:pt x="4292" y="231749"/>
                  </a:lnTo>
                  <a:lnTo>
                    <a:pt x="4294" y="233935"/>
                  </a:lnTo>
                  <a:lnTo>
                    <a:pt x="4296" y="236122"/>
                  </a:lnTo>
                  <a:lnTo>
                    <a:pt x="4297" y="238308"/>
                  </a:lnTo>
                  <a:lnTo>
                    <a:pt x="4299" y="240494"/>
                  </a:lnTo>
                  <a:lnTo>
                    <a:pt x="4301" y="242681"/>
                  </a:lnTo>
                  <a:lnTo>
                    <a:pt x="4303" y="244867"/>
                  </a:lnTo>
                  <a:lnTo>
                    <a:pt x="4304" y="247053"/>
                  </a:lnTo>
                  <a:lnTo>
                    <a:pt x="4306" y="249240"/>
                  </a:lnTo>
                  <a:lnTo>
                    <a:pt x="4307" y="251426"/>
                  </a:lnTo>
                  <a:lnTo>
                    <a:pt x="4309" y="253612"/>
                  </a:lnTo>
                  <a:lnTo>
                    <a:pt x="4310" y="255799"/>
                  </a:lnTo>
                  <a:lnTo>
                    <a:pt x="4311" y="257985"/>
                  </a:lnTo>
                  <a:lnTo>
                    <a:pt x="4312" y="260171"/>
                  </a:lnTo>
                  <a:lnTo>
                    <a:pt x="4313" y="262358"/>
                  </a:lnTo>
                  <a:lnTo>
                    <a:pt x="4314" y="264544"/>
                  </a:lnTo>
                  <a:lnTo>
                    <a:pt x="4315" y="266730"/>
                  </a:lnTo>
                  <a:lnTo>
                    <a:pt x="4315" y="268916"/>
                  </a:lnTo>
                  <a:lnTo>
                    <a:pt x="4316" y="271103"/>
                  </a:lnTo>
                  <a:lnTo>
                    <a:pt x="4316" y="273289"/>
                  </a:lnTo>
                  <a:lnTo>
                    <a:pt x="4317" y="275475"/>
                  </a:lnTo>
                  <a:lnTo>
                    <a:pt x="4317" y="277662"/>
                  </a:lnTo>
                  <a:lnTo>
                    <a:pt x="4317" y="279848"/>
                  </a:lnTo>
                  <a:lnTo>
                    <a:pt x="4317" y="282034"/>
                  </a:lnTo>
                  <a:lnTo>
                    <a:pt x="4317" y="284221"/>
                  </a:lnTo>
                  <a:lnTo>
                    <a:pt x="4317" y="286407"/>
                  </a:lnTo>
                  <a:lnTo>
                    <a:pt x="4317" y="288593"/>
                  </a:lnTo>
                  <a:lnTo>
                    <a:pt x="4317" y="290780"/>
                  </a:lnTo>
                  <a:lnTo>
                    <a:pt x="4317" y="292966"/>
                  </a:lnTo>
                  <a:lnTo>
                    <a:pt x="4317" y="295152"/>
                  </a:lnTo>
                  <a:lnTo>
                    <a:pt x="4316" y="297339"/>
                  </a:lnTo>
                  <a:lnTo>
                    <a:pt x="4316" y="299525"/>
                  </a:lnTo>
                  <a:lnTo>
                    <a:pt x="4315" y="301711"/>
                  </a:lnTo>
                  <a:lnTo>
                    <a:pt x="4315" y="303898"/>
                  </a:lnTo>
                  <a:lnTo>
                    <a:pt x="4314" y="306084"/>
                  </a:lnTo>
                  <a:lnTo>
                    <a:pt x="4314" y="308270"/>
                  </a:lnTo>
                  <a:lnTo>
                    <a:pt x="4313" y="310456"/>
                  </a:lnTo>
                  <a:lnTo>
                    <a:pt x="4312" y="312643"/>
                  </a:lnTo>
                  <a:lnTo>
                    <a:pt x="4312" y="314829"/>
                  </a:lnTo>
                  <a:lnTo>
                    <a:pt x="4311" y="317015"/>
                  </a:lnTo>
                  <a:lnTo>
                    <a:pt x="4310" y="319202"/>
                  </a:lnTo>
                  <a:lnTo>
                    <a:pt x="4309" y="321388"/>
                  </a:lnTo>
                  <a:lnTo>
                    <a:pt x="4308" y="323574"/>
                  </a:lnTo>
                  <a:lnTo>
                    <a:pt x="4307" y="325761"/>
                  </a:lnTo>
                  <a:lnTo>
                    <a:pt x="4306" y="327947"/>
                  </a:lnTo>
                  <a:lnTo>
                    <a:pt x="4305" y="330133"/>
                  </a:lnTo>
                  <a:lnTo>
                    <a:pt x="4305" y="332320"/>
                  </a:lnTo>
                  <a:lnTo>
                    <a:pt x="4304" y="334506"/>
                  </a:lnTo>
                  <a:lnTo>
                    <a:pt x="4303" y="336692"/>
                  </a:lnTo>
                  <a:lnTo>
                    <a:pt x="4302" y="338879"/>
                  </a:lnTo>
                  <a:lnTo>
                    <a:pt x="4302" y="341065"/>
                  </a:lnTo>
                  <a:lnTo>
                    <a:pt x="4301" y="343251"/>
                  </a:lnTo>
                  <a:lnTo>
                    <a:pt x="4301" y="345438"/>
                  </a:lnTo>
                  <a:lnTo>
                    <a:pt x="4300" y="347624"/>
                  </a:lnTo>
                  <a:lnTo>
                    <a:pt x="4300" y="349810"/>
                  </a:lnTo>
                  <a:lnTo>
                    <a:pt x="4300" y="351997"/>
                  </a:lnTo>
                  <a:lnTo>
                    <a:pt x="4300" y="354183"/>
                  </a:lnTo>
                  <a:lnTo>
                    <a:pt x="4300" y="356369"/>
                  </a:lnTo>
                  <a:lnTo>
                    <a:pt x="4301" y="358555"/>
                  </a:lnTo>
                  <a:lnTo>
                    <a:pt x="4301" y="360742"/>
                  </a:lnTo>
                  <a:lnTo>
                    <a:pt x="4302" y="362928"/>
                  </a:lnTo>
                  <a:lnTo>
                    <a:pt x="4303" y="365114"/>
                  </a:lnTo>
                  <a:lnTo>
                    <a:pt x="4304" y="367301"/>
                  </a:lnTo>
                  <a:lnTo>
                    <a:pt x="4306" y="369487"/>
                  </a:lnTo>
                  <a:lnTo>
                    <a:pt x="4308" y="371673"/>
                  </a:lnTo>
                  <a:lnTo>
                    <a:pt x="4310" y="373860"/>
                  </a:lnTo>
                  <a:lnTo>
                    <a:pt x="4312" y="376046"/>
                  </a:lnTo>
                  <a:lnTo>
                    <a:pt x="4315" y="378232"/>
                  </a:lnTo>
                  <a:lnTo>
                    <a:pt x="4318" y="380419"/>
                  </a:lnTo>
                  <a:lnTo>
                    <a:pt x="4321" y="382605"/>
                  </a:lnTo>
                  <a:lnTo>
                    <a:pt x="4325" y="384791"/>
                  </a:lnTo>
                  <a:lnTo>
                    <a:pt x="4329" y="386978"/>
                  </a:lnTo>
                  <a:lnTo>
                    <a:pt x="4334" y="389164"/>
                  </a:lnTo>
                  <a:lnTo>
                    <a:pt x="4339" y="391350"/>
                  </a:lnTo>
                  <a:lnTo>
                    <a:pt x="4345" y="393537"/>
                  </a:lnTo>
                  <a:lnTo>
                    <a:pt x="4351" y="395723"/>
                  </a:lnTo>
                  <a:lnTo>
                    <a:pt x="4358" y="397909"/>
                  </a:lnTo>
                  <a:lnTo>
                    <a:pt x="4366" y="400095"/>
                  </a:lnTo>
                  <a:lnTo>
                    <a:pt x="4374" y="402282"/>
                  </a:lnTo>
                  <a:lnTo>
                    <a:pt x="4382" y="404468"/>
                  </a:lnTo>
                  <a:lnTo>
                    <a:pt x="4391" y="406654"/>
                  </a:lnTo>
                  <a:lnTo>
                    <a:pt x="4401" y="408841"/>
                  </a:lnTo>
                  <a:lnTo>
                    <a:pt x="4412" y="411027"/>
                  </a:lnTo>
                  <a:lnTo>
                    <a:pt x="4423" y="413213"/>
                  </a:lnTo>
                  <a:lnTo>
                    <a:pt x="4435" y="415400"/>
                  </a:lnTo>
                  <a:lnTo>
                    <a:pt x="4448" y="417586"/>
                  </a:lnTo>
                  <a:lnTo>
                    <a:pt x="4461" y="419772"/>
                  </a:lnTo>
                  <a:lnTo>
                    <a:pt x="4474" y="421959"/>
                  </a:lnTo>
                  <a:lnTo>
                    <a:pt x="4489" y="424145"/>
                  </a:lnTo>
                  <a:lnTo>
                    <a:pt x="4504" y="426331"/>
                  </a:lnTo>
                  <a:lnTo>
                    <a:pt x="4519" y="428518"/>
                  </a:lnTo>
                  <a:lnTo>
                    <a:pt x="4535" y="430704"/>
                  </a:lnTo>
                  <a:lnTo>
                    <a:pt x="4551" y="432890"/>
                  </a:lnTo>
                  <a:lnTo>
                    <a:pt x="4568" y="435077"/>
                  </a:lnTo>
                  <a:lnTo>
                    <a:pt x="4585" y="437263"/>
                  </a:lnTo>
                  <a:lnTo>
                    <a:pt x="4602" y="439449"/>
                  </a:lnTo>
                  <a:lnTo>
                    <a:pt x="4619" y="441636"/>
                  </a:lnTo>
                  <a:lnTo>
                    <a:pt x="4637" y="443822"/>
                  </a:lnTo>
                  <a:lnTo>
                    <a:pt x="4654" y="446008"/>
                  </a:lnTo>
                  <a:lnTo>
                    <a:pt x="4671" y="448194"/>
                  </a:lnTo>
                  <a:lnTo>
                    <a:pt x="4688" y="450381"/>
                  </a:lnTo>
                  <a:lnTo>
                    <a:pt x="4705" y="452567"/>
                  </a:lnTo>
                  <a:lnTo>
                    <a:pt x="4721" y="454753"/>
                  </a:lnTo>
                  <a:lnTo>
                    <a:pt x="4737" y="456940"/>
                  </a:lnTo>
                  <a:lnTo>
                    <a:pt x="4752" y="459126"/>
                  </a:lnTo>
                  <a:lnTo>
                    <a:pt x="4767" y="461312"/>
                  </a:lnTo>
                  <a:lnTo>
                    <a:pt x="4780" y="463499"/>
                  </a:lnTo>
                  <a:lnTo>
                    <a:pt x="4793" y="465685"/>
                  </a:lnTo>
                  <a:lnTo>
                    <a:pt x="4805" y="467871"/>
                  </a:lnTo>
                  <a:lnTo>
                    <a:pt x="4817" y="470058"/>
                  </a:lnTo>
                  <a:lnTo>
                    <a:pt x="4827" y="472244"/>
                  </a:lnTo>
                  <a:lnTo>
                    <a:pt x="4836" y="474430"/>
                  </a:lnTo>
                  <a:lnTo>
                    <a:pt x="4844" y="476617"/>
                  </a:lnTo>
                  <a:lnTo>
                    <a:pt x="4851" y="478803"/>
                  </a:lnTo>
                  <a:lnTo>
                    <a:pt x="4857" y="480989"/>
                  </a:lnTo>
                  <a:lnTo>
                    <a:pt x="4862" y="483176"/>
                  </a:lnTo>
                  <a:lnTo>
                    <a:pt x="4866" y="485362"/>
                  </a:lnTo>
                  <a:lnTo>
                    <a:pt x="4869" y="487548"/>
                  </a:lnTo>
                  <a:lnTo>
                    <a:pt x="4872" y="489734"/>
                  </a:lnTo>
                  <a:lnTo>
                    <a:pt x="4874" y="491921"/>
                  </a:lnTo>
                  <a:lnTo>
                    <a:pt x="4875" y="494107"/>
                  </a:lnTo>
                  <a:lnTo>
                    <a:pt x="4876" y="496293"/>
                  </a:lnTo>
                  <a:lnTo>
                    <a:pt x="4877" y="498480"/>
                  </a:lnTo>
                  <a:lnTo>
                    <a:pt x="4878" y="500666"/>
                  </a:lnTo>
                  <a:lnTo>
                    <a:pt x="4879" y="502852"/>
                  </a:lnTo>
                  <a:lnTo>
                    <a:pt x="4879" y="505039"/>
                  </a:lnTo>
                  <a:lnTo>
                    <a:pt x="4881" y="507225"/>
                  </a:lnTo>
                  <a:lnTo>
                    <a:pt x="4883" y="509411"/>
                  </a:lnTo>
                  <a:lnTo>
                    <a:pt x="4885" y="511598"/>
                  </a:lnTo>
                  <a:lnTo>
                    <a:pt x="4888" y="513784"/>
                  </a:lnTo>
                  <a:lnTo>
                    <a:pt x="4893" y="515970"/>
                  </a:lnTo>
                  <a:lnTo>
                    <a:pt x="4898" y="518157"/>
                  </a:lnTo>
                  <a:lnTo>
                    <a:pt x="4904" y="520343"/>
                  </a:lnTo>
                  <a:lnTo>
                    <a:pt x="4912" y="522529"/>
                  </a:lnTo>
                  <a:lnTo>
                    <a:pt x="4921" y="524716"/>
                  </a:lnTo>
                  <a:lnTo>
                    <a:pt x="4931" y="526902"/>
                  </a:lnTo>
                  <a:lnTo>
                    <a:pt x="4943" y="529088"/>
                  </a:lnTo>
                  <a:lnTo>
                    <a:pt x="4956" y="531274"/>
                  </a:lnTo>
                  <a:lnTo>
                    <a:pt x="4970" y="533461"/>
                  </a:lnTo>
                  <a:lnTo>
                    <a:pt x="4986" y="535647"/>
                  </a:lnTo>
                  <a:lnTo>
                    <a:pt x="5003" y="537833"/>
                  </a:lnTo>
                  <a:lnTo>
                    <a:pt x="5022" y="540020"/>
                  </a:lnTo>
                  <a:lnTo>
                    <a:pt x="5041" y="542206"/>
                  </a:lnTo>
                  <a:lnTo>
                    <a:pt x="5061" y="544392"/>
                  </a:lnTo>
                  <a:lnTo>
                    <a:pt x="5083" y="546579"/>
                  </a:lnTo>
                  <a:lnTo>
                    <a:pt x="5105" y="548765"/>
                  </a:lnTo>
                  <a:lnTo>
                    <a:pt x="5127" y="550951"/>
                  </a:lnTo>
                  <a:lnTo>
                    <a:pt x="5151" y="553138"/>
                  </a:lnTo>
                  <a:lnTo>
                    <a:pt x="5174" y="555324"/>
                  </a:lnTo>
                  <a:lnTo>
                    <a:pt x="5198" y="557510"/>
                  </a:lnTo>
                  <a:lnTo>
                    <a:pt x="5222" y="559697"/>
                  </a:lnTo>
                  <a:lnTo>
                    <a:pt x="5246" y="561883"/>
                  </a:lnTo>
                  <a:lnTo>
                    <a:pt x="5270" y="564069"/>
                  </a:lnTo>
                  <a:lnTo>
                    <a:pt x="5294" y="566256"/>
                  </a:lnTo>
                  <a:lnTo>
                    <a:pt x="5317" y="568442"/>
                  </a:lnTo>
                  <a:lnTo>
                    <a:pt x="5340" y="570628"/>
                  </a:lnTo>
                  <a:lnTo>
                    <a:pt x="5363" y="572815"/>
                  </a:lnTo>
                  <a:lnTo>
                    <a:pt x="5385" y="575001"/>
                  </a:lnTo>
                  <a:lnTo>
                    <a:pt x="5407" y="577187"/>
                  </a:lnTo>
                  <a:lnTo>
                    <a:pt x="5429" y="579373"/>
                  </a:lnTo>
                  <a:lnTo>
                    <a:pt x="5450" y="581560"/>
                  </a:lnTo>
                  <a:lnTo>
                    <a:pt x="5470" y="583746"/>
                  </a:lnTo>
                  <a:lnTo>
                    <a:pt x="5490" y="585932"/>
                  </a:lnTo>
                  <a:lnTo>
                    <a:pt x="5510" y="588119"/>
                  </a:lnTo>
                  <a:lnTo>
                    <a:pt x="5530" y="590305"/>
                  </a:lnTo>
                  <a:lnTo>
                    <a:pt x="5550" y="592491"/>
                  </a:lnTo>
                  <a:lnTo>
                    <a:pt x="5570" y="594678"/>
                  </a:lnTo>
                  <a:lnTo>
                    <a:pt x="5590" y="596864"/>
                  </a:lnTo>
                  <a:lnTo>
                    <a:pt x="5610" y="599050"/>
                  </a:lnTo>
                  <a:lnTo>
                    <a:pt x="5630" y="601237"/>
                  </a:lnTo>
                  <a:lnTo>
                    <a:pt x="5651" y="603423"/>
                  </a:lnTo>
                  <a:lnTo>
                    <a:pt x="5673" y="605609"/>
                  </a:lnTo>
                  <a:lnTo>
                    <a:pt x="5695" y="607796"/>
                  </a:lnTo>
                  <a:lnTo>
                    <a:pt x="5718" y="609982"/>
                  </a:lnTo>
                  <a:lnTo>
                    <a:pt x="5742" y="612168"/>
                  </a:lnTo>
                  <a:lnTo>
                    <a:pt x="5767" y="614355"/>
                  </a:lnTo>
                  <a:lnTo>
                    <a:pt x="5793" y="616541"/>
                  </a:lnTo>
                  <a:lnTo>
                    <a:pt x="5819" y="618727"/>
                  </a:lnTo>
                  <a:lnTo>
                    <a:pt x="5847" y="620913"/>
                  </a:lnTo>
                  <a:lnTo>
                    <a:pt x="5877" y="623100"/>
                  </a:lnTo>
                  <a:lnTo>
                    <a:pt x="5907" y="625286"/>
                  </a:lnTo>
                  <a:lnTo>
                    <a:pt x="5938" y="627472"/>
                  </a:lnTo>
                  <a:lnTo>
                    <a:pt x="5970" y="629659"/>
                  </a:lnTo>
                  <a:lnTo>
                    <a:pt x="6003" y="631845"/>
                  </a:lnTo>
                  <a:lnTo>
                    <a:pt x="6037" y="634031"/>
                  </a:lnTo>
                  <a:lnTo>
                    <a:pt x="6072" y="636218"/>
                  </a:lnTo>
                  <a:lnTo>
                    <a:pt x="6107" y="638404"/>
                  </a:lnTo>
                  <a:lnTo>
                    <a:pt x="6143" y="640590"/>
                  </a:lnTo>
                  <a:lnTo>
                    <a:pt x="6179" y="642777"/>
                  </a:lnTo>
                  <a:lnTo>
                    <a:pt x="6216" y="644963"/>
                  </a:lnTo>
                  <a:lnTo>
                    <a:pt x="6252" y="647149"/>
                  </a:lnTo>
                  <a:lnTo>
                    <a:pt x="6289" y="649336"/>
                  </a:lnTo>
                  <a:lnTo>
                    <a:pt x="6325" y="651522"/>
                  </a:lnTo>
                  <a:lnTo>
                    <a:pt x="6362" y="653708"/>
                  </a:lnTo>
                  <a:lnTo>
                    <a:pt x="6397" y="655895"/>
                  </a:lnTo>
                  <a:lnTo>
                    <a:pt x="6433" y="658081"/>
                  </a:lnTo>
                  <a:lnTo>
                    <a:pt x="6468" y="660267"/>
                  </a:lnTo>
                  <a:lnTo>
                    <a:pt x="6502" y="662454"/>
                  </a:lnTo>
                  <a:lnTo>
                    <a:pt x="6536" y="664640"/>
                  </a:lnTo>
                  <a:lnTo>
                    <a:pt x="6569" y="666826"/>
                  </a:lnTo>
                  <a:lnTo>
                    <a:pt x="6601" y="669012"/>
                  </a:lnTo>
                  <a:lnTo>
                    <a:pt x="6633" y="671199"/>
                  </a:lnTo>
                  <a:lnTo>
                    <a:pt x="6664" y="673385"/>
                  </a:lnTo>
                  <a:lnTo>
                    <a:pt x="6695" y="675571"/>
                  </a:lnTo>
                  <a:lnTo>
                    <a:pt x="6726" y="677758"/>
                  </a:lnTo>
                  <a:lnTo>
                    <a:pt x="6757" y="679944"/>
                  </a:lnTo>
                  <a:lnTo>
                    <a:pt x="6787" y="682130"/>
                  </a:lnTo>
                  <a:lnTo>
                    <a:pt x="6817" y="684317"/>
                  </a:lnTo>
                  <a:lnTo>
                    <a:pt x="6848" y="686503"/>
                  </a:lnTo>
                  <a:lnTo>
                    <a:pt x="6879" y="688689"/>
                  </a:lnTo>
                  <a:lnTo>
                    <a:pt x="6910" y="690876"/>
                  </a:lnTo>
                  <a:lnTo>
                    <a:pt x="6942" y="693062"/>
                  </a:lnTo>
                  <a:lnTo>
                    <a:pt x="6974" y="695248"/>
                  </a:lnTo>
                  <a:lnTo>
                    <a:pt x="7007" y="697435"/>
                  </a:lnTo>
                  <a:lnTo>
                    <a:pt x="7019" y="698210"/>
                  </a:lnTo>
                  <a:lnTo>
                    <a:pt x="7040" y="699621"/>
                  </a:lnTo>
                  <a:lnTo>
                    <a:pt x="7075" y="701807"/>
                  </a:lnTo>
                  <a:lnTo>
                    <a:pt x="7110" y="703994"/>
                  </a:lnTo>
                  <a:lnTo>
                    <a:pt x="7145" y="706180"/>
                  </a:lnTo>
                  <a:lnTo>
                    <a:pt x="7182" y="708366"/>
                  </a:lnTo>
                  <a:lnTo>
                    <a:pt x="7219" y="710552"/>
                  </a:lnTo>
                  <a:lnTo>
                    <a:pt x="7256" y="712739"/>
                  </a:lnTo>
                  <a:lnTo>
                    <a:pt x="7294" y="714925"/>
                  </a:lnTo>
                  <a:lnTo>
                    <a:pt x="7333" y="717111"/>
                  </a:lnTo>
                  <a:lnTo>
                    <a:pt x="7371" y="719298"/>
                  </a:lnTo>
                  <a:lnTo>
                    <a:pt x="7410" y="721484"/>
                  </a:lnTo>
                  <a:lnTo>
                    <a:pt x="7449" y="723670"/>
                  </a:lnTo>
                  <a:lnTo>
                    <a:pt x="7487" y="725857"/>
                  </a:lnTo>
                  <a:lnTo>
                    <a:pt x="7525" y="728043"/>
                  </a:lnTo>
                  <a:lnTo>
                    <a:pt x="7563" y="730229"/>
                  </a:lnTo>
                  <a:lnTo>
                    <a:pt x="7601" y="732416"/>
                  </a:lnTo>
                  <a:lnTo>
                    <a:pt x="7638" y="734602"/>
                  </a:lnTo>
                  <a:lnTo>
                    <a:pt x="7674" y="736788"/>
                  </a:lnTo>
                  <a:lnTo>
                    <a:pt x="7709" y="738975"/>
                  </a:lnTo>
                  <a:lnTo>
                    <a:pt x="7744" y="741161"/>
                  </a:lnTo>
                  <a:lnTo>
                    <a:pt x="7778" y="743347"/>
                  </a:lnTo>
                  <a:lnTo>
                    <a:pt x="7812" y="745534"/>
                  </a:lnTo>
                  <a:lnTo>
                    <a:pt x="7845" y="747720"/>
                  </a:lnTo>
                  <a:lnTo>
                    <a:pt x="7877" y="749906"/>
                  </a:lnTo>
                  <a:lnTo>
                    <a:pt x="7908" y="752093"/>
                  </a:lnTo>
                  <a:lnTo>
                    <a:pt x="7939" y="754279"/>
                  </a:lnTo>
                  <a:lnTo>
                    <a:pt x="7969" y="756465"/>
                  </a:lnTo>
                  <a:lnTo>
                    <a:pt x="7999" y="758651"/>
                  </a:lnTo>
                  <a:lnTo>
                    <a:pt x="8028" y="760838"/>
                  </a:lnTo>
                  <a:lnTo>
                    <a:pt x="8057" y="763024"/>
                  </a:lnTo>
                  <a:lnTo>
                    <a:pt x="8085" y="765210"/>
                  </a:lnTo>
                  <a:lnTo>
                    <a:pt x="8113" y="767397"/>
                  </a:lnTo>
                  <a:lnTo>
                    <a:pt x="8141" y="769583"/>
                  </a:lnTo>
                  <a:lnTo>
                    <a:pt x="8169" y="771769"/>
                  </a:lnTo>
                  <a:lnTo>
                    <a:pt x="8196" y="773956"/>
                  </a:lnTo>
                  <a:lnTo>
                    <a:pt x="8223" y="776142"/>
                  </a:lnTo>
                  <a:lnTo>
                    <a:pt x="8249" y="778328"/>
                  </a:lnTo>
                  <a:lnTo>
                    <a:pt x="8275" y="780515"/>
                  </a:lnTo>
                  <a:lnTo>
                    <a:pt x="8300" y="782701"/>
                  </a:lnTo>
                  <a:lnTo>
                    <a:pt x="8324" y="784887"/>
                  </a:lnTo>
                  <a:lnTo>
                    <a:pt x="8348" y="787074"/>
                  </a:lnTo>
                  <a:lnTo>
                    <a:pt x="8370" y="789260"/>
                  </a:lnTo>
                  <a:lnTo>
                    <a:pt x="8392" y="791446"/>
                  </a:lnTo>
                  <a:lnTo>
                    <a:pt x="8403" y="792720"/>
                  </a:lnTo>
                  <a:lnTo>
                    <a:pt x="8412" y="793633"/>
                  </a:lnTo>
                  <a:lnTo>
                    <a:pt x="8431" y="795819"/>
                  </a:lnTo>
                  <a:lnTo>
                    <a:pt x="8448" y="798005"/>
                  </a:lnTo>
                  <a:lnTo>
                    <a:pt x="8463" y="800191"/>
                  </a:lnTo>
                  <a:lnTo>
                    <a:pt x="8477" y="802378"/>
                  </a:lnTo>
                  <a:lnTo>
                    <a:pt x="8489" y="804564"/>
                  </a:lnTo>
                  <a:lnTo>
                    <a:pt x="8499" y="806750"/>
                  </a:lnTo>
                  <a:lnTo>
                    <a:pt x="8507" y="808937"/>
                  </a:lnTo>
                  <a:lnTo>
                    <a:pt x="8512" y="811123"/>
                  </a:lnTo>
                  <a:lnTo>
                    <a:pt x="8515" y="813309"/>
                  </a:lnTo>
                  <a:lnTo>
                    <a:pt x="8515" y="815496"/>
                  </a:lnTo>
                  <a:lnTo>
                    <a:pt x="8514" y="817682"/>
                  </a:lnTo>
                  <a:lnTo>
                    <a:pt x="8510" y="819868"/>
                  </a:lnTo>
                  <a:lnTo>
                    <a:pt x="8505" y="822055"/>
                  </a:lnTo>
                  <a:lnTo>
                    <a:pt x="8496" y="824241"/>
                  </a:lnTo>
                  <a:lnTo>
                    <a:pt x="8486" y="826427"/>
                  </a:lnTo>
                  <a:lnTo>
                    <a:pt x="8474" y="828614"/>
                  </a:lnTo>
                  <a:lnTo>
                    <a:pt x="8460" y="830800"/>
                  </a:lnTo>
                  <a:lnTo>
                    <a:pt x="8445" y="832986"/>
                  </a:lnTo>
                  <a:lnTo>
                    <a:pt x="8427" y="835173"/>
                  </a:lnTo>
                  <a:lnTo>
                    <a:pt x="8409" y="837359"/>
                  </a:lnTo>
                  <a:lnTo>
                    <a:pt x="8389" y="839545"/>
                  </a:lnTo>
                  <a:lnTo>
                    <a:pt x="8369" y="841731"/>
                  </a:lnTo>
                  <a:lnTo>
                    <a:pt x="8347" y="843918"/>
                  </a:lnTo>
                  <a:lnTo>
                    <a:pt x="8325" y="846104"/>
                  </a:lnTo>
                  <a:lnTo>
                    <a:pt x="8302" y="848290"/>
                  </a:lnTo>
                  <a:lnTo>
                    <a:pt x="8278" y="850477"/>
                  </a:lnTo>
                  <a:lnTo>
                    <a:pt x="8255" y="852663"/>
                  </a:lnTo>
                  <a:lnTo>
                    <a:pt x="8231" y="854849"/>
                  </a:lnTo>
                  <a:lnTo>
                    <a:pt x="8206" y="857036"/>
                  </a:lnTo>
                  <a:lnTo>
                    <a:pt x="8182" y="859222"/>
                  </a:lnTo>
                  <a:lnTo>
                    <a:pt x="8157" y="861408"/>
                  </a:lnTo>
                  <a:lnTo>
                    <a:pt x="8133" y="863595"/>
                  </a:lnTo>
                  <a:lnTo>
                    <a:pt x="8108" y="865781"/>
                  </a:lnTo>
                  <a:lnTo>
                    <a:pt x="8083" y="867967"/>
                  </a:lnTo>
                  <a:lnTo>
                    <a:pt x="8058" y="870154"/>
                  </a:lnTo>
                  <a:lnTo>
                    <a:pt x="8033" y="872340"/>
                  </a:lnTo>
                  <a:lnTo>
                    <a:pt x="8016" y="873823"/>
                  </a:lnTo>
                  <a:lnTo>
                    <a:pt x="8008" y="874526"/>
                  </a:lnTo>
                  <a:lnTo>
                    <a:pt x="7982" y="876713"/>
                  </a:lnTo>
                  <a:lnTo>
                    <a:pt x="7957" y="878899"/>
                  </a:lnTo>
                  <a:lnTo>
                    <a:pt x="7930" y="881085"/>
                  </a:lnTo>
                  <a:lnTo>
                    <a:pt x="7904" y="883272"/>
                  </a:lnTo>
                  <a:lnTo>
                    <a:pt x="7876" y="885458"/>
                  </a:lnTo>
                  <a:lnTo>
                    <a:pt x="7848" y="887644"/>
                  </a:lnTo>
                  <a:lnTo>
                    <a:pt x="7819" y="889830"/>
                  </a:lnTo>
                  <a:lnTo>
                    <a:pt x="7790" y="892017"/>
                  </a:lnTo>
                  <a:lnTo>
                    <a:pt x="7759" y="894203"/>
                  </a:lnTo>
                  <a:lnTo>
                    <a:pt x="7727" y="896389"/>
                  </a:lnTo>
                  <a:lnTo>
                    <a:pt x="7694" y="898576"/>
                  </a:lnTo>
                  <a:lnTo>
                    <a:pt x="7659" y="900762"/>
                  </a:lnTo>
                  <a:lnTo>
                    <a:pt x="7623" y="902948"/>
                  </a:lnTo>
                  <a:lnTo>
                    <a:pt x="7585" y="905135"/>
                  </a:lnTo>
                  <a:lnTo>
                    <a:pt x="7546" y="907321"/>
                  </a:lnTo>
                  <a:lnTo>
                    <a:pt x="7504" y="909507"/>
                  </a:lnTo>
                  <a:lnTo>
                    <a:pt x="7461" y="911694"/>
                  </a:lnTo>
                  <a:lnTo>
                    <a:pt x="7415" y="913880"/>
                  </a:lnTo>
                  <a:lnTo>
                    <a:pt x="7367" y="916066"/>
                  </a:lnTo>
                  <a:lnTo>
                    <a:pt x="7318" y="918253"/>
                  </a:lnTo>
                  <a:lnTo>
                    <a:pt x="7266" y="920439"/>
                  </a:lnTo>
                  <a:lnTo>
                    <a:pt x="7211" y="922625"/>
                  </a:lnTo>
                  <a:lnTo>
                    <a:pt x="7154" y="924812"/>
                  </a:lnTo>
                  <a:lnTo>
                    <a:pt x="7095" y="926998"/>
                  </a:lnTo>
                  <a:lnTo>
                    <a:pt x="7035" y="929184"/>
                  </a:lnTo>
                  <a:lnTo>
                    <a:pt x="6972" y="931370"/>
                  </a:lnTo>
                  <a:lnTo>
                    <a:pt x="6907" y="933557"/>
                  </a:lnTo>
                  <a:lnTo>
                    <a:pt x="6840" y="935743"/>
                  </a:lnTo>
                  <a:lnTo>
                    <a:pt x="6772" y="937929"/>
                  </a:lnTo>
                  <a:lnTo>
                    <a:pt x="6702" y="940116"/>
                  </a:lnTo>
                  <a:lnTo>
                    <a:pt x="6632" y="942302"/>
                  </a:lnTo>
                  <a:lnTo>
                    <a:pt x="6560" y="944488"/>
                  </a:lnTo>
                  <a:lnTo>
                    <a:pt x="6487" y="946675"/>
                  </a:lnTo>
                  <a:lnTo>
                    <a:pt x="6414" y="948861"/>
                  </a:lnTo>
                  <a:lnTo>
                    <a:pt x="6341" y="951047"/>
                  </a:lnTo>
                  <a:lnTo>
                    <a:pt x="6268" y="953234"/>
                  </a:lnTo>
                  <a:lnTo>
                    <a:pt x="6195" y="955420"/>
                  </a:lnTo>
                  <a:lnTo>
                    <a:pt x="6122" y="957606"/>
                  </a:lnTo>
                  <a:lnTo>
                    <a:pt x="6050" y="959793"/>
                  </a:lnTo>
                  <a:lnTo>
                    <a:pt x="5980" y="961979"/>
                  </a:lnTo>
                  <a:lnTo>
                    <a:pt x="5910" y="964165"/>
                  </a:lnTo>
                  <a:lnTo>
                    <a:pt x="5842" y="966352"/>
                  </a:lnTo>
                  <a:lnTo>
                    <a:pt x="5775" y="968538"/>
                  </a:lnTo>
                  <a:lnTo>
                    <a:pt x="5710" y="970724"/>
                  </a:lnTo>
                  <a:lnTo>
                    <a:pt x="5647" y="972911"/>
                  </a:lnTo>
                  <a:lnTo>
                    <a:pt x="5586" y="975097"/>
                  </a:lnTo>
                  <a:lnTo>
                    <a:pt x="5527" y="977283"/>
                  </a:lnTo>
                  <a:lnTo>
                    <a:pt x="5470" y="979469"/>
                  </a:lnTo>
                  <a:lnTo>
                    <a:pt x="5415" y="981656"/>
                  </a:lnTo>
                  <a:lnTo>
                    <a:pt x="5362" y="983842"/>
                  </a:lnTo>
                  <a:lnTo>
                    <a:pt x="5311" y="986028"/>
                  </a:lnTo>
                  <a:lnTo>
                    <a:pt x="5263" y="988215"/>
                  </a:lnTo>
                  <a:lnTo>
                    <a:pt x="5217" y="990401"/>
                  </a:lnTo>
                  <a:lnTo>
                    <a:pt x="5173" y="992587"/>
                  </a:lnTo>
                  <a:lnTo>
                    <a:pt x="5130" y="994774"/>
                  </a:lnTo>
                  <a:lnTo>
                    <a:pt x="5090" y="996960"/>
                  </a:lnTo>
                  <a:lnTo>
                    <a:pt x="5052" y="999146"/>
                  </a:lnTo>
                  <a:lnTo>
                    <a:pt x="5016" y="1001333"/>
                  </a:lnTo>
                  <a:lnTo>
                    <a:pt x="4981" y="1003519"/>
                  </a:lnTo>
                  <a:lnTo>
                    <a:pt x="4948" y="1005705"/>
                  </a:lnTo>
                  <a:lnTo>
                    <a:pt x="4917" y="1007892"/>
                  </a:lnTo>
                  <a:lnTo>
                    <a:pt x="4887" y="1010078"/>
                  </a:lnTo>
                  <a:lnTo>
                    <a:pt x="4859" y="1012264"/>
                  </a:lnTo>
                  <a:lnTo>
                    <a:pt x="4832" y="1014451"/>
                  </a:lnTo>
                  <a:lnTo>
                    <a:pt x="4806" y="1016637"/>
                  </a:lnTo>
                  <a:lnTo>
                    <a:pt x="4782" y="1018823"/>
                  </a:lnTo>
                  <a:lnTo>
                    <a:pt x="4758" y="1021009"/>
                  </a:lnTo>
                  <a:lnTo>
                    <a:pt x="4736" y="1023196"/>
                  </a:lnTo>
                  <a:lnTo>
                    <a:pt x="4715" y="1025382"/>
                  </a:lnTo>
                  <a:lnTo>
                    <a:pt x="4694" y="1027568"/>
                  </a:lnTo>
                  <a:lnTo>
                    <a:pt x="4675" y="1029755"/>
                  </a:lnTo>
                  <a:lnTo>
                    <a:pt x="4656" y="1031941"/>
                  </a:lnTo>
                  <a:lnTo>
                    <a:pt x="4639" y="1034127"/>
                  </a:lnTo>
                  <a:lnTo>
                    <a:pt x="4622" y="1036314"/>
                  </a:lnTo>
                  <a:lnTo>
                    <a:pt x="4606" y="1038500"/>
                  </a:lnTo>
                  <a:lnTo>
                    <a:pt x="4590" y="1040686"/>
                  </a:lnTo>
                  <a:lnTo>
                    <a:pt x="4575" y="1042873"/>
                  </a:lnTo>
                  <a:lnTo>
                    <a:pt x="4561" y="1045059"/>
                  </a:lnTo>
                  <a:lnTo>
                    <a:pt x="4548" y="1047245"/>
                  </a:lnTo>
                  <a:lnTo>
                    <a:pt x="4535" y="1049432"/>
                  </a:lnTo>
                  <a:lnTo>
                    <a:pt x="4523" y="1051618"/>
                  </a:lnTo>
                  <a:lnTo>
                    <a:pt x="4512" y="1053804"/>
                  </a:lnTo>
                  <a:lnTo>
                    <a:pt x="4500" y="1055991"/>
                  </a:lnTo>
                  <a:lnTo>
                    <a:pt x="4490" y="1058177"/>
                  </a:lnTo>
                  <a:lnTo>
                    <a:pt x="4480" y="1060363"/>
                  </a:lnTo>
                  <a:lnTo>
                    <a:pt x="4470" y="1062549"/>
                  </a:lnTo>
                  <a:lnTo>
                    <a:pt x="4461" y="1064736"/>
                  </a:lnTo>
                  <a:lnTo>
                    <a:pt x="4453" y="1066922"/>
                  </a:lnTo>
                  <a:lnTo>
                    <a:pt x="4444" y="1069108"/>
                  </a:lnTo>
                  <a:lnTo>
                    <a:pt x="4436" y="1071295"/>
                  </a:lnTo>
                  <a:lnTo>
                    <a:pt x="4429" y="1073481"/>
                  </a:lnTo>
                  <a:lnTo>
                    <a:pt x="4421" y="1075667"/>
                  </a:lnTo>
                  <a:lnTo>
                    <a:pt x="4414" y="1077854"/>
                  </a:lnTo>
                  <a:lnTo>
                    <a:pt x="4408" y="1080040"/>
                  </a:lnTo>
                  <a:lnTo>
                    <a:pt x="4401" y="1082226"/>
                  </a:lnTo>
                  <a:lnTo>
                    <a:pt x="4395" y="1084413"/>
                  </a:lnTo>
                  <a:lnTo>
                    <a:pt x="4389" y="1086599"/>
                  </a:lnTo>
                  <a:lnTo>
                    <a:pt x="4384" y="1088785"/>
                  </a:lnTo>
                  <a:lnTo>
                    <a:pt x="4378" y="1090972"/>
                  </a:lnTo>
                  <a:lnTo>
                    <a:pt x="4373" y="1093158"/>
                  </a:lnTo>
                  <a:lnTo>
                    <a:pt x="4367" y="1095344"/>
                  </a:lnTo>
                  <a:lnTo>
                    <a:pt x="4362" y="1097531"/>
                  </a:lnTo>
                  <a:lnTo>
                    <a:pt x="4358" y="1099717"/>
                  </a:lnTo>
                  <a:lnTo>
                    <a:pt x="4353" y="1101903"/>
                  </a:lnTo>
                  <a:lnTo>
                    <a:pt x="4348" y="1104090"/>
                  </a:lnTo>
                  <a:lnTo>
                    <a:pt x="4344" y="1106276"/>
                  </a:lnTo>
                  <a:lnTo>
                    <a:pt x="4339" y="1108462"/>
                  </a:lnTo>
                  <a:lnTo>
                    <a:pt x="4335" y="1110648"/>
                  </a:lnTo>
                  <a:lnTo>
                    <a:pt x="4331" y="1112835"/>
                  </a:lnTo>
                  <a:lnTo>
                    <a:pt x="4327" y="1115021"/>
                  </a:lnTo>
                  <a:lnTo>
                    <a:pt x="4323" y="1117207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3" name="pg26">
              <a:extLst>
                <a:ext uri="{FF2B5EF4-FFF2-40B4-BE49-F238E27FC236}">
                  <a16:creationId xmlns:a16="http://schemas.microsoft.com/office/drawing/2014/main" id="{056A403A-FA88-2238-4E7F-EFA36BD51CCB}"/>
                </a:ext>
              </a:extLst>
            </p:cNvPr>
            <p:cNvSpPr/>
            <p:nvPr/>
          </p:nvSpPr>
          <p:spPr>
            <a:xfrm>
              <a:off x="2471998" y="2011294"/>
              <a:ext cx="6950" cy="994817"/>
            </a:xfrm>
            <a:custGeom>
              <a:avLst/>
              <a:gdLst/>
              <a:ahLst/>
              <a:cxnLst/>
              <a:rect l="0" t="0" r="0" b="0"/>
              <a:pathLst>
                <a:path w="6950" h="994817">
                  <a:moveTo>
                    <a:pt x="2995" y="994817"/>
                  </a:moveTo>
                  <a:lnTo>
                    <a:pt x="2960" y="992870"/>
                  </a:lnTo>
                  <a:lnTo>
                    <a:pt x="2922" y="990923"/>
                  </a:lnTo>
                  <a:lnTo>
                    <a:pt x="2883" y="988977"/>
                  </a:lnTo>
                  <a:lnTo>
                    <a:pt x="2842" y="987030"/>
                  </a:lnTo>
                  <a:lnTo>
                    <a:pt x="2800" y="985083"/>
                  </a:lnTo>
                  <a:lnTo>
                    <a:pt x="2755" y="983136"/>
                  </a:lnTo>
                  <a:lnTo>
                    <a:pt x="2708" y="981189"/>
                  </a:lnTo>
                  <a:lnTo>
                    <a:pt x="2660" y="979243"/>
                  </a:lnTo>
                  <a:lnTo>
                    <a:pt x="2610" y="977296"/>
                  </a:lnTo>
                  <a:lnTo>
                    <a:pt x="2558" y="975349"/>
                  </a:lnTo>
                  <a:lnTo>
                    <a:pt x="2504" y="973402"/>
                  </a:lnTo>
                  <a:lnTo>
                    <a:pt x="2449" y="971455"/>
                  </a:lnTo>
                  <a:lnTo>
                    <a:pt x="2392" y="969509"/>
                  </a:lnTo>
                  <a:lnTo>
                    <a:pt x="2333" y="967562"/>
                  </a:lnTo>
                  <a:lnTo>
                    <a:pt x="2272" y="965615"/>
                  </a:lnTo>
                  <a:lnTo>
                    <a:pt x="2211" y="963668"/>
                  </a:lnTo>
                  <a:lnTo>
                    <a:pt x="2148" y="961721"/>
                  </a:lnTo>
                  <a:lnTo>
                    <a:pt x="2084" y="959774"/>
                  </a:lnTo>
                  <a:lnTo>
                    <a:pt x="2018" y="957828"/>
                  </a:lnTo>
                  <a:lnTo>
                    <a:pt x="1952" y="955881"/>
                  </a:lnTo>
                  <a:lnTo>
                    <a:pt x="1885" y="953934"/>
                  </a:lnTo>
                  <a:lnTo>
                    <a:pt x="1817" y="951987"/>
                  </a:lnTo>
                  <a:lnTo>
                    <a:pt x="1748" y="950040"/>
                  </a:lnTo>
                  <a:lnTo>
                    <a:pt x="1679" y="948094"/>
                  </a:lnTo>
                  <a:lnTo>
                    <a:pt x="1610" y="946147"/>
                  </a:lnTo>
                  <a:lnTo>
                    <a:pt x="1540" y="944200"/>
                  </a:lnTo>
                  <a:lnTo>
                    <a:pt x="1471" y="942253"/>
                  </a:lnTo>
                  <a:lnTo>
                    <a:pt x="1402" y="940306"/>
                  </a:lnTo>
                  <a:lnTo>
                    <a:pt x="1333" y="938360"/>
                  </a:lnTo>
                  <a:lnTo>
                    <a:pt x="1264" y="936413"/>
                  </a:lnTo>
                  <a:lnTo>
                    <a:pt x="1197" y="934466"/>
                  </a:lnTo>
                  <a:lnTo>
                    <a:pt x="1130" y="932519"/>
                  </a:lnTo>
                  <a:lnTo>
                    <a:pt x="1064" y="930572"/>
                  </a:lnTo>
                  <a:lnTo>
                    <a:pt x="999" y="928626"/>
                  </a:lnTo>
                  <a:lnTo>
                    <a:pt x="935" y="926679"/>
                  </a:lnTo>
                  <a:lnTo>
                    <a:pt x="873" y="924732"/>
                  </a:lnTo>
                  <a:lnTo>
                    <a:pt x="812" y="922785"/>
                  </a:lnTo>
                  <a:lnTo>
                    <a:pt x="754" y="920838"/>
                  </a:lnTo>
                  <a:lnTo>
                    <a:pt x="696" y="918892"/>
                  </a:lnTo>
                  <a:lnTo>
                    <a:pt x="641" y="916945"/>
                  </a:lnTo>
                  <a:lnTo>
                    <a:pt x="588" y="914998"/>
                  </a:lnTo>
                  <a:lnTo>
                    <a:pt x="537" y="913051"/>
                  </a:lnTo>
                  <a:lnTo>
                    <a:pt x="488" y="911104"/>
                  </a:lnTo>
                  <a:lnTo>
                    <a:pt x="441" y="909158"/>
                  </a:lnTo>
                  <a:lnTo>
                    <a:pt x="397" y="907211"/>
                  </a:lnTo>
                  <a:lnTo>
                    <a:pt x="355" y="905264"/>
                  </a:lnTo>
                  <a:lnTo>
                    <a:pt x="315" y="903317"/>
                  </a:lnTo>
                  <a:lnTo>
                    <a:pt x="278" y="901370"/>
                  </a:lnTo>
                  <a:lnTo>
                    <a:pt x="243" y="899424"/>
                  </a:lnTo>
                  <a:lnTo>
                    <a:pt x="211" y="897477"/>
                  </a:lnTo>
                  <a:lnTo>
                    <a:pt x="181" y="895530"/>
                  </a:lnTo>
                  <a:lnTo>
                    <a:pt x="154" y="893583"/>
                  </a:lnTo>
                  <a:lnTo>
                    <a:pt x="129" y="891636"/>
                  </a:lnTo>
                  <a:lnTo>
                    <a:pt x="106" y="889690"/>
                  </a:lnTo>
                  <a:lnTo>
                    <a:pt x="86" y="887743"/>
                  </a:lnTo>
                  <a:lnTo>
                    <a:pt x="68" y="885796"/>
                  </a:lnTo>
                  <a:lnTo>
                    <a:pt x="52" y="883849"/>
                  </a:lnTo>
                  <a:lnTo>
                    <a:pt x="39" y="881902"/>
                  </a:lnTo>
                  <a:lnTo>
                    <a:pt x="28" y="879955"/>
                  </a:lnTo>
                  <a:lnTo>
                    <a:pt x="18" y="878009"/>
                  </a:lnTo>
                  <a:lnTo>
                    <a:pt x="11" y="876062"/>
                  </a:lnTo>
                  <a:lnTo>
                    <a:pt x="6" y="874115"/>
                  </a:lnTo>
                  <a:lnTo>
                    <a:pt x="2" y="872168"/>
                  </a:lnTo>
                  <a:lnTo>
                    <a:pt x="0" y="870221"/>
                  </a:lnTo>
                  <a:lnTo>
                    <a:pt x="0" y="868275"/>
                  </a:lnTo>
                  <a:lnTo>
                    <a:pt x="1" y="866328"/>
                  </a:lnTo>
                  <a:lnTo>
                    <a:pt x="4" y="864381"/>
                  </a:lnTo>
                  <a:lnTo>
                    <a:pt x="8" y="862434"/>
                  </a:lnTo>
                  <a:lnTo>
                    <a:pt x="13" y="860487"/>
                  </a:lnTo>
                  <a:lnTo>
                    <a:pt x="20" y="858541"/>
                  </a:lnTo>
                  <a:lnTo>
                    <a:pt x="27" y="856594"/>
                  </a:lnTo>
                  <a:lnTo>
                    <a:pt x="36" y="854620"/>
                  </a:lnTo>
                  <a:lnTo>
                    <a:pt x="46" y="852700"/>
                  </a:lnTo>
                  <a:lnTo>
                    <a:pt x="57" y="850753"/>
                  </a:lnTo>
                  <a:lnTo>
                    <a:pt x="68" y="848807"/>
                  </a:lnTo>
                  <a:lnTo>
                    <a:pt x="80" y="846860"/>
                  </a:lnTo>
                  <a:lnTo>
                    <a:pt x="93" y="844913"/>
                  </a:lnTo>
                  <a:lnTo>
                    <a:pt x="107" y="842966"/>
                  </a:lnTo>
                  <a:lnTo>
                    <a:pt x="121" y="841019"/>
                  </a:lnTo>
                  <a:lnTo>
                    <a:pt x="135" y="839073"/>
                  </a:lnTo>
                  <a:lnTo>
                    <a:pt x="150" y="837126"/>
                  </a:lnTo>
                  <a:lnTo>
                    <a:pt x="166" y="835179"/>
                  </a:lnTo>
                  <a:lnTo>
                    <a:pt x="182" y="833232"/>
                  </a:lnTo>
                  <a:lnTo>
                    <a:pt x="198" y="831285"/>
                  </a:lnTo>
                  <a:lnTo>
                    <a:pt x="214" y="829339"/>
                  </a:lnTo>
                  <a:lnTo>
                    <a:pt x="230" y="827392"/>
                  </a:lnTo>
                  <a:lnTo>
                    <a:pt x="247" y="825445"/>
                  </a:lnTo>
                  <a:lnTo>
                    <a:pt x="264" y="823498"/>
                  </a:lnTo>
                  <a:lnTo>
                    <a:pt x="281" y="821551"/>
                  </a:lnTo>
                  <a:lnTo>
                    <a:pt x="298" y="819605"/>
                  </a:lnTo>
                  <a:lnTo>
                    <a:pt x="315" y="817658"/>
                  </a:lnTo>
                  <a:lnTo>
                    <a:pt x="332" y="815711"/>
                  </a:lnTo>
                  <a:lnTo>
                    <a:pt x="349" y="813764"/>
                  </a:lnTo>
                  <a:lnTo>
                    <a:pt x="367" y="811817"/>
                  </a:lnTo>
                  <a:lnTo>
                    <a:pt x="384" y="809870"/>
                  </a:lnTo>
                  <a:lnTo>
                    <a:pt x="401" y="807924"/>
                  </a:lnTo>
                  <a:lnTo>
                    <a:pt x="418" y="805977"/>
                  </a:lnTo>
                  <a:lnTo>
                    <a:pt x="435" y="804030"/>
                  </a:lnTo>
                  <a:lnTo>
                    <a:pt x="451" y="802083"/>
                  </a:lnTo>
                  <a:lnTo>
                    <a:pt x="468" y="800136"/>
                  </a:lnTo>
                  <a:lnTo>
                    <a:pt x="485" y="798190"/>
                  </a:lnTo>
                  <a:lnTo>
                    <a:pt x="501" y="796243"/>
                  </a:lnTo>
                  <a:lnTo>
                    <a:pt x="517" y="794296"/>
                  </a:lnTo>
                  <a:lnTo>
                    <a:pt x="533" y="792349"/>
                  </a:lnTo>
                  <a:lnTo>
                    <a:pt x="549" y="790402"/>
                  </a:lnTo>
                  <a:lnTo>
                    <a:pt x="565" y="788456"/>
                  </a:lnTo>
                  <a:lnTo>
                    <a:pt x="580" y="786509"/>
                  </a:lnTo>
                  <a:lnTo>
                    <a:pt x="596" y="784562"/>
                  </a:lnTo>
                  <a:lnTo>
                    <a:pt x="611" y="782615"/>
                  </a:lnTo>
                  <a:lnTo>
                    <a:pt x="626" y="780668"/>
                  </a:lnTo>
                  <a:lnTo>
                    <a:pt x="640" y="778722"/>
                  </a:lnTo>
                  <a:lnTo>
                    <a:pt x="655" y="776775"/>
                  </a:lnTo>
                  <a:lnTo>
                    <a:pt x="669" y="774828"/>
                  </a:lnTo>
                  <a:lnTo>
                    <a:pt x="682" y="772881"/>
                  </a:lnTo>
                  <a:lnTo>
                    <a:pt x="696" y="770934"/>
                  </a:lnTo>
                  <a:lnTo>
                    <a:pt x="709" y="768988"/>
                  </a:lnTo>
                  <a:lnTo>
                    <a:pt x="722" y="767041"/>
                  </a:lnTo>
                  <a:lnTo>
                    <a:pt x="734" y="765094"/>
                  </a:lnTo>
                  <a:lnTo>
                    <a:pt x="747" y="763147"/>
                  </a:lnTo>
                  <a:lnTo>
                    <a:pt x="758" y="761200"/>
                  </a:lnTo>
                  <a:lnTo>
                    <a:pt x="770" y="759254"/>
                  </a:lnTo>
                  <a:lnTo>
                    <a:pt x="781" y="757307"/>
                  </a:lnTo>
                  <a:lnTo>
                    <a:pt x="792" y="755360"/>
                  </a:lnTo>
                  <a:lnTo>
                    <a:pt x="802" y="753413"/>
                  </a:lnTo>
                  <a:lnTo>
                    <a:pt x="812" y="751466"/>
                  </a:lnTo>
                  <a:lnTo>
                    <a:pt x="822" y="749520"/>
                  </a:lnTo>
                  <a:lnTo>
                    <a:pt x="832" y="747573"/>
                  </a:lnTo>
                  <a:lnTo>
                    <a:pt x="841" y="745626"/>
                  </a:lnTo>
                  <a:lnTo>
                    <a:pt x="849" y="743676"/>
                  </a:lnTo>
                  <a:lnTo>
                    <a:pt x="858" y="741732"/>
                  </a:lnTo>
                  <a:lnTo>
                    <a:pt x="866" y="739785"/>
                  </a:lnTo>
                  <a:lnTo>
                    <a:pt x="873" y="737839"/>
                  </a:lnTo>
                  <a:lnTo>
                    <a:pt x="881" y="735892"/>
                  </a:lnTo>
                  <a:lnTo>
                    <a:pt x="888" y="733945"/>
                  </a:lnTo>
                  <a:lnTo>
                    <a:pt x="894" y="731998"/>
                  </a:lnTo>
                  <a:lnTo>
                    <a:pt x="901" y="730051"/>
                  </a:lnTo>
                  <a:lnTo>
                    <a:pt x="907" y="728105"/>
                  </a:lnTo>
                  <a:lnTo>
                    <a:pt x="913" y="726158"/>
                  </a:lnTo>
                  <a:lnTo>
                    <a:pt x="919" y="724211"/>
                  </a:lnTo>
                  <a:lnTo>
                    <a:pt x="924" y="722264"/>
                  </a:lnTo>
                  <a:lnTo>
                    <a:pt x="930" y="720317"/>
                  </a:lnTo>
                  <a:lnTo>
                    <a:pt x="935" y="718371"/>
                  </a:lnTo>
                  <a:lnTo>
                    <a:pt x="940" y="716424"/>
                  </a:lnTo>
                  <a:lnTo>
                    <a:pt x="945" y="714477"/>
                  </a:lnTo>
                  <a:lnTo>
                    <a:pt x="951" y="712530"/>
                  </a:lnTo>
                  <a:lnTo>
                    <a:pt x="956" y="710583"/>
                  </a:lnTo>
                  <a:lnTo>
                    <a:pt x="961" y="708637"/>
                  </a:lnTo>
                  <a:lnTo>
                    <a:pt x="966" y="706690"/>
                  </a:lnTo>
                  <a:lnTo>
                    <a:pt x="971" y="704743"/>
                  </a:lnTo>
                  <a:lnTo>
                    <a:pt x="976" y="702796"/>
                  </a:lnTo>
                  <a:lnTo>
                    <a:pt x="981" y="700849"/>
                  </a:lnTo>
                  <a:lnTo>
                    <a:pt x="987" y="698903"/>
                  </a:lnTo>
                  <a:lnTo>
                    <a:pt x="993" y="696956"/>
                  </a:lnTo>
                  <a:lnTo>
                    <a:pt x="999" y="695009"/>
                  </a:lnTo>
                  <a:lnTo>
                    <a:pt x="1005" y="693062"/>
                  </a:lnTo>
                  <a:lnTo>
                    <a:pt x="1011" y="691115"/>
                  </a:lnTo>
                  <a:lnTo>
                    <a:pt x="1018" y="689169"/>
                  </a:lnTo>
                  <a:lnTo>
                    <a:pt x="1025" y="687222"/>
                  </a:lnTo>
                  <a:lnTo>
                    <a:pt x="1032" y="685275"/>
                  </a:lnTo>
                  <a:lnTo>
                    <a:pt x="1039" y="683328"/>
                  </a:lnTo>
                  <a:lnTo>
                    <a:pt x="1047" y="681381"/>
                  </a:lnTo>
                  <a:lnTo>
                    <a:pt x="1056" y="679435"/>
                  </a:lnTo>
                  <a:lnTo>
                    <a:pt x="1064" y="677488"/>
                  </a:lnTo>
                  <a:lnTo>
                    <a:pt x="1073" y="675541"/>
                  </a:lnTo>
                  <a:lnTo>
                    <a:pt x="1082" y="673594"/>
                  </a:lnTo>
                  <a:lnTo>
                    <a:pt x="1092" y="671647"/>
                  </a:lnTo>
                  <a:lnTo>
                    <a:pt x="1102" y="669701"/>
                  </a:lnTo>
                  <a:lnTo>
                    <a:pt x="1112" y="667754"/>
                  </a:lnTo>
                  <a:lnTo>
                    <a:pt x="1123" y="665807"/>
                  </a:lnTo>
                  <a:lnTo>
                    <a:pt x="1134" y="663860"/>
                  </a:lnTo>
                  <a:lnTo>
                    <a:pt x="1145" y="661913"/>
                  </a:lnTo>
                  <a:lnTo>
                    <a:pt x="1157" y="659966"/>
                  </a:lnTo>
                  <a:lnTo>
                    <a:pt x="1169" y="658020"/>
                  </a:lnTo>
                  <a:lnTo>
                    <a:pt x="1181" y="656073"/>
                  </a:lnTo>
                  <a:lnTo>
                    <a:pt x="1193" y="654126"/>
                  </a:lnTo>
                  <a:lnTo>
                    <a:pt x="1206" y="652179"/>
                  </a:lnTo>
                  <a:lnTo>
                    <a:pt x="1219" y="650232"/>
                  </a:lnTo>
                  <a:lnTo>
                    <a:pt x="1231" y="648286"/>
                  </a:lnTo>
                  <a:lnTo>
                    <a:pt x="1244" y="646339"/>
                  </a:lnTo>
                  <a:lnTo>
                    <a:pt x="1258" y="644392"/>
                  </a:lnTo>
                  <a:lnTo>
                    <a:pt x="1271" y="642445"/>
                  </a:lnTo>
                  <a:lnTo>
                    <a:pt x="1284" y="640498"/>
                  </a:lnTo>
                  <a:lnTo>
                    <a:pt x="1297" y="638552"/>
                  </a:lnTo>
                  <a:lnTo>
                    <a:pt x="1311" y="636605"/>
                  </a:lnTo>
                  <a:lnTo>
                    <a:pt x="1324" y="634658"/>
                  </a:lnTo>
                  <a:lnTo>
                    <a:pt x="1337" y="632711"/>
                  </a:lnTo>
                  <a:lnTo>
                    <a:pt x="1350" y="630764"/>
                  </a:lnTo>
                  <a:lnTo>
                    <a:pt x="1363" y="628818"/>
                  </a:lnTo>
                  <a:lnTo>
                    <a:pt x="1376" y="626871"/>
                  </a:lnTo>
                  <a:lnTo>
                    <a:pt x="1389" y="624924"/>
                  </a:lnTo>
                  <a:lnTo>
                    <a:pt x="1401" y="622977"/>
                  </a:lnTo>
                  <a:lnTo>
                    <a:pt x="1414" y="621030"/>
                  </a:lnTo>
                  <a:lnTo>
                    <a:pt x="1426" y="619084"/>
                  </a:lnTo>
                  <a:lnTo>
                    <a:pt x="1438" y="617137"/>
                  </a:lnTo>
                  <a:lnTo>
                    <a:pt x="1450" y="615190"/>
                  </a:lnTo>
                  <a:lnTo>
                    <a:pt x="1462" y="613243"/>
                  </a:lnTo>
                  <a:lnTo>
                    <a:pt x="1473" y="611296"/>
                  </a:lnTo>
                  <a:lnTo>
                    <a:pt x="1484" y="609350"/>
                  </a:lnTo>
                  <a:lnTo>
                    <a:pt x="1496" y="607403"/>
                  </a:lnTo>
                  <a:lnTo>
                    <a:pt x="1507" y="605456"/>
                  </a:lnTo>
                  <a:lnTo>
                    <a:pt x="1517" y="603509"/>
                  </a:lnTo>
                  <a:lnTo>
                    <a:pt x="1528" y="601562"/>
                  </a:lnTo>
                  <a:lnTo>
                    <a:pt x="1538" y="599558"/>
                  </a:lnTo>
                  <a:lnTo>
                    <a:pt x="1548" y="597669"/>
                  </a:lnTo>
                  <a:lnTo>
                    <a:pt x="1558" y="595722"/>
                  </a:lnTo>
                  <a:lnTo>
                    <a:pt x="1568" y="593775"/>
                  </a:lnTo>
                  <a:lnTo>
                    <a:pt x="1578" y="591828"/>
                  </a:lnTo>
                  <a:lnTo>
                    <a:pt x="1588" y="589881"/>
                  </a:lnTo>
                  <a:lnTo>
                    <a:pt x="1598" y="587935"/>
                  </a:lnTo>
                  <a:lnTo>
                    <a:pt x="1608" y="585988"/>
                  </a:lnTo>
                  <a:lnTo>
                    <a:pt x="1617" y="584041"/>
                  </a:lnTo>
                  <a:lnTo>
                    <a:pt x="1627" y="582094"/>
                  </a:lnTo>
                  <a:lnTo>
                    <a:pt x="1637" y="580147"/>
                  </a:lnTo>
                  <a:lnTo>
                    <a:pt x="1647" y="578201"/>
                  </a:lnTo>
                  <a:lnTo>
                    <a:pt x="1657" y="576254"/>
                  </a:lnTo>
                  <a:lnTo>
                    <a:pt x="1667" y="574307"/>
                  </a:lnTo>
                  <a:lnTo>
                    <a:pt x="1677" y="572360"/>
                  </a:lnTo>
                  <a:lnTo>
                    <a:pt x="1688" y="570413"/>
                  </a:lnTo>
                  <a:lnTo>
                    <a:pt x="1698" y="568467"/>
                  </a:lnTo>
                  <a:lnTo>
                    <a:pt x="1709" y="566520"/>
                  </a:lnTo>
                  <a:lnTo>
                    <a:pt x="1720" y="564573"/>
                  </a:lnTo>
                  <a:lnTo>
                    <a:pt x="1732" y="562626"/>
                  </a:lnTo>
                  <a:lnTo>
                    <a:pt x="1743" y="560679"/>
                  </a:lnTo>
                  <a:lnTo>
                    <a:pt x="1756" y="558733"/>
                  </a:lnTo>
                  <a:lnTo>
                    <a:pt x="1768" y="556786"/>
                  </a:lnTo>
                  <a:lnTo>
                    <a:pt x="1781" y="554839"/>
                  </a:lnTo>
                  <a:lnTo>
                    <a:pt x="1794" y="552892"/>
                  </a:lnTo>
                  <a:lnTo>
                    <a:pt x="1807" y="550945"/>
                  </a:lnTo>
                  <a:lnTo>
                    <a:pt x="1821" y="548999"/>
                  </a:lnTo>
                  <a:lnTo>
                    <a:pt x="1836" y="547052"/>
                  </a:lnTo>
                  <a:lnTo>
                    <a:pt x="1850" y="545105"/>
                  </a:lnTo>
                  <a:lnTo>
                    <a:pt x="1865" y="543158"/>
                  </a:lnTo>
                  <a:lnTo>
                    <a:pt x="1881" y="541211"/>
                  </a:lnTo>
                  <a:lnTo>
                    <a:pt x="1897" y="539265"/>
                  </a:lnTo>
                  <a:lnTo>
                    <a:pt x="1913" y="537318"/>
                  </a:lnTo>
                  <a:lnTo>
                    <a:pt x="1930" y="535371"/>
                  </a:lnTo>
                  <a:lnTo>
                    <a:pt x="1947" y="533424"/>
                  </a:lnTo>
                  <a:lnTo>
                    <a:pt x="1965" y="531477"/>
                  </a:lnTo>
                  <a:lnTo>
                    <a:pt x="1983" y="529531"/>
                  </a:lnTo>
                  <a:lnTo>
                    <a:pt x="2001" y="527584"/>
                  </a:lnTo>
                  <a:lnTo>
                    <a:pt x="2019" y="525637"/>
                  </a:lnTo>
                  <a:lnTo>
                    <a:pt x="2038" y="523690"/>
                  </a:lnTo>
                  <a:lnTo>
                    <a:pt x="2057" y="521743"/>
                  </a:lnTo>
                  <a:lnTo>
                    <a:pt x="2077" y="519797"/>
                  </a:lnTo>
                  <a:lnTo>
                    <a:pt x="2097" y="517850"/>
                  </a:lnTo>
                  <a:lnTo>
                    <a:pt x="2117" y="515903"/>
                  </a:lnTo>
                  <a:lnTo>
                    <a:pt x="2137" y="513956"/>
                  </a:lnTo>
                  <a:lnTo>
                    <a:pt x="2157" y="512009"/>
                  </a:lnTo>
                  <a:lnTo>
                    <a:pt x="2178" y="510062"/>
                  </a:lnTo>
                  <a:lnTo>
                    <a:pt x="2198" y="508116"/>
                  </a:lnTo>
                  <a:lnTo>
                    <a:pt x="2219" y="506169"/>
                  </a:lnTo>
                  <a:lnTo>
                    <a:pt x="2240" y="504222"/>
                  </a:lnTo>
                  <a:lnTo>
                    <a:pt x="2260" y="502275"/>
                  </a:lnTo>
                  <a:lnTo>
                    <a:pt x="2281" y="500328"/>
                  </a:lnTo>
                  <a:lnTo>
                    <a:pt x="2302" y="498382"/>
                  </a:lnTo>
                  <a:lnTo>
                    <a:pt x="2323" y="496435"/>
                  </a:lnTo>
                  <a:lnTo>
                    <a:pt x="2344" y="494488"/>
                  </a:lnTo>
                  <a:lnTo>
                    <a:pt x="2364" y="492541"/>
                  </a:lnTo>
                  <a:lnTo>
                    <a:pt x="2385" y="490594"/>
                  </a:lnTo>
                  <a:lnTo>
                    <a:pt x="2405" y="488648"/>
                  </a:lnTo>
                  <a:lnTo>
                    <a:pt x="2425" y="486701"/>
                  </a:lnTo>
                  <a:lnTo>
                    <a:pt x="2445" y="484754"/>
                  </a:lnTo>
                  <a:lnTo>
                    <a:pt x="2465" y="482807"/>
                  </a:lnTo>
                  <a:lnTo>
                    <a:pt x="2484" y="480860"/>
                  </a:lnTo>
                  <a:lnTo>
                    <a:pt x="2504" y="478914"/>
                  </a:lnTo>
                  <a:lnTo>
                    <a:pt x="2522" y="476967"/>
                  </a:lnTo>
                  <a:lnTo>
                    <a:pt x="2541" y="475020"/>
                  </a:lnTo>
                  <a:lnTo>
                    <a:pt x="2559" y="473073"/>
                  </a:lnTo>
                  <a:lnTo>
                    <a:pt x="2577" y="471126"/>
                  </a:lnTo>
                  <a:lnTo>
                    <a:pt x="2595" y="469180"/>
                  </a:lnTo>
                  <a:lnTo>
                    <a:pt x="2612" y="467233"/>
                  </a:lnTo>
                  <a:lnTo>
                    <a:pt x="2629" y="465286"/>
                  </a:lnTo>
                  <a:lnTo>
                    <a:pt x="2645" y="463339"/>
                  </a:lnTo>
                  <a:lnTo>
                    <a:pt x="2661" y="461392"/>
                  </a:lnTo>
                  <a:lnTo>
                    <a:pt x="2677" y="459446"/>
                  </a:lnTo>
                  <a:lnTo>
                    <a:pt x="2692" y="457499"/>
                  </a:lnTo>
                  <a:lnTo>
                    <a:pt x="2707" y="455552"/>
                  </a:lnTo>
                  <a:lnTo>
                    <a:pt x="2721" y="453605"/>
                  </a:lnTo>
                  <a:lnTo>
                    <a:pt x="2735" y="451658"/>
                  </a:lnTo>
                  <a:lnTo>
                    <a:pt x="2748" y="449712"/>
                  </a:lnTo>
                  <a:lnTo>
                    <a:pt x="2761" y="447765"/>
                  </a:lnTo>
                  <a:lnTo>
                    <a:pt x="2773" y="445818"/>
                  </a:lnTo>
                  <a:lnTo>
                    <a:pt x="2785" y="443871"/>
                  </a:lnTo>
                  <a:lnTo>
                    <a:pt x="2796" y="441924"/>
                  </a:lnTo>
                  <a:lnTo>
                    <a:pt x="2807" y="439977"/>
                  </a:lnTo>
                  <a:lnTo>
                    <a:pt x="2817" y="438031"/>
                  </a:lnTo>
                  <a:lnTo>
                    <a:pt x="2827" y="436084"/>
                  </a:lnTo>
                  <a:lnTo>
                    <a:pt x="2836" y="434137"/>
                  </a:lnTo>
                  <a:lnTo>
                    <a:pt x="2845" y="432190"/>
                  </a:lnTo>
                  <a:lnTo>
                    <a:pt x="2854" y="430243"/>
                  </a:lnTo>
                  <a:lnTo>
                    <a:pt x="2862" y="428297"/>
                  </a:lnTo>
                  <a:lnTo>
                    <a:pt x="2869" y="426350"/>
                  </a:lnTo>
                  <a:lnTo>
                    <a:pt x="2877" y="424403"/>
                  </a:lnTo>
                  <a:lnTo>
                    <a:pt x="2883" y="422456"/>
                  </a:lnTo>
                  <a:lnTo>
                    <a:pt x="2890" y="420509"/>
                  </a:lnTo>
                  <a:lnTo>
                    <a:pt x="2895" y="418563"/>
                  </a:lnTo>
                  <a:lnTo>
                    <a:pt x="2901" y="416616"/>
                  </a:lnTo>
                  <a:lnTo>
                    <a:pt x="2906" y="414669"/>
                  </a:lnTo>
                  <a:lnTo>
                    <a:pt x="2911" y="412722"/>
                  </a:lnTo>
                  <a:lnTo>
                    <a:pt x="2915" y="410775"/>
                  </a:lnTo>
                  <a:lnTo>
                    <a:pt x="2919" y="408829"/>
                  </a:lnTo>
                  <a:lnTo>
                    <a:pt x="2923" y="406882"/>
                  </a:lnTo>
                  <a:lnTo>
                    <a:pt x="2927" y="404935"/>
                  </a:lnTo>
                  <a:lnTo>
                    <a:pt x="2930" y="402988"/>
                  </a:lnTo>
                  <a:lnTo>
                    <a:pt x="2933" y="401041"/>
                  </a:lnTo>
                  <a:lnTo>
                    <a:pt x="2936" y="399095"/>
                  </a:lnTo>
                  <a:lnTo>
                    <a:pt x="2939" y="397148"/>
                  </a:lnTo>
                  <a:lnTo>
                    <a:pt x="2941" y="395201"/>
                  </a:lnTo>
                  <a:lnTo>
                    <a:pt x="2944" y="393254"/>
                  </a:lnTo>
                  <a:lnTo>
                    <a:pt x="2946" y="391307"/>
                  </a:lnTo>
                  <a:lnTo>
                    <a:pt x="2948" y="389361"/>
                  </a:lnTo>
                  <a:lnTo>
                    <a:pt x="2950" y="387414"/>
                  </a:lnTo>
                  <a:lnTo>
                    <a:pt x="2952" y="385467"/>
                  </a:lnTo>
                  <a:lnTo>
                    <a:pt x="2954" y="383520"/>
                  </a:lnTo>
                  <a:lnTo>
                    <a:pt x="2956" y="381573"/>
                  </a:lnTo>
                  <a:lnTo>
                    <a:pt x="2958" y="379627"/>
                  </a:lnTo>
                  <a:lnTo>
                    <a:pt x="2960" y="377680"/>
                  </a:lnTo>
                  <a:lnTo>
                    <a:pt x="2962" y="375733"/>
                  </a:lnTo>
                  <a:lnTo>
                    <a:pt x="2964" y="373786"/>
                  </a:lnTo>
                  <a:lnTo>
                    <a:pt x="2966" y="371839"/>
                  </a:lnTo>
                  <a:lnTo>
                    <a:pt x="2968" y="369892"/>
                  </a:lnTo>
                  <a:lnTo>
                    <a:pt x="2970" y="367946"/>
                  </a:lnTo>
                  <a:lnTo>
                    <a:pt x="2972" y="365999"/>
                  </a:lnTo>
                  <a:lnTo>
                    <a:pt x="2975" y="364052"/>
                  </a:lnTo>
                  <a:lnTo>
                    <a:pt x="2977" y="362105"/>
                  </a:lnTo>
                  <a:lnTo>
                    <a:pt x="2980" y="360158"/>
                  </a:lnTo>
                  <a:lnTo>
                    <a:pt x="2983" y="358212"/>
                  </a:lnTo>
                  <a:lnTo>
                    <a:pt x="2985" y="356265"/>
                  </a:lnTo>
                  <a:lnTo>
                    <a:pt x="2988" y="354318"/>
                  </a:lnTo>
                  <a:lnTo>
                    <a:pt x="2991" y="352371"/>
                  </a:lnTo>
                  <a:lnTo>
                    <a:pt x="2995" y="350424"/>
                  </a:lnTo>
                  <a:lnTo>
                    <a:pt x="2998" y="348478"/>
                  </a:lnTo>
                  <a:lnTo>
                    <a:pt x="3001" y="346531"/>
                  </a:lnTo>
                  <a:lnTo>
                    <a:pt x="3005" y="344584"/>
                  </a:lnTo>
                  <a:lnTo>
                    <a:pt x="3008" y="342637"/>
                  </a:lnTo>
                  <a:lnTo>
                    <a:pt x="3012" y="340690"/>
                  </a:lnTo>
                  <a:lnTo>
                    <a:pt x="3016" y="338744"/>
                  </a:lnTo>
                  <a:lnTo>
                    <a:pt x="3020" y="336797"/>
                  </a:lnTo>
                  <a:lnTo>
                    <a:pt x="3024" y="334850"/>
                  </a:lnTo>
                  <a:lnTo>
                    <a:pt x="3028" y="332903"/>
                  </a:lnTo>
                  <a:lnTo>
                    <a:pt x="3032" y="330956"/>
                  </a:lnTo>
                  <a:lnTo>
                    <a:pt x="3036" y="329010"/>
                  </a:lnTo>
                  <a:lnTo>
                    <a:pt x="3040" y="327063"/>
                  </a:lnTo>
                  <a:lnTo>
                    <a:pt x="3044" y="325116"/>
                  </a:lnTo>
                  <a:lnTo>
                    <a:pt x="3048" y="323169"/>
                  </a:lnTo>
                  <a:lnTo>
                    <a:pt x="3052" y="321222"/>
                  </a:lnTo>
                  <a:lnTo>
                    <a:pt x="3057" y="319276"/>
                  </a:lnTo>
                  <a:lnTo>
                    <a:pt x="3061" y="317329"/>
                  </a:lnTo>
                  <a:lnTo>
                    <a:pt x="3065" y="315382"/>
                  </a:lnTo>
                  <a:lnTo>
                    <a:pt x="3069" y="313435"/>
                  </a:lnTo>
                  <a:lnTo>
                    <a:pt x="3073" y="311488"/>
                  </a:lnTo>
                  <a:lnTo>
                    <a:pt x="3077" y="309542"/>
                  </a:lnTo>
                  <a:lnTo>
                    <a:pt x="3081" y="307595"/>
                  </a:lnTo>
                  <a:lnTo>
                    <a:pt x="3085" y="305648"/>
                  </a:lnTo>
                  <a:lnTo>
                    <a:pt x="3089" y="303701"/>
                  </a:lnTo>
                  <a:lnTo>
                    <a:pt x="3092" y="301754"/>
                  </a:lnTo>
                  <a:lnTo>
                    <a:pt x="3096" y="299808"/>
                  </a:lnTo>
                  <a:lnTo>
                    <a:pt x="3099" y="297861"/>
                  </a:lnTo>
                  <a:lnTo>
                    <a:pt x="3103" y="295914"/>
                  </a:lnTo>
                  <a:lnTo>
                    <a:pt x="3106" y="293967"/>
                  </a:lnTo>
                  <a:lnTo>
                    <a:pt x="3109" y="292020"/>
                  </a:lnTo>
                  <a:lnTo>
                    <a:pt x="3112" y="290073"/>
                  </a:lnTo>
                  <a:lnTo>
                    <a:pt x="3116" y="288127"/>
                  </a:lnTo>
                  <a:lnTo>
                    <a:pt x="3118" y="286180"/>
                  </a:lnTo>
                  <a:lnTo>
                    <a:pt x="3121" y="284233"/>
                  </a:lnTo>
                  <a:lnTo>
                    <a:pt x="3124" y="282286"/>
                  </a:lnTo>
                  <a:lnTo>
                    <a:pt x="3126" y="280339"/>
                  </a:lnTo>
                  <a:lnTo>
                    <a:pt x="3129" y="278393"/>
                  </a:lnTo>
                  <a:lnTo>
                    <a:pt x="3131" y="276446"/>
                  </a:lnTo>
                  <a:lnTo>
                    <a:pt x="3133" y="274499"/>
                  </a:lnTo>
                  <a:lnTo>
                    <a:pt x="3135" y="272552"/>
                  </a:lnTo>
                  <a:lnTo>
                    <a:pt x="3137" y="270605"/>
                  </a:lnTo>
                  <a:lnTo>
                    <a:pt x="3139" y="268659"/>
                  </a:lnTo>
                  <a:lnTo>
                    <a:pt x="3141" y="266712"/>
                  </a:lnTo>
                  <a:lnTo>
                    <a:pt x="3143" y="264765"/>
                  </a:lnTo>
                  <a:lnTo>
                    <a:pt x="3144" y="262818"/>
                  </a:lnTo>
                  <a:lnTo>
                    <a:pt x="3146" y="260871"/>
                  </a:lnTo>
                  <a:lnTo>
                    <a:pt x="3147" y="258925"/>
                  </a:lnTo>
                  <a:lnTo>
                    <a:pt x="3148" y="256978"/>
                  </a:lnTo>
                  <a:lnTo>
                    <a:pt x="3150" y="255031"/>
                  </a:lnTo>
                  <a:lnTo>
                    <a:pt x="3151" y="253084"/>
                  </a:lnTo>
                  <a:lnTo>
                    <a:pt x="3152" y="251137"/>
                  </a:lnTo>
                  <a:lnTo>
                    <a:pt x="3153" y="249191"/>
                  </a:lnTo>
                  <a:lnTo>
                    <a:pt x="3154" y="247244"/>
                  </a:lnTo>
                  <a:lnTo>
                    <a:pt x="3155" y="245297"/>
                  </a:lnTo>
                  <a:lnTo>
                    <a:pt x="3156" y="243350"/>
                  </a:lnTo>
                  <a:lnTo>
                    <a:pt x="3157" y="241403"/>
                  </a:lnTo>
                  <a:lnTo>
                    <a:pt x="3159" y="239457"/>
                  </a:lnTo>
                  <a:lnTo>
                    <a:pt x="3160" y="237510"/>
                  </a:lnTo>
                  <a:lnTo>
                    <a:pt x="3161" y="235563"/>
                  </a:lnTo>
                  <a:lnTo>
                    <a:pt x="3162" y="233616"/>
                  </a:lnTo>
                  <a:lnTo>
                    <a:pt x="3164" y="231669"/>
                  </a:lnTo>
                  <a:lnTo>
                    <a:pt x="3165" y="229723"/>
                  </a:lnTo>
                  <a:lnTo>
                    <a:pt x="3166" y="227776"/>
                  </a:lnTo>
                  <a:lnTo>
                    <a:pt x="3168" y="225829"/>
                  </a:lnTo>
                  <a:lnTo>
                    <a:pt x="3170" y="223882"/>
                  </a:lnTo>
                  <a:lnTo>
                    <a:pt x="3171" y="221935"/>
                  </a:lnTo>
                  <a:lnTo>
                    <a:pt x="3173" y="219988"/>
                  </a:lnTo>
                  <a:lnTo>
                    <a:pt x="3175" y="218042"/>
                  </a:lnTo>
                  <a:lnTo>
                    <a:pt x="3178" y="216095"/>
                  </a:lnTo>
                  <a:lnTo>
                    <a:pt x="3180" y="214148"/>
                  </a:lnTo>
                  <a:lnTo>
                    <a:pt x="3182" y="212201"/>
                  </a:lnTo>
                  <a:lnTo>
                    <a:pt x="3185" y="210254"/>
                  </a:lnTo>
                  <a:lnTo>
                    <a:pt x="3188" y="208308"/>
                  </a:lnTo>
                  <a:lnTo>
                    <a:pt x="3191" y="206361"/>
                  </a:lnTo>
                  <a:lnTo>
                    <a:pt x="3194" y="204414"/>
                  </a:lnTo>
                  <a:lnTo>
                    <a:pt x="3197" y="202467"/>
                  </a:lnTo>
                  <a:lnTo>
                    <a:pt x="3200" y="200520"/>
                  </a:lnTo>
                  <a:lnTo>
                    <a:pt x="3204" y="198574"/>
                  </a:lnTo>
                  <a:lnTo>
                    <a:pt x="3208" y="196627"/>
                  </a:lnTo>
                  <a:lnTo>
                    <a:pt x="3211" y="194680"/>
                  </a:lnTo>
                  <a:lnTo>
                    <a:pt x="3215" y="192733"/>
                  </a:lnTo>
                  <a:lnTo>
                    <a:pt x="3219" y="190786"/>
                  </a:lnTo>
                  <a:lnTo>
                    <a:pt x="3224" y="188840"/>
                  </a:lnTo>
                  <a:lnTo>
                    <a:pt x="3228" y="186893"/>
                  </a:lnTo>
                  <a:lnTo>
                    <a:pt x="3232" y="184946"/>
                  </a:lnTo>
                  <a:lnTo>
                    <a:pt x="3237" y="182999"/>
                  </a:lnTo>
                  <a:lnTo>
                    <a:pt x="3241" y="181052"/>
                  </a:lnTo>
                  <a:lnTo>
                    <a:pt x="3246" y="179106"/>
                  </a:lnTo>
                  <a:lnTo>
                    <a:pt x="3251" y="177159"/>
                  </a:lnTo>
                  <a:lnTo>
                    <a:pt x="3256" y="175212"/>
                  </a:lnTo>
                  <a:lnTo>
                    <a:pt x="3261" y="173265"/>
                  </a:lnTo>
                  <a:lnTo>
                    <a:pt x="3265" y="171318"/>
                  </a:lnTo>
                  <a:lnTo>
                    <a:pt x="3270" y="169372"/>
                  </a:lnTo>
                  <a:lnTo>
                    <a:pt x="3275" y="167425"/>
                  </a:lnTo>
                  <a:lnTo>
                    <a:pt x="3280" y="165478"/>
                  </a:lnTo>
                  <a:lnTo>
                    <a:pt x="3285" y="163531"/>
                  </a:lnTo>
                  <a:lnTo>
                    <a:pt x="3290" y="161584"/>
                  </a:lnTo>
                  <a:lnTo>
                    <a:pt x="3294" y="159638"/>
                  </a:lnTo>
                  <a:lnTo>
                    <a:pt x="3299" y="157691"/>
                  </a:lnTo>
                  <a:lnTo>
                    <a:pt x="3304" y="155744"/>
                  </a:lnTo>
                  <a:lnTo>
                    <a:pt x="3308" y="153797"/>
                  </a:lnTo>
                  <a:lnTo>
                    <a:pt x="3313" y="151850"/>
                  </a:lnTo>
                  <a:lnTo>
                    <a:pt x="3317" y="149904"/>
                  </a:lnTo>
                  <a:lnTo>
                    <a:pt x="3321" y="147957"/>
                  </a:lnTo>
                  <a:lnTo>
                    <a:pt x="3325" y="146010"/>
                  </a:lnTo>
                  <a:lnTo>
                    <a:pt x="3329" y="144063"/>
                  </a:lnTo>
                  <a:lnTo>
                    <a:pt x="3333" y="142116"/>
                  </a:lnTo>
                  <a:lnTo>
                    <a:pt x="3337" y="140169"/>
                  </a:lnTo>
                  <a:lnTo>
                    <a:pt x="3340" y="138223"/>
                  </a:lnTo>
                  <a:lnTo>
                    <a:pt x="3344" y="136276"/>
                  </a:lnTo>
                  <a:lnTo>
                    <a:pt x="3347" y="134329"/>
                  </a:lnTo>
                  <a:lnTo>
                    <a:pt x="3351" y="132382"/>
                  </a:lnTo>
                  <a:lnTo>
                    <a:pt x="3354" y="130435"/>
                  </a:lnTo>
                  <a:lnTo>
                    <a:pt x="3357" y="128489"/>
                  </a:lnTo>
                  <a:lnTo>
                    <a:pt x="3359" y="126542"/>
                  </a:lnTo>
                  <a:lnTo>
                    <a:pt x="3362" y="124595"/>
                  </a:lnTo>
                  <a:lnTo>
                    <a:pt x="3365" y="122648"/>
                  </a:lnTo>
                  <a:lnTo>
                    <a:pt x="3367" y="120701"/>
                  </a:lnTo>
                  <a:lnTo>
                    <a:pt x="3369" y="118755"/>
                  </a:lnTo>
                  <a:lnTo>
                    <a:pt x="3372" y="116808"/>
                  </a:lnTo>
                  <a:lnTo>
                    <a:pt x="3374" y="114861"/>
                  </a:lnTo>
                  <a:lnTo>
                    <a:pt x="3376" y="112914"/>
                  </a:lnTo>
                  <a:lnTo>
                    <a:pt x="3378" y="110967"/>
                  </a:lnTo>
                  <a:lnTo>
                    <a:pt x="3380" y="109021"/>
                  </a:lnTo>
                  <a:lnTo>
                    <a:pt x="3381" y="107074"/>
                  </a:lnTo>
                  <a:lnTo>
                    <a:pt x="3383" y="105127"/>
                  </a:lnTo>
                  <a:lnTo>
                    <a:pt x="3385" y="103180"/>
                  </a:lnTo>
                  <a:lnTo>
                    <a:pt x="3386" y="101233"/>
                  </a:lnTo>
                  <a:lnTo>
                    <a:pt x="3388" y="99287"/>
                  </a:lnTo>
                  <a:lnTo>
                    <a:pt x="3389" y="97340"/>
                  </a:lnTo>
                  <a:lnTo>
                    <a:pt x="3391" y="95393"/>
                  </a:lnTo>
                  <a:lnTo>
                    <a:pt x="3392" y="93446"/>
                  </a:lnTo>
                  <a:lnTo>
                    <a:pt x="3393" y="91499"/>
                  </a:lnTo>
                  <a:lnTo>
                    <a:pt x="3395" y="89553"/>
                  </a:lnTo>
                  <a:lnTo>
                    <a:pt x="3396" y="87606"/>
                  </a:lnTo>
                  <a:lnTo>
                    <a:pt x="3397" y="85659"/>
                  </a:lnTo>
                  <a:lnTo>
                    <a:pt x="3399" y="83712"/>
                  </a:lnTo>
                  <a:lnTo>
                    <a:pt x="3400" y="81765"/>
                  </a:lnTo>
                  <a:lnTo>
                    <a:pt x="3401" y="79819"/>
                  </a:lnTo>
                  <a:lnTo>
                    <a:pt x="3402" y="77872"/>
                  </a:lnTo>
                  <a:lnTo>
                    <a:pt x="3404" y="75925"/>
                  </a:lnTo>
                  <a:lnTo>
                    <a:pt x="3405" y="73978"/>
                  </a:lnTo>
                  <a:lnTo>
                    <a:pt x="3406" y="72031"/>
                  </a:lnTo>
                  <a:lnTo>
                    <a:pt x="3407" y="70084"/>
                  </a:lnTo>
                  <a:lnTo>
                    <a:pt x="3409" y="68138"/>
                  </a:lnTo>
                  <a:lnTo>
                    <a:pt x="3410" y="66191"/>
                  </a:lnTo>
                  <a:lnTo>
                    <a:pt x="3411" y="64244"/>
                  </a:lnTo>
                  <a:lnTo>
                    <a:pt x="3412" y="62297"/>
                  </a:lnTo>
                  <a:lnTo>
                    <a:pt x="3414" y="60350"/>
                  </a:lnTo>
                  <a:lnTo>
                    <a:pt x="3415" y="58404"/>
                  </a:lnTo>
                  <a:lnTo>
                    <a:pt x="3416" y="56457"/>
                  </a:lnTo>
                  <a:lnTo>
                    <a:pt x="3417" y="54510"/>
                  </a:lnTo>
                  <a:lnTo>
                    <a:pt x="3418" y="52563"/>
                  </a:lnTo>
                  <a:lnTo>
                    <a:pt x="3419" y="50616"/>
                  </a:lnTo>
                  <a:lnTo>
                    <a:pt x="3420" y="48670"/>
                  </a:lnTo>
                  <a:lnTo>
                    <a:pt x="3421" y="46723"/>
                  </a:lnTo>
                  <a:lnTo>
                    <a:pt x="3422" y="44776"/>
                  </a:lnTo>
                  <a:lnTo>
                    <a:pt x="3423" y="42829"/>
                  </a:lnTo>
                  <a:lnTo>
                    <a:pt x="3424" y="40882"/>
                  </a:lnTo>
                  <a:lnTo>
                    <a:pt x="3425" y="38936"/>
                  </a:lnTo>
                  <a:lnTo>
                    <a:pt x="3426" y="36989"/>
                  </a:lnTo>
                  <a:lnTo>
                    <a:pt x="3427" y="35042"/>
                  </a:lnTo>
                  <a:lnTo>
                    <a:pt x="3428" y="33095"/>
                  </a:lnTo>
                  <a:lnTo>
                    <a:pt x="3429" y="31148"/>
                  </a:lnTo>
                  <a:lnTo>
                    <a:pt x="3430" y="29202"/>
                  </a:lnTo>
                  <a:lnTo>
                    <a:pt x="3431" y="27255"/>
                  </a:lnTo>
                  <a:lnTo>
                    <a:pt x="3431" y="25308"/>
                  </a:lnTo>
                  <a:lnTo>
                    <a:pt x="3432" y="23361"/>
                  </a:lnTo>
                  <a:lnTo>
                    <a:pt x="3433" y="21414"/>
                  </a:lnTo>
                  <a:lnTo>
                    <a:pt x="3434" y="19468"/>
                  </a:lnTo>
                  <a:lnTo>
                    <a:pt x="3434" y="17521"/>
                  </a:lnTo>
                  <a:lnTo>
                    <a:pt x="3435" y="15574"/>
                  </a:lnTo>
                  <a:lnTo>
                    <a:pt x="3436" y="13627"/>
                  </a:lnTo>
                  <a:lnTo>
                    <a:pt x="3436" y="11680"/>
                  </a:lnTo>
                  <a:lnTo>
                    <a:pt x="3437" y="9734"/>
                  </a:lnTo>
                  <a:lnTo>
                    <a:pt x="3438" y="7787"/>
                  </a:lnTo>
                  <a:lnTo>
                    <a:pt x="3439" y="5840"/>
                  </a:lnTo>
                  <a:lnTo>
                    <a:pt x="3439" y="3893"/>
                  </a:lnTo>
                  <a:lnTo>
                    <a:pt x="3440" y="1946"/>
                  </a:lnTo>
                  <a:lnTo>
                    <a:pt x="3509" y="0"/>
                  </a:lnTo>
                  <a:lnTo>
                    <a:pt x="3510" y="1946"/>
                  </a:lnTo>
                  <a:lnTo>
                    <a:pt x="3510" y="3893"/>
                  </a:lnTo>
                  <a:lnTo>
                    <a:pt x="3511" y="5840"/>
                  </a:lnTo>
                  <a:lnTo>
                    <a:pt x="3512" y="7787"/>
                  </a:lnTo>
                  <a:lnTo>
                    <a:pt x="3512" y="9734"/>
                  </a:lnTo>
                  <a:lnTo>
                    <a:pt x="3513" y="11680"/>
                  </a:lnTo>
                  <a:lnTo>
                    <a:pt x="3514" y="13627"/>
                  </a:lnTo>
                  <a:lnTo>
                    <a:pt x="3515" y="15574"/>
                  </a:lnTo>
                  <a:lnTo>
                    <a:pt x="3515" y="17521"/>
                  </a:lnTo>
                  <a:lnTo>
                    <a:pt x="3516" y="19468"/>
                  </a:lnTo>
                  <a:lnTo>
                    <a:pt x="3517" y="21414"/>
                  </a:lnTo>
                  <a:lnTo>
                    <a:pt x="3517" y="23361"/>
                  </a:lnTo>
                  <a:lnTo>
                    <a:pt x="3518" y="25308"/>
                  </a:lnTo>
                  <a:lnTo>
                    <a:pt x="3519" y="27255"/>
                  </a:lnTo>
                  <a:lnTo>
                    <a:pt x="3520" y="29202"/>
                  </a:lnTo>
                  <a:lnTo>
                    <a:pt x="3521" y="31148"/>
                  </a:lnTo>
                  <a:lnTo>
                    <a:pt x="3521" y="33095"/>
                  </a:lnTo>
                  <a:lnTo>
                    <a:pt x="3522" y="35042"/>
                  </a:lnTo>
                  <a:lnTo>
                    <a:pt x="3523" y="36989"/>
                  </a:lnTo>
                  <a:lnTo>
                    <a:pt x="3524" y="38936"/>
                  </a:lnTo>
                  <a:lnTo>
                    <a:pt x="3525" y="40882"/>
                  </a:lnTo>
                  <a:lnTo>
                    <a:pt x="3526" y="42829"/>
                  </a:lnTo>
                  <a:lnTo>
                    <a:pt x="3527" y="44776"/>
                  </a:lnTo>
                  <a:lnTo>
                    <a:pt x="3528" y="46723"/>
                  </a:lnTo>
                  <a:lnTo>
                    <a:pt x="3529" y="48670"/>
                  </a:lnTo>
                  <a:lnTo>
                    <a:pt x="3530" y="50616"/>
                  </a:lnTo>
                  <a:lnTo>
                    <a:pt x="3531" y="52563"/>
                  </a:lnTo>
                  <a:lnTo>
                    <a:pt x="3533" y="54510"/>
                  </a:lnTo>
                  <a:lnTo>
                    <a:pt x="3534" y="56457"/>
                  </a:lnTo>
                  <a:lnTo>
                    <a:pt x="3535" y="58404"/>
                  </a:lnTo>
                  <a:lnTo>
                    <a:pt x="3536" y="60350"/>
                  </a:lnTo>
                  <a:lnTo>
                    <a:pt x="3537" y="62297"/>
                  </a:lnTo>
                  <a:lnTo>
                    <a:pt x="3538" y="64244"/>
                  </a:lnTo>
                  <a:lnTo>
                    <a:pt x="3540" y="66191"/>
                  </a:lnTo>
                  <a:lnTo>
                    <a:pt x="3541" y="68138"/>
                  </a:lnTo>
                  <a:lnTo>
                    <a:pt x="3542" y="70084"/>
                  </a:lnTo>
                  <a:lnTo>
                    <a:pt x="3543" y="72031"/>
                  </a:lnTo>
                  <a:lnTo>
                    <a:pt x="3545" y="73978"/>
                  </a:lnTo>
                  <a:lnTo>
                    <a:pt x="3546" y="75925"/>
                  </a:lnTo>
                  <a:lnTo>
                    <a:pt x="3547" y="77872"/>
                  </a:lnTo>
                  <a:lnTo>
                    <a:pt x="3548" y="79819"/>
                  </a:lnTo>
                  <a:lnTo>
                    <a:pt x="3550" y="81765"/>
                  </a:lnTo>
                  <a:lnTo>
                    <a:pt x="3551" y="83712"/>
                  </a:lnTo>
                  <a:lnTo>
                    <a:pt x="3552" y="85659"/>
                  </a:lnTo>
                  <a:lnTo>
                    <a:pt x="3553" y="87606"/>
                  </a:lnTo>
                  <a:lnTo>
                    <a:pt x="3555" y="89553"/>
                  </a:lnTo>
                  <a:lnTo>
                    <a:pt x="3556" y="91499"/>
                  </a:lnTo>
                  <a:lnTo>
                    <a:pt x="3558" y="93446"/>
                  </a:lnTo>
                  <a:lnTo>
                    <a:pt x="3559" y="95393"/>
                  </a:lnTo>
                  <a:lnTo>
                    <a:pt x="3560" y="97340"/>
                  </a:lnTo>
                  <a:lnTo>
                    <a:pt x="3562" y="99287"/>
                  </a:lnTo>
                  <a:lnTo>
                    <a:pt x="3563" y="101233"/>
                  </a:lnTo>
                  <a:lnTo>
                    <a:pt x="3565" y="103180"/>
                  </a:lnTo>
                  <a:lnTo>
                    <a:pt x="3567" y="105127"/>
                  </a:lnTo>
                  <a:lnTo>
                    <a:pt x="3568" y="107074"/>
                  </a:lnTo>
                  <a:lnTo>
                    <a:pt x="3570" y="109021"/>
                  </a:lnTo>
                  <a:lnTo>
                    <a:pt x="3572" y="110967"/>
                  </a:lnTo>
                  <a:lnTo>
                    <a:pt x="3574" y="112914"/>
                  </a:lnTo>
                  <a:lnTo>
                    <a:pt x="3576" y="114861"/>
                  </a:lnTo>
                  <a:lnTo>
                    <a:pt x="3578" y="116808"/>
                  </a:lnTo>
                  <a:lnTo>
                    <a:pt x="3580" y="118755"/>
                  </a:lnTo>
                  <a:lnTo>
                    <a:pt x="3582" y="120701"/>
                  </a:lnTo>
                  <a:lnTo>
                    <a:pt x="3585" y="122648"/>
                  </a:lnTo>
                  <a:lnTo>
                    <a:pt x="3587" y="124595"/>
                  </a:lnTo>
                  <a:lnTo>
                    <a:pt x="3590" y="126542"/>
                  </a:lnTo>
                  <a:lnTo>
                    <a:pt x="3593" y="128489"/>
                  </a:lnTo>
                  <a:lnTo>
                    <a:pt x="3596" y="130435"/>
                  </a:lnTo>
                  <a:lnTo>
                    <a:pt x="3599" y="132382"/>
                  </a:lnTo>
                  <a:lnTo>
                    <a:pt x="3602" y="134329"/>
                  </a:lnTo>
                  <a:lnTo>
                    <a:pt x="3606" y="136276"/>
                  </a:lnTo>
                  <a:lnTo>
                    <a:pt x="3609" y="138223"/>
                  </a:lnTo>
                  <a:lnTo>
                    <a:pt x="3613" y="140169"/>
                  </a:lnTo>
                  <a:lnTo>
                    <a:pt x="3616" y="142116"/>
                  </a:lnTo>
                  <a:lnTo>
                    <a:pt x="3620" y="144063"/>
                  </a:lnTo>
                  <a:lnTo>
                    <a:pt x="3624" y="146010"/>
                  </a:lnTo>
                  <a:lnTo>
                    <a:pt x="3628" y="147957"/>
                  </a:lnTo>
                  <a:lnTo>
                    <a:pt x="3633" y="149904"/>
                  </a:lnTo>
                  <a:lnTo>
                    <a:pt x="3637" y="151850"/>
                  </a:lnTo>
                  <a:lnTo>
                    <a:pt x="3641" y="153797"/>
                  </a:lnTo>
                  <a:lnTo>
                    <a:pt x="3646" y="155744"/>
                  </a:lnTo>
                  <a:lnTo>
                    <a:pt x="3651" y="157691"/>
                  </a:lnTo>
                  <a:lnTo>
                    <a:pt x="3655" y="159638"/>
                  </a:lnTo>
                  <a:lnTo>
                    <a:pt x="3660" y="161584"/>
                  </a:lnTo>
                  <a:lnTo>
                    <a:pt x="3665" y="163531"/>
                  </a:lnTo>
                  <a:lnTo>
                    <a:pt x="3670" y="165478"/>
                  </a:lnTo>
                  <a:lnTo>
                    <a:pt x="3674" y="167425"/>
                  </a:lnTo>
                  <a:lnTo>
                    <a:pt x="3679" y="169372"/>
                  </a:lnTo>
                  <a:lnTo>
                    <a:pt x="3684" y="171318"/>
                  </a:lnTo>
                  <a:lnTo>
                    <a:pt x="3689" y="173265"/>
                  </a:lnTo>
                  <a:lnTo>
                    <a:pt x="3694" y="175212"/>
                  </a:lnTo>
                  <a:lnTo>
                    <a:pt x="3699" y="177159"/>
                  </a:lnTo>
                  <a:lnTo>
                    <a:pt x="3703" y="179106"/>
                  </a:lnTo>
                  <a:lnTo>
                    <a:pt x="3708" y="181052"/>
                  </a:lnTo>
                  <a:lnTo>
                    <a:pt x="3713" y="182999"/>
                  </a:lnTo>
                  <a:lnTo>
                    <a:pt x="3717" y="184946"/>
                  </a:lnTo>
                  <a:lnTo>
                    <a:pt x="3722" y="186893"/>
                  </a:lnTo>
                  <a:lnTo>
                    <a:pt x="3726" y="188840"/>
                  </a:lnTo>
                  <a:lnTo>
                    <a:pt x="3730" y="190786"/>
                  </a:lnTo>
                  <a:lnTo>
                    <a:pt x="3734" y="192733"/>
                  </a:lnTo>
                  <a:lnTo>
                    <a:pt x="3738" y="194680"/>
                  </a:lnTo>
                  <a:lnTo>
                    <a:pt x="3742" y="196627"/>
                  </a:lnTo>
                  <a:lnTo>
                    <a:pt x="3746" y="198574"/>
                  </a:lnTo>
                  <a:lnTo>
                    <a:pt x="3749" y="200520"/>
                  </a:lnTo>
                  <a:lnTo>
                    <a:pt x="3753" y="202467"/>
                  </a:lnTo>
                  <a:lnTo>
                    <a:pt x="3756" y="204414"/>
                  </a:lnTo>
                  <a:lnTo>
                    <a:pt x="3759" y="206361"/>
                  </a:lnTo>
                  <a:lnTo>
                    <a:pt x="3762" y="208308"/>
                  </a:lnTo>
                  <a:lnTo>
                    <a:pt x="3765" y="210254"/>
                  </a:lnTo>
                  <a:lnTo>
                    <a:pt x="3767" y="212201"/>
                  </a:lnTo>
                  <a:lnTo>
                    <a:pt x="3770" y="214148"/>
                  </a:lnTo>
                  <a:lnTo>
                    <a:pt x="3772" y="216095"/>
                  </a:lnTo>
                  <a:lnTo>
                    <a:pt x="3774" y="218042"/>
                  </a:lnTo>
                  <a:lnTo>
                    <a:pt x="3776" y="219988"/>
                  </a:lnTo>
                  <a:lnTo>
                    <a:pt x="3778" y="221935"/>
                  </a:lnTo>
                  <a:lnTo>
                    <a:pt x="3780" y="223882"/>
                  </a:lnTo>
                  <a:lnTo>
                    <a:pt x="3782" y="225829"/>
                  </a:lnTo>
                  <a:lnTo>
                    <a:pt x="3783" y="227776"/>
                  </a:lnTo>
                  <a:lnTo>
                    <a:pt x="3785" y="229723"/>
                  </a:lnTo>
                  <a:lnTo>
                    <a:pt x="3786" y="231669"/>
                  </a:lnTo>
                  <a:lnTo>
                    <a:pt x="3787" y="233616"/>
                  </a:lnTo>
                  <a:lnTo>
                    <a:pt x="3789" y="235563"/>
                  </a:lnTo>
                  <a:lnTo>
                    <a:pt x="3790" y="237510"/>
                  </a:lnTo>
                  <a:lnTo>
                    <a:pt x="3791" y="239457"/>
                  </a:lnTo>
                  <a:lnTo>
                    <a:pt x="3792" y="241403"/>
                  </a:lnTo>
                  <a:lnTo>
                    <a:pt x="3793" y="243350"/>
                  </a:lnTo>
                  <a:lnTo>
                    <a:pt x="3794" y="245297"/>
                  </a:lnTo>
                  <a:lnTo>
                    <a:pt x="3795" y="247244"/>
                  </a:lnTo>
                  <a:lnTo>
                    <a:pt x="3796" y="249191"/>
                  </a:lnTo>
                  <a:lnTo>
                    <a:pt x="3798" y="251137"/>
                  </a:lnTo>
                  <a:lnTo>
                    <a:pt x="3799" y="253084"/>
                  </a:lnTo>
                  <a:lnTo>
                    <a:pt x="3800" y="255031"/>
                  </a:lnTo>
                  <a:lnTo>
                    <a:pt x="3801" y="256978"/>
                  </a:lnTo>
                  <a:lnTo>
                    <a:pt x="3803" y="258925"/>
                  </a:lnTo>
                  <a:lnTo>
                    <a:pt x="3804" y="260871"/>
                  </a:lnTo>
                  <a:lnTo>
                    <a:pt x="3805" y="262818"/>
                  </a:lnTo>
                  <a:lnTo>
                    <a:pt x="3807" y="264765"/>
                  </a:lnTo>
                  <a:lnTo>
                    <a:pt x="3809" y="266712"/>
                  </a:lnTo>
                  <a:lnTo>
                    <a:pt x="3810" y="268659"/>
                  </a:lnTo>
                  <a:lnTo>
                    <a:pt x="3812" y="270605"/>
                  </a:lnTo>
                  <a:lnTo>
                    <a:pt x="3814" y="272552"/>
                  </a:lnTo>
                  <a:lnTo>
                    <a:pt x="3816" y="274499"/>
                  </a:lnTo>
                  <a:lnTo>
                    <a:pt x="3818" y="276446"/>
                  </a:lnTo>
                  <a:lnTo>
                    <a:pt x="3821" y="278393"/>
                  </a:lnTo>
                  <a:lnTo>
                    <a:pt x="3823" y="280339"/>
                  </a:lnTo>
                  <a:lnTo>
                    <a:pt x="3826" y="282286"/>
                  </a:lnTo>
                  <a:lnTo>
                    <a:pt x="3828" y="284233"/>
                  </a:lnTo>
                  <a:lnTo>
                    <a:pt x="3831" y="286180"/>
                  </a:lnTo>
                  <a:lnTo>
                    <a:pt x="3834" y="288127"/>
                  </a:lnTo>
                  <a:lnTo>
                    <a:pt x="3837" y="290073"/>
                  </a:lnTo>
                  <a:lnTo>
                    <a:pt x="3840" y="292020"/>
                  </a:lnTo>
                  <a:lnTo>
                    <a:pt x="3843" y="293967"/>
                  </a:lnTo>
                  <a:lnTo>
                    <a:pt x="3847" y="295914"/>
                  </a:lnTo>
                  <a:lnTo>
                    <a:pt x="3850" y="297861"/>
                  </a:lnTo>
                  <a:lnTo>
                    <a:pt x="3854" y="299808"/>
                  </a:lnTo>
                  <a:lnTo>
                    <a:pt x="3857" y="301754"/>
                  </a:lnTo>
                  <a:lnTo>
                    <a:pt x="3861" y="303701"/>
                  </a:lnTo>
                  <a:lnTo>
                    <a:pt x="3865" y="305648"/>
                  </a:lnTo>
                  <a:lnTo>
                    <a:pt x="3869" y="307595"/>
                  </a:lnTo>
                  <a:lnTo>
                    <a:pt x="3873" y="309542"/>
                  </a:lnTo>
                  <a:lnTo>
                    <a:pt x="3877" y="311488"/>
                  </a:lnTo>
                  <a:lnTo>
                    <a:pt x="3881" y="313435"/>
                  </a:lnTo>
                  <a:lnTo>
                    <a:pt x="3885" y="315382"/>
                  </a:lnTo>
                  <a:lnTo>
                    <a:pt x="3889" y="317329"/>
                  </a:lnTo>
                  <a:lnTo>
                    <a:pt x="3893" y="319276"/>
                  </a:lnTo>
                  <a:lnTo>
                    <a:pt x="3897" y="321222"/>
                  </a:lnTo>
                  <a:lnTo>
                    <a:pt x="3901" y="323169"/>
                  </a:lnTo>
                  <a:lnTo>
                    <a:pt x="3905" y="325116"/>
                  </a:lnTo>
                  <a:lnTo>
                    <a:pt x="3910" y="327063"/>
                  </a:lnTo>
                  <a:lnTo>
                    <a:pt x="3914" y="329010"/>
                  </a:lnTo>
                  <a:lnTo>
                    <a:pt x="3918" y="330956"/>
                  </a:lnTo>
                  <a:lnTo>
                    <a:pt x="3922" y="332903"/>
                  </a:lnTo>
                  <a:lnTo>
                    <a:pt x="3926" y="334850"/>
                  </a:lnTo>
                  <a:lnTo>
                    <a:pt x="3930" y="336797"/>
                  </a:lnTo>
                  <a:lnTo>
                    <a:pt x="3934" y="338744"/>
                  </a:lnTo>
                  <a:lnTo>
                    <a:pt x="3937" y="340690"/>
                  </a:lnTo>
                  <a:lnTo>
                    <a:pt x="3941" y="342637"/>
                  </a:lnTo>
                  <a:lnTo>
                    <a:pt x="3945" y="344584"/>
                  </a:lnTo>
                  <a:lnTo>
                    <a:pt x="3948" y="346531"/>
                  </a:lnTo>
                  <a:lnTo>
                    <a:pt x="3952" y="348478"/>
                  </a:lnTo>
                  <a:lnTo>
                    <a:pt x="3955" y="350424"/>
                  </a:lnTo>
                  <a:lnTo>
                    <a:pt x="3958" y="352371"/>
                  </a:lnTo>
                  <a:lnTo>
                    <a:pt x="3961" y="354318"/>
                  </a:lnTo>
                  <a:lnTo>
                    <a:pt x="3964" y="356265"/>
                  </a:lnTo>
                  <a:lnTo>
                    <a:pt x="3967" y="358212"/>
                  </a:lnTo>
                  <a:lnTo>
                    <a:pt x="3970" y="360158"/>
                  </a:lnTo>
                  <a:lnTo>
                    <a:pt x="3972" y="362105"/>
                  </a:lnTo>
                  <a:lnTo>
                    <a:pt x="3975" y="364052"/>
                  </a:lnTo>
                  <a:lnTo>
                    <a:pt x="3977" y="365999"/>
                  </a:lnTo>
                  <a:lnTo>
                    <a:pt x="3979" y="367946"/>
                  </a:lnTo>
                  <a:lnTo>
                    <a:pt x="3982" y="369892"/>
                  </a:lnTo>
                  <a:lnTo>
                    <a:pt x="3984" y="371839"/>
                  </a:lnTo>
                  <a:lnTo>
                    <a:pt x="3986" y="373786"/>
                  </a:lnTo>
                  <a:lnTo>
                    <a:pt x="3988" y="375733"/>
                  </a:lnTo>
                  <a:lnTo>
                    <a:pt x="3990" y="377680"/>
                  </a:lnTo>
                  <a:lnTo>
                    <a:pt x="3992" y="379627"/>
                  </a:lnTo>
                  <a:lnTo>
                    <a:pt x="3994" y="381573"/>
                  </a:lnTo>
                  <a:lnTo>
                    <a:pt x="3995" y="383520"/>
                  </a:lnTo>
                  <a:lnTo>
                    <a:pt x="3997" y="385467"/>
                  </a:lnTo>
                  <a:lnTo>
                    <a:pt x="3999" y="387414"/>
                  </a:lnTo>
                  <a:lnTo>
                    <a:pt x="4001" y="389361"/>
                  </a:lnTo>
                  <a:lnTo>
                    <a:pt x="4004" y="391307"/>
                  </a:lnTo>
                  <a:lnTo>
                    <a:pt x="4006" y="393254"/>
                  </a:lnTo>
                  <a:lnTo>
                    <a:pt x="4008" y="395201"/>
                  </a:lnTo>
                  <a:lnTo>
                    <a:pt x="4011" y="397148"/>
                  </a:lnTo>
                  <a:lnTo>
                    <a:pt x="4013" y="399095"/>
                  </a:lnTo>
                  <a:lnTo>
                    <a:pt x="4016" y="401041"/>
                  </a:lnTo>
                  <a:lnTo>
                    <a:pt x="4019" y="402988"/>
                  </a:lnTo>
                  <a:lnTo>
                    <a:pt x="4023" y="404935"/>
                  </a:lnTo>
                  <a:lnTo>
                    <a:pt x="4026" y="406882"/>
                  </a:lnTo>
                  <a:lnTo>
                    <a:pt x="4030" y="408829"/>
                  </a:lnTo>
                  <a:lnTo>
                    <a:pt x="4034" y="410775"/>
                  </a:lnTo>
                  <a:lnTo>
                    <a:pt x="4039" y="412722"/>
                  </a:lnTo>
                  <a:lnTo>
                    <a:pt x="4043" y="414669"/>
                  </a:lnTo>
                  <a:lnTo>
                    <a:pt x="4049" y="416616"/>
                  </a:lnTo>
                  <a:lnTo>
                    <a:pt x="4054" y="418563"/>
                  </a:lnTo>
                  <a:lnTo>
                    <a:pt x="4060" y="420509"/>
                  </a:lnTo>
                  <a:lnTo>
                    <a:pt x="4066" y="422456"/>
                  </a:lnTo>
                  <a:lnTo>
                    <a:pt x="4073" y="424403"/>
                  </a:lnTo>
                  <a:lnTo>
                    <a:pt x="4080" y="426350"/>
                  </a:lnTo>
                  <a:lnTo>
                    <a:pt x="4088" y="428297"/>
                  </a:lnTo>
                  <a:lnTo>
                    <a:pt x="4096" y="430243"/>
                  </a:lnTo>
                  <a:lnTo>
                    <a:pt x="4104" y="432190"/>
                  </a:lnTo>
                  <a:lnTo>
                    <a:pt x="4113" y="434137"/>
                  </a:lnTo>
                  <a:lnTo>
                    <a:pt x="4122" y="436084"/>
                  </a:lnTo>
                  <a:lnTo>
                    <a:pt x="4132" y="438031"/>
                  </a:lnTo>
                  <a:lnTo>
                    <a:pt x="4143" y="439977"/>
                  </a:lnTo>
                  <a:lnTo>
                    <a:pt x="4154" y="441924"/>
                  </a:lnTo>
                  <a:lnTo>
                    <a:pt x="4165" y="443871"/>
                  </a:lnTo>
                  <a:lnTo>
                    <a:pt x="4177" y="445818"/>
                  </a:lnTo>
                  <a:lnTo>
                    <a:pt x="4189" y="447765"/>
                  </a:lnTo>
                  <a:lnTo>
                    <a:pt x="4202" y="449712"/>
                  </a:lnTo>
                  <a:lnTo>
                    <a:pt x="4215" y="451658"/>
                  </a:lnTo>
                  <a:lnTo>
                    <a:pt x="4229" y="453605"/>
                  </a:lnTo>
                  <a:lnTo>
                    <a:pt x="4243" y="455552"/>
                  </a:lnTo>
                  <a:lnTo>
                    <a:pt x="4258" y="457499"/>
                  </a:lnTo>
                  <a:lnTo>
                    <a:pt x="4273" y="459446"/>
                  </a:lnTo>
                  <a:lnTo>
                    <a:pt x="4288" y="461392"/>
                  </a:lnTo>
                  <a:lnTo>
                    <a:pt x="4304" y="463339"/>
                  </a:lnTo>
                  <a:lnTo>
                    <a:pt x="4321" y="465286"/>
                  </a:lnTo>
                  <a:lnTo>
                    <a:pt x="4337" y="467233"/>
                  </a:lnTo>
                  <a:lnTo>
                    <a:pt x="4355" y="469180"/>
                  </a:lnTo>
                  <a:lnTo>
                    <a:pt x="4372" y="471126"/>
                  </a:lnTo>
                  <a:lnTo>
                    <a:pt x="4390" y="473073"/>
                  </a:lnTo>
                  <a:lnTo>
                    <a:pt x="4408" y="475020"/>
                  </a:lnTo>
                  <a:lnTo>
                    <a:pt x="4427" y="476967"/>
                  </a:lnTo>
                  <a:lnTo>
                    <a:pt x="4446" y="478914"/>
                  </a:lnTo>
                  <a:lnTo>
                    <a:pt x="4465" y="480860"/>
                  </a:lnTo>
                  <a:lnTo>
                    <a:pt x="4485" y="482807"/>
                  </a:lnTo>
                  <a:lnTo>
                    <a:pt x="4504" y="484754"/>
                  </a:lnTo>
                  <a:lnTo>
                    <a:pt x="4524" y="486701"/>
                  </a:lnTo>
                  <a:lnTo>
                    <a:pt x="4545" y="488648"/>
                  </a:lnTo>
                  <a:lnTo>
                    <a:pt x="4565" y="490594"/>
                  </a:lnTo>
                  <a:lnTo>
                    <a:pt x="4585" y="492541"/>
                  </a:lnTo>
                  <a:lnTo>
                    <a:pt x="4606" y="494488"/>
                  </a:lnTo>
                  <a:lnTo>
                    <a:pt x="4627" y="496435"/>
                  </a:lnTo>
                  <a:lnTo>
                    <a:pt x="4647" y="498382"/>
                  </a:lnTo>
                  <a:lnTo>
                    <a:pt x="4668" y="500328"/>
                  </a:lnTo>
                  <a:lnTo>
                    <a:pt x="4689" y="502275"/>
                  </a:lnTo>
                  <a:lnTo>
                    <a:pt x="4710" y="504222"/>
                  </a:lnTo>
                  <a:lnTo>
                    <a:pt x="4731" y="506169"/>
                  </a:lnTo>
                  <a:lnTo>
                    <a:pt x="4751" y="508116"/>
                  </a:lnTo>
                  <a:lnTo>
                    <a:pt x="4772" y="510062"/>
                  </a:lnTo>
                  <a:lnTo>
                    <a:pt x="4792" y="512009"/>
                  </a:lnTo>
                  <a:lnTo>
                    <a:pt x="4813" y="513956"/>
                  </a:lnTo>
                  <a:lnTo>
                    <a:pt x="4833" y="515903"/>
                  </a:lnTo>
                  <a:lnTo>
                    <a:pt x="4853" y="517850"/>
                  </a:lnTo>
                  <a:lnTo>
                    <a:pt x="4873" y="519797"/>
                  </a:lnTo>
                  <a:lnTo>
                    <a:pt x="4892" y="521743"/>
                  </a:lnTo>
                  <a:lnTo>
                    <a:pt x="4911" y="523690"/>
                  </a:lnTo>
                  <a:lnTo>
                    <a:pt x="4930" y="525637"/>
                  </a:lnTo>
                  <a:lnTo>
                    <a:pt x="4949" y="527584"/>
                  </a:lnTo>
                  <a:lnTo>
                    <a:pt x="4967" y="529531"/>
                  </a:lnTo>
                  <a:lnTo>
                    <a:pt x="4985" y="531477"/>
                  </a:lnTo>
                  <a:lnTo>
                    <a:pt x="5002" y="533424"/>
                  </a:lnTo>
                  <a:lnTo>
                    <a:pt x="5019" y="535371"/>
                  </a:lnTo>
                  <a:lnTo>
                    <a:pt x="5036" y="537318"/>
                  </a:lnTo>
                  <a:lnTo>
                    <a:pt x="5053" y="539265"/>
                  </a:lnTo>
                  <a:lnTo>
                    <a:pt x="5068" y="541211"/>
                  </a:lnTo>
                  <a:lnTo>
                    <a:pt x="5084" y="543158"/>
                  </a:lnTo>
                  <a:lnTo>
                    <a:pt x="5099" y="545105"/>
                  </a:lnTo>
                  <a:lnTo>
                    <a:pt x="5114" y="547052"/>
                  </a:lnTo>
                  <a:lnTo>
                    <a:pt x="5128" y="548999"/>
                  </a:lnTo>
                  <a:lnTo>
                    <a:pt x="5142" y="550945"/>
                  </a:lnTo>
                  <a:lnTo>
                    <a:pt x="5156" y="552892"/>
                  </a:lnTo>
                  <a:lnTo>
                    <a:pt x="5169" y="554839"/>
                  </a:lnTo>
                  <a:lnTo>
                    <a:pt x="5182" y="556786"/>
                  </a:lnTo>
                  <a:lnTo>
                    <a:pt x="5194" y="558733"/>
                  </a:lnTo>
                  <a:lnTo>
                    <a:pt x="5206" y="560679"/>
                  </a:lnTo>
                  <a:lnTo>
                    <a:pt x="5218" y="562626"/>
                  </a:lnTo>
                  <a:lnTo>
                    <a:pt x="5229" y="564573"/>
                  </a:lnTo>
                  <a:lnTo>
                    <a:pt x="5240" y="566520"/>
                  </a:lnTo>
                  <a:lnTo>
                    <a:pt x="5251" y="568467"/>
                  </a:lnTo>
                  <a:lnTo>
                    <a:pt x="5262" y="570413"/>
                  </a:lnTo>
                  <a:lnTo>
                    <a:pt x="5272" y="572360"/>
                  </a:lnTo>
                  <a:lnTo>
                    <a:pt x="5283" y="574307"/>
                  </a:lnTo>
                  <a:lnTo>
                    <a:pt x="5293" y="576254"/>
                  </a:lnTo>
                  <a:lnTo>
                    <a:pt x="5303" y="578201"/>
                  </a:lnTo>
                  <a:lnTo>
                    <a:pt x="5313" y="580147"/>
                  </a:lnTo>
                  <a:lnTo>
                    <a:pt x="5322" y="582094"/>
                  </a:lnTo>
                  <a:lnTo>
                    <a:pt x="5332" y="584041"/>
                  </a:lnTo>
                  <a:lnTo>
                    <a:pt x="5342" y="585988"/>
                  </a:lnTo>
                  <a:lnTo>
                    <a:pt x="5352" y="587935"/>
                  </a:lnTo>
                  <a:lnTo>
                    <a:pt x="5361" y="589881"/>
                  </a:lnTo>
                  <a:lnTo>
                    <a:pt x="5371" y="591828"/>
                  </a:lnTo>
                  <a:lnTo>
                    <a:pt x="5381" y="593775"/>
                  </a:lnTo>
                  <a:lnTo>
                    <a:pt x="5391" y="595722"/>
                  </a:lnTo>
                  <a:lnTo>
                    <a:pt x="5401" y="597669"/>
                  </a:lnTo>
                  <a:lnTo>
                    <a:pt x="5411" y="599616"/>
                  </a:lnTo>
                  <a:lnTo>
                    <a:pt x="5422" y="601562"/>
                  </a:lnTo>
                  <a:lnTo>
                    <a:pt x="5432" y="603509"/>
                  </a:lnTo>
                  <a:lnTo>
                    <a:pt x="5443" y="605456"/>
                  </a:lnTo>
                  <a:lnTo>
                    <a:pt x="5454" y="607403"/>
                  </a:lnTo>
                  <a:lnTo>
                    <a:pt x="5465" y="609350"/>
                  </a:lnTo>
                  <a:lnTo>
                    <a:pt x="5476" y="611296"/>
                  </a:lnTo>
                  <a:lnTo>
                    <a:pt x="5488" y="613243"/>
                  </a:lnTo>
                  <a:lnTo>
                    <a:pt x="5500" y="615190"/>
                  </a:lnTo>
                  <a:lnTo>
                    <a:pt x="5511" y="617137"/>
                  </a:lnTo>
                  <a:lnTo>
                    <a:pt x="5524" y="619084"/>
                  </a:lnTo>
                  <a:lnTo>
                    <a:pt x="5536" y="621030"/>
                  </a:lnTo>
                  <a:lnTo>
                    <a:pt x="5548" y="622977"/>
                  </a:lnTo>
                  <a:lnTo>
                    <a:pt x="5561" y="624924"/>
                  </a:lnTo>
                  <a:lnTo>
                    <a:pt x="5574" y="626871"/>
                  </a:lnTo>
                  <a:lnTo>
                    <a:pt x="5586" y="628818"/>
                  </a:lnTo>
                  <a:lnTo>
                    <a:pt x="5599" y="630764"/>
                  </a:lnTo>
                  <a:lnTo>
                    <a:pt x="5613" y="632711"/>
                  </a:lnTo>
                  <a:lnTo>
                    <a:pt x="5626" y="634658"/>
                  </a:lnTo>
                  <a:lnTo>
                    <a:pt x="5639" y="636605"/>
                  </a:lnTo>
                  <a:lnTo>
                    <a:pt x="5652" y="638552"/>
                  </a:lnTo>
                  <a:lnTo>
                    <a:pt x="5666" y="640498"/>
                  </a:lnTo>
                  <a:lnTo>
                    <a:pt x="5679" y="642445"/>
                  </a:lnTo>
                  <a:lnTo>
                    <a:pt x="5692" y="644392"/>
                  </a:lnTo>
                  <a:lnTo>
                    <a:pt x="5705" y="646339"/>
                  </a:lnTo>
                  <a:lnTo>
                    <a:pt x="5718" y="648286"/>
                  </a:lnTo>
                  <a:lnTo>
                    <a:pt x="5731" y="650232"/>
                  </a:lnTo>
                  <a:lnTo>
                    <a:pt x="5744" y="652179"/>
                  </a:lnTo>
                  <a:lnTo>
                    <a:pt x="5756" y="654126"/>
                  </a:lnTo>
                  <a:lnTo>
                    <a:pt x="5769" y="656073"/>
                  </a:lnTo>
                  <a:lnTo>
                    <a:pt x="5781" y="658020"/>
                  </a:lnTo>
                  <a:lnTo>
                    <a:pt x="5793" y="659966"/>
                  </a:lnTo>
                  <a:lnTo>
                    <a:pt x="5804" y="661913"/>
                  </a:lnTo>
                  <a:lnTo>
                    <a:pt x="5815" y="663860"/>
                  </a:lnTo>
                  <a:lnTo>
                    <a:pt x="5826" y="665807"/>
                  </a:lnTo>
                  <a:lnTo>
                    <a:pt x="5837" y="667754"/>
                  </a:lnTo>
                  <a:lnTo>
                    <a:pt x="5847" y="669701"/>
                  </a:lnTo>
                  <a:lnTo>
                    <a:pt x="5857" y="671647"/>
                  </a:lnTo>
                  <a:lnTo>
                    <a:pt x="5867" y="673594"/>
                  </a:lnTo>
                  <a:lnTo>
                    <a:pt x="5876" y="675541"/>
                  </a:lnTo>
                  <a:lnTo>
                    <a:pt x="5885" y="677488"/>
                  </a:lnTo>
                  <a:lnTo>
                    <a:pt x="5894" y="679435"/>
                  </a:lnTo>
                  <a:lnTo>
                    <a:pt x="5902" y="681381"/>
                  </a:lnTo>
                  <a:lnTo>
                    <a:pt x="5910" y="683328"/>
                  </a:lnTo>
                  <a:lnTo>
                    <a:pt x="5918" y="685275"/>
                  </a:lnTo>
                  <a:lnTo>
                    <a:pt x="5925" y="687222"/>
                  </a:lnTo>
                  <a:lnTo>
                    <a:pt x="5932" y="689169"/>
                  </a:lnTo>
                  <a:lnTo>
                    <a:pt x="5938" y="691115"/>
                  </a:lnTo>
                  <a:lnTo>
                    <a:pt x="5945" y="693062"/>
                  </a:lnTo>
                  <a:lnTo>
                    <a:pt x="5951" y="695009"/>
                  </a:lnTo>
                  <a:lnTo>
                    <a:pt x="5957" y="696956"/>
                  </a:lnTo>
                  <a:lnTo>
                    <a:pt x="5963" y="698903"/>
                  </a:lnTo>
                  <a:lnTo>
                    <a:pt x="5968" y="700849"/>
                  </a:lnTo>
                  <a:lnTo>
                    <a:pt x="5973" y="702796"/>
                  </a:lnTo>
                  <a:lnTo>
                    <a:pt x="5979" y="704743"/>
                  </a:lnTo>
                  <a:lnTo>
                    <a:pt x="5984" y="706690"/>
                  </a:lnTo>
                  <a:lnTo>
                    <a:pt x="5989" y="708637"/>
                  </a:lnTo>
                  <a:lnTo>
                    <a:pt x="5994" y="710583"/>
                  </a:lnTo>
                  <a:lnTo>
                    <a:pt x="5999" y="712530"/>
                  </a:lnTo>
                  <a:lnTo>
                    <a:pt x="6004" y="714477"/>
                  </a:lnTo>
                  <a:lnTo>
                    <a:pt x="6009" y="716424"/>
                  </a:lnTo>
                  <a:lnTo>
                    <a:pt x="6014" y="718371"/>
                  </a:lnTo>
                  <a:lnTo>
                    <a:pt x="6020" y="720317"/>
                  </a:lnTo>
                  <a:lnTo>
                    <a:pt x="6025" y="722264"/>
                  </a:lnTo>
                  <a:lnTo>
                    <a:pt x="6031" y="724211"/>
                  </a:lnTo>
                  <a:lnTo>
                    <a:pt x="6036" y="726158"/>
                  </a:lnTo>
                  <a:lnTo>
                    <a:pt x="6042" y="728105"/>
                  </a:lnTo>
                  <a:lnTo>
                    <a:pt x="6049" y="730051"/>
                  </a:lnTo>
                  <a:lnTo>
                    <a:pt x="6055" y="731998"/>
                  </a:lnTo>
                  <a:lnTo>
                    <a:pt x="6062" y="733945"/>
                  </a:lnTo>
                  <a:lnTo>
                    <a:pt x="6069" y="735892"/>
                  </a:lnTo>
                  <a:lnTo>
                    <a:pt x="6076" y="737839"/>
                  </a:lnTo>
                  <a:lnTo>
                    <a:pt x="6084" y="739785"/>
                  </a:lnTo>
                  <a:lnTo>
                    <a:pt x="6092" y="741732"/>
                  </a:lnTo>
                  <a:lnTo>
                    <a:pt x="6100" y="743679"/>
                  </a:lnTo>
                  <a:lnTo>
                    <a:pt x="6109" y="745626"/>
                  </a:lnTo>
                  <a:lnTo>
                    <a:pt x="6118" y="747573"/>
                  </a:lnTo>
                  <a:lnTo>
                    <a:pt x="6127" y="749520"/>
                  </a:lnTo>
                  <a:lnTo>
                    <a:pt x="6137" y="751466"/>
                  </a:lnTo>
                  <a:lnTo>
                    <a:pt x="6147" y="753413"/>
                  </a:lnTo>
                  <a:lnTo>
                    <a:pt x="6158" y="755360"/>
                  </a:lnTo>
                  <a:lnTo>
                    <a:pt x="6168" y="757307"/>
                  </a:lnTo>
                  <a:lnTo>
                    <a:pt x="6180" y="759254"/>
                  </a:lnTo>
                  <a:lnTo>
                    <a:pt x="6191" y="761200"/>
                  </a:lnTo>
                  <a:lnTo>
                    <a:pt x="6203" y="763147"/>
                  </a:lnTo>
                  <a:lnTo>
                    <a:pt x="6215" y="765094"/>
                  </a:lnTo>
                  <a:lnTo>
                    <a:pt x="6228" y="767041"/>
                  </a:lnTo>
                  <a:lnTo>
                    <a:pt x="6240" y="768988"/>
                  </a:lnTo>
                  <a:lnTo>
                    <a:pt x="6254" y="770934"/>
                  </a:lnTo>
                  <a:lnTo>
                    <a:pt x="6267" y="772881"/>
                  </a:lnTo>
                  <a:lnTo>
                    <a:pt x="6281" y="774828"/>
                  </a:lnTo>
                  <a:lnTo>
                    <a:pt x="6295" y="776775"/>
                  </a:lnTo>
                  <a:lnTo>
                    <a:pt x="6309" y="778722"/>
                  </a:lnTo>
                  <a:lnTo>
                    <a:pt x="6324" y="780668"/>
                  </a:lnTo>
                  <a:lnTo>
                    <a:pt x="6339" y="782615"/>
                  </a:lnTo>
                  <a:lnTo>
                    <a:pt x="6354" y="784562"/>
                  </a:lnTo>
                  <a:lnTo>
                    <a:pt x="6369" y="786509"/>
                  </a:lnTo>
                  <a:lnTo>
                    <a:pt x="6385" y="788456"/>
                  </a:lnTo>
                  <a:lnTo>
                    <a:pt x="6400" y="790402"/>
                  </a:lnTo>
                  <a:lnTo>
                    <a:pt x="6416" y="792349"/>
                  </a:lnTo>
                  <a:lnTo>
                    <a:pt x="6432" y="794296"/>
                  </a:lnTo>
                  <a:lnTo>
                    <a:pt x="6449" y="796243"/>
                  </a:lnTo>
                  <a:lnTo>
                    <a:pt x="6465" y="798190"/>
                  </a:lnTo>
                  <a:lnTo>
                    <a:pt x="6481" y="800136"/>
                  </a:lnTo>
                  <a:lnTo>
                    <a:pt x="6498" y="802083"/>
                  </a:lnTo>
                  <a:lnTo>
                    <a:pt x="6515" y="804030"/>
                  </a:lnTo>
                  <a:lnTo>
                    <a:pt x="6532" y="805977"/>
                  </a:lnTo>
                  <a:lnTo>
                    <a:pt x="6549" y="807924"/>
                  </a:lnTo>
                  <a:lnTo>
                    <a:pt x="6566" y="809870"/>
                  </a:lnTo>
                  <a:lnTo>
                    <a:pt x="6583" y="811817"/>
                  </a:lnTo>
                  <a:lnTo>
                    <a:pt x="6600" y="813764"/>
                  </a:lnTo>
                  <a:lnTo>
                    <a:pt x="6617" y="815711"/>
                  </a:lnTo>
                  <a:lnTo>
                    <a:pt x="6634" y="817658"/>
                  </a:lnTo>
                  <a:lnTo>
                    <a:pt x="6652" y="819605"/>
                  </a:lnTo>
                  <a:lnTo>
                    <a:pt x="6669" y="821551"/>
                  </a:lnTo>
                  <a:lnTo>
                    <a:pt x="6686" y="823498"/>
                  </a:lnTo>
                  <a:lnTo>
                    <a:pt x="6702" y="825445"/>
                  </a:lnTo>
                  <a:lnTo>
                    <a:pt x="6719" y="827392"/>
                  </a:lnTo>
                  <a:lnTo>
                    <a:pt x="6736" y="829339"/>
                  </a:lnTo>
                  <a:lnTo>
                    <a:pt x="6752" y="831285"/>
                  </a:lnTo>
                  <a:lnTo>
                    <a:pt x="6768" y="833232"/>
                  </a:lnTo>
                  <a:lnTo>
                    <a:pt x="6784" y="835179"/>
                  </a:lnTo>
                  <a:lnTo>
                    <a:pt x="6799" y="837126"/>
                  </a:lnTo>
                  <a:lnTo>
                    <a:pt x="6814" y="839073"/>
                  </a:lnTo>
                  <a:lnTo>
                    <a:pt x="6829" y="841019"/>
                  </a:lnTo>
                  <a:lnTo>
                    <a:pt x="6843" y="842966"/>
                  </a:lnTo>
                  <a:lnTo>
                    <a:pt x="6856" y="844913"/>
                  </a:lnTo>
                  <a:lnTo>
                    <a:pt x="6869" y="846860"/>
                  </a:lnTo>
                  <a:lnTo>
                    <a:pt x="6881" y="848807"/>
                  </a:lnTo>
                  <a:lnTo>
                    <a:pt x="6893" y="850753"/>
                  </a:lnTo>
                  <a:lnTo>
                    <a:pt x="6904" y="852700"/>
                  </a:lnTo>
                  <a:lnTo>
                    <a:pt x="6913" y="854647"/>
                  </a:lnTo>
                  <a:lnTo>
                    <a:pt x="6922" y="856594"/>
                  </a:lnTo>
                  <a:lnTo>
                    <a:pt x="6930" y="858541"/>
                  </a:lnTo>
                  <a:lnTo>
                    <a:pt x="6937" y="860487"/>
                  </a:lnTo>
                  <a:lnTo>
                    <a:pt x="6942" y="862434"/>
                  </a:lnTo>
                  <a:lnTo>
                    <a:pt x="6946" y="864381"/>
                  </a:lnTo>
                  <a:lnTo>
                    <a:pt x="6949" y="866328"/>
                  </a:lnTo>
                  <a:lnTo>
                    <a:pt x="6950" y="868275"/>
                  </a:lnTo>
                  <a:lnTo>
                    <a:pt x="6950" y="870221"/>
                  </a:lnTo>
                  <a:lnTo>
                    <a:pt x="6948" y="872168"/>
                  </a:lnTo>
                  <a:lnTo>
                    <a:pt x="6944" y="874115"/>
                  </a:lnTo>
                  <a:lnTo>
                    <a:pt x="6939" y="876062"/>
                  </a:lnTo>
                  <a:lnTo>
                    <a:pt x="6931" y="878009"/>
                  </a:lnTo>
                  <a:lnTo>
                    <a:pt x="6922" y="879955"/>
                  </a:lnTo>
                  <a:lnTo>
                    <a:pt x="6910" y="881902"/>
                  </a:lnTo>
                  <a:lnTo>
                    <a:pt x="6897" y="883849"/>
                  </a:lnTo>
                  <a:lnTo>
                    <a:pt x="6881" y="885796"/>
                  </a:lnTo>
                  <a:lnTo>
                    <a:pt x="6863" y="887743"/>
                  </a:lnTo>
                  <a:lnTo>
                    <a:pt x="6843" y="889690"/>
                  </a:lnTo>
                  <a:lnTo>
                    <a:pt x="6821" y="891636"/>
                  </a:lnTo>
                  <a:lnTo>
                    <a:pt x="6796" y="893583"/>
                  </a:lnTo>
                  <a:lnTo>
                    <a:pt x="6768" y="895530"/>
                  </a:lnTo>
                  <a:lnTo>
                    <a:pt x="6738" y="897477"/>
                  </a:lnTo>
                  <a:lnTo>
                    <a:pt x="6706" y="899424"/>
                  </a:lnTo>
                  <a:lnTo>
                    <a:pt x="6672" y="901370"/>
                  </a:lnTo>
                  <a:lnTo>
                    <a:pt x="6634" y="903317"/>
                  </a:lnTo>
                  <a:lnTo>
                    <a:pt x="6595" y="905264"/>
                  </a:lnTo>
                  <a:lnTo>
                    <a:pt x="6553" y="907211"/>
                  </a:lnTo>
                  <a:lnTo>
                    <a:pt x="6508" y="909158"/>
                  </a:lnTo>
                  <a:lnTo>
                    <a:pt x="6462" y="911104"/>
                  </a:lnTo>
                  <a:lnTo>
                    <a:pt x="6413" y="913051"/>
                  </a:lnTo>
                  <a:lnTo>
                    <a:pt x="6362" y="914998"/>
                  </a:lnTo>
                  <a:lnTo>
                    <a:pt x="6308" y="916945"/>
                  </a:lnTo>
                  <a:lnTo>
                    <a:pt x="6253" y="918892"/>
                  </a:lnTo>
                  <a:lnTo>
                    <a:pt x="6196" y="920838"/>
                  </a:lnTo>
                  <a:lnTo>
                    <a:pt x="6137" y="922785"/>
                  </a:lnTo>
                  <a:lnTo>
                    <a:pt x="6077" y="924732"/>
                  </a:lnTo>
                  <a:lnTo>
                    <a:pt x="6014" y="926679"/>
                  </a:lnTo>
                  <a:lnTo>
                    <a:pt x="5951" y="928626"/>
                  </a:lnTo>
                  <a:lnTo>
                    <a:pt x="5886" y="930572"/>
                  </a:lnTo>
                  <a:lnTo>
                    <a:pt x="5820" y="932519"/>
                  </a:lnTo>
                  <a:lnTo>
                    <a:pt x="5753" y="934466"/>
                  </a:lnTo>
                  <a:lnTo>
                    <a:pt x="5685" y="936413"/>
                  </a:lnTo>
                  <a:lnTo>
                    <a:pt x="5617" y="938360"/>
                  </a:lnTo>
                  <a:lnTo>
                    <a:pt x="5548" y="940306"/>
                  </a:lnTo>
                  <a:lnTo>
                    <a:pt x="5479" y="942253"/>
                  </a:lnTo>
                  <a:lnTo>
                    <a:pt x="5409" y="944200"/>
                  </a:lnTo>
                  <a:lnTo>
                    <a:pt x="5340" y="946147"/>
                  </a:lnTo>
                  <a:lnTo>
                    <a:pt x="5270" y="948094"/>
                  </a:lnTo>
                  <a:lnTo>
                    <a:pt x="5201" y="950040"/>
                  </a:lnTo>
                  <a:lnTo>
                    <a:pt x="5133" y="951987"/>
                  </a:lnTo>
                  <a:lnTo>
                    <a:pt x="5065" y="953934"/>
                  </a:lnTo>
                  <a:lnTo>
                    <a:pt x="4998" y="955881"/>
                  </a:lnTo>
                  <a:lnTo>
                    <a:pt x="4931" y="957828"/>
                  </a:lnTo>
                  <a:lnTo>
                    <a:pt x="4866" y="959774"/>
                  </a:lnTo>
                  <a:lnTo>
                    <a:pt x="4802" y="961721"/>
                  </a:lnTo>
                  <a:lnTo>
                    <a:pt x="4739" y="963668"/>
                  </a:lnTo>
                  <a:lnTo>
                    <a:pt x="4677" y="965615"/>
                  </a:lnTo>
                  <a:lnTo>
                    <a:pt x="4617" y="967562"/>
                  </a:lnTo>
                  <a:lnTo>
                    <a:pt x="4558" y="969509"/>
                  </a:lnTo>
                  <a:lnTo>
                    <a:pt x="4501" y="971455"/>
                  </a:lnTo>
                  <a:lnTo>
                    <a:pt x="4445" y="973402"/>
                  </a:lnTo>
                  <a:lnTo>
                    <a:pt x="4392" y="975349"/>
                  </a:lnTo>
                  <a:lnTo>
                    <a:pt x="4339" y="977296"/>
                  </a:lnTo>
                  <a:lnTo>
                    <a:pt x="4289" y="979243"/>
                  </a:lnTo>
                  <a:lnTo>
                    <a:pt x="4241" y="981189"/>
                  </a:lnTo>
                  <a:lnTo>
                    <a:pt x="4195" y="983136"/>
                  </a:lnTo>
                  <a:lnTo>
                    <a:pt x="4150" y="985083"/>
                  </a:lnTo>
                  <a:lnTo>
                    <a:pt x="4107" y="987030"/>
                  </a:lnTo>
                  <a:lnTo>
                    <a:pt x="4066" y="988977"/>
                  </a:lnTo>
                  <a:lnTo>
                    <a:pt x="4027" y="990923"/>
                  </a:lnTo>
                  <a:lnTo>
                    <a:pt x="3990" y="992870"/>
                  </a:lnTo>
                  <a:lnTo>
                    <a:pt x="3955" y="994817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4" name="pg27">
              <a:extLst>
                <a:ext uri="{FF2B5EF4-FFF2-40B4-BE49-F238E27FC236}">
                  <a16:creationId xmlns:a16="http://schemas.microsoft.com/office/drawing/2014/main" id="{BB6F41B9-2562-320B-45A2-AB9BC3119F31}"/>
                </a:ext>
              </a:extLst>
            </p:cNvPr>
            <p:cNvSpPr/>
            <p:nvPr/>
          </p:nvSpPr>
          <p:spPr>
            <a:xfrm>
              <a:off x="2904788" y="2333032"/>
              <a:ext cx="18463" cy="708020"/>
            </a:xfrm>
            <a:custGeom>
              <a:avLst/>
              <a:gdLst/>
              <a:ahLst/>
              <a:cxnLst/>
              <a:rect l="0" t="0" r="0" b="0"/>
              <a:pathLst>
                <a:path w="18463" h="708020">
                  <a:moveTo>
                    <a:pt x="8960" y="708020"/>
                  </a:moveTo>
                  <a:lnTo>
                    <a:pt x="8933" y="706635"/>
                  </a:lnTo>
                  <a:lnTo>
                    <a:pt x="8904" y="705249"/>
                  </a:lnTo>
                  <a:lnTo>
                    <a:pt x="8872" y="703864"/>
                  </a:lnTo>
                  <a:lnTo>
                    <a:pt x="8836" y="702478"/>
                  </a:lnTo>
                  <a:lnTo>
                    <a:pt x="8797" y="701093"/>
                  </a:lnTo>
                  <a:lnTo>
                    <a:pt x="8754" y="699707"/>
                  </a:lnTo>
                  <a:lnTo>
                    <a:pt x="8707" y="698321"/>
                  </a:lnTo>
                  <a:lnTo>
                    <a:pt x="8655" y="696936"/>
                  </a:lnTo>
                  <a:lnTo>
                    <a:pt x="8600" y="695550"/>
                  </a:lnTo>
                  <a:lnTo>
                    <a:pt x="8538" y="694165"/>
                  </a:lnTo>
                  <a:lnTo>
                    <a:pt x="8470" y="692779"/>
                  </a:lnTo>
                  <a:lnTo>
                    <a:pt x="8397" y="691394"/>
                  </a:lnTo>
                  <a:lnTo>
                    <a:pt x="8318" y="690008"/>
                  </a:lnTo>
                  <a:lnTo>
                    <a:pt x="8232" y="688623"/>
                  </a:lnTo>
                  <a:lnTo>
                    <a:pt x="8140" y="687237"/>
                  </a:lnTo>
                  <a:lnTo>
                    <a:pt x="8039" y="685851"/>
                  </a:lnTo>
                  <a:lnTo>
                    <a:pt x="7931" y="684466"/>
                  </a:lnTo>
                  <a:lnTo>
                    <a:pt x="7816" y="683080"/>
                  </a:lnTo>
                  <a:lnTo>
                    <a:pt x="7693" y="681695"/>
                  </a:lnTo>
                  <a:lnTo>
                    <a:pt x="7562" y="680309"/>
                  </a:lnTo>
                  <a:lnTo>
                    <a:pt x="7424" y="678924"/>
                  </a:lnTo>
                  <a:lnTo>
                    <a:pt x="7276" y="677538"/>
                  </a:lnTo>
                  <a:lnTo>
                    <a:pt x="7120" y="676153"/>
                  </a:lnTo>
                  <a:lnTo>
                    <a:pt x="6957" y="674767"/>
                  </a:lnTo>
                  <a:lnTo>
                    <a:pt x="6786" y="673381"/>
                  </a:lnTo>
                  <a:lnTo>
                    <a:pt x="6608" y="671996"/>
                  </a:lnTo>
                  <a:lnTo>
                    <a:pt x="6422" y="670610"/>
                  </a:lnTo>
                  <a:lnTo>
                    <a:pt x="6227" y="669225"/>
                  </a:lnTo>
                  <a:lnTo>
                    <a:pt x="6026" y="667839"/>
                  </a:lnTo>
                  <a:lnTo>
                    <a:pt x="5819" y="666454"/>
                  </a:lnTo>
                  <a:lnTo>
                    <a:pt x="5606" y="665068"/>
                  </a:lnTo>
                  <a:lnTo>
                    <a:pt x="5387" y="663682"/>
                  </a:lnTo>
                  <a:lnTo>
                    <a:pt x="5163" y="662297"/>
                  </a:lnTo>
                  <a:lnTo>
                    <a:pt x="4934" y="660911"/>
                  </a:lnTo>
                  <a:lnTo>
                    <a:pt x="4701" y="659526"/>
                  </a:lnTo>
                  <a:lnTo>
                    <a:pt x="4465" y="658140"/>
                  </a:lnTo>
                  <a:lnTo>
                    <a:pt x="4227" y="656755"/>
                  </a:lnTo>
                  <a:lnTo>
                    <a:pt x="3987" y="655369"/>
                  </a:lnTo>
                  <a:lnTo>
                    <a:pt x="3746" y="653984"/>
                  </a:lnTo>
                  <a:lnTo>
                    <a:pt x="3505" y="652598"/>
                  </a:lnTo>
                  <a:lnTo>
                    <a:pt x="3265" y="651212"/>
                  </a:lnTo>
                  <a:lnTo>
                    <a:pt x="3027" y="649827"/>
                  </a:lnTo>
                  <a:lnTo>
                    <a:pt x="2791" y="648441"/>
                  </a:lnTo>
                  <a:lnTo>
                    <a:pt x="2559" y="647056"/>
                  </a:lnTo>
                  <a:lnTo>
                    <a:pt x="2333" y="645670"/>
                  </a:lnTo>
                  <a:lnTo>
                    <a:pt x="2112" y="644285"/>
                  </a:lnTo>
                  <a:lnTo>
                    <a:pt x="1899" y="642899"/>
                  </a:lnTo>
                  <a:lnTo>
                    <a:pt x="1692" y="641514"/>
                  </a:lnTo>
                  <a:lnTo>
                    <a:pt x="1494" y="640128"/>
                  </a:lnTo>
                  <a:lnTo>
                    <a:pt x="1306" y="638742"/>
                  </a:lnTo>
                  <a:lnTo>
                    <a:pt x="1129" y="637357"/>
                  </a:lnTo>
                  <a:lnTo>
                    <a:pt x="964" y="635971"/>
                  </a:lnTo>
                  <a:lnTo>
                    <a:pt x="810" y="634586"/>
                  </a:lnTo>
                  <a:lnTo>
                    <a:pt x="668" y="633200"/>
                  </a:lnTo>
                  <a:lnTo>
                    <a:pt x="539" y="631815"/>
                  </a:lnTo>
                  <a:lnTo>
                    <a:pt x="422" y="630429"/>
                  </a:lnTo>
                  <a:lnTo>
                    <a:pt x="322" y="629043"/>
                  </a:lnTo>
                  <a:lnTo>
                    <a:pt x="235" y="627658"/>
                  </a:lnTo>
                  <a:lnTo>
                    <a:pt x="162" y="626272"/>
                  </a:lnTo>
                  <a:lnTo>
                    <a:pt x="124" y="625390"/>
                  </a:lnTo>
                  <a:lnTo>
                    <a:pt x="102" y="624887"/>
                  </a:lnTo>
                  <a:lnTo>
                    <a:pt x="55" y="623501"/>
                  </a:lnTo>
                  <a:lnTo>
                    <a:pt x="22" y="622116"/>
                  </a:lnTo>
                  <a:lnTo>
                    <a:pt x="5" y="620730"/>
                  </a:lnTo>
                  <a:lnTo>
                    <a:pt x="0" y="619345"/>
                  </a:lnTo>
                  <a:lnTo>
                    <a:pt x="6" y="617959"/>
                  </a:lnTo>
                  <a:lnTo>
                    <a:pt x="25" y="616573"/>
                  </a:lnTo>
                  <a:lnTo>
                    <a:pt x="54" y="615188"/>
                  </a:lnTo>
                  <a:lnTo>
                    <a:pt x="94" y="613802"/>
                  </a:lnTo>
                  <a:lnTo>
                    <a:pt x="146" y="612417"/>
                  </a:lnTo>
                  <a:lnTo>
                    <a:pt x="207" y="611031"/>
                  </a:lnTo>
                  <a:lnTo>
                    <a:pt x="277" y="609646"/>
                  </a:lnTo>
                  <a:lnTo>
                    <a:pt x="354" y="608260"/>
                  </a:lnTo>
                  <a:lnTo>
                    <a:pt x="438" y="606875"/>
                  </a:lnTo>
                  <a:lnTo>
                    <a:pt x="530" y="605489"/>
                  </a:lnTo>
                  <a:lnTo>
                    <a:pt x="628" y="604103"/>
                  </a:lnTo>
                  <a:lnTo>
                    <a:pt x="732" y="602718"/>
                  </a:lnTo>
                  <a:lnTo>
                    <a:pt x="840" y="601332"/>
                  </a:lnTo>
                  <a:lnTo>
                    <a:pt x="952" y="599947"/>
                  </a:lnTo>
                  <a:lnTo>
                    <a:pt x="1067" y="598561"/>
                  </a:lnTo>
                  <a:lnTo>
                    <a:pt x="1186" y="597176"/>
                  </a:lnTo>
                  <a:lnTo>
                    <a:pt x="1306" y="595790"/>
                  </a:lnTo>
                  <a:lnTo>
                    <a:pt x="1429" y="594404"/>
                  </a:lnTo>
                  <a:lnTo>
                    <a:pt x="1552" y="593019"/>
                  </a:lnTo>
                  <a:lnTo>
                    <a:pt x="1676" y="591633"/>
                  </a:lnTo>
                  <a:lnTo>
                    <a:pt x="1800" y="590248"/>
                  </a:lnTo>
                  <a:lnTo>
                    <a:pt x="1923" y="588862"/>
                  </a:lnTo>
                  <a:lnTo>
                    <a:pt x="2017" y="587807"/>
                  </a:lnTo>
                  <a:lnTo>
                    <a:pt x="2046" y="587477"/>
                  </a:lnTo>
                  <a:lnTo>
                    <a:pt x="2167" y="586091"/>
                  </a:lnTo>
                  <a:lnTo>
                    <a:pt x="2287" y="584706"/>
                  </a:lnTo>
                  <a:lnTo>
                    <a:pt x="2405" y="583320"/>
                  </a:lnTo>
                  <a:lnTo>
                    <a:pt x="2521" y="581934"/>
                  </a:lnTo>
                  <a:lnTo>
                    <a:pt x="2634" y="580549"/>
                  </a:lnTo>
                  <a:lnTo>
                    <a:pt x="2744" y="579163"/>
                  </a:lnTo>
                  <a:lnTo>
                    <a:pt x="2851" y="577778"/>
                  </a:lnTo>
                  <a:lnTo>
                    <a:pt x="2955" y="576392"/>
                  </a:lnTo>
                  <a:lnTo>
                    <a:pt x="3056" y="575007"/>
                  </a:lnTo>
                  <a:lnTo>
                    <a:pt x="3155" y="573621"/>
                  </a:lnTo>
                  <a:lnTo>
                    <a:pt x="3249" y="572236"/>
                  </a:lnTo>
                  <a:lnTo>
                    <a:pt x="3341" y="570850"/>
                  </a:lnTo>
                  <a:lnTo>
                    <a:pt x="3429" y="569464"/>
                  </a:lnTo>
                  <a:lnTo>
                    <a:pt x="3515" y="568079"/>
                  </a:lnTo>
                  <a:lnTo>
                    <a:pt x="3598" y="566693"/>
                  </a:lnTo>
                  <a:lnTo>
                    <a:pt x="3678" y="565308"/>
                  </a:lnTo>
                  <a:lnTo>
                    <a:pt x="3756" y="563922"/>
                  </a:lnTo>
                  <a:lnTo>
                    <a:pt x="3831" y="562537"/>
                  </a:lnTo>
                  <a:lnTo>
                    <a:pt x="3904" y="561151"/>
                  </a:lnTo>
                  <a:lnTo>
                    <a:pt x="3976" y="559766"/>
                  </a:lnTo>
                  <a:lnTo>
                    <a:pt x="4046" y="558380"/>
                  </a:lnTo>
                  <a:lnTo>
                    <a:pt x="4114" y="556994"/>
                  </a:lnTo>
                  <a:lnTo>
                    <a:pt x="4182" y="555609"/>
                  </a:lnTo>
                  <a:lnTo>
                    <a:pt x="4248" y="554223"/>
                  </a:lnTo>
                  <a:lnTo>
                    <a:pt x="4314" y="552838"/>
                  </a:lnTo>
                  <a:lnTo>
                    <a:pt x="4380" y="551452"/>
                  </a:lnTo>
                  <a:lnTo>
                    <a:pt x="4445" y="550067"/>
                  </a:lnTo>
                  <a:lnTo>
                    <a:pt x="4510" y="548681"/>
                  </a:lnTo>
                  <a:lnTo>
                    <a:pt x="4575" y="547295"/>
                  </a:lnTo>
                  <a:lnTo>
                    <a:pt x="4640" y="545910"/>
                  </a:lnTo>
                  <a:lnTo>
                    <a:pt x="4705" y="544524"/>
                  </a:lnTo>
                  <a:lnTo>
                    <a:pt x="4771" y="543139"/>
                  </a:lnTo>
                  <a:lnTo>
                    <a:pt x="4837" y="541753"/>
                  </a:lnTo>
                  <a:lnTo>
                    <a:pt x="4903" y="540368"/>
                  </a:lnTo>
                  <a:lnTo>
                    <a:pt x="4970" y="538982"/>
                  </a:lnTo>
                  <a:lnTo>
                    <a:pt x="5037" y="537597"/>
                  </a:lnTo>
                  <a:lnTo>
                    <a:pt x="5104" y="536211"/>
                  </a:lnTo>
                  <a:lnTo>
                    <a:pt x="5171" y="534825"/>
                  </a:lnTo>
                  <a:lnTo>
                    <a:pt x="5238" y="533440"/>
                  </a:lnTo>
                  <a:lnTo>
                    <a:pt x="5304" y="532054"/>
                  </a:lnTo>
                  <a:lnTo>
                    <a:pt x="5371" y="530669"/>
                  </a:lnTo>
                  <a:lnTo>
                    <a:pt x="5436" y="529283"/>
                  </a:lnTo>
                  <a:lnTo>
                    <a:pt x="5502" y="527898"/>
                  </a:lnTo>
                  <a:lnTo>
                    <a:pt x="5566" y="526512"/>
                  </a:lnTo>
                  <a:lnTo>
                    <a:pt x="5629" y="525127"/>
                  </a:lnTo>
                  <a:lnTo>
                    <a:pt x="5691" y="523741"/>
                  </a:lnTo>
                  <a:lnTo>
                    <a:pt x="5752" y="522355"/>
                  </a:lnTo>
                  <a:lnTo>
                    <a:pt x="5811" y="520970"/>
                  </a:lnTo>
                  <a:lnTo>
                    <a:pt x="5869" y="519584"/>
                  </a:lnTo>
                  <a:lnTo>
                    <a:pt x="5925" y="518199"/>
                  </a:lnTo>
                  <a:lnTo>
                    <a:pt x="5960" y="517297"/>
                  </a:lnTo>
                  <a:lnTo>
                    <a:pt x="5980" y="516813"/>
                  </a:lnTo>
                  <a:lnTo>
                    <a:pt x="6032" y="515428"/>
                  </a:lnTo>
                  <a:lnTo>
                    <a:pt x="6083" y="514042"/>
                  </a:lnTo>
                  <a:lnTo>
                    <a:pt x="6132" y="512656"/>
                  </a:lnTo>
                  <a:lnTo>
                    <a:pt x="6180" y="511271"/>
                  </a:lnTo>
                  <a:lnTo>
                    <a:pt x="6226" y="509885"/>
                  </a:lnTo>
                  <a:lnTo>
                    <a:pt x="6271" y="508500"/>
                  </a:lnTo>
                  <a:lnTo>
                    <a:pt x="6314" y="507114"/>
                  </a:lnTo>
                  <a:lnTo>
                    <a:pt x="6356" y="505729"/>
                  </a:lnTo>
                  <a:lnTo>
                    <a:pt x="6396" y="504343"/>
                  </a:lnTo>
                  <a:lnTo>
                    <a:pt x="6436" y="502958"/>
                  </a:lnTo>
                  <a:lnTo>
                    <a:pt x="6474" y="501572"/>
                  </a:lnTo>
                  <a:lnTo>
                    <a:pt x="6512" y="500186"/>
                  </a:lnTo>
                  <a:lnTo>
                    <a:pt x="6548" y="498801"/>
                  </a:lnTo>
                  <a:lnTo>
                    <a:pt x="6584" y="497415"/>
                  </a:lnTo>
                  <a:lnTo>
                    <a:pt x="6620" y="496030"/>
                  </a:lnTo>
                  <a:lnTo>
                    <a:pt x="6655" y="494644"/>
                  </a:lnTo>
                  <a:lnTo>
                    <a:pt x="6690" y="493259"/>
                  </a:lnTo>
                  <a:lnTo>
                    <a:pt x="6724" y="491873"/>
                  </a:lnTo>
                  <a:lnTo>
                    <a:pt x="6758" y="490488"/>
                  </a:lnTo>
                  <a:lnTo>
                    <a:pt x="6791" y="489102"/>
                  </a:lnTo>
                  <a:lnTo>
                    <a:pt x="6824" y="487716"/>
                  </a:lnTo>
                  <a:lnTo>
                    <a:pt x="6857" y="486331"/>
                  </a:lnTo>
                  <a:lnTo>
                    <a:pt x="6889" y="484945"/>
                  </a:lnTo>
                  <a:lnTo>
                    <a:pt x="6921" y="483560"/>
                  </a:lnTo>
                  <a:lnTo>
                    <a:pt x="6953" y="482174"/>
                  </a:lnTo>
                  <a:lnTo>
                    <a:pt x="6983" y="480789"/>
                  </a:lnTo>
                  <a:lnTo>
                    <a:pt x="7014" y="479403"/>
                  </a:lnTo>
                  <a:lnTo>
                    <a:pt x="7043" y="478018"/>
                  </a:lnTo>
                  <a:lnTo>
                    <a:pt x="7072" y="476632"/>
                  </a:lnTo>
                  <a:lnTo>
                    <a:pt x="7099" y="475246"/>
                  </a:lnTo>
                  <a:lnTo>
                    <a:pt x="7126" y="473861"/>
                  </a:lnTo>
                  <a:lnTo>
                    <a:pt x="7151" y="472475"/>
                  </a:lnTo>
                  <a:lnTo>
                    <a:pt x="7176" y="471090"/>
                  </a:lnTo>
                  <a:lnTo>
                    <a:pt x="7199" y="469704"/>
                  </a:lnTo>
                  <a:lnTo>
                    <a:pt x="7221" y="468319"/>
                  </a:lnTo>
                  <a:lnTo>
                    <a:pt x="7242" y="466933"/>
                  </a:lnTo>
                  <a:lnTo>
                    <a:pt x="7261" y="465547"/>
                  </a:lnTo>
                  <a:lnTo>
                    <a:pt x="7280" y="464162"/>
                  </a:lnTo>
                  <a:lnTo>
                    <a:pt x="7297" y="462776"/>
                  </a:lnTo>
                  <a:lnTo>
                    <a:pt x="7313" y="461391"/>
                  </a:lnTo>
                  <a:lnTo>
                    <a:pt x="7328" y="460005"/>
                  </a:lnTo>
                  <a:lnTo>
                    <a:pt x="7342" y="458620"/>
                  </a:lnTo>
                  <a:lnTo>
                    <a:pt x="7355" y="457234"/>
                  </a:lnTo>
                  <a:lnTo>
                    <a:pt x="7368" y="455849"/>
                  </a:lnTo>
                  <a:lnTo>
                    <a:pt x="7379" y="454463"/>
                  </a:lnTo>
                  <a:lnTo>
                    <a:pt x="7390" y="453077"/>
                  </a:lnTo>
                  <a:lnTo>
                    <a:pt x="7401" y="451692"/>
                  </a:lnTo>
                  <a:lnTo>
                    <a:pt x="7411" y="450306"/>
                  </a:lnTo>
                  <a:lnTo>
                    <a:pt x="7421" y="448921"/>
                  </a:lnTo>
                  <a:lnTo>
                    <a:pt x="7432" y="447535"/>
                  </a:lnTo>
                  <a:lnTo>
                    <a:pt x="7442" y="446150"/>
                  </a:lnTo>
                  <a:lnTo>
                    <a:pt x="7452" y="444764"/>
                  </a:lnTo>
                  <a:lnTo>
                    <a:pt x="7463" y="443379"/>
                  </a:lnTo>
                  <a:lnTo>
                    <a:pt x="7474" y="441993"/>
                  </a:lnTo>
                  <a:lnTo>
                    <a:pt x="7486" y="440607"/>
                  </a:lnTo>
                  <a:lnTo>
                    <a:pt x="7498" y="439222"/>
                  </a:lnTo>
                  <a:lnTo>
                    <a:pt x="7512" y="437836"/>
                  </a:lnTo>
                  <a:lnTo>
                    <a:pt x="7526" y="436451"/>
                  </a:lnTo>
                  <a:lnTo>
                    <a:pt x="7541" y="435065"/>
                  </a:lnTo>
                  <a:lnTo>
                    <a:pt x="7557" y="433680"/>
                  </a:lnTo>
                  <a:lnTo>
                    <a:pt x="7574" y="432294"/>
                  </a:lnTo>
                  <a:lnTo>
                    <a:pt x="7592" y="430908"/>
                  </a:lnTo>
                  <a:lnTo>
                    <a:pt x="7612" y="429523"/>
                  </a:lnTo>
                  <a:lnTo>
                    <a:pt x="7632" y="428137"/>
                  </a:lnTo>
                  <a:lnTo>
                    <a:pt x="7654" y="426752"/>
                  </a:lnTo>
                  <a:lnTo>
                    <a:pt x="7676" y="425366"/>
                  </a:lnTo>
                  <a:lnTo>
                    <a:pt x="7700" y="423981"/>
                  </a:lnTo>
                  <a:lnTo>
                    <a:pt x="7725" y="422595"/>
                  </a:lnTo>
                  <a:lnTo>
                    <a:pt x="7751" y="421210"/>
                  </a:lnTo>
                  <a:lnTo>
                    <a:pt x="7777" y="419824"/>
                  </a:lnTo>
                  <a:lnTo>
                    <a:pt x="7805" y="418438"/>
                  </a:lnTo>
                  <a:lnTo>
                    <a:pt x="7833" y="417053"/>
                  </a:lnTo>
                  <a:lnTo>
                    <a:pt x="7861" y="415667"/>
                  </a:lnTo>
                  <a:lnTo>
                    <a:pt x="7890" y="414282"/>
                  </a:lnTo>
                  <a:lnTo>
                    <a:pt x="7919" y="412896"/>
                  </a:lnTo>
                  <a:lnTo>
                    <a:pt x="7949" y="411511"/>
                  </a:lnTo>
                  <a:lnTo>
                    <a:pt x="7978" y="410125"/>
                  </a:lnTo>
                  <a:lnTo>
                    <a:pt x="8007" y="408740"/>
                  </a:lnTo>
                  <a:lnTo>
                    <a:pt x="8036" y="407354"/>
                  </a:lnTo>
                  <a:lnTo>
                    <a:pt x="8064" y="405968"/>
                  </a:lnTo>
                  <a:lnTo>
                    <a:pt x="8092" y="404583"/>
                  </a:lnTo>
                  <a:lnTo>
                    <a:pt x="8120" y="403197"/>
                  </a:lnTo>
                  <a:lnTo>
                    <a:pt x="8146" y="401812"/>
                  </a:lnTo>
                  <a:lnTo>
                    <a:pt x="8171" y="400426"/>
                  </a:lnTo>
                  <a:lnTo>
                    <a:pt x="8196" y="399041"/>
                  </a:lnTo>
                  <a:lnTo>
                    <a:pt x="8219" y="397655"/>
                  </a:lnTo>
                  <a:lnTo>
                    <a:pt x="8242" y="396269"/>
                  </a:lnTo>
                  <a:lnTo>
                    <a:pt x="8263" y="394884"/>
                  </a:lnTo>
                  <a:lnTo>
                    <a:pt x="8283" y="393498"/>
                  </a:lnTo>
                  <a:lnTo>
                    <a:pt x="8302" y="392113"/>
                  </a:lnTo>
                  <a:lnTo>
                    <a:pt x="8319" y="390727"/>
                  </a:lnTo>
                  <a:lnTo>
                    <a:pt x="8336" y="389342"/>
                  </a:lnTo>
                  <a:lnTo>
                    <a:pt x="8351" y="387956"/>
                  </a:lnTo>
                  <a:lnTo>
                    <a:pt x="8366" y="386571"/>
                  </a:lnTo>
                  <a:lnTo>
                    <a:pt x="8379" y="385185"/>
                  </a:lnTo>
                  <a:lnTo>
                    <a:pt x="8391" y="383799"/>
                  </a:lnTo>
                  <a:lnTo>
                    <a:pt x="8402" y="382414"/>
                  </a:lnTo>
                  <a:lnTo>
                    <a:pt x="8413" y="381028"/>
                  </a:lnTo>
                  <a:lnTo>
                    <a:pt x="8423" y="379643"/>
                  </a:lnTo>
                  <a:lnTo>
                    <a:pt x="8432" y="378257"/>
                  </a:lnTo>
                  <a:lnTo>
                    <a:pt x="8441" y="376872"/>
                  </a:lnTo>
                  <a:lnTo>
                    <a:pt x="8450" y="375486"/>
                  </a:lnTo>
                  <a:lnTo>
                    <a:pt x="8458" y="374101"/>
                  </a:lnTo>
                  <a:lnTo>
                    <a:pt x="8465" y="372715"/>
                  </a:lnTo>
                  <a:lnTo>
                    <a:pt x="8473" y="371329"/>
                  </a:lnTo>
                  <a:lnTo>
                    <a:pt x="8480" y="369944"/>
                  </a:lnTo>
                  <a:lnTo>
                    <a:pt x="8487" y="368558"/>
                  </a:lnTo>
                  <a:lnTo>
                    <a:pt x="8495" y="367173"/>
                  </a:lnTo>
                  <a:lnTo>
                    <a:pt x="8502" y="365787"/>
                  </a:lnTo>
                  <a:lnTo>
                    <a:pt x="8509" y="364402"/>
                  </a:lnTo>
                  <a:lnTo>
                    <a:pt x="8516" y="363016"/>
                  </a:lnTo>
                  <a:lnTo>
                    <a:pt x="8523" y="361631"/>
                  </a:lnTo>
                  <a:lnTo>
                    <a:pt x="8530" y="360245"/>
                  </a:lnTo>
                  <a:lnTo>
                    <a:pt x="8537" y="358859"/>
                  </a:lnTo>
                  <a:lnTo>
                    <a:pt x="8544" y="357474"/>
                  </a:lnTo>
                  <a:lnTo>
                    <a:pt x="8551" y="356088"/>
                  </a:lnTo>
                  <a:lnTo>
                    <a:pt x="8558" y="354703"/>
                  </a:lnTo>
                  <a:lnTo>
                    <a:pt x="8565" y="353317"/>
                  </a:lnTo>
                  <a:lnTo>
                    <a:pt x="8573" y="351932"/>
                  </a:lnTo>
                  <a:lnTo>
                    <a:pt x="8580" y="350546"/>
                  </a:lnTo>
                  <a:lnTo>
                    <a:pt x="8588" y="349160"/>
                  </a:lnTo>
                  <a:lnTo>
                    <a:pt x="8596" y="347775"/>
                  </a:lnTo>
                  <a:lnTo>
                    <a:pt x="8604" y="346389"/>
                  </a:lnTo>
                  <a:lnTo>
                    <a:pt x="8612" y="345004"/>
                  </a:lnTo>
                  <a:lnTo>
                    <a:pt x="8621" y="343618"/>
                  </a:lnTo>
                  <a:lnTo>
                    <a:pt x="8630" y="342233"/>
                  </a:lnTo>
                  <a:lnTo>
                    <a:pt x="8640" y="340847"/>
                  </a:lnTo>
                  <a:lnTo>
                    <a:pt x="8650" y="339462"/>
                  </a:lnTo>
                  <a:lnTo>
                    <a:pt x="8660" y="338076"/>
                  </a:lnTo>
                  <a:lnTo>
                    <a:pt x="8671" y="336690"/>
                  </a:lnTo>
                  <a:lnTo>
                    <a:pt x="8682" y="335305"/>
                  </a:lnTo>
                  <a:lnTo>
                    <a:pt x="8694" y="333919"/>
                  </a:lnTo>
                  <a:lnTo>
                    <a:pt x="8706" y="332534"/>
                  </a:lnTo>
                  <a:lnTo>
                    <a:pt x="8718" y="331148"/>
                  </a:lnTo>
                  <a:lnTo>
                    <a:pt x="8731" y="329763"/>
                  </a:lnTo>
                  <a:lnTo>
                    <a:pt x="8744" y="328377"/>
                  </a:lnTo>
                  <a:lnTo>
                    <a:pt x="8757" y="326992"/>
                  </a:lnTo>
                  <a:lnTo>
                    <a:pt x="8770" y="325606"/>
                  </a:lnTo>
                  <a:lnTo>
                    <a:pt x="8783" y="324220"/>
                  </a:lnTo>
                  <a:lnTo>
                    <a:pt x="8795" y="322835"/>
                  </a:lnTo>
                  <a:lnTo>
                    <a:pt x="8807" y="321449"/>
                  </a:lnTo>
                  <a:lnTo>
                    <a:pt x="8819" y="320064"/>
                  </a:lnTo>
                  <a:lnTo>
                    <a:pt x="8830" y="318678"/>
                  </a:lnTo>
                  <a:lnTo>
                    <a:pt x="8840" y="317293"/>
                  </a:lnTo>
                  <a:lnTo>
                    <a:pt x="8850" y="315907"/>
                  </a:lnTo>
                  <a:lnTo>
                    <a:pt x="8858" y="314521"/>
                  </a:lnTo>
                  <a:lnTo>
                    <a:pt x="8866" y="313136"/>
                  </a:lnTo>
                  <a:lnTo>
                    <a:pt x="8872" y="311750"/>
                  </a:lnTo>
                  <a:lnTo>
                    <a:pt x="8878" y="310365"/>
                  </a:lnTo>
                  <a:lnTo>
                    <a:pt x="8882" y="308979"/>
                  </a:lnTo>
                  <a:lnTo>
                    <a:pt x="8885" y="307594"/>
                  </a:lnTo>
                  <a:lnTo>
                    <a:pt x="8887" y="306208"/>
                  </a:lnTo>
                  <a:lnTo>
                    <a:pt x="8888" y="304823"/>
                  </a:lnTo>
                  <a:lnTo>
                    <a:pt x="8888" y="303437"/>
                  </a:lnTo>
                  <a:lnTo>
                    <a:pt x="8886" y="302051"/>
                  </a:lnTo>
                  <a:lnTo>
                    <a:pt x="8884" y="300666"/>
                  </a:lnTo>
                  <a:lnTo>
                    <a:pt x="8881" y="299280"/>
                  </a:lnTo>
                  <a:lnTo>
                    <a:pt x="8878" y="297895"/>
                  </a:lnTo>
                  <a:lnTo>
                    <a:pt x="8874" y="296509"/>
                  </a:lnTo>
                  <a:lnTo>
                    <a:pt x="8869" y="295124"/>
                  </a:lnTo>
                  <a:lnTo>
                    <a:pt x="8865" y="293738"/>
                  </a:lnTo>
                  <a:lnTo>
                    <a:pt x="8860" y="292353"/>
                  </a:lnTo>
                  <a:lnTo>
                    <a:pt x="8855" y="290967"/>
                  </a:lnTo>
                  <a:lnTo>
                    <a:pt x="8850" y="289581"/>
                  </a:lnTo>
                  <a:lnTo>
                    <a:pt x="8846" y="288196"/>
                  </a:lnTo>
                  <a:lnTo>
                    <a:pt x="8842" y="286810"/>
                  </a:lnTo>
                  <a:lnTo>
                    <a:pt x="8839" y="285425"/>
                  </a:lnTo>
                  <a:lnTo>
                    <a:pt x="8836" y="284039"/>
                  </a:lnTo>
                  <a:lnTo>
                    <a:pt x="8834" y="282654"/>
                  </a:lnTo>
                  <a:lnTo>
                    <a:pt x="8832" y="281268"/>
                  </a:lnTo>
                  <a:lnTo>
                    <a:pt x="8831" y="279883"/>
                  </a:lnTo>
                  <a:lnTo>
                    <a:pt x="8831" y="278497"/>
                  </a:lnTo>
                  <a:lnTo>
                    <a:pt x="8832" y="277111"/>
                  </a:lnTo>
                  <a:lnTo>
                    <a:pt x="8834" y="275726"/>
                  </a:lnTo>
                  <a:lnTo>
                    <a:pt x="8836" y="274340"/>
                  </a:lnTo>
                  <a:lnTo>
                    <a:pt x="8839" y="272955"/>
                  </a:lnTo>
                  <a:lnTo>
                    <a:pt x="8842" y="271569"/>
                  </a:lnTo>
                  <a:lnTo>
                    <a:pt x="8846" y="270184"/>
                  </a:lnTo>
                  <a:lnTo>
                    <a:pt x="8851" y="268798"/>
                  </a:lnTo>
                  <a:lnTo>
                    <a:pt x="8856" y="267412"/>
                  </a:lnTo>
                  <a:lnTo>
                    <a:pt x="8861" y="266027"/>
                  </a:lnTo>
                  <a:lnTo>
                    <a:pt x="8866" y="264641"/>
                  </a:lnTo>
                  <a:lnTo>
                    <a:pt x="8871" y="263256"/>
                  </a:lnTo>
                  <a:lnTo>
                    <a:pt x="8876" y="261870"/>
                  </a:lnTo>
                  <a:lnTo>
                    <a:pt x="8881" y="260485"/>
                  </a:lnTo>
                  <a:lnTo>
                    <a:pt x="8886" y="259099"/>
                  </a:lnTo>
                  <a:lnTo>
                    <a:pt x="8891" y="257714"/>
                  </a:lnTo>
                  <a:lnTo>
                    <a:pt x="8895" y="256328"/>
                  </a:lnTo>
                  <a:lnTo>
                    <a:pt x="8899" y="254942"/>
                  </a:lnTo>
                  <a:lnTo>
                    <a:pt x="8902" y="253557"/>
                  </a:lnTo>
                  <a:lnTo>
                    <a:pt x="8905" y="252171"/>
                  </a:lnTo>
                  <a:lnTo>
                    <a:pt x="8908" y="250786"/>
                  </a:lnTo>
                  <a:lnTo>
                    <a:pt x="8911" y="249400"/>
                  </a:lnTo>
                  <a:lnTo>
                    <a:pt x="8913" y="248015"/>
                  </a:lnTo>
                  <a:lnTo>
                    <a:pt x="8915" y="246629"/>
                  </a:lnTo>
                  <a:lnTo>
                    <a:pt x="8916" y="245244"/>
                  </a:lnTo>
                  <a:lnTo>
                    <a:pt x="8918" y="243858"/>
                  </a:lnTo>
                  <a:lnTo>
                    <a:pt x="8920" y="242472"/>
                  </a:lnTo>
                  <a:lnTo>
                    <a:pt x="8921" y="241087"/>
                  </a:lnTo>
                  <a:lnTo>
                    <a:pt x="8923" y="239701"/>
                  </a:lnTo>
                  <a:lnTo>
                    <a:pt x="8925" y="238316"/>
                  </a:lnTo>
                  <a:lnTo>
                    <a:pt x="8927" y="236930"/>
                  </a:lnTo>
                  <a:lnTo>
                    <a:pt x="8930" y="235545"/>
                  </a:lnTo>
                  <a:lnTo>
                    <a:pt x="8933" y="234159"/>
                  </a:lnTo>
                  <a:lnTo>
                    <a:pt x="8936" y="232773"/>
                  </a:lnTo>
                  <a:lnTo>
                    <a:pt x="8940" y="231388"/>
                  </a:lnTo>
                  <a:lnTo>
                    <a:pt x="8945" y="230002"/>
                  </a:lnTo>
                  <a:lnTo>
                    <a:pt x="8950" y="228617"/>
                  </a:lnTo>
                  <a:lnTo>
                    <a:pt x="8956" y="227231"/>
                  </a:lnTo>
                  <a:lnTo>
                    <a:pt x="8962" y="225846"/>
                  </a:lnTo>
                  <a:lnTo>
                    <a:pt x="8969" y="224460"/>
                  </a:lnTo>
                  <a:lnTo>
                    <a:pt x="8976" y="223075"/>
                  </a:lnTo>
                  <a:lnTo>
                    <a:pt x="8984" y="221689"/>
                  </a:lnTo>
                  <a:lnTo>
                    <a:pt x="8992" y="220303"/>
                  </a:lnTo>
                  <a:lnTo>
                    <a:pt x="9001" y="218918"/>
                  </a:lnTo>
                  <a:lnTo>
                    <a:pt x="9009" y="217532"/>
                  </a:lnTo>
                  <a:lnTo>
                    <a:pt x="9018" y="216147"/>
                  </a:lnTo>
                  <a:lnTo>
                    <a:pt x="9027" y="214761"/>
                  </a:lnTo>
                  <a:lnTo>
                    <a:pt x="9037" y="213376"/>
                  </a:lnTo>
                  <a:lnTo>
                    <a:pt x="9046" y="211990"/>
                  </a:lnTo>
                  <a:lnTo>
                    <a:pt x="9055" y="210605"/>
                  </a:lnTo>
                  <a:lnTo>
                    <a:pt x="9064" y="209219"/>
                  </a:lnTo>
                  <a:lnTo>
                    <a:pt x="9073" y="207833"/>
                  </a:lnTo>
                  <a:lnTo>
                    <a:pt x="9081" y="206448"/>
                  </a:lnTo>
                  <a:lnTo>
                    <a:pt x="9089" y="205062"/>
                  </a:lnTo>
                  <a:lnTo>
                    <a:pt x="9097" y="203677"/>
                  </a:lnTo>
                  <a:lnTo>
                    <a:pt x="9104" y="202291"/>
                  </a:lnTo>
                  <a:lnTo>
                    <a:pt x="9111" y="200906"/>
                  </a:lnTo>
                  <a:lnTo>
                    <a:pt x="9117" y="199520"/>
                  </a:lnTo>
                  <a:lnTo>
                    <a:pt x="9123" y="198134"/>
                  </a:lnTo>
                  <a:lnTo>
                    <a:pt x="9128" y="196749"/>
                  </a:lnTo>
                  <a:lnTo>
                    <a:pt x="9133" y="195363"/>
                  </a:lnTo>
                  <a:lnTo>
                    <a:pt x="9137" y="193978"/>
                  </a:lnTo>
                  <a:lnTo>
                    <a:pt x="9140" y="192592"/>
                  </a:lnTo>
                  <a:lnTo>
                    <a:pt x="9143" y="191207"/>
                  </a:lnTo>
                  <a:lnTo>
                    <a:pt x="9145" y="189821"/>
                  </a:lnTo>
                  <a:lnTo>
                    <a:pt x="9146" y="188436"/>
                  </a:lnTo>
                  <a:lnTo>
                    <a:pt x="9147" y="187050"/>
                  </a:lnTo>
                  <a:lnTo>
                    <a:pt x="9147" y="185664"/>
                  </a:lnTo>
                  <a:lnTo>
                    <a:pt x="9147" y="184279"/>
                  </a:lnTo>
                  <a:lnTo>
                    <a:pt x="9146" y="182893"/>
                  </a:lnTo>
                  <a:lnTo>
                    <a:pt x="9145" y="181508"/>
                  </a:lnTo>
                  <a:lnTo>
                    <a:pt x="9143" y="180122"/>
                  </a:lnTo>
                  <a:lnTo>
                    <a:pt x="9140" y="178737"/>
                  </a:lnTo>
                  <a:lnTo>
                    <a:pt x="9138" y="177351"/>
                  </a:lnTo>
                  <a:lnTo>
                    <a:pt x="9134" y="175966"/>
                  </a:lnTo>
                  <a:lnTo>
                    <a:pt x="9130" y="174580"/>
                  </a:lnTo>
                  <a:lnTo>
                    <a:pt x="9126" y="173194"/>
                  </a:lnTo>
                  <a:lnTo>
                    <a:pt x="9122" y="171809"/>
                  </a:lnTo>
                  <a:lnTo>
                    <a:pt x="9117" y="170423"/>
                  </a:lnTo>
                  <a:lnTo>
                    <a:pt x="9112" y="169038"/>
                  </a:lnTo>
                  <a:lnTo>
                    <a:pt x="9107" y="167652"/>
                  </a:lnTo>
                  <a:lnTo>
                    <a:pt x="9101" y="166267"/>
                  </a:lnTo>
                  <a:lnTo>
                    <a:pt x="9096" y="164881"/>
                  </a:lnTo>
                  <a:lnTo>
                    <a:pt x="9091" y="163496"/>
                  </a:lnTo>
                  <a:lnTo>
                    <a:pt x="9085" y="162110"/>
                  </a:lnTo>
                  <a:lnTo>
                    <a:pt x="9080" y="160724"/>
                  </a:lnTo>
                  <a:lnTo>
                    <a:pt x="9075" y="159339"/>
                  </a:lnTo>
                  <a:lnTo>
                    <a:pt x="9071" y="157953"/>
                  </a:lnTo>
                  <a:lnTo>
                    <a:pt x="9066" y="156568"/>
                  </a:lnTo>
                  <a:lnTo>
                    <a:pt x="9063" y="155182"/>
                  </a:lnTo>
                  <a:lnTo>
                    <a:pt x="9059" y="153797"/>
                  </a:lnTo>
                  <a:lnTo>
                    <a:pt x="9056" y="152411"/>
                  </a:lnTo>
                  <a:lnTo>
                    <a:pt x="9054" y="151025"/>
                  </a:lnTo>
                  <a:lnTo>
                    <a:pt x="9052" y="149640"/>
                  </a:lnTo>
                  <a:lnTo>
                    <a:pt x="9051" y="148254"/>
                  </a:lnTo>
                  <a:lnTo>
                    <a:pt x="9051" y="146869"/>
                  </a:lnTo>
                  <a:lnTo>
                    <a:pt x="9051" y="145483"/>
                  </a:lnTo>
                  <a:lnTo>
                    <a:pt x="9052" y="144098"/>
                  </a:lnTo>
                  <a:lnTo>
                    <a:pt x="9053" y="142712"/>
                  </a:lnTo>
                  <a:lnTo>
                    <a:pt x="9055" y="141327"/>
                  </a:lnTo>
                  <a:lnTo>
                    <a:pt x="9058" y="139941"/>
                  </a:lnTo>
                  <a:lnTo>
                    <a:pt x="9061" y="138555"/>
                  </a:lnTo>
                  <a:lnTo>
                    <a:pt x="9065" y="137170"/>
                  </a:lnTo>
                  <a:lnTo>
                    <a:pt x="9070" y="135784"/>
                  </a:lnTo>
                  <a:lnTo>
                    <a:pt x="9074" y="134399"/>
                  </a:lnTo>
                  <a:lnTo>
                    <a:pt x="9079" y="133013"/>
                  </a:lnTo>
                  <a:lnTo>
                    <a:pt x="9085" y="131628"/>
                  </a:lnTo>
                  <a:lnTo>
                    <a:pt x="9090" y="130242"/>
                  </a:lnTo>
                  <a:lnTo>
                    <a:pt x="9096" y="128857"/>
                  </a:lnTo>
                  <a:lnTo>
                    <a:pt x="9102" y="127471"/>
                  </a:lnTo>
                  <a:lnTo>
                    <a:pt x="9108" y="126085"/>
                  </a:lnTo>
                  <a:lnTo>
                    <a:pt x="9114" y="124700"/>
                  </a:lnTo>
                  <a:lnTo>
                    <a:pt x="9119" y="123314"/>
                  </a:lnTo>
                  <a:lnTo>
                    <a:pt x="9125" y="121929"/>
                  </a:lnTo>
                  <a:lnTo>
                    <a:pt x="9130" y="120543"/>
                  </a:lnTo>
                  <a:lnTo>
                    <a:pt x="9136" y="119158"/>
                  </a:lnTo>
                  <a:lnTo>
                    <a:pt x="9141" y="117772"/>
                  </a:lnTo>
                  <a:lnTo>
                    <a:pt x="9145" y="116386"/>
                  </a:lnTo>
                  <a:lnTo>
                    <a:pt x="9149" y="115001"/>
                  </a:lnTo>
                  <a:lnTo>
                    <a:pt x="9153" y="113615"/>
                  </a:lnTo>
                  <a:lnTo>
                    <a:pt x="9157" y="112230"/>
                  </a:lnTo>
                  <a:lnTo>
                    <a:pt x="9161" y="110844"/>
                  </a:lnTo>
                  <a:lnTo>
                    <a:pt x="9164" y="109459"/>
                  </a:lnTo>
                  <a:lnTo>
                    <a:pt x="9166" y="108073"/>
                  </a:lnTo>
                  <a:lnTo>
                    <a:pt x="9169" y="106688"/>
                  </a:lnTo>
                  <a:lnTo>
                    <a:pt x="9171" y="105302"/>
                  </a:lnTo>
                  <a:lnTo>
                    <a:pt x="9173" y="103916"/>
                  </a:lnTo>
                  <a:lnTo>
                    <a:pt x="9175" y="102531"/>
                  </a:lnTo>
                  <a:lnTo>
                    <a:pt x="9176" y="101145"/>
                  </a:lnTo>
                  <a:lnTo>
                    <a:pt x="9177" y="99760"/>
                  </a:lnTo>
                  <a:lnTo>
                    <a:pt x="9178" y="98374"/>
                  </a:lnTo>
                  <a:lnTo>
                    <a:pt x="9179" y="96989"/>
                  </a:lnTo>
                  <a:lnTo>
                    <a:pt x="9179" y="95603"/>
                  </a:lnTo>
                  <a:lnTo>
                    <a:pt x="9180" y="94218"/>
                  </a:lnTo>
                  <a:lnTo>
                    <a:pt x="9180" y="92832"/>
                  </a:lnTo>
                  <a:lnTo>
                    <a:pt x="9180" y="91446"/>
                  </a:lnTo>
                  <a:lnTo>
                    <a:pt x="9180" y="90061"/>
                  </a:lnTo>
                  <a:lnTo>
                    <a:pt x="9180" y="88675"/>
                  </a:lnTo>
                  <a:lnTo>
                    <a:pt x="9180" y="87290"/>
                  </a:lnTo>
                  <a:lnTo>
                    <a:pt x="9180" y="85904"/>
                  </a:lnTo>
                  <a:lnTo>
                    <a:pt x="9180" y="84519"/>
                  </a:lnTo>
                  <a:lnTo>
                    <a:pt x="9180" y="83133"/>
                  </a:lnTo>
                  <a:lnTo>
                    <a:pt x="9180" y="81748"/>
                  </a:lnTo>
                  <a:lnTo>
                    <a:pt x="9179" y="80362"/>
                  </a:lnTo>
                  <a:lnTo>
                    <a:pt x="9179" y="78976"/>
                  </a:lnTo>
                  <a:lnTo>
                    <a:pt x="9179" y="77591"/>
                  </a:lnTo>
                  <a:lnTo>
                    <a:pt x="9179" y="76205"/>
                  </a:lnTo>
                  <a:lnTo>
                    <a:pt x="9179" y="74820"/>
                  </a:lnTo>
                  <a:lnTo>
                    <a:pt x="9179" y="73434"/>
                  </a:lnTo>
                  <a:lnTo>
                    <a:pt x="9179" y="72049"/>
                  </a:lnTo>
                  <a:lnTo>
                    <a:pt x="9179" y="70663"/>
                  </a:lnTo>
                  <a:lnTo>
                    <a:pt x="9179" y="69277"/>
                  </a:lnTo>
                  <a:lnTo>
                    <a:pt x="9179" y="67892"/>
                  </a:lnTo>
                  <a:lnTo>
                    <a:pt x="9180" y="66506"/>
                  </a:lnTo>
                  <a:lnTo>
                    <a:pt x="9181" y="65121"/>
                  </a:lnTo>
                  <a:lnTo>
                    <a:pt x="9181" y="63735"/>
                  </a:lnTo>
                  <a:lnTo>
                    <a:pt x="9182" y="62350"/>
                  </a:lnTo>
                  <a:lnTo>
                    <a:pt x="9183" y="60964"/>
                  </a:lnTo>
                  <a:lnTo>
                    <a:pt x="9184" y="59579"/>
                  </a:lnTo>
                  <a:lnTo>
                    <a:pt x="9186" y="58193"/>
                  </a:lnTo>
                  <a:lnTo>
                    <a:pt x="9187" y="56807"/>
                  </a:lnTo>
                  <a:lnTo>
                    <a:pt x="9188" y="55422"/>
                  </a:lnTo>
                  <a:lnTo>
                    <a:pt x="9190" y="54036"/>
                  </a:lnTo>
                  <a:lnTo>
                    <a:pt x="9192" y="52651"/>
                  </a:lnTo>
                  <a:lnTo>
                    <a:pt x="9193" y="51265"/>
                  </a:lnTo>
                  <a:lnTo>
                    <a:pt x="9195" y="49880"/>
                  </a:lnTo>
                  <a:lnTo>
                    <a:pt x="9197" y="48494"/>
                  </a:lnTo>
                  <a:lnTo>
                    <a:pt x="9198" y="47109"/>
                  </a:lnTo>
                  <a:lnTo>
                    <a:pt x="9200" y="45723"/>
                  </a:lnTo>
                  <a:lnTo>
                    <a:pt x="9202" y="44337"/>
                  </a:lnTo>
                  <a:lnTo>
                    <a:pt x="9204" y="42952"/>
                  </a:lnTo>
                  <a:lnTo>
                    <a:pt x="9205" y="41566"/>
                  </a:lnTo>
                  <a:lnTo>
                    <a:pt x="9207" y="40181"/>
                  </a:lnTo>
                  <a:lnTo>
                    <a:pt x="9208" y="38795"/>
                  </a:lnTo>
                  <a:lnTo>
                    <a:pt x="9209" y="37410"/>
                  </a:lnTo>
                  <a:lnTo>
                    <a:pt x="9210" y="36024"/>
                  </a:lnTo>
                  <a:lnTo>
                    <a:pt x="9211" y="34638"/>
                  </a:lnTo>
                  <a:lnTo>
                    <a:pt x="9212" y="33253"/>
                  </a:lnTo>
                  <a:lnTo>
                    <a:pt x="9213" y="31867"/>
                  </a:lnTo>
                  <a:lnTo>
                    <a:pt x="9213" y="30482"/>
                  </a:lnTo>
                  <a:lnTo>
                    <a:pt x="9213" y="29096"/>
                  </a:lnTo>
                  <a:lnTo>
                    <a:pt x="9214" y="27711"/>
                  </a:lnTo>
                  <a:lnTo>
                    <a:pt x="9213" y="26325"/>
                  </a:lnTo>
                  <a:lnTo>
                    <a:pt x="9213" y="24940"/>
                  </a:lnTo>
                  <a:lnTo>
                    <a:pt x="9213" y="23554"/>
                  </a:lnTo>
                  <a:lnTo>
                    <a:pt x="9212" y="22168"/>
                  </a:lnTo>
                  <a:lnTo>
                    <a:pt x="9212" y="20783"/>
                  </a:lnTo>
                  <a:lnTo>
                    <a:pt x="9211" y="19397"/>
                  </a:lnTo>
                  <a:lnTo>
                    <a:pt x="9210" y="18012"/>
                  </a:lnTo>
                  <a:lnTo>
                    <a:pt x="9209" y="16626"/>
                  </a:lnTo>
                  <a:lnTo>
                    <a:pt x="9208" y="15241"/>
                  </a:lnTo>
                  <a:lnTo>
                    <a:pt x="9208" y="13855"/>
                  </a:lnTo>
                  <a:lnTo>
                    <a:pt x="9207" y="12470"/>
                  </a:lnTo>
                  <a:lnTo>
                    <a:pt x="9206" y="11084"/>
                  </a:lnTo>
                  <a:lnTo>
                    <a:pt x="9205" y="9698"/>
                  </a:lnTo>
                  <a:lnTo>
                    <a:pt x="9204" y="8313"/>
                  </a:lnTo>
                  <a:lnTo>
                    <a:pt x="9203" y="6927"/>
                  </a:lnTo>
                  <a:lnTo>
                    <a:pt x="9203" y="5542"/>
                  </a:lnTo>
                  <a:lnTo>
                    <a:pt x="9202" y="4156"/>
                  </a:lnTo>
                  <a:lnTo>
                    <a:pt x="9202" y="2771"/>
                  </a:lnTo>
                  <a:lnTo>
                    <a:pt x="9202" y="1385"/>
                  </a:lnTo>
                  <a:lnTo>
                    <a:pt x="9261" y="0"/>
                  </a:lnTo>
                  <a:lnTo>
                    <a:pt x="9261" y="1385"/>
                  </a:lnTo>
                  <a:lnTo>
                    <a:pt x="9261" y="2771"/>
                  </a:lnTo>
                  <a:lnTo>
                    <a:pt x="9260" y="4156"/>
                  </a:lnTo>
                  <a:lnTo>
                    <a:pt x="9260" y="5542"/>
                  </a:lnTo>
                  <a:lnTo>
                    <a:pt x="9259" y="6927"/>
                  </a:lnTo>
                  <a:lnTo>
                    <a:pt x="9258" y="8313"/>
                  </a:lnTo>
                  <a:lnTo>
                    <a:pt x="9258" y="9698"/>
                  </a:lnTo>
                  <a:lnTo>
                    <a:pt x="9257" y="11084"/>
                  </a:lnTo>
                  <a:lnTo>
                    <a:pt x="9256" y="12470"/>
                  </a:lnTo>
                  <a:lnTo>
                    <a:pt x="9255" y="13855"/>
                  </a:lnTo>
                  <a:lnTo>
                    <a:pt x="9254" y="15241"/>
                  </a:lnTo>
                  <a:lnTo>
                    <a:pt x="9253" y="16626"/>
                  </a:lnTo>
                  <a:lnTo>
                    <a:pt x="9252" y="18012"/>
                  </a:lnTo>
                  <a:lnTo>
                    <a:pt x="9251" y="19397"/>
                  </a:lnTo>
                  <a:lnTo>
                    <a:pt x="9251" y="20783"/>
                  </a:lnTo>
                  <a:lnTo>
                    <a:pt x="9250" y="22168"/>
                  </a:lnTo>
                  <a:lnTo>
                    <a:pt x="9250" y="23554"/>
                  </a:lnTo>
                  <a:lnTo>
                    <a:pt x="9249" y="24940"/>
                  </a:lnTo>
                  <a:lnTo>
                    <a:pt x="9249" y="26325"/>
                  </a:lnTo>
                  <a:lnTo>
                    <a:pt x="9249" y="27711"/>
                  </a:lnTo>
                  <a:lnTo>
                    <a:pt x="9249" y="29096"/>
                  </a:lnTo>
                  <a:lnTo>
                    <a:pt x="9249" y="30482"/>
                  </a:lnTo>
                  <a:lnTo>
                    <a:pt x="9250" y="31867"/>
                  </a:lnTo>
                  <a:lnTo>
                    <a:pt x="9250" y="33253"/>
                  </a:lnTo>
                  <a:lnTo>
                    <a:pt x="9251" y="34638"/>
                  </a:lnTo>
                  <a:lnTo>
                    <a:pt x="9252" y="36024"/>
                  </a:lnTo>
                  <a:lnTo>
                    <a:pt x="9253" y="37410"/>
                  </a:lnTo>
                  <a:lnTo>
                    <a:pt x="9255" y="38795"/>
                  </a:lnTo>
                  <a:lnTo>
                    <a:pt x="9256" y="40181"/>
                  </a:lnTo>
                  <a:lnTo>
                    <a:pt x="9257" y="41566"/>
                  </a:lnTo>
                  <a:lnTo>
                    <a:pt x="9259" y="42952"/>
                  </a:lnTo>
                  <a:lnTo>
                    <a:pt x="9261" y="44337"/>
                  </a:lnTo>
                  <a:lnTo>
                    <a:pt x="9262" y="45723"/>
                  </a:lnTo>
                  <a:lnTo>
                    <a:pt x="9264" y="47109"/>
                  </a:lnTo>
                  <a:lnTo>
                    <a:pt x="9266" y="48494"/>
                  </a:lnTo>
                  <a:lnTo>
                    <a:pt x="9267" y="49880"/>
                  </a:lnTo>
                  <a:lnTo>
                    <a:pt x="9269" y="51265"/>
                  </a:lnTo>
                  <a:lnTo>
                    <a:pt x="9271" y="52651"/>
                  </a:lnTo>
                  <a:lnTo>
                    <a:pt x="9272" y="54036"/>
                  </a:lnTo>
                  <a:lnTo>
                    <a:pt x="9274" y="55422"/>
                  </a:lnTo>
                  <a:lnTo>
                    <a:pt x="9275" y="56807"/>
                  </a:lnTo>
                  <a:lnTo>
                    <a:pt x="9277" y="58193"/>
                  </a:lnTo>
                  <a:lnTo>
                    <a:pt x="9278" y="59579"/>
                  </a:lnTo>
                  <a:lnTo>
                    <a:pt x="9279" y="60964"/>
                  </a:lnTo>
                  <a:lnTo>
                    <a:pt x="9280" y="62350"/>
                  </a:lnTo>
                  <a:lnTo>
                    <a:pt x="9281" y="63735"/>
                  </a:lnTo>
                  <a:lnTo>
                    <a:pt x="9282" y="65121"/>
                  </a:lnTo>
                  <a:lnTo>
                    <a:pt x="9283" y="66506"/>
                  </a:lnTo>
                  <a:lnTo>
                    <a:pt x="9283" y="67892"/>
                  </a:lnTo>
                  <a:lnTo>
                    <a:pt x="9283" y="69277"/>
                  </a:lnTo>
                  <a:lnTo>
                    <a:pt x="9284" y="70663"/>
                  </a:lnTo>
                  <a:lnTo>
                    <a:pt x="9284" y="72049"/>
                  </a:lnTo>
                  <a:lnTo>
                    <a:pt x="9284" y="73434"/>
                  </a:lnTo>
                  <a:lnTo>
                    <a:pt x="9284" y="74820"/>
                  </a:lnTo>
                  <a:lnTo>
                    <a:pt x="9284" y="76205"/>
                  </a:lnTo>
                  <a:lnTo>
                    <a:pt x="9284" y="77591"/>
                  </a:lnTo>
                  <a:lnTo>
                    <a:pt x="9283" y="78976"/>
                  </a:lnTo>
                  <a:lnTo>
                    <a:pt x="9283" y="80362"/>
                  </a:lnTo>
                  <a:lnTo>
                    <a:pt x="9283" y="81748"/>
                  </a:lnTo>
                  <a:lnTo>
                    <a:pt x="9283" y="83133"/>
                  </a:lnTo>
                  <a:lnTo>
                    <a:pt x="9283" y="84519"/>
                  </a:lnTo>
                  <a:lnTo>
                    <a:pt x="9282" y="85904"/>
                  </a:lnTo>
                  <a:lnTo>
                    <a:pt x="9282" y="87290"/>
                  </a:lnTo>
                  <a:lnTo>
                    <a:pt x="9282" y="88675"/>
                  </a:lnTo>
                  <a:lnTo>
                    <a:pt x="9282" y="90061"/>
                  </a:lnTo>
                  <a:lnTo>
                    <a:pt x="9282" y="91446"/>
                  </a:lnTo>
                  <a:lnTo>
                    <a:pt x="9282" y="92832"/>
                  </a:lnTo>
                  <a:lnTo>
                    <a:pt x="9283" y="94218"/>
                  </a:lnTo>
                  <a:lnTo>
                    <a:pt x="9283" y="95603"/>
                  </a:lnTo>
                  <a:lnTo>
                    <a:pt x="9284" y="96989"/>
                  </a:lnTo>
                  <a:lnTo>
                    <a:pt x="9284" y="98374"/>
                  </a:lnTo>
                  <a:lnTo>
                    <a:pt x="9285" y="99760"/>
                  </a:lnTo>
                  <a:lnTo>
                    <a:pt x="9287" y="101145"/>
                  </a:lnTo>
                  <a:lnTo>
                    <a:pt x="9288" y="102531"/>
                  </a:lnTo>
                  <a:lnTo>
                    <a:pt x="9290" y="103916"/>
                  </a:lnTo>
                  <a:lnTo>
                    <a:pt x="9292" y="105302"/>
                  </a:lnTo>
                  <a:lnTo>
                    <a:pt x="9294" y="106688"/>
                  </a:lnTo>
                  <a:lnTo>
                    <a:pt x="9296" y="108073"/>
                  </a:lnTo>
                  <a:lnTo>
                    <a:pt x="9299" y="109459"/>
                  </a:lnTo>
                  <a:lnTo>
                    <a:pt x="9302" y="110844"/>
                  </a:lnTo>
                  <a:lnTo>
                    <a:pt x="9305" y="112230"/>
                  </a:lnTo>
                  <a:lnTo>
                    <a:pt x="9309" y="113615"/>
                  </a:lnTo>
                  <a:lnTo>
                    <a:pt x="9313" y="115001"/>
                  </a:lnTo>
                  <a:lnTo>
                    <a:pt x="9317" y="116386"/>
                  </a:lnTo>
                  <a:lnTo>
                    <a:pt x="9322" y="117772"/>
                  </a:lnTo>
                  <a:lnTo>
                    <a:pt x="9327" y="119158"/>
                  </a:lnTo>
                  <a:lnTo>
                    <a:pt x="9332" y="120543"/>
                  </a:lnTo>
                  <a:lnTo>
                    <a:pt x="9337" y="121929"/>
                  </a:lnTo>
                  <a:lnTo>
                    <a:pt x="9343" y="123314"/>
                  </a:lnTo>
                  <a:lnTo>
                    <a:pt x="9349" y="124700"/>
                  </a:lnTo>
                  <a:lnTo>
                    <a:pt x="9355" y="126085"/>
                  </a:lnTo>
                  <a:lnTo>
                    <a:pt x="9360" y="127471"/>
                  </a:lnTo>
                  <a:lnTo>
                    <a:pt x="9366" y="128857"/>
                  </a:lnTo>
                  <a:lnTo>
                    <a:pt x="9372" y="130242"/>
                  </a:lnTo>
                  <a:lnTo>
                    <a:pt x="9378" y="131628"/>
                  </a:lnTo>
                  <a:lnTo>
                    <a:pt x="9383" y="133013"/>
                  </a:lnTo>
                  <a:lnTo>
                    <a:pt x="9388" y="134399"/>
                  </a:lnTo>
                  <a:lnTo>
                    <a:pt x="9393" y="135784"/>
                  </a:lnTo>
                  <a:lnTo>
                    <a:pt x="9397" y="137170"/>
                  </a:lnTo>
                  <a:lnTo>
                    <a:pt x="9401" y="138555"/>
                  </a:lnTo>
                  <a:lnTo>
                    <a:pt x="9404" y="139941"/>
                  </a:lnTo>
                  <a:lnTo>
                    <a:pt x="9407" y="141327"/>
                  </a:lnTo>
                  <a:lnTo>
                    <a:pt x="9409" y="142712"/>
                  </a:lnTo>
                  <a:lnTo>
                    <a:pt x="9411" y="144098"/>
                  </a:lnTo>
                  <a:lnTo>
                    <a:pt x="9412" y="145483"/>
                  </a:lnTo>
                  <a:lnTo>
                    <a:pt x="9412" y="146869"/>
                  </a:lnTo>
                  <a:lnTo>
                    <a:pt x="9411" y="148254"/>
                  </a:lnTo>
                  <a:lnTo>
                    <a:pt x="9410" y="149640"/>
                  </a:lnTo>
                  <a:lnTo>
                    <a:pt x="9409" y="151025"/>
                  </a:lnTo>
                  <a:lnTo>
                    <a:pt x="9406" y="152411"/>
                  </a:lnTo>
                  <a:lnTo>
                    <a:pt x="9403" y="153797"/>
                  </a:lnTo>
                  <a:lnTo>
                    <a:pt x="9400" y="155182"/>
                  </a:lnTo>
                  <a:lnTo>
                    <a:pt x="9396" y="156568"/>
                  </a:lnTo>
                  <a:lnTo>
                    <a:pt x="9392" y="157953"/>
                  </a:lnTo>
                  <a:lnTo>
                    <a:pt x="9387" y="159339"/>
                  </a:lnTo>
                  <a:lnTo>
                    <a:pt x="9382" y="160724"/>
                  </a:lnTo>
                  <a:lnTo>
                    <a:pt x="9377" y="162110"/>
                  </a:lnTo>
                  <a:lnTo>
                    <a:pt x="9372" y="163496"/>
                  </a:lnTo>
                  <a:lnTo>
                    <a:pt x="9366" y="164881"/>
                  </a:lnTo>
                  <a:lnTo>
                    <a:pt x="9361" y="166267"/>
                  </a:lnTo>
                  <a:lnTo>
                    <a:pt x="9356" y="167652"/>
                  </a:lnTo>
                  <a:lnTo>
                    <a:pt x="9351" y="169038"/>
                  </a:lnTo>
                  <a:lnTo>
                    <a:pt x="9346" y="170423"/>
                  </a:lnTo>
                  <a:lnTo>
                    <a:pt x="9341" y="171809"/>
                  </a:lnTo>
                  <a:lnTo>
                    <a:pt x="9336" y="173194"/>
                  </a:lnTo>
                  <a:lnTo>
                    <a:pt x="9332" y="174580"/>
                  </a:lnTo>
                  <a:lnTo>
                    <a:pt x="9328" y="175966"/>
                  </a:lnTo>
                  <a:lnTo>
                    <a:pt x="9325" y="177351"/>
                  </a:lnTo>
                  <a:lnTo>
                    <a:pt x="9322" y="178737"/>
                  </a:lnTo>
                  <a:lnTo>
                    <a:pt x="9320" y="180122"/>
                  </a:lnTo>
                  <a:lnTo>
                    <a:pt x="9318" y="181508"/>
                  </a:lnTo>
                  <a:lnTo>
                    <a:pt x="9316" y="182893"/>
                  </a:lnTo>
                  <a:lnTo>
                    <a:pt x="9315" y="184279"/>
                  </a:lnTo>
                  <a:lnTo>
                    <a:pt x="9315" y="185664"/>
                  </a:lnTo>
                  <a:lnTo>
                    <a:pt x="9315" y="187050"/>
                  </a:lnTo>
                  <a:lnTo>
                    <a:pt x="9316" y="188436"/>
                  </a:lnTo>
                  <a:lnTo>
                    <a:pt x="9318" y="189821"/>
                  </a:lnTo>
                  <a:lnTo>
                    <a:pt x="9320" y="191207"/>
                  </a:lnTo>
                  <a:lnTo>
                    <a:pt x="9323" y="192592"/>
                  </a:lnTo>
                  <a:lnTo>
                    <a:pt x="9326" y="193978"/>
                  </a:lnTo>
                  <a:lnTo>
                    <a:pt x="9330" y="195363"/>
                  </a:lnTo>
                  <a:lnTo>
                    <a:pt x="9334" y="196749"/>
                  </a:lnTo>
                  <a:lnTo>
                    <a:pt x="9340" y="198134"/>
                  </a:lnTo>
                  <a:lnTo>
                    <a:pt x="9345" y="199520"/>
                  </a:lnTo>
                  <a:lnTo>
                    <a:pt x="9352" y="200906"/>
                  </a:lnTo>
                  <a:lnTo>
                    <a:pt x="9358" y="202291"/>
                  </a:lnTo>
                  <a:lnTo>
                    <a:pt x="9366" y="203677"/>
                  </a:lnTo>
                  <a:lnTo>
                    <a:pt x="9373" y="205062"/>
                  </a:lnTo>
                  <a:lnTo>
                    <a:pt x="9381" y="206448"/>
                  </a:lnTo>
                  <a:lnTo>
                    <a:pt x="9390" y="207833"/>
                  </a:lnTo>
                  <a:lnTo>
                    <a:pt x="9399" y="209219"/>
                  </a:lnTo>
                  <a:lnTo>
                    <a:pt x="9408" y="210605"/>
                  </a:lnTo>
                  <a:lnTo>
                    <a:pt x="9417" y="211990"/>
                  </a:lnTo>
                  <a:lnTo>
                    <a:pt x="9426" y="213376"/>
                  </a:lnTo>
                  <a:lnTo>
                    <a:pt x="9435" y="214761"/>
                  </a:lnTo>
                  <a:lnTo>
                    <a:pt x="9444" y="216147"/>
                  </a:lnTo>
                  <a:lnTo>
                    <a:pt x="9453" y="217532"/>
                  </a:lnTo>
                  <a:lnTo>
                    <a:pt x="9462" y="218918"/>
                  </a:lnTo>
                  <a:lnTo>
                    <a:pt x="9471" y="220303"/>
                  </a:lnTo>
                  <a:lnTo>
                    <a:pt x="9479" y="221689"/>
                  </a:lnTo>
                  <a:lnTo>
                    <a:pt x="9486" y="223075"/>
                  </a:lnTo>
                  <a:lnTo>
                    <a:pt x="9494" y="224460"/>
                  </a:lnTo>
                  <a:lnTo>
                    <a:pt x="9501" y="225846"/>
                  </a:lnTo>
                  <a:lnTo>
                    <a:pt x="9507" y="227231"/>
                  </a:lnTo>
                  <a:lnTo>
                    <a:pt x="9512" y="228617"/>
                  </a:lnTo>
                  <a:lnTo>
                    <a:pt x="9518" y="230002"/>
                  </a:lnTo>
                  <a:lnTo>
                    <a:pt x="9522" y="231388"/>
                  </a:lnTo>
                  <a:lnTo>
                    <a:pt x="9526" y="232773"/>
                  </a:lnTo>
                  <a:lnTo>
                    <a:pt x="9530" y="234159"/>
                  </a:lnTo>
                  <a:lnTo>
                    <a:pt x="9533" y="235545"/>
                  </a:lnTo>
                  <a:lnTo>
                    <a:pt x="9535" y="236930"/>
                  </a:lnTo>
                  <a:lnTo>
                    <a:pt x="9538" y="238316"/>
                  </a:lnTo>
                  <a:lnTo>
                    <a:pt x="9540" y="239701"/>
                  </a:lnTo>
                  <a:lnTo>
                    <a:pt x="9541" y="241087"/>
                  </a:lnTo>
                  <a:lnTo>
                    <a:pt x="9543" y="242472"/>
                  </a:lnTo>
                  <a:lnTo>
                    <a:pt x="9544" y="243858"/>
                  </a:lnTo>
                  <a:lnTo>
                    <a:pt x="9546" y="245244"/>
                  </a:lnTo>
                  <a:lnTo>
                    <a:pt x="9548" y="246629"/>
                  </a:lnTo>
                  <a:lnTo>
                    <a:pt x="9550" y="248015"/>
                  </a:lnTo>
                  <a:lnTo>
                    <a:pt x="9552" y="249400"/>
                  </a:lnTo>
                  <a:lnTo>
                    <a:pt x="9554" y="250786"/>
                  </a:lnTo>
                  <a:lnTo>
                    <a:pt x="9557" y="252171"/>
                  </a:lnTo>
                  <a:lnTo>
                    <a:pt x="9560" y="253557"/>
                  </a:lnTo>
                  <a:lnTo>
                    <a:pt x="9564" y="254942"/>
                  </a:lnTo>
                  <a:lnTo>
                    <a:pt x="9568" y="256328"/>
                  </a:lnTo>
                  <a:lnTo>
                    <a:pt x="9572" y="257714"/>
                  </a:lnTo>
                  <a:lnTo>
                    <a:pt x="9576" y="259099"/>
                  </a:lnTo>
                  <a:lnTo>
                    <a:pt x="9581" y="260485"/>
                  </a:lnTo>
                  <a:lnTo>
                    <a:pt x="9586" y="261870"/>
                  </a:lnTo>
                  <a:lnTo>
                    <a:pt x="9591" y="263256"/>
                  </a:lnTo>
                  <a:lnTo>
                    <a:pt x="9597" y="264641"/>
                  </a:lnTo>
                  <a:lnTo>
                    <a:pt x="9602" y="266027"/>
                  </a:lnTo>
                  <a:lnTo>
                    <a:pt x="9607" y="267412"/>
                  </a:lnTo>
                  <a:lnTo>
                    <a:pt x="9612" y="268798"/>
                  </a:lnTo>
                  <a:lnTo>
                    <a:pt x="9616" y="270184"/>
                  </a:lnTo>
                  <a:lnTo>
                    <a:pt x="9620" y="271569"/>
                  </a:lnTo>
                  <a:lnTo>
                    <a:pt x="9624" y="272955"/>
                  </a:lnTo>
                  <a:lnTo>
                    <a:pt x="9627" y="274340"/>
                  </a:lnTo>
                  <a:lnTo>
                    <a:pt x="9629" y="275726"/>
                  </a:lnTo>
                  <a:lnTo>
                    <a:pt x="9630" y="277111"/>
                  </a:lnTo>
                  <a:lnTo>
                    <a:pt x="9631" y="278497"/>
                  </a:lnTo>
                  <a:lnTo>
                    <a:pt x="9631" y="279883"/>
                  </a:lnTo>
                  <a:lnTo>
                    <a:pt x="9630" y="281268"/>
                  </a:lnTo>
                  <a:lnTo>
                    <a:pt x="9629" y="282654"/>
                  </a:lnTo>
                  <a:lnTo>
                    <a:pt x="9627" y="284039"/>
                  </a:lnTo>
                  <a:lnTo>
                    <a:pt x="9624" y="285425"/>
                  </a:lnTo>
                  <a:lnTo>
                    <a:pt x="9620" y="286810"/>
                  </a:lnTo>
                  <a:lnTo>
                    <a:pt x="9616" y="288196"/>
                  </a:lnTo>
                  <a:lnTo>
                    <a:pt x="9612" y="289581"/>
                  </a:lnTo>
                  <a:lnTo>
                    <a:pt x="9607" y="290967"/>
                  </a:lnTo>
                  <a:lnTo>
                    <a:pt x="9603" y="292353"/>
                  </a:lnTo>
                  <a:lnTo>
                    <a:pt x="9598" y="293738"/>
                  </a:lnTo>
                  <a:lnTo>
                    <a:pt x="9593" y="295124"/>
                  </a:lnTo>
                  <a:lnTo>
                    <a:pt x="9589" y="296509"/>
                  </a:lnTo>
                  <a:lnTo>
                    <a:pt x="9585" y="297895"/>
                  </a:lnTo>
                  <a:lnTo>
                    <a:pt x="9581" y="299280"/>
                  </a:lnTo>
                  <a:lnTo>
                    <a:pt x="9578" y="300666"/>
                  </a:lnTo>
                  <a:lnTo>
                    <a:pt x="9576" y="302051"/>
                  </a:lnTo>
                  <a:lnTo>
                    <a:pt x="9575" y="303437"/>
                  </a:lnTo>
                  <a:lnTo>
                    <a:pt x="9575" y="304823"/>
                  </a:lnTo>
                  <a:lnTo>
                    <a:pt x="9575" y="306208"/>
                  </a:lnTo>
                  <a:lnTo>
                    <a:pt x="9577" y="307594"/>
                  </a:lnTo>
                  <a:lnTo>
                    <a:pt x="9581" y="308979"/>
                  </a:lnTo>
                  <a:lnTo>
                    <a:pt x="9585" y="310365"/>
                  </a:lnTo>
                  <a:lnTo>
                    <a:pt x="9590" y="311750"/>
                  </a:lnTo>
                  <a:lnTo>
                    <a:pt x="9596" y="313136"/>
                  </a:lnTo>
                  <a:lnTo>
                    <a:pt x="9604" y="314521"/>
                  </a:lnTo>
                  <a:lnTo>
                    <a:pt x="9613" y="315907"/>
                  </a:lnTo>
                  <a:lnTo>
                    <a:pt x="9622" y="317293"/>
                  </a:lnTo>
                  <a:lnTo>
                    <a:pt x="9632" y="318678"/>
                  </a:lnTo>
                  <a:lnTo>
                    <a:pt x="9644" y="320064"/>
                  </a:lnTo>
                  <a:lnTo>
                    <a:pt x="9655" y="321449"/>
                  </a:lnTo>
                  <a:lnTo>
                    <a:pt x="9667" y="322835"/>
                  </a:lnTo>
                  <a:lnTo>
                    <a:pt x="9680" y="324220"/>
                  </a:lnTo>
                  <a:lnTo>
                    <a:pt x="9693" y="325606"/>
                  </a:lnTo>
                  <a:lnTo>
                    <a:pt x="9706" y="326992"/>
                  </a:lnTo>
                  <a:lnTo>
                    <a:pt x="9719" y="328377"/>
                  </a:lnTo>
                  <a:lnTo>
                    <a:pt x="9731" y="329763"/>
                  </a:lnTo>
                  <a:lnTo>
                    <a:pt x="9744" y="331148"/>
                  </a:lnTo>
                  <a:lnTo>
                    <a:pt x="9756" y="332534"/>
                  </a:lnTo>
                  <a:lnTo>
                    <a:pt x="9769" y="333919"/>
                  </a:lnTo>
                  <a:lnTo>
                    <a:pt x="9780" y="335305"/>
                  </a:lnTo>
                  <a:lnTo>
                    <a:pt x="9792" y="336690"/>
                  </a:lnTo>
                  <a:lnTo>
                    <a:pt x="9802" y="338076"/>
                  </a:lnTo>
                  <a:lnTo>
                    <a:pt x="9813" y="339462"/>
                  </a:lnTo>
                  <a:lnTo>
                    <a:pt x="9823" y="340847"/>
                  </a:lnTo>
                  <a:lnTo>
                    <a:pt x="9832" y="342233"/>
                  </a:lnTo>
                  <a:lnTo>
                    <a:pt x="9841" y="343618"/>
                  </a:lnTo>
                  <a:lnTo>
                    <a:pt x="9850" y="345004"/>
                  </a:lnTo>
                  <a:lnTo>
                    <a:pt x="9859" y="346389"/>
                  </a:lnTo>
                  <a:lnTo>
                    <a:pt x="9867" y="347775"/>
                  </a:lnTo>
                  <a:lnTo>
                    <a:pt x="9875" y="349160"/>
                  </a:lnTo>
                  <a:lnTo>
                    <a:pt x="9882" y="350546"/>
                  </a:lnTo>
                  <a:lnTo>
                    <a:pt x="9890" y="351932"/>
                  </a:lnTo>
                  <a:lnTo>
                    <a:pt x="9897" y="353317"/>
                  </a:lnTo>
                  <a:lnTo>
                    <a:pt x="9904" y="354703"/>
                  </a:lnTo>
                  <a:lnTo>
                    <a:pt x="9912" y="356088"/>
                  </a:lnTo>
                  <a:lnTo>
                    <a:pt x="9919" y="357474"/>
                  </a:lnTo>
                  <a:lnTo>
                    <a:pt x="9926" y="358859"/>
                  </a:lnTo>
                  <a:lnTo>
                    <a:pt x="9933" y="360245"/>
                  </a:lnTo>
                  <a:lnTo>
                    <a:pt x="9940" y="361631"/>
                  </a:lnTo>
                  <a:lnTo>
                    <a:pt x="9947" y="363016"/>
                  </a:lnTo>
                  <a:lnTo>
                    <a:pt x="9954" y="364402"/>
                  </a:lnTo>
                  <a:lnTo>
                    <a:pt x="9961" y="365787"/>
                  </a:lnTo>
                  <a:lnTo>
                    <a:pt x="9968" y="367173"/>
                  </a:lnTo>
                  <a:lnTo>
                    <a:pt x="9975" y="368558"/>
                  </a:lnTo>
                  <a:lnTo>
                    <a:pt x="9982" y="369944"/>
                  </a:lnTo>
                  <a:lnTo>
                    <a:pt x="9990" y="371329"/>
                  </a:lnTo>
                  <a:lnTo>
                    <a:pt x="9997" y="372715"/>
                  </a:lnTo>
                  <a:lnTo>
                    <a:pt x="10005" y="374101"/>
                  </a:lnTo>
                  <a:lnTo>
                    <a:pt x="10013" y="375486"/>
                  </a:lnTo>
                  <a:lnTo>
                    <a:pt x="10021" y="376872"/>
                  </a:lnTo>
                  <a:lnTo>
                    <a:pt x="10030" y="378257"/>
                  </a:lnTo>
                  <a:lnTo>
                    <a:pt x="10039" y="379643"/>
                  </a:lnTo>
                  <a:lnTo>
                    <a:pt x="10049" y="381028"/>
                  </a:lnTo>
                  <a:lnTo>
                    <a:pt x="10060" y="382414"/>
                  </a:lnTo>
                  <a:lnTo>
                    <a:pt x="10072" y="383799"/>
                  </a:lnTo>
                  <a:lnTo>
                    <a:pt x="10084" y="385185"/>
                  </a:lnTo>
                  <a:lnTo>
                    <a:pt x="10097" y="386571"/>
                  </a:lnTo>
                  <a:lnTo>
                    <a:pt x="10111" y="387956"/>
                  </a:lnTo>
                  <a:lnTo>
                    <a:pt x="10127" y="389342"/>
                  </a:lnTo>
                  <a:lnTo>
                    <a:pt x="10143" y="390727"/>
                  </a:lnTo>
                  <a:lnTo>
                    <a:pt x="10161" y="392113"/>
                  </a:lnTo>
                  <a:lnTo>
                    <a:pt x="10179" y="393498"/>
                  </a:lnTo>
                  <a:lnTo>
                    <a:pt x="10199" y="394884"/>
                  </a:lnTo>
                  <a:lnTo>
                    <a:pt x="10221" y="396269"/>
                  </a:lnTo>
                  <a:lnTo>
                    <a:pt x="10243" y="397655"/>
                  </a:lnTo>
                  <a:lnTo>
                    <a:pt x="10267" y="399041"/>
                  </a:lnTo>
                  <a:lnTo>
                    <a:pt x="10291" y="400426"/>
                  </a:lnTo>
                  <a:lnTo>
                    <a:pt x="10317" y="401812"/>
                  </a:lnTo>
                  <a:lnTo>
                    <a:pt x="10343" y="403197"/>
                  </a:lnTo>
                  <a:lnTo>
                    <a:pt x="10370" y="404583"/>
                  </a:lnTo>
                  <a:lnTo>
                    <a:pt x="10398" y="405968"/>
                  </a:lnTo>
                  <a:lnTo>
                    <a:pt x="10427" y="407354"/>
                  </a:lnTo>
                  <a:lnTo>
                    <a:pt x="10456" y="408740"/>
                  </a:lnTo>
                  <a:lnTo>
                    <a:pt x="10485" y="410125"/>
                  </a:lnTo>
                  <a:lnTo>
                    <a:pt x="10514" y="411511"/>
                  </a:lnTo>
                  <a:lnTo>
                    <a:pt x="10543" y="412896"/>
                  </a:lnTo>
                  <a:lnTo>
                    <a:pt x="10572" y="414282"/>
                  </a:lnTo>
                  <a:lnTo>
                    <a:pt x="10601" y="415667"/>
                  </a:lnTo>
                  <a:lnTo>
                    <a:pt x="10630" y="417053"/>
                  </a:lnTo>
                  <a:lnTo>
                    <a:pt x="10658" y="418438"/>
                  </a:lnTo>
                  <a:lnTo>
                    <a:pt x="10685" y="419824"/>
                  </a:lnTo>
                  <a:lnTo>
                    <a:pt x="10712" y="421210"/>
                  </a:lnTo>
                  <a:lnTo>
                    <a:pt x="10737" y="422595"/>
                  </a:lnTo>
                  <a:lnTo>
                    <a:pt x="10762" y="423981"/>
                  </a:lnTo>
                  <a:lnTo>
                    <a:pt x="10786" y="425366"/>
                  </a:lnTo>
                  <a:lnTo>
                    <a:pt x="10809" y="426752"/>
                  </a:lnTo>
                  <a:lnTo>
                    <a:pt x="10830" y="428137"/>
                  </a:lnTo>
                  <a:lnTo>
                    <a:pt x="10851" y="429523"/>
                  </a:lnTo>
                  <a:lnTo>
                    <a:pt x="10870" y="430908"/>
                  </a:lnTo>
                  <a:lnTo>
                    <a:pt x="10888" y="432294"/>
                  </a:lnTo>
                  <a:lnTo>
                    <a:pt x="10906" y="433680"/>
                  </a:lnTo>
                  <a:lnTo>
                    <a:pt x="10922" y="435065"/>
                  </a:lnTo>
                  <a:lnTo>
                    <a:pt x="10937" y="436451"/>
                  </a:lnTo>
                  <a:lnTo>
                    <a:pt x="10951" y="437836"/>
                  </a:lnTo>
                  <a:lnTo>
                    <a:pt x="10964" y="439222"/>
                  </a:lnTo>
                  <a:lnTo>
                    <a:pt x="10977" y="440607"/>
                  </a:lnTo>
                  <a:lnTo>
                    <a:pt x="10988" y="441993"/>
                  </a:lnTo>
                  <a:lnTo>
                    <a:pt x="11000" y="443379"/>
                  </a:lnTo>
                  <a:lnTo>
                    <a:pt x="11010" y="444764"/>
                  </a:lnTo>
                  <a:lnTo>
                    <a:pt x="11021" y="446150"/>
                  </a:lnTo>
                  <a:lnTo>
                    <a:pt x="11031" y="447535"/>
                  </a:lnTo>
                  <a:lnTo>
                    <a:pt x="11041" y="448921"/>
                  </a:lnTo>
                  <a:lnTo>
                    <a:pt x="11051" y="450306"/>
                  </a:lnTo>
                  <a:lnTo>
                    <a:pt x="11062" y="451692"/>
                  </a:lnTo>
                  <a:lnTo>
                    <a:pt x="11072" y="453077"/>
                  </a:lnTo>
                  <a:lnTo>
                    <a:pt x="11083" y="454463"/>
                  </a:lnTo>
                  <a:lnTo>
                    <a:pt x="11095" y="455849"/>
                  </a:lnTo>
                  <a:lnTo>
                    <a:pt x="11107" y="457234"/>
                  </a:lnTo>
                  <a:lnTo>
                    <a:pt x="11120" y="458620"/>
                  </a:lnTo>
                  <a:lnTo>
                    <a:pt x="11134" y="460005"/>
                  </a:lnTo>
                  <a:lnTo>
                    <a:pt x="11149" y="461391"/>
                  </a:lnTo>
                  <a:lnTo>
                    <a:pt x="11166" y="462776"/>
                  </a:lnTo>
                  <a:lnTo>
                    <a:pt x="11183" y="464162"/>
                  </a:lnTo>
                  <a:lnTo>
                    <a:pt x="11201" y="465547"/>
                  </a:lnTo>
                  <a:lnTo>
                    <a:pt x="11221" y="466933"/>
                  </a:lnTo>
                  <a:lnTo>
                    <a:pt x="11241" y="468319"/>
                  </a:lnTo>
                  <a:lnTo>
                    <a:pt x="11264" y="469704"/>
                  </a:lnTo>
                  <a:lnTo>
                    <a:pt x="11287" y="471090"/>
                  </a:lnTo>
                  <a:lnTo>
                    <a:pt x="11311" y="472475"/>
                  </a:lnTo>
                  <a:lnTo>
                    <a:pt x="11337" y="473861"/>
                  </a:lnTo>
                  <a:lnTo>
                    <a:pt x="11363" y="475246"/>
                  </a:lnTo>
                  <a:lnTo>
                    <a:pt x="11391" y="476632"/>
                  </a:lnTo>
                  <a:lnTo>
                    <a:pt x="11420" y="478018"/>
                  </a:lnTo>
                  <a:lnTo>
                    <a:pt x="11449" y="479403"/>
                  </a:lnTo>
                  <a:lnTo>
                    <a:pt x="11479" y="480789"/>
                  </a:lnTo>
                  <a:lnTo>
                    <a:pt x="11510" y="482174"/>
                  </a:lnTo>
                  <a:lnTo>
                    <a:pt x="11541" y="483560"/>
                  </a:lnTo>
                  <a:lnTo>
                    <a:pt x="11573" y="484945"/>
                  </a:lnTo>
                  <a:lnTo>
                    <a:pt x="11605" y="486331"/>
                  </a:lnTo>
                  <a:lnTo>
                    <a:pt x="11638" y="487716"/>
                  </a:lnTo>
                  <a:lnTo>
                    <a:pt x="11671" y="489102"/>
                  </a:lnTo>
                  <a:lnTo>
                    <a:pt x="11705" y="490488"/>
                  </a:lnTo>
                  <a:lnTo>
                    <a:pt x="11739" y="491873"/>
                  </a:lnTo>
                  <a:lnTo>
                    <a:pt x="11773" y="493259"/>
                  </a:lnTo>
                  <a:lnTo>
                    <a:pt x="11808" y="494644"/>
                  </a:lnTo>
                  <a:lnTo>
                    <a:pt x="11843" y="496030"/>
                  </a:lnTo>
                  <a:lnTo>
                    <a:pt x="11878" y="497415"/>
                  </a:lnTo>
                  <a:lnTo>
                    <a:pt x="11914" y="498801"/>
                  </a:lnTo>
                  <a:lnTo>
                    <a:pt x="11951" y="500186"/>
                  </a:lnTo>
                  <a:lnTo>
                    <a:pt x="11988" y="501572"/>
                  </a:lnTo>
                  <a:lnTo>
                    <a:pt x="12027" y="502958"/>
                  </a:lnTo>
                  <a:lnTo>
                    <a:pt x="12066" y="504343"/>
                  </a:lnTo>
                  <a:lnTo>
                    <a:pt x="12107" y="505729"/>
                  </a:lnTo>
                  <a:lnTo>
                    <a:pt x="12149" y="507114"/>
                  </a:lnTo>
                  <a:lnTo>
                    <a:pt x="12192" y="508500"/>
                  </a:lnTo>
                  <a:lnTo>
                    <a:pt x="12236" y="509885"/>
                  </a:lnTo>
                  <a:lnTo>
                    <a:pt x="12282" y="511271"/>
                  </a:lnTo>
                  <a:lnTo>
                    <a:pt x="12330" y="512656"/>
                  </a:lnTo>
                  <a:lnTo>
                    <a:pt x="12379" y="514042"/>
                  </a:lnTo>
                  <a:lnTo>
                    <a:pt x="12430" y="515428"/>
                  </a:lnTo>
                  <a:lnTo>
                    <a:pt x="12483" y="516813"/>
                  </a:lnTo>
                  <a:lnTo>
                    <a:pt x="12502" y="517297"/>
                  </a:lnTo>
                  <a:lnTo>
                    <a:pt x="12538" y="518199"/>
                  </a:lnTo>
                  <a:lnTo>
                    <a:pt x="12594" y="519584"/>
                  </a:lnTo>
                  <a:lnTo>
                    <a:pt x="12652" y="520970"/>
                  </a:lnTo>
                  <a:lnTo>
                    <a:pt x="12711" y="522355"/>
                  </a:lnTo>
                  <a:lnTo>
                    <a:pt x="12771" y="523741"/>
                  </a:lnTo>
                  <a:lnTo>
                    <a:pt x="12833" y="525127"/>
                  </a:lnTo>
                  <a:lnTo>
                    <a:pt x="12897" y="526512"/>
                  </a:lnTo>
                  <a:lnTo>
                    <a:pt x="12961" y="527898"/>
                  </a:lnTo>
                  <a:lnTo>
                    <a:pt x="13026" y="529283"/>
                  </a:lnTo>
                  <a:lnTo>
                    <a:pt x="13092" y="530669"/>
                  </a:lnTo>
                  <a:lnTo>
                    <a:pt x="13158" y="532054"/>
                  </a:lnTo>
                  <a:lnTo>
                    <a:pt x="13225" y="533440"/>
                  </a:lnTo>
                  <a:lnTo>
                    <a:pt x="13292" y="534825"/>
                  </a:lnTo>
                  <a:lnTo>
                    <a:pt x="13359" y="536211"/>
                  </a:lnTo>
                  <a:lnTo>
                    <a:pt x="13426" y="537597"/>
                  </a:lnTo>
                  <a:lnTo>
                    <a:pt x="13493" y="538982"/>
                  </a:lnTo>
                  <a:lnTo>
                    <a:pt x="13559" y="540368"/>
                  </a:lnTo>
                  <a:lnTo>
                    <a:pt x="13626" y="541753"/>
                  </a:lnTo>
                  <a:lnTo>
                    <a:pt x="13692" y="543139"/>
                  </a:lnTo>
                  <a:lnTo>
                    <a:pt x="13757" y="544524"/>
                  </a:lnTo>
                  <a:lnTo>
                    <a:pt x="13823" y="545910"/>
                  </a:lnTo>
                  <a:lnTo>
                    <a:pt x="13888" y="547295"/>
                  </a:lnTo>
                  <a:lnTo>
                    <a:pt x="13953" y="548681"/>
                  </a:lnTo>
                  <a:lnTo>
                    <a:pt x="14018" y="550067"/>
                  </a:lnTo>
                  <a:lnTo>
                    <a:pt x="14083" y="551452"/>
                  </a:lnTo>
                  <a:lnTo>
                    <a:pt x="14148" y="552838"/>
                  </a:lnTo>
                  <a:lnTo>
                    <a:pt x="14214" y="554223"/>
                  </a:lnTo>
                  <a:lnTo>
                    <a:pt x="14281" y="555609"/>
                  </a:lnTo>
                  <a:lnTo>
                    <a:pt x="14348" y="556994"/>
                  </a:lnTo>
                  <a:lnTo>
                    <a:pt x="14417" y="558380"/>
                  </a:lnTo>
                  <a:lnTo>
                    <a:pt x="14487" y="559766"/>
                  </a:lnTo>
                  <a:lnTo>
                    <a:pt x="14558" y="561151"/>
                  </a:lnTo>
                  <a:lnTo>
                    <a:pt x="14632" y="562537"/>
                  </a:lnTo>
                  <a:lnTo>
                    <a:pt x="14707" y="563922"/>
                  </a:lnTo>
                  <a:lnTo>
                    <a:pt x="14784" y="565308"/>
                  </a:lnTo>
                  <a:lnTo>
                    <a:pt x="14865" y="566693"/>
                  </a:lnTo>
                  <a:lnTo>
                    <a:pt x="14948" y="568079"/>
                  </a:lnTo>
                  <a:lnTo>
                    <a:pt x="15033" y="569464"/>
                  </a:lnTo>
                  <a:lnTo>
                    <a:pt x="15122" y="570850"/>
                  </a:lnTo>
                  <a:lnTo>
                    <a:pt x="15213" y="572236"/>
                  </a:lnTo>
                  <a:lnTo>
                    <a:pt x="15308" y="573621"/>
                  </a:lnTo>
                  <a:lnTo>
                    <a:pt x="15406" y="575007"/>
                  </a:lnTo>
                  <a:lnTo>
                    <a:pt x="15508" y="576392"/>
                  </a:lnTo>
                  <a:lnTo>
                    <a:pt x="15612" y="577778"/>
                  </a:lnTo>
                  <a:lnTo>
                    <a:pt x="15719" y="579163"/>
                  </a:lnTo>
                  <a:lnTo>
                    <a:pt x="15829" y="580549"/>
                  </a:lnTo>
                  <a:lnTo>
                    <a:pt x="15942" y="581934"/>
                  </a:lnTo>
                  <a:lnTo>
                    <a:pt x="16058" y="583320"/>
                  </a:lnTo>
                  <a:lnTo>
                    <a:pt x="16175" y="584706"/>
                  </a:lnTo>
                  <a:lnTo>
                    <a:pt x="16295" y="586091"/>
                  </a:lnTo>
                  <a:lnTo>
                    <a:pt x="16416" y="587477"/>
                  </a:lnTo>
                  <a:lnTo>
                    <a:pt x="16446" y="587807"/>
                  </a:lnTo>
                  <a:lnTo>
                    <a:pt x="16539" y="588862"/>
                  </a:lnTo>
                  <a:lnTo>
                    <a:pt x="16663" y="590248"/>
                  </a:lnTo>
                  <a:lnTo>
                    <a:pt x="16787" y="591633"/>
                  </a:lnTo>
                  <a:lnTo>
                    <a:pt x="16911" y="593019"/>
                  </a:lnTo>
                  <a:lnTo>
                    <a:pt x="17034" y="594404"/>
                  </a:lnTo>
                  <a:lnTo>
                    <a:pt x="17156" y="595790"/>
                  </a:lnTo>
                  <a:lnTo>
                    <a:pt x="17277" y="597176"/>
                  </a:lnTo>
                  <a:lnTo>
                    <a:pt x="17395" y="598561"/>
                  </a:lnTo>
                  <a:lnTo>
                    <a:pt x="17511" y="599947"/>
                  </a:lnTo>
                  <a:lnTo>
                    <a:pt x="17623" y="601332"/>
                  </a:lnTo>
                  <a:lnTo>
                    <a:pt x="17731" y="602718"/>
                  </a:lnTo>
                  <a:lnTo>
                    <a:pt x="17834" y="604103"/>
                  </a:lnTo>
                  <a:lnTo>
                    <a:pt x="17933" y="605489"/>
                  </a:lnTo>
                  <a:lnTo>
                    <a:pt x="18024" y="606875"/>
                  </a:lnTo>
                  <a:lnTo>
                    <a:pt x="18109" y="608260"/>
                  </a:lnTo>
                  <a:lnTo>
                    <a:pt x="18186" y="609646"/>
                  </a:lnTo>
                  <a:lnTo>
                    <a:pt x="18255" y="611031"/>
                  </a:lnTo>
                  <a:lnTo>
                    <a:pt x="18316" y="612417"/>
                  </a:lnTo>
                  <a:lnTo>
                    <a:pt x="18368" y="613802"/>
                  </a:lnTo>
                  <a:lnTo>
                    <a:pt x="18409" y="615188"/>
                  </a:lnTo>
                  <a:lnTo>
                    <a:pt x="18438" y="616573"/>
                  </a:lnTo>
                  <a:lnTo>
                    <a:pt x="18456" y="617959"/>
                  </a:lnTo>
                  <a:lnTo>
                    <a:pt x="18463" y="619345"/>
                  </a:lnTo>
                  <a:lnTo>
                    <a:pt x="18458" y="620730"/>
                  </a:lnTo>
                  <a:lnTo>
                    <a:pt x="18441" y="622116"/>
                  </a:lnTo>
                  <a:lnTo>
                    <a:pt x="18407" y="623501"/>
                  </a:lnTo>
                  <a:lnTo>
                    <a:pt x="18361" y="624887"/>
                  </a:lnTo>
                  <a:lnTo>
                    <a:pt x="18339" y="625390"/>
                  </a:lnTo>
                  <a:lnTo>
                    <a:pt x="18301" y="626272"/>
                  </a:lnTo>
                  <a:lnTo>
                    <a:pt x="18227" y="627658"/>
                  </a:lnTo>
                  <a:lnTo>
                    <a:pt x="18141" y="629043"/>
                  </a:lnTo>
                  <a:lnTo>
                    <a:pt x="18040" y="630429"/>
                  </a:lnTo>
                  <a:lnTo>
                    <a:pt x="17924" y="631815"/>
                  </a:lnTo>
                  <a:lnTo>
                    <a:pt x="17795" y="633200"/>
                  </a:lnTo>
                  <a:lnTo>
                    <a:pt x="17653" y="634586"/>
                  </a:lnTo>
                  <a:lnTo>
                    <a:pt x="17499" y="635971"/>
                  </a:lnTo>
                  <a:lnTo>
                    <a:pt x="17334" y="637357"/>
                  </a:lnTo>
                  <a:lnTo>
                    <a:pt x="17157" y="638742"/>
                  </a:lnTo>
                  <a:lnTo>
                    <a:pt x="16968" y="640128"/>
                  </a:lnTo>
                  <a:lnTo>
                    <a:pt x="16770" y="641514"/>
                  </a:lnTo>
                  <a:lnTo>
                    <a:pt x="16564" y="642899"/>
                  </a:lnTo>
                  <a:lnTo>
                    <a:pt x="16350" y="644285"/>
                  </a:lnTo>
                  <a:lnTo>
                    <a:pt x="16130" y="645670"/>
                  </a:lnTo>
                  <a:lnTo>
                    <a:pt x="15903" y="647056"/>
                  </a:lnTo>
                  <a:lnTo>
                    <a:pt x="15671" y="648441"/>
                  </a:lnTo>
                  <a:lnTo>
                    <a:pt x="15436" y="649827"/>
                  </a:lnTo>
                  <a:lnTo>
                    <a:pt x="15198" y="651212"/>
                  </a:lnTo>
                  <a:lnTo>
                    <a:pt x="14958" y="652598"/>
                  </a:lnTo>
                  <a:lnTo>
                    <a:pt x="14717" y="653984"/>
                  </a:lnTo>
                  <a:lnTo>
                    <a:pt x="14475" y="655369"/>
                  </a:lnTo>
                  <a:lnTo>
                    <a:pt x="14235" y="656755"/>
                  </a:lnTo>
                  <a:lnTo>
                    <a:pt x="13997" y="658140"/>
                  </a:lnTo>
                  <a:lnTo>
                    <a:pt x="13761" y="659526"/>
                  </a:lnTo>
                  <a:lnTo>
                    <a:pt x="13529" y="660911"/>
                  </a:lnTo>
                  <a:lnTo>
                    <a:pt x="13299" y="662297"/>
                  </a:lnTo>
                  <a:lnTo>
                    <a:pt x="13075" y="663682"/>
                  </a:lnTo>
                  <a:lnTo>
                    <a:pt x="12857" y="665068"/>
                  </a:lnTo>
                  <a:lnTo>
                    <a:pt x="12644" y="666454"/>
                  </a:lnTo>
                  <a:lnTo>
                    <a:pt x="12436" y="667839"/>
                  </a:lnTo>
                  <a:lnTo>
                    <a:pt x="12235" y="669225"/>
                  </a:lnTo>
                  <a:lnTo>
                    <a:pt x="12041" y="670610"/>
                  </a:lnTo>
                  <a:lnTo>
                    <a:pt x="11855" y="671996"/>
                  </a:lnTo>
                  <a:lnTo>
                    <a:pt x="11677" y="673381"/>
                  </a:lnTo>
                  <a:lnTo>
                    <a:pt x="11506" y="674767"/>
                  </a:lnTo>
                  <a:lnTo>
                    <a:pt x="11342" y="676153"/>
                  </a:lnTo>
                  <a:lnTo>
                    <a:pt x="11187" y="677538"/>
                  </a:lnTo>
                  <a:lnTo>
                    <a:pt x="11039" y="678924"/>
                  </a:lnTo>
                  <a:lnTo>
                    <a:pt x="10900" y="680309"/>
                  </a:lnTo>
                  <a:lnTo>
                    <a:pt x="10770" y="681695"/>
                  </a:lnTo>
                  <a:lnTo>
                    <a:pt x="10647" y="683080"/>
                  </a:lnTo>
                  <a:lnTo>
                    <a:pt x="10531" y="684466"/>
                  </a:lnTo>
                  <a:lnTo>
                    <a:pt x="10423" y="685851"/>
                  </a:lnTo>
                  <a:lnTo>
                    <a:pt x="10323" y="687237"/>
                  </a:lnTo>
                  <a:lnTo>
                    <a:pt x="10230" y="688623"/>
                  </a:lnTo>
                  <a:lnTo>
                    <a:pt x="10145" y="690008"/>
                  </a:lnTo>
                  <a:lnTo>
                    <a:pt x="10066" y="691394"/>
                  </a:lnTo>
                  <a:lnTo>
                    <a:pt x="9992" y="692779"/>
                  </a:lnTo>
                  <a:lnTo>
                    <a:pt x="9925" y="694165"/>
                  </a:lnTo>
                  <a:lnTo>
                    <a:pt x="9863" y="695550"/>
                  </a:lnTo>
                  <a:lnTo>
                    <a:pt x="9807" y="696936"/>
                  </a:lnTo>
                  <a:lnTo>
                    <a:pt x="9756" y="698321"/>
                  </a:lnTo>
                  <a:lnTo>
                    <a:pt x="9709" y="699707"/>
                  </a:lnTo>
                  <a:lnTo>
                    <a:pt x="9666" y="701093"/>
                  </a:lnTo>
                  <a:lnTo>
                    <a:pt x="9627" y="702478"/>
                  </a:lnTo>
                  <a:lnTo>
                    <a:pt x="9591" y="703864"/>
                  </a:lnTo>
                  <a:lnTo>
                    <a:pt x="9559" y="705249"/>
                  </a:lnTo>
                  <a:lnTo>
                    <a:pt x="9529" y="706635"/>
                  </a:lnTo>
                  <a:lnTo>
                    <a:pt x="9502" y="708020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5" name="pg28">
              <a:extLst>
                <a:ext uri="{FF2B5EF4-FFF2-40B4-BE49-F238E27FC236}">
                  <a16:creationId xmlns:a16="http://schemas.microsoft.com/office/drawing/2014/main" id="{09615802-4565-4346-4F53-55FDCCE6C906}"/>
                </a:ext>
              </a:extLst>
            </p:cNvPr>
            <p:cNvSpPr/>
            <p:nvPr/>
          </p:nvSpPr>
          <p:spPr>
            <a:xfrm>
              <a:off x="3334316" y="2718261"/>
              <a:ext cx="36502" cy="305769"/>
            </a:xfrm>
            <a:custGeom>
              <a:avLst/>
              <a:gdLst/>
              <a:ahLst/>
              <a:cxnLst/>
              <a:rect l="0" t="0" r="0" b="0"/>
              <a:pathLst>
                <a:path w="36502" h="305769">
                  <a:moveTo>
                    <a:pt x="13818" y="305769"/>
                  </a:moveTo>
                  <a:lnTo>
                    <a:pt x="13486" y="305171"/>
                  </a:lnTo>
                  <a:lnTo>
                    <a:pt x="13151" y="304572"/>
                  </a:lnTo>
                  <a:lnTo>
                    <a:pt x="12814" y="303974"/>
                  </a:lnTo>
                  <a:lnTo>
                    <a:pt x="12479" y="303375"/>
                  </a:lnTo>
                  <a:lnTo>
                    <a:pt x="12146" y="302777"/>
                  </a:lnTo>
                  <a:lnTo>
                    <a:pt x="11817" y="302179"/>
                  </a:lnTo>
                  <a:lnTo>
                    <a:pt x="11494" y="301580"/>
                  </a:lnTo>
                  <a:lnTo>
                    <a:pt x="11176" y="300982"/>
                  </a:lnTo>
                  <a:lnTo>
                    <a:pt x="10865" y="300384"/>
                  </a:lnTo>
                  <a:lnTo>
                    <a:pt x="10561" y="299785"/>
                  </a:lnTo>
                  <a:lnTo>
                    <a:pt x="10266" y="299187"/>
                  </a:lnTo>
                  <a:lnTo>
                    <a:pt x="9977" y="298588"/>
                  </a:lnTo>
                  <a:lnTo>
                    <a:pt x="9695" y="297990"/>
                  </a:lnTo>
                  <a:lnTo>
                    <a:pt x="9419" y="297392"/>
                  </a:lnTo>
                  <a:lnTo>
                    <a:pt x="9147" y="296793"/>
                  </a:lnTo>
                  <a:lnTo>
                    <a:pt x="8878" y="296195"/>
                  </a:lnTo>
                  <a:lnTo>
                    <a:pt x="8612" y="295597"/>
                  </a:lnTo>
                  <a:lnTo>
                    <a:pt x="8347" y="294998"/>
                  </a:lnTo>
                  <a:lnTo>
                    <a:pt x="8081" y="294400"/>
                  </a:lnTo>
                  <a:lnTo>
                    <a:pt x="7813" y="293801"/>
                  </a:lnTo>
                  <a:lnTo>
                    <a:pt x="7542" y="293203"/>
                  </a:lnTo>
                  <a:lnTo>
                    <a:pt x="7267" y="292605"/>
                  </a:lnTo>
                  <a:lnTo>
                    <a:pt x="6987" y="292006"/>
                  </a:lnTo>
                  <a:lnTo>
                    <a:pt x="6700" y="291408"/>
                  </a:lnTo>
                  <a:lnTo>
                    <a:pt x="6406" y="290810"/>
                  </a:lnTo>
                  <a:lnTo>
                    <a:pt x="6107" y="290211"/>
                  </a:lnTo>
                  <a:lnTo>
                    <a:pt x="5801" y="289613"/>
                  </a:lnTo>
                  <a:lnTo>
                    <a:pt x="5489" y="289014"/>
                  </a:lnTo>
                  <a:lnTo>
                    <a:pt x="5172" y="288416"/>
                  </a:lnTo>
                  <a:lnTo>
                    <a:pt x="4851" y="287818"/>
                  </a:lnTo>
                  <a:lnTo>
                    <a:pt x="4526" y="287219"/>
                  </a:lnTo>
                  <a:lnTo>
                    <a:pt x="4201" y="286621"/>
                  </a:lnTo>
                  <a:lnTo>
                    <a:pt x="3876" y="286023"/>
                  </a:lnTo>
                  <a:lnTo>
                    <a:pt x="3553" y="285424"/>
                  </a:lnTo>
                  <a:lnTo>
                    <a:pt x="3234" y="284826"/>
                  </a:lnTo>
                  <a:lnTo>
                    <a:pt x="2923" y="284227"/>
                  </a:lnTo>
                  <a:lnTo>
                    <a:pt x="2619" y="283629"/>
                  </a:lnTo>
                  <a:lnTo>
                    <a:pt x="2327" y="283031"/>
                  </a:lnTo>
                  <a:lnTo>
                    <a:pt x="2046" y="282432"/>
                  </a:lnTo>
                  <a:lnTo>
                    <a:pt x="1779" y="281834"/>
                  </a:lnTo>
                  <a:lnTo>
                    <a:pt x="1527" y="281236"/>
                  </a:lnTo>
                  <a:lnTo>
                    <a:pt x="1294" y="280637"/>
                  </a:lnTo>
                  <a:lnTo>
                    <a:pt x="1081" y="280039"/>
                  </a:lnTo>
                  <a:lnTo>
                    <a:pt x="886" y="279440"/>
                  </a:lnTo>
                  <a:lnTo>
                    <a:pt x="711" y="278842"/>
                  </a:lnTo>
                  <a:lnTo>
                    <a:pt x="556" y="278244"/>
                  </a:lnTo>
                  <a:lnTo>
                    <a:pt x="420" y="277645"/>
                  </a:lnTo>
                  <a:lnTo>
                    <a:pt x="305" y="277047"/>
                  </a:lnTo>
                  <a:lnTo>
                    <a:pt x="212" y="276449"/>
                  </a:lnTo>
                  <a:lnTo>
                    <a:pt x="137" y="275850"/>
                  </a:lnTo>
                  <a:lnTo>
                    <a:pt x="79" y="275252"/>
                  </a:lnTo>
                  <a:lnTo>
                    <a:pt x="38" y="274653"/>
                  </a:lnTo>
                  <a:lnTo>
                    <a:pt x="12" y="274055"/>
                  </a:lnTo>
                  <a:lnTo>
                    <a:pt x="0" y="273457"/>
                  </a:lnTo>
                  <a:lnTo>
                    <a:pt x="3" y="272858"/>
                  </a:lnTo>
                  <a:lnTo>
                    <a:pt x="19" y="272260"/>
                  </a:lnTo>
                  <a:lnTo>
                    <a:pt x="45" y="271662"/>
                  </a:lnTo>
                  <a:lnTo>
                    <a:pt x="81" y="271063"/>
                  </a:lnTo>
                  <a:lnTo>
                    <a:pt x="126" y="270465"/>
                  </a:lnTo>
                  <a:lnTo>
                    <a:pt x="180" y="269866"/>
                  </a:lnTo>
                  <a:lnTo>
                    <a:pt x="244" y="269268"/>
                  </a:lnTo>
                  <a:lnTo>
                    <a:pt x="318" y="268670"/>
                  </a:lnTo>
                  <a:lnTo>
                    <a:pt x="399" y="268071"/>
                  </a:lnTo>
                  <a:lnTo>
                    <a:pt x="489" y="267473"/>
                  </a:lnTo>
                  <a:lnTo>
                    <a:pt x="588" y="266875"/>
                  </a:lnTo>
                  <a:lnTo>
                    <a:pt x="697" y="266276"/>
                  </a:lnTo>
                  <a:lnTo>
                    <a:pt x="816" y="265678"/>
                  </a:lnTo>
                  <a:lnTo>
                    <a:pt x="946" y="265079"/>
                  </a:lnTo>
                  <a:lnTo>
                    <a:pt x="1087" y="264481"/>
                  </a:lnTo>
                  <a:lnTo>
                    <a:pt x="1238" y="263883"/>
                  </a:lnTo>
                  <a:lnTo>
                    <a:pt x="1400" y="263284"/>
                  </a:lnTo>
                  <a:lnTo>
                    <a:pt x="1573" y="262686"/>
                  </a:lnTo>
                  <a:lnTo>
                    <a:pt x="1755" y="262088"/>
                  </a:lnTo>
                  <a:lnTo>
                    <a:pt x="1949" y="261489"/>
                  </a:lnTo>
                  <a:lnTo>
                    <a:pt x="2151" y="260891"/>
                  </a:lnTo>
                  <a:lnTo>
                    <a:pt x="2360" y="260292"/>
                  </a:lnTo>
                  <a:lnTo>
                    <a:pt x="2477" y="259966"/>
                  </a:lnTo>
                  <a:lnTo>
                    <a:pt x="2575" y="259694"/>
                  </a:lnTo>
                  <a:lnTo>
                    <a:pt x="2794" y="259096"/>
                  </a:lnTo>
                  <a:lnTo>
                    <a:pt x="3017" y="258497"/>
                  </a:lnTo>
                  <a:lnTo>
                    <a:pt x="3240" y="257899"/>
                  </a:lnTo>
                  <a:lnTo>
                    <a:pt x="3462" y="257301"/>
                  </a:lnTo>
                  <a:lnTo>
                    <a:pt x="3681" y="256702"/>
                  </a:lnTo>
                  <a:lnTo>
                    <a:pt x="3894" y="256104"/>
                  </a:lnTo>
                  <a:lnTo>
                    <a:pt x="4100" y="255505"/>
                  </a:lnTo>
                  <a:lnTo>
                    <a:pt x="4298" y="254907"/>
                  </a:lnTo>
                  <a:lnTo>
                    <a:pt x="4483" y="254309"/>
                  </a:lnTo>
                  <a:lnTo>
                    <a:pt x="4655" y="253710"/>
                  </a:lnTo>
                  <a:lnTo>
                    <a:pt x="4814" y="253112"/>
                  </a:lnTo>
                  <a:lnTo>
                    <a:pt x="4957" y="252514"/>
                  </a:lnTo>
                  <a:lnTo>
                    <a:pt x="5085" y="251915"/>
                  </a:lnTo>
                  <a:lnTo>
                    <a:pt x="5197" y="251317"/>
                  </a:lnTo>
                  <a:lnTo>
                    <a:pt x="5292" y="250718"/>
                  </a:lnTo>
                  <a:lnTo>
                    <a:pt x="5366" y="250120"/>
                  </a:lnTo>
                  <a:lnTo>
                    <a:pt x="5425" y="249522"/>
                  </a:lnTo>
                  <a:lnTo>
                    <a:pt x="5467" y="248923"/>
                  </a:lnTo>
                  <a:lnTo>
                    <a:pt x="5494" y="248325"/>
                  </a:lnTo>
                  <a:lnTo>
                    <a:pt x="5507" y="247727"/>
                  </a:lnTo>
                  <a:lnTo>
                    <a:pt x="5507" y="247128"/>
                  </a:lnTo>
                  <a:lnTo>
                    <a:pt x="5492" y="246530"/>
                  </a:lnTo>
                  <a:lnTo>
                    <a:pt x="5468" y="245931"/>
                  </a:lnTo>
                  <a:lnTo>
                    <a:pt x="5436" y="245333"/>
                  </a:lnTo>
                  <a:lnTo>
                    <a:pt x="5398" y="244735"/>
                  </a:lnTo>
                  <a:lnTo>
                    <a:pt x="5357" y="244136"/>
                  </a:lnTo>
                  <a:lnTo>
                    <a:pt x="5314" y="243538"/>
                  </a:lnTo>
                  <a:lnTo>
                    <a:pt x="5273" y="242940"/>
                  </a:lnTo>
                  <a:lnTo>
                    <a:pt x="5236" y="242341"/>
                  </a:lnTo>
                  <a:lnTo>
                    <a:pt x="5208" y="241743"/>
                  </a:lnTo>
                  <a:lnTo>
                    <a:pt x="5188" y="241144"/>
                  </a:lnTo>
                  <a:lnTo>
                    <a:pt x="5181" y="240546"/>
                  </a:lnTo>
                  <a:lnTo>
                    <a:pt x="5188" y="239948"/>
                  </a:lnTo>
                  <a:lnTo>
                    <a:pt x="5214" y="239349"/>
                  </a:lnTo>
                  <a:lnTo>
                    <a:pt x="5261" y="238751"/>
                  </a:lnTo>
                  <a:lnTo>
                    <a:pt x="5329" y="238153"/>
                  </a:lnTo>
                  <a:lnTo>
                    <a:pt x="5419" y="237554"/>
                  </a:lnTo>
                  <a:lnTo>
                    <a:pt x="5533" y="236956"/>
                  </a:lnTo>
                  <a:lnTo>
                    <a:pt x="5669" y="236357"/>
                  </a:lnTo>
                  <a:lnTo>
                    <a:pt x="5830" y="235759"/>
                  </a:lnTo>
                  <a:lnTo>
                    <a:pt x="6018" y="235161"/>
                  </a:lnTo>
                  <a:lnTo>
                    <a:pt x="6135" y="234829"/>
                  </a:lnTo>
                  <a:lnTo>
                    <a:pt x="6229" y="234562"/>
                  </a:lnTo>
                  <a:lnTo>
                    <a:pt x="6460" y="233964"/>
                  </a:lnTo>
                  <a:lnTo>
                    <a:pt x="6710" y="233366"/>
                  </a:lnTo>
                  <a:lnTo>
                    <a:pt x="6977" y="232767"/>
                  </a:lnTo>
                  <a:lnTo>
                    <a:pt x="7259" y="232169"/>
                  </a:lnTo>
                  <a:lnTo>
                    <a:pt x="7553" y="231570"/>
                  </a:lnTo>
                  <a:lnTo>
                    <a:pt x="7857" y="230972"/>
                  </a:lnTo>
                  <a:lnTo>
                    <a:pt x="8165" y="230374"/>
                  </a:lnTo>
                  <a:lnTo>
                    <a:pt x="8475" y="229775"/>
                  </a:lnTo>
                  <a:lnTo>
                    <a:pt x="8783" y="229177"/>
                  </a:lnTo>
                  <a:lnTo>
                    <a:pt x="9089" y="228579"/>
                  </a:lnTo>
                  <a:lnTo>
                    <a:pt x="9386" y="227980"/>
                  </a:lnTo>
                  <a:lnTo>
                    <a:pt x="9673" y="227382"/>
                  </a:lnTo>
                  <a:lnTo>
                    <a:pt x="9947" y="226783"/>
                  </a:lnTo>
                  <a:lnTo>
                    <a:pt x="10208" y="226185"/>
                  </a:lnTo>
                  <a:lnTo>
                    <a:pt x="10453" y="225587"/>
                  </a:lnTo>
                  <a:lnTo>
                    <a:pt x="10682" y="224988"/>
                  </a:lnTo>
                  <a:lnTo>
                    <a:pt x="10893" y="224390"/>
                  </a:lnTo>
                  <a:lnTo>
                    <a:pt x="11082" y="223792"/>
                  </a:lnTo>
                  <a:lnTo>
                    <a:pt x="11253" y="223193"/>
                  </a:lnTo>
                  <a:lnTo>
                    <a:pt x="11406" y="222595"/>
                  </a:lnTo>
                  <a:lnTo>
                    <a:pt x="11542" y="221996"/>
                  </a:lnTo>
                  <a:lnTo>
                    <a:pt x="11662" y="221398"/>
                  </a:lnTo>
                  <a:lnTo>
                    <a:pt x="11765" y="220800"/>
                  </a:lnTo>
                  <a:lnTo>
                    <a:pt x="11852" y="220201"/>
                  </a:lnTo>
                  <a:lnTo>
                    <a:pt x="11925" y="219603"/>
                  </a:lnTo>
                  <a:lnTo>
                    <a:pt x="11986" y="219005"/>
                  </a:lnTo>
                  <a:lnTo>
                    <a:pt x="12038" y="218406"/>
                  </a:lnTo>
                  <a:lnTo>
                    <a:pt x="12081" y="217808"/>
                  </a:lnTo>
                  <a:lnTo>
                    <a:pt x="12116" y="217209"/>
                  </a:lnTo>
                  <a:lnTo>
                    <a:pt x="12145" y="216611"/>
                  </a:lnTo>
                  <a:lnTo>
                    <a:pt x="12169" y="216013"/>
                  </a:lnTo>
                  <a:lnTo>
                    <a:pt x="12191" y="215414"/>
                  </a:lnTo>
                  <a:lnTo>
                    <a:pt x="12211" y="214816"/>
                  </a:lnTo>
                  <a:lnTo>
                    <a:pt x="12230" y="214218"/>
                  </a:lnTo>
                  <a:lnTo>
                    <a:pt x="12249" y="213619"/>
                  </a:lnTo>
                  <a:lnTo>
                    <a:pt x="12270" y="213021"/>
                  </a:lnTo>
                  <a:lnTo>
                    <a:pt x="12294" y="212422"/>
                  </a:lnTo>
                  <a:lnTo>
                    <a:pt x="12320" y="211824"/>
                  </a:lnTo>
                  <a:lnTo>
                    <a:pt x="12350" y="211226"/>
                  </a:lnTo>
                  <a:lnTo>
                    <a:pt x="12383" y="210627"/>
                  </a:lnTo>
                  <a:lnTo>
                    <a:pt x="12421" y="210029"/>
                  </a:lnTo>
                  <a:lnTo>
                    <a:pt x="12462" y="209431"/>
                  </a:lnTo>
                  <a:lnTo>
                    <a:pt x="12509" y="208832"/>
                  </a:lnTo>
                  <a:lnTo>
                    <a:pt x="12560" y="208234"/>
                  </a:lnTo>
                  <a:lnTo>
                    <a:pt x="12616" y="207635"/>
                  </a:lnTo>
                  <a:lnTo>
                    <a:pt x="12675" y="207037"/>
                  </a:lnTo>
                  <a:lnTo>
                    <a:pt x="12738" y="206439"/>
                  </a:lnTo>
                  <a:lnTo>
                    <a:pt x="12804" y="205840"/>
                  </a:lnTo>
                  <a:lnTo>
                    <a:pt x="12874" y="205242"/>
                  </a:lnTo>
                  <a:lnTo>
                    <a:pt x="12946" y="204644"/>
                  </a:lnTo>
                  <a:lnTo>
                    <a:pt x="13021" y="204045"/>
                  </a:lnTo>
                  <a:lnTo>
                    <a:pt x="13098" y="203447"/>
                  </a:lnTo>
                  <a:lnTo>
                    <a:pt x="13175" y="202848"/>
                  </a:lnTo>
                  <a:lnTo>
                    <a:pt x="13254" y="202250"/>
                  </a:lnTo>
                  <a:lnTo>
                    <a:pt x="13334" y="201652"/>
                  </a:lnTo>
                  <a:lnTo>
                    <a:pt x="13414" y="201053"/>
                  </a:lnTo>
                  <a:lnTo>
                    <a:pt x="13494" y="200455"/>
                  </a:lnTo>
                  <a:lnTo>
                    <a:pt x="13573" y="199857"/>
                  </a:lnTo>
                  <a:lnTo>
                    <a:pt x="13653" y="199258"/>
                  </a:lnTo>
                  <a:lnTo>
                    <a:pt x="13732" y="198660"/>
                  </a:lnTo>
                  <a:lnTo>
                    <a:pt x="13811" y="198061"/>
                  </a:lnTo>
                  <a:lnTo>
                    <a:pt x="13889" y="197463"/>
                  </a:lnTo>
                  <a:lnTo>
                    <a:pt x="13967" y="196865"/>
                  </a:lnTo>
                  <a:lnTo>
                    <a:pt x="14044" y="196266"/>
                  </a:lnTo>
                  <a:lnTo>
                    <a:pt x="14122" y="195668"/>
                  </a:lnTo>
                  <a:lnTo>
                    <a:pt x="14200" y="195070"/>
                  </a:lnTo>
                  <a:lnTo>
                    <a:pt x="14279" y="194471"/>
                  </a:lnTo>
                  <a:lnTo>
                    <a:pt x="14358" y="193873"/>
                  </a:lnTo>
                  <a:lnTo>
                    <a:pt x="14437" y="193274"/>
                  </a:lnTo>
                  <a:lnTo>
                    <a:pt x="14518" y="192676"/>
                  </a:lnTo>
                  <a:lnTo>
                    <a:pt x="14599" y="192078"/>
                  </a:lnTo>
                  <a:lnTo>
                    <a:pt x="14682" y="191479"/>
                  </a:lnTo>
                  <a:lnTo>
                    <a:pt x="14765" y="190881"/>
                  </a:lnTo>
                  <a:lnTo>
                    <a:pt x="14850" y="190283"/>
                  </a:lnTo>
                  <a:lnTo>
                    <a:pt x="14936" y="189684"/>
                  </a:lnTo>
                  <a:lnTo>
                    <a:pt x="15022" y="189086"/>
                  </a:lnTo>
                  <a:lnTo>
                    <a:pt x="15109" y="188487"/>
                  </a:lnTo>
                  <a:lnTo>
                    <a:pt x="15196" y="187889"/>
                  </a:lnTo>
                  <a:lnTo>
                    <a:pt x="15284" y="187291"/>
                  </a:lnTo>
                  <a:lnTo>
                    <a:pt x="15372" y="186692"/>
                  </a:lnTo>
                  <a:lnTo>
                    <a:pt x="15459" y="186094"/>
                  </a:lnTo>
                  <a:lnTo>
                    <a:pt x="15545" y="185496"/>
                  </a:lnTo>
                  <a:lnTo>
                    <a:pt x="15631" y="184897"/>
                  </a:lnTo>
                  <a:lnTo>
                    <a:pt x="15715" y="184299"/>
                  </a:lnTo>
                  <a:lnTo>
                    <a:pt x="15798" y="183700"/>
                  </a:lnTo>
                  <a:lnTo>
                    <a:pt x="15879" y="183102"/>
                  </a:lnTo>
                  <a:lnTo>
                    <a:pt x="15959" y="182504"/>
                  </a:lnTo>
                  <a:lnTo>
                    <a:pt x="16036" y="181905"/>
                  </a:lnTo>
                  <a:lnTo>
                    <a:pt x="16111" y="181307"/>
                  </a:lnTo>
                  <a:lnTo>
                    <a:pt x="16185" y="180709"/>
                  </a:lnTo>
                  <a:lnTo>
                    <a:pt x="16256" y="180110"/>
                  </a:lnTo>
                  <a:lnTo>
                    <a:pt x="16325" y="179512"/>
                  </a:lnTo>
                  <a:lnTo>
                    <a:pt x="16391" y="178914"/>
                  </a:lnTo>
                  <a:lnTo>
                    <a:pt x="16455" y="178315"/>
                  </a:lnTo>
                  <a:lnTo>
                    <a:pt x="16517" y="177717"/>
                  </a:lnTo>
                  <a:lnTo>
                    <a:pt x="16576" y="177118"/>
                  </a:lnTo>
                  <a:lnTo>
                    <a:pt x="16634" y="176520"/>
                  </a:lnTo>
                  <a:lnTo>
                    <a:pt x="16690" y="175922"/>
                  </a:lnTo>
                  <a:lnTo>
                    <a:pt x="16744" y="175323"/>
                  </a:lnTo>
                  <a:lnTo>
                    <a:pt x="16797" y="174725"/>
                  </a:lnTo>
                  <a:lnTo>
                    <a:pt x="16848" y="174127"/>
                  </a:lnTo>
                  <a:lnTo>
                    <a:pt x="16897" y="173528"/>
                  </a:lnTo>
                  <a:lnTo>
                    <a:pt x="16945" y="172930"/>
                  </a:lnTo>
                  <a:lnTo>
                    <a:pt x="16993" y="172331"/>
                  </a:lnTo>
                  <a:lnTo>
                    <a:pt x="17039" y="171733"/>
                  </a:lnTo>
                  <a:lnTo>
                    <a:pt x="17084" y="171135"/>
                  </a:lnTo>
                  <a:lnTo>
                    <a:pt x="17128" y="170536"/>
                  </a:lnTo>
                  <a:lnTo>
                    <a:pt x="17172" y="169938"/>
                  </a:lnTo>
                  <a:lnTo>
                    <a:pt x="17215" y="169340"/>
                  </a:lnTo>
                  <a:lnTo>
                    <a:pt x="17257" y="168741"/>
                  </a:lnTo>
                  <a:lnTo>
                    <a:pt x="17298" y="168143"/>
                  </a:lnTo>
                  <a:lnTo>
                    <a:pt x="17339" y="167544"/>
                  </a:lnTo>
                  <a:lnTo>
                    <a:pt x="17378" y="166946"/>
                  </a:lnTo>
                  <a:lnTo>
                    <a:pt x="17417" y="166348"/>
                  </a:lnTo>
                  <a:lnTo>
                    <a:pt x="17455" y="165749"/>
                  </a:lnTo>
                  <a:lnTo>
                    <a:pt x="17492" y="165151"/>
                  </a:lnTo>
                  <a:lnTo>
                    <a:pt x="17528" y="164553"/>
                  </a:lnTo>
                  <a:lnTo>
                    <a:pt x="17563" y="163954"/>
                  </a:lnTo>
                  <a:lnTo>
                    <a:pt x="17596" y="163356"/>
                  </a:lnTo>
                  <a:lnTo>
                    <a:pt x="17628" y="162757"/>
                  </a:lnTo>
                  <a:lnTo>
                    <a:pt x="17658" y="162159"/>
                  </a:lnTo>
                  <a:lnTo>
                    <a:pt x="17687" y="161561"/>
                  </a:lnTo>
                  <a:lnTo>
                    <a:pt x="17714" y="160962"/>
                  </a:lnTo>
                  <a:lnTo>
                    <a:pt x="17739" y="160364"/>
                  </a:lnTo>
                  <a:lnTo>
                    <a:pt x="17763" y="159766"/>
                  </a:lnTo>
                  <a:lnTo>
                    <a:pt x="17785" y="159167"/>
                  </a:lnTo>
                  <a:lnTo>
                    <a:pt x="17804" y="158569"/>
                  </a:lnTo>
                  <a:lnTo>
                    <a:pt x="17822" y="157970"/>
                  </a:lnTo>
                  <a:lnTo>
                    <a:pt x="17838" y="157372"/>
                  </a:lnTo>
                  <a:lnTo>
                    <a:pt x="17853" y="156774"/>
                  </a:lnTo>
                  <a:lnTo>
                    <a:pt x="17865" y="156175"/>
                  </a:lnTo>
                  <a:lnTo>
                    <a:pt x="17875" y="155577"/>
                  </a:lnTo>
                  <a:lnTo>
                    <a:pt x="17883" y="154979"/>
                  </a:lnTo>
                  <a:lnTo>
                    <a:pt x="17889" y="154380"/>
                  </a:lnTo>
                  <a:lnTo>
                    <a:pt x="17893" y="153782"/>
                  </a:lnTo>
                  <a:lnTo>
                    <a:pt x="17896" y="153183"/>
                  </a:lnTo>
                  <a:lnTo>
                    <a:pt x="17897" y="152585"/>
                  </a:lnTo>
                  <a:lnTo>
                    <a:pt x="17896" y="151987"/>
                  </a:lnTo>
                  <a:lnTo>
                    <a:pt x="17893" y="151388"/>
                  </a:lnTo>
                  <a:lnTo>
                    <a:pt x="17889" y="150790"/>
                  </a:lnTo>
                  <a:lnTo>
                    <a:pt x="17883" y="150192"/>
                  </a:lnTo>
                  <a:lnTo>
                    <a:pt x="17877" y="149593"/>
                  </a:lnTo>
                  <a:lnTo>
                    <a:pt x="17869" y="148995"/>
                  </a:lnTo>
                  <a:lnTo>
                    <a:pt x="17860" y="148396"/>
                  </a:lnTo>
                  <a:lnTo>
                    <a:pt x="17851" y="147798"/>
                  </a:lnTo>
                  <a:lnTo>
                    <a:pt x="17841" y="147200"/>
                  </a:lnTo>
                  <a:lnTo>
                    <a:pt x="17830" y="146601"/>
                  </a:lnTo>
                  <a:lnTo>
                    <a:pt x="17820" y="146003"/>
                  </a:lnTo>
                  <a:lnTo>
                    <a:pt x="17810" y="145405"/>
                  </a:lnTo>
                  <a:lnTo>
                    <a:pt x="17801" y="144806"/>
                  </a:lnTo>
                  <a:lnTo>
                    <a:pt x="17792" y="144208"/>
                  </a:lnTo>
                  <a:lnTo>
                    <a:pt x="17784" y="143609"/>
                  </a:lnTo>
                  <a:lnTo>
                    <a:pt x="17777" y="143011"/>
                  </a:lnTo>
                  <a:lnTo>
                    <a:pt x="17771" y="142413"/>
                  </a:lnTo>
                  <a:lnTo>
                    <a:pt x="17766" y="141814"/>
                  </a:lnTo>
                  <a:lnTo>
                    <a:pt x="17764" y="141216"/>
                  </a:lnTo>
                  <a:lnTo>
                    <a:pt x="17762" y="140618"/>
                  </a:lnTo>
                  <a:lnTo>
                    <a:pt x="17763" y="140019"/>
                  </a:lnTo>
                  <a:lnTo>
                    <a:pt x="17765" y="139421"/>
                  </a:lnTo>
                  <a:lnTo>
                    <a:pt x="17769" y="138822"/>
                  </a:lnTo>
                  <a:lnTo>
                    <a:pt x="17774" y="138224"/>
                  </a:lnTo>
                  <a:lnTo>
                    <a:pt x="17781" y="137626"/>
                  </a:lnTo>
                  <a:lnTo>
                    <a:pt x="17790" y="137027"/>
                  </a:lnTo>
                  <a:lnTo>
                    <a:pt x="17799" y="136429"/>
                  </a:lnTo>
                  <a:lnTo>
                    <a:pt x="17810" y="135831"/>
                  </a:lnTo>
                  <a:lnTo>
                    <a:pt x="17821" y="135232"/>
                  </a:lnTo>
                  <a:lnTo>
                    <a:pt x="17833" y="134634"/>
                  </a:lnTo>
                  <a:lnTo>
                    <a:pt x="17846" y="134035"/>
                  </a:lnTo>
                  <a:lnTo>
                    <a:pt x="17859" y="133437"/>
                  </a:lnTo>
                  <a:lnTo>
                    <a:pt x="17872" y="132839"/>
                  </a:lnTo>
                  <a:lnTo>
                    <a:pt x="17886" y="132240"/>
                  </a:lnTo>
                  <a:lnTo>
                    <a:pt x="17899" y="131642"/>
                  </a:lnTo>
                  <a:lnTo>
                    <a:pt x="17911" y="131044"/>
                  </a:lnTo>
                  <a:lnTo>
                    <a:pt x="17924" y="130445"/>
                  </a:lnTo>
                  <a:lnTo>
                    <a:pt x="17936" y="129847"/>
                  </a:lnTo>
                  <a:lnTo>
                    <a:pt x="17947" y="129248"/>
                  </a:lnTo>
                  <a:lnTo>
                    <a:pt x="17958" y="128650"/>
                  </a:lnTo>
                  <a:lnTo>
                    <a:pt x="17968" y="128052"/>
                  </a:lnTo>
                  <a:lnTo>
                    <a:pt x="17978" y="127453"/>
                  </a:lnTo>
                  <a:lnTo>
                    <a:pt x="17987" y="126855"/>
                  </a:lnTo>
                  <a:lnTo>
                    <a:pt x="17995" y="126257"/>
                  </a:lnTo>
                  <a:lnTo>
                    <a:pt x="18003" y="125658"/>
                  </a:lnTo>
                  <a:lnTo>
                    <a:pt x="18011" y="125060"/>
                  </a:lnTo>
                  <a:lnTo>
                    <a:pt x="18018" y="124461"/>
                  </a:lnTo>
                  <a:lnTo>
                    <a:pt x="18024" y="123863"/>
                  </a:lnTo>
                  <a:lnTo>
                    <a:pt x="18031" y="123265"/>
                  </a:lnTo>
                  <a:lnTo>
                    <a:pt x="18036" y="122666"/>
                  </a:lnTo>
                  <a:lnTo>
                    <a:pt x="18042" y="122068"/>
                  </a:lnTo>
                  <a:lnTo>
                    <a:pt x="18047" y="121470"/>
                  </a:lnTo>
                  <a:lnTo>
                    <a:pt x="18051" y="120871"/>
                  </a:lnTo>
                  <a:lnTo>
                    <a:pt x="18055" y="120273"/>
                  </a:lnTo>
                  <a:lnTo>
                    <a:pt x="18059" y="119674"/>
                  </a:lnTo>
                  <a:lnTo>
                    <a:pt x="18062" y="119076"/>
                  </a:lnTo>
                  <a:lnTo>
                    <a:pt x="18065" y="118478"/>
                  </a:lnTo>
                  <a:lnTo>
                    <a:pt x="18067" y="117879"/>
                  </a:lnTo>
                  <a:lnTo>
                    <a:pt x="18068" y="117281"/>
                  </a:lnTo>
                  <a:lnTo>
                    <a:pt x="18069" y="116683"/>
                  </a:lnTo>
                  <a:lnTo>
                    <a:pt x="18070" y="116084"/>
                  </a:lnTo>
                  <a:lnTo>
                    <a:pt x="18070" y="115486"/>
                  </a:lnTo>
                  <a:lnTo>
                    <a:pt x="18069" y="114887"/>
                  </a:lnTo>
                  <a:lnTo>
                    <a:pt x="18068" y="114289"/>
                  </a:lnTo>
                  <a:lnTo>
                    <a:pt x="18066" y="113691"/>
                  </a:lnTo>
                  <a:lnTo>
                    <a:pt x="18064" y="113092"/>
                  </a:lnTo>
                  <a:lnTo>
                    <a:pt x="18062" y="112494"/>
                  </a:lnTo>
                  <a:lnTo>
                    <a:pt x="18060" y="111896"/>
                  </a:lnTo>
                  <a:lnTo>
                    <a:pt x="18058" y="111297"/>
                  </a:lnTo>
                  <a:lnTo>
                    <a:pt x="18056" y="110699"/>
                  </a:lnTo>
                  <a:lnTo>
                    <a:pt x="18053" y="110100"/>
                  </a:lnTo>
                  <a:lnTo>
                    <a:pt x="18052" y="109502"/>
                  </a:lnTo>
                  <a:lnTo>
                    <a:pt x="18050" y="108904"/>
                  </a:lnTo>
                  <a:lnTo>
                    <a:pt x="18049" y="108305"/>
                  </a:lnTo>
                  <a:lnTo>
                    <a:pt x="18049" y="107707"/>
                  </a:lnTo>
                  <a:lnTo>
                    <a:pt x="18049" y="107109"/>
                  </a:lnTo>
                  <a:lnTo>
                    <a:pt x="18050" y="106510"/>
                  </a:lnTo>
                  <a:lnTo>
                    <a:pt x="18051" y="105912"/>
                  </a:lnTo>
                  <a:lnTo>
                    <a:pt x="18054" y="105313"/>
                  </a:lnTo>
                  <a:lnTo>
                    <a:pt x="18056" y="104715"/>
                  </a:lnTo>
                  <a:lnTo>
                    <a:pt x="18060" y="104117"/>
                  </a:lnTo>
                  <a:lnTo>
                    <a:pt x="18064" y="103518"/>
                  </a:lnTo>
                  <a:lnTo>
                    <a:pt x="18070" y="102920"/>
                  </a:lnTo>
                  <a:lnTo>
                    <a:pt x="18075" y="102322"/>
                  </a:lnTo>
                  <a:lnTo>
                    <a:pt x="18081" y="101723"/>
                  </a:lnTo>
                  <a:lnTo>
                    <a:pt x="18088" y="101125"/>
                  </a:lnTo>
                  <a:lnTo>
                    <a:pt x="18095" y="100526"/>
                  </a:lnTo>
                  <a:lnTo>
                    <a:pt x="18103" y="99928"/>
                  </a:lnTo>
                  <a:lnTo>
                    <a:pt x="18111" y="99330"/>
                  </a:lnTo>
                  <a:lnTo>
                    <a:pt x="18119" y="98731"/>
                  </a:lnTo>
                  <a:lnTo>
                    <a:pt x="18127" y="98133"/>
                  </a:lnTo>
                  <a:lnTo>
                    <a:pt x="18135" y="97535"/>
                  </a:lnTo>
                  <a:lnTo>
                    <a:pt x="18143" y="96936"/>
                  </a:lnTo>
                  <a:lnTo>
                    <a:pt x="18150" y="96338"/>
                  </a:lnTo>
                  <a:lnTo>
                    <a:pt x="18158" y="95739"/>
                  </a:lnTo>
                  <a:lnTo>
                    <a:pt x="18165" y="95141"/>
                  </a:lnTo>
                  <a:lnTo>
                    <a:pt x="18172" y="94543"/>
                  </a:lnTo>
                  <a:lnTo>
                    <a:pt x="18178" y="93944"/>
                  </a:lnTo>
                  <a:lnTo>
                    <a:pt x="18184" y="93346"/>
                  </a:lnTo>
                  <a:lnTo>
                    <a:pt x="18190" y="92748"/>
                  </a:lnTo>
                  <a:lnTo>
                    <a:pt x="18194" y="92149"/>
                  </a:lnTo>
                  <a:lnTo>
                    <a:pt x="18198" y="91551"/>
                  </a:lnTo>
                  <a:lnTo>
                    <a:pt x="18202" y="90952"/>
                  </a:lnTo>
                  <a:lnTo>
                    <a:pt x="18204" y="90354"/>
                  </a:lnTo>
                  <a:lnTo>
                    <a:pt x="18207" y="89756"/>
                  </a:lnTo>
                  <a:lnTo>
                    <a:pt x="18208" y="89157"/>
                  </a:lnTo>
                  <a:lnTo>
                    <a:pt x="18209" y="88559"/>
                  </a:lnTo>
                  <a:lnTo>
                    <a:pt x="18209" y="87961"/>
                  </a:lnTo>
                  <a:lnTo>
                    <a:pt x="18209" y="87362"/>
                  </a:lnTo>
                  <a:lnTo>
                    <a:pt x="18208" y="86764"/>
                  </a:lnTo>
                  <a:lnTo>
                    <a:pt x="18207" y="86165"/>
                  </a:lnTo>
                  <a:lnTo>
                    <a:pt x="18205" y="85567"/>
                  </a:lnTo>
                  <a:lnTo>
                    <a:pt x="18203" y="84969"/>
                  </a:lnTo>
                  <a:lnTo>
                    <a:pt x="18201" y="84370"/>
                  </a:lnTo>
                  <a:lnTo>
                    <a:pt x="18198" y="83772"/>
                  </a:lnTo>
                  <a:lnTo>
                    <a:pt x="18195" y="83174"/>
                  </a:lnTo>
                  <a:lnTo>
                    <a:pt x="18193" y="82575"/>
                  </a:lnTo>
                  <a:lnTo>
                    <a:pt x="18190" y="81977"/>
                  </a:lnTo>
                  <a:lnTo>
                    <a:pt x="18187" y="81378"/>
                  </a:lnTo>
                  <a:lnTo>
                    <a:pt x="18185" y="80780"/>
                  </a:lnTo>
                  <a:lnTo>
                    <a:pt x="18182" y="80182"/>
                  </a:lnTo>
                  <a:lnTo>
                    <a:pt x="18181" y="79583"/>
                  </a:lnTo>
                  <a:lnTo>
                    <a:pt x="18179" y="78985"/>
                  </a:lnTo>
                  <a:lnTo>
                    <a:pt x="18178" y="78387"/>
                  </a:lnTo>
                  <a:lnTo>
                    <a:pt x="18177" y="77788"/>
                  </a:lnTo>
                  <a:lnTo>
                    <a:pt x="18177" y="77190"/>
                  </a:lnTo>
                  <a:lnTo>
                    <a:pt x="18177" y="76591"/>
                  </a:lnTo>
                  <a:lnTo>
                    <a:pt x="18178" y="75993"/>
                  </a:lnTo>
                  <a:lnTo>
                    <a:pt x="18179" y="75395"/>
                  </a:lnTo>
                  <a:lnTo>
                    <a:pt x="18180" y="74796"/>
                  </a:lnTo>
                  <a:lnTo>
                    <a:pt x="18182" y="74198"/>
                  </a:lnTo>
                  <a:lnTo>
                    <a:pt x="18185" y="73600"/>
                  </a:lnTo>
                  <a:lnTo>
                    <a:pt x="18187" y="73001"/>
                  </a:lnTo>
                  <a:lnTo>
                    <a:pt x="18190" y="72403"/>
                  </a:lnTo>
                  <a:lnTo>
                    <a:pt x="18194" y="71804"/>
                  </a:lnTo>
                  <a:lnTo>
                    <a:pt x="18197" y="71206"/>
                  </a:lnTo>
                  <a:lnTo>
                    <a:pt x="18201" y="70608"/>
                  </a:lnTo>
                  <a:lnTo>
                    <a:pt x="18205" y="70009"/>
                  </a:lnTo>
                  <a:lnTo>
                    <a:pt x="18208" y="69411"/>
                  </a:lnTo>
                  <a:lnTo>
                    <a:pt x="18212" y="68813"/>
                  </a:lnTo>
                  <a:lnTo>
                    <a:pt x="18216" y="68214"/>
                  </a:lnTo>
                  <a:lnTo>
                    <a:pt x="18219" y="67616"/>
                  </a:lnTo>
                  <a:lnTo>
                    <a:pt x="18222" y="67017"/>
                  </a:lnTo>
                  <a:lnTo>
                    <a:pt x="18226" y="66419"/>
                  </a:lnTo>
                  <a:lnTo>
                    <a:pt x="18228" y="65821"/>
                  </a:lnTo>
                  <a:lnTo>
                    <a:pt x="18231" y="65222"/>
                  </a:lnTo>
                  <a:lnTo>
                    <a:pt x="18234" y="64624"/>
                  </a:lnTo>
                  <a:lnTo>
                    <a:pt x="18236" y="64026"/>
                  </a:lnTo>
                  <a:lnTo>
                    <a:pt x="18238" y="63427"/>
                  </a:lnTo>
                  <a:lnTo>
                    <a:pt x="18240" y="62829"/>
                  </a:lnTo>
                  <a:lnTo>
                    <a:pt x="18242" y="62230"/>
                  </a:lnTo>
                  <a:lnTo>
                    <a:pt x="18243" y="61632"/>
                  </a:lnTo>
                  <a:lnTo>
                    <a:pt x="18244" y="61034"/>
                  </a:lnTo>
                  <a:lnTo>
                    <a:pt x="18245" y="60435"/>
                  </a:lnTo>
                  <a:lnTo>
                    <a:pt x="18246" y="59837"/>
                  </a:lnTo>
                  <a:lnTo>
                    <a:pt x="18247" y="59239"/>
                  </a:lnTo>
                  <a:lnTo>
                    <a:pt x="18247" y="58640"/>
                  </a:lnTo>
                  <a:lnTo>
                    <a:pt x="18248" y="58042"/>
                  </a:lnTo>
                  <a:lnTo>
                    <a:pt x="18248" y="57443"/>
                  </a:lnTo>
                  <a:lnTo>
                    <a:pt x="18248" y="56845"/>
                  </a:lnTo>
                  <a:lnTo>
                    <a:pt x="18248" y="56247"/>
                  </a:lnTo>
                  <a:lnTo>
                    <a:pt x="18248" y="55648"/>
                  </a:lnTo>
                  <a:lnTo>
                    <a:pt x="18248" y="55050"/>
                  </a:lnTo>
                  <a:lnTo>
                    <a:pt x="18248" y="54452"/>
                  </a:lnTo>
                  <a:lnTo>
                    <a:pt x="18247" y="53853"/>
                  </a:lnTo>
                  <a:lnTo>
                    <a:pt x="18246" y="53255"/>
                  </a:lnTo>
                  <a:lnTo>
                    <a:pt x="18246" y="52656"/>
                  </a:lnTo>
                  <a:lnTo>
                    <a:pt x="18245" y="52058"/>
                  </a:lnTo>
                  <a:lnTo>
                    <a:pt x="18244" y="51460"/>
                  </a:lnTo>
                  <a:lnTo>
                    <a:pt x="18242" y="50861"/>
                  </a:lnTo>
                  <a:lnTo>
                    <a:pt x="18241" y="50263"/>
                  </a:lnTo>
                  <a:lnTo>
                    <a:pt x="18239" y="49665"/>
                  </a:lnTo>
                  <a:lnTo>
                    <a:pt x="18237" y="49066"/>
                  </a:lnTo>
                  <a:lnTo>
                    <a:pt x="18235" y="48468"/>
                  </a:lnTo>
                  <a:lnTo>
                    <a:pt x="18232" y="47869"/>
                  </a:lnTo>
                  <a:lnTo>
                    <a:pt x="18230" y="47271"/>
                  </a:lnTo>
                  <a:lnTo>
                    <a:pt x="18227" y="46673"/>
                  </a:lnTo>
                  <a:lnTo>
                    <a:pt x="18224" y="46074"/>
                  </a:lnTo>
                  <a:lnTo>
                    <a:pt x="18221" y="45476"/>
                  </a:lnTo>
                  <a:lnTo>
                    <a:pt x="18217" y="44878"/>
                  </a:lnTo>
                  <a:lnTo>
                    <a:pt x="18214" y="44279"/>
                  </a:lnTo>
                  <a:lnTo>
                    <a:pt x="18210" y="43681"/>
                  </a:lnTo>
                  <a:lnTo>
                    <a:pt x="18206" y="43082"/>
                  </a:lnTo>
                  <a:lnTo>
                    <a:pt x="18203" y="42484"/>
                  </a:lnTo>
                  <a:lnTo>
                    <a:pt x="18199" y="41886"/>
                  </a:lnTo>
                  <a:lnTo>
                    <a:pt x="18195" y="41287"/>
                  </a:lnTo>
                  <a:lnTo>
                    <a:pt x="18192" y="40689"/>
                  </a:lnTo>
                  <a:lnTo>
                    <a:pt x="18189" y="40091"/>
                  </a:lnTo>
                  <a:lnTo>
                    <a:pt x="18186" y="39492"/>
                  </a:lnTo>
                  <a:lnTo>
                    <a:pt x="18183" y="38894"/>
                  </a:lnTo>
                  <a:lnTo>
                    <a:pt x="18181" y="38295"/>
                  </a:lnTo>
                  <a:lnTo>
                    <a:pt x="18179" y="37697"/>
                  </a:lnTo>
                  <a:lnTo>
                    <a:pt x="18178" y="37099"/>
                  </a:lnTo>
                  <a:lnTo>
                    <a:pt x="18177" y="36500"/>
                  </a:lnTo>
                  <a:lnTo>
                    <a:pt x="18177" y="35902"/>
                  </a:lnTo>
                  <a:lnTo>
                    <a:pt x="18177" y="35304"/>
                  </a:lnTo>
                  <a:lnTo>
                    <a:pt x="18178" y="34705"/>
                  </a:lnTo>
                  <a:lnTo>
                    <a:pt x="18179" y="34107"/>
                  </a:lnTo>
                  <a:lnTo>
                    <a:pt x="18181" y="33508"/>
                  </a:lnTo>
                  <a:lnTo>
                    <a:pt x="18183" y="32910"/>
                  </a:lnTo>
                  <a:lnTo>
                    <a:pt x="18185" y="32312"/>
                  </a:lnTo>
                  <a:lnTo>
                    <a:pt x="18188" y="31713"/>
                  </a:lnTo>
                  <a:lnTo>
                    <a:pt x="18191" y="31115"/>
                  </a:lnTo>
                  <a:lnTo>
                    <a:pt x="18194" y="30517"/>
                  </a:lnTo>
                  <a:lnTo>
                    <a:pt x="18198" y="29918"/>
                  </a:lnTo>
                  <a:lnTo>
                    <a:pt x="18201" y="29320"/>
                  </a:lnTo>
                  <a:lnTo>
                    <a:pt x="18205" y="28721"/>
                  </a:lnTo>
                  <a:lnTo>
                    <a:pt x="18209" y="28123"/>
                  </a:lnTo>
                  <a:lnTo>
                    <a:pt x="18212" y="27525"/>
                  </a:lnTo>
                  <a:lnTo>
                    <a:pt x="18216" y="26926"/>
                  </a:lnTo>
                  <a:lnTo>
                    <a:pt x="18219" y="26328"/>
                  </a:lnTo>
                  <a:lnTo>
                    <a:pt x="18223" y="25730"/>
                  </a:lnTo>
                  <a:lnTo>
                    <a:pt x="18226" y="25131"/>
                  </a:lnTo>
                  <a:lnTo>
                    <a:pt x="18228" y="24533"/>
                  </a:lnTo>
                  <a:lnTo>
                    <a:pt x="18231" y="23934"/>
                  </a:lnTo>
                  <a:lnTo>
                    <a:pt x="18233" y="23336"/>
                  </a:lnTo>
                  <a:lnTo>
                    <a:pt x="18235" y="22738"/>
                  </a:lnTo>
                  <a:lnTo>
                    <a:pt x="18237" y="22139"/>
                  </a:lnTo>
                  <a:lnTo>
                    <a:pt x="18238" y="21541"/>
                  </a:lnTo>
                  <a:lnTo>
                    <a:pt x="18239" y="20943"/>
                  </a:lnTo>
                  <a:lnTo>
                    <a:pt x="18239" y="20344"/>
                  </a:lnTo>
                  <a:lnTo>
                    <a:pt x="18240" y="19746"/>
                  </a:lnTo>
                  <a:lnTo>
                    <a:pt x="18239" y="19147"/>
                  </a:lnTo>
                  <a:lnTo>
                    <a:pt x="18239" y="18549"/>
                  </a:lnTo>
                  <a:lnTo>
                    <a:pt x="18238" y="17951"/>
                  </a:lnTo>
                  <a:lnTo>
                    <a:pt x="18237" y="17352"/>
                  </a:lnTo>
                  <a:lnTo>
                    <a:pt x="18235" y="16754"/>
                  </a:lnTo>
                  <a:lnTo>
                    <a:pt x="18233" y="16156"/>
                  </a:lnTo>
                  <a:lnTo>
                    <a:pt x="18230" y="15557"/>
                  </a:lnTo>
                  <a:lnTo>
                    <a:pt x="18227" y="14959"/>
                  </a:lnTo>
                  <a:lnTo>
                    <a:pt x="18224" y="14360"/>
                  </a:lnTo>
                  <a:lnTo>
                    <a:pt x="18220" y="13762"/>
                  </a:lnTo>
                  <a:lnTo>
                    <a:pt x="18216" y="13164"/>
                  </a:lnTo>
                  <a:lnTo>
                    <a:pt x="18211" y="12565"/>
                  </a:lnTo>
                  <a:lnTo>
                    <a:pt x="18205" y="11967"/>
                  </a:lnTo>
                  <a:lnTo>
                    <a:pt x="18199" y="11369"/>
                  </a:lnTo>
                  <a:lnTo>
                    <a:pt x="18193" y="10770"/>
                  </a:lnTo>
                  <a:lnTo>
                    <a:pt x="18186" y="10172"/>
                  </a:lnTo>
                  <a:lnTo>
                    <a:pt x="18180" y="9573"/>
                  </a:lnTo>
                  <a:lnTo>
                    <a:pt x="18172" y="8975"/>
                  </a:lnTo>
                  <a:lnTo>
                    <a:pt x="18165" y="8377"/>
                  </a:lnTo>
                  <a:lnTo>
                    <a:pt x="18158" y="7778"/>
                  </a:lnTo>
                  <a:lnTo>
                    <a:pt x="18151" y="7180"/>
                  </a:lnTo>
                  <a:lnTo>
                    <a:pt x="18144" y="6582"/>
                  </a:lnTo>
                  <a:lnTo>
                    <a:pt x="18137" y="5983"/>
                  </a:lnTo>
                  <a:lnTo>
                    <a:pt x="18130" y="5385"/>
                  </a:lnTo>
                  <a:lnTo>
                    <a:pt x="18124" y="4786"/>
                  </a:lnTo>
                  <a:lnTo>
                    <a:pt x="18119" y="4188"/>
                  </a:lnTo>
                  <a:lnTo>
                    <a:pt x="18114" y="3590"/>
                  </a:lnTo>
                  <a:lnTo>
                    <a:pt x="18111" y="2991"/>
                  </a:lnTo>
                  <a:lnTo>
                    <a:pt x="18107" y="2393"/>
                  </a:lnTo>
                  <a:lnTo>
                    <a:pt x="18105" y="1795"/>
                  </a:lnTo>
                  <a:lnTo>
                    <a:pt x="18104" y="1196"/>
                  </a:lnTo>
                  <a:lnTo>
                    <a:pt x="18104" y="598"/>
                  </a:lnTo>
                  <a:lnTo>
                    <a:pt x="18105" y="0"/>
                  </a:lnTo>
                  <a:lnTo>
                    <a:pt x="18396" y="0"/>
                  </a:lnTo>
                  <a:lnTo>
                    <a:pt x="18397" y="598"/>
                  </a:lnTo>
                  <a:lnTo>
                    <a:pt x="18397" y="1196"/>
                  </a:lnTo>
                  <a:lnTo>
                    <a:pt x="18396" y="1795"/>
                  </a:lnTo>
                  <a:lnTo>
                    <a:pt x="18394" y="2393"/>
                  </a:lnTo>
                  <a:lnTo>
                    <a:pt x="18391" y="2991"/>
                  </a:lnTo>
                  <a:lnTo>
                    <a:pt x="18387" y="3590"/>
                  </a:lnTo>
                  <a:lnTo>
                    <a:pt x="18383" y="4188"/>
                  </a:lnTo>
                  <a:lnTo>
                    <a:pt x="18377" y="4786"/>
                  </a:lnTo>
                  <a:lnTo>
                    <a:pt x="18371" y="5385"/>
                  </a:lnTo>
                  <a:lnTo>
                    <a:pt x="18365" y="5983"/>
                  </a:lnTo>
                  <a:lnTo>
                    <a:pt x="18358" y="6582"/>
                  </a:lnTo>
                  <a:lnTo>
                    <a:pt x="18351" y="7180"/>
                  </a:lnTo>
                  <a:lnTo>
                    <a:pt x="18344" y="7778"/>
                  </a:lnTo>
                  <a:lnTo>
                    <a:pt x="18336" y="8377"/>
                  </a:lnTo>
                  <a:lnTo>
                    <a:pt x="18329" y="8975"/>
                  </a:lnTo>
                  <a:lnTo>
                    <a:pt x="18322" y="9573"/>
                  </a:lnTo>
                  <a:lnTo>
                    <a:pt x="18315" y="10172"/>
                  </a:lnTo>
                  <a:lnTo>
                    <a:pt x="18309" y="10770"/>
                  </a:lnTo>
                  <a:lnTo>
                    <a:pt x="18302" y="11369"/>
                  </a:lnTo>
                  <a:lnTo>
                    <a:pt x="18297" y="11967"/>
                  </a:lnTo>
                  <a:lnTo>
                    <a:pt x="18291" y="12565"/>
                  </a:lnTo>
                  <a:lnTo>
                    <a:pt x="18286" y="13164"/>
                  </a:lnTo>
                  <a:lnTo>
                    <a:pt x="18282" y="13762"/>
                  </a:lnTo>
                  <a:lnTo>
                    <a:pt x="18278" y="14360"/>
                  </a:lnTo>
                  <a:lnTo>
                    <a:pt x="18274" y="14959"/>
                  </a:lnTo>
                  <a:lnTo>
                    <a:pt x="18271" y="15557"/>
                  </a:lnTo>
                  <a:lnTo>
                    <a:pt x="18269" y="16156"/>
                  </a:lnTo>
                  <a:lnTo>
                    <a:pt x="18266" y="16754"/>
                  </a:lnTo>
                  <a:lnTo>
                    <a:pt x="18265" y="17352"/>
                  </a:lnTo>
                  <a:lnTo>
                    <a:pt x="18263" y="17951"/>
                  </a:lnTo>
                  <a:lnTo>
                    <a:pt x="18263" y="18549"/>
                  </a:lnTo>
                  <a:lnTo>
                    <a:pt x="18262" y="19147"/>
                  </a:lnTo>
                  <a:lnTo>
                    <a:pt x="18262" y="19746"/>
                  </a:lnTo>
                  <a:lnTo>
                    <a:pt x="18262" y="20344"/>
                  </a:lnTo>
                  <a:lnTo>
                    <a:pt x="18263" y="20943"/>
                  </a:lnTo>
                  <a:lnTo>
                    <a:pt x="18264" y="21541"/>
                  </a:lnTo>
                  <a:lnTo>
                    <a:pt x="18265" y="22139"/>
                  </a:lnTo>
                  <a:lnTo>
                    <a:pt x="18267" y="22738"/>
                  </a:lnTo>
                  <a:lnTo>
                    <a:pt x="18269" y="23336"/>
                  </a:lnTo>
                  <a:lnTo>
                    <a:pt x="18271" y="23934"/>
                  </a:lnTo>
                  <a:lnTo>
                    <a:pt x="18273" y="24533"/>
                  </a:lnTo>
                  <a:lnTo>
                    <a:pt x="18276" y="25131"/>
                  </a:lnTo>
                  <a:lnTo>
                    <a:pt x="18279" y="25730"/>
                  </a:lnTo>
                  <a:lnTo>
                    <a:pt x="18282" y="26328"/>
                  </a:lnTo>
                  <a:lnTo>
                    <a:pt x="18286" y="26926"/>
                  </a:lnTo>
                  <a:lnTo>
                    <a:pt x="18289" y="27525"/>
                  </a:lnTo>
                  <a:lnTo>
                    <a:pt x="18293" y="28123"/>
                  </a:lnTo>
                  <a:lnTo>
                    <a:pt x="18296" y="28721"/>
                  </a:lnTo>
                  <a:lnTo>
                    <a:pt x="18300" y="29320"/>
                  </a:lnTo>
                  <a:lnTo>
                    <a:pt x="18304" y="29918"/>
                  </a:lnTo>
                  <a:lnTo>
                    <a:pt x="18307" y="30517"/>
                  </a:lnTo>
                  <a:lnTo>
                    <a:pt x="18311" y="31115"/>
                  </a:lnTo>
                  <a:lnTo>
                    <a:pt x="18314" y="31713"/>
                  </a:lnTo>
                  <a:lnTo>
                    <a:pt x="18316" y="32312"/>
                  </a:lnTo>
                  <a:lnTo>
                    <a:pt x="18319" y="32910"/>
                  </a:lnTo>
                  <a:lnTo>
                    <a:pt x="18321" y="33508"/>
                  </a:lnTo>
                  <a:lnTo>
                    <a:pt x="18323" y="34107"/>
                  </a:lnTo>
                  <a:lnTo>
                    <a:pt x="18324" y="34705"/>
                  </a:lnTo>
                  <a:lnTo>
                    <a:pt x="18324" y="35304"/>
                  </a:lnTo>
                  <a:lnTo>
                    <a:pt x="18325" y="35902"/>
                  </a:lnTo>
                  <a:lnTo>
                    <a:pt x="18324" y="36500"/>
                  </a:lnTo>
                  <a:lnTo>
                    <a:pt x="18323" y="37099"/>
                  </a:lnTo>
                  <a:lnTo>
                    <a:pt x="18322" y="37697"/>
                  </a:lnTo>
                  <a:lnTo>
                    <a:pt x="18320" y="38295"/>
                  </a:lnTo>
                  <a:lnTo>
                    <a:pt x="18318" y="38894"/>
                  </a:lnTo>
                  <a:lnTo>
                    <a:pt x="18316" y="39492"/>
                  </a:lnTo>
                  <a:lnTo>
                    <a:pt x="18313" y="40091"/>
                  </a:lnTo>
                  <a:lnTo>
                    <a:pt x="18310" y="40689"/>
                  </a:lnTo>
                  <a:lnTo>
                    <a:pt x="18306" y="41287"/>
                  </a:lnTo>
                  <a:lnTo>
                    <a:pt x="18303" y="41886"/>
                  </a:lnTo>
                  <a:lnTo>
                    <a:pt x="18299" y="42484"/>
                  </a:lnTo>
                  <a:lnTo>
                    <a:pt x="18295" y="43082"/>
                  </a:lnTo>
                  <a:lnTo>
                    <a:pt x="18292" y="43681"/>
                  </a:lnTo>
                  <a:lnTo>
                    <a:pt x="18288" y="44279"/>
                  </a:lnTo>
                  <a:lnTo>
                    <a:pt x="18284" y="44878"/>
                  </a:lnTo>
                  <a:lnTo>
                    <a:pt x="18281" y="45476"/>
                  </a:lnTo>
                  <a:lnTo>
                    <a:pt x="18278" y="46074"/>
                  </a:lnTo>
                  <a:lnTo>
                    <a:pt x="18275" y="46673"/>
                  </a:lnTo>
                  <a:lnTo>
                    <a:pt x="18272" y="47271"/>
                  </a:lnTo>
                  <a:lnTo>
                    <a:pt x="18269" y="47869"/>
                  </a:lnTo>
                  <a:lnTo>
                    <a:pt x="18267" y="48468"/>
                  </a:lnTo>
                  <a:lnTo>
                    <a:pt x="18265" y="49066"/>
                  </a:lnTo>
                  <a:lnTo>
                    <a:pt x="18263" y="49665"/>
                  </a:lnTo>
                  <a:lnTo>
                    <a:pt x="18261" y="50263"/>
                  </a:lnTo>
                  <a:lnTo>
                    <a:pt x="18259" y="50861"/>
                  </a:lnTo>
                  <a:lnTo>
                    <a:pt x="18258" y="51460"/>
                  </a:lnTo>
                  <a:lnTo>
                    <a:pt x="18257" y="52058"/>
                  </a:lnTo>
                  <a:lnTo>
                    <a:pt x="18256" y="52656"/>
                  </a:lnTo>
                  <a:lnTo>
                    <a:pt x="18255" y="53255"/>
                  </a:lnTo>
                  <a:lnTo>
                    <a:pt x="18255" y="53853"/>
                  </a:lnTo>
                  <a:lnTo>
                    <a:pt x="18254" y="54452"/>
                  </a:lnTo>
                  <a:lnTo>
                    <a:pt x="18254" y="55050"/>
                  </a:lnTo>
                  <a:lnTo>
                    <a:pt x="18253" y="55648"/>
                  </a:lnTo>
                  <a:lnTo>
                    <a:pt x="18253" y="56247"/>
                  </a:lnTo>
                  <a:lnTo>
                    <a:pt x="18253" y="56845"/>
                  </a:lnTo>
                  <a:lnTo>
                    <a:pt x="18254" y="57443"/>
                  </a:lnTo>
                  <a:lnTo>
                    <a:pt x="18254" y="58042"/>
                  </a:lnTo>
                  <a:lnTo>
                    <a:pt x="18254" y="58640"/>
                  </a:lnTo>
                  <a:lnTo>
                    <a:pt x="18255" y="59239"/>
                  </a:lnTo>
                  <a:lnTo>
                    <a:pt x="18256" y="59837"/>
                  </a:lnTo>
                  <a:lnTo>
                    <a:pt x="18256" y="60435"/>
                  </a:lnTo>
                  <a:lnTo>
                    <a:pt x="18257" y="61034"/>
                  </a:lnTo>
                  <a:lnTo>
                    <a:pt x="18259" y="61632"/>
                  </a:lnTo>
                  <a:lnTo>
                    <a:pt x="18260" y="62230"/>
                  </a:lnTo>
                  <a:lnTo>
                    <a:pt x="18262" y="62829"/>
                  </a:lnTo>
                  <a:lnTo>
                    <a:pt x="18264" y="63427"/>
                  </a:lnTo>
                  <a:lnTo>
                    <a:pt x="18266" y="64026"/>
                  </a:lnTo>
                  <a:lnTo>
                    <a:pt x="18268" y="64624"/>
                  </a:lnTo>
                  <a:lnTo>
                    <a:pt x="18270" y="65222"/>
                  </a:lnTo>
                  <a:lnTo>
                    <a:pt x="18273" y="65821"/>
                  </a:lnTo>
                  <a:lnTo>
                    <a:pt x="18276" y="66419"/>
                  </a:lnTo>
                  <a:lnTo>
                    <a:pt x="18279" y="67017"/>
                  </a:lnTo>
                  <a:lnTo>
                    <a:pt x="18283" y="67616"/>
                  </a:lnTo>
                  <a:lnTo>
                    <a:pt x="18286" y="68214"/>
                  </a:lnTo>
                  <a:lnTo>
                    <a:pt x="18290" y="68813"/>
                  </a:lnTo>
                  <a:lnTo>
                    <a:pt x="18293" y="69411"/>
                  </a:lnTo>
                  <a:lnTo>
                    <a:pt x="18297" y="70009"/>
                  </a:lnTo>
                  <a:lnTo>
                    <a:pt x="18301" y="70608"/>
                  </a:lnTo>
                  <a:lnTo>
                    <a:pt x="18304" y="71206"/>
                  </a:lnTo>
                  <a:lnTo>
                    <a:pt x="18308" y="71804"/>
                  </a:lnTo>
                  <a:lnTo>
                    <a:pt x="18311" y="72403"/>
                  </a:lnTo>
                  <a:lnTo>
                    <a:pt x="18314" y="73001"/>
                  </a:lnTo>
                  <a:lnTo>
                    <a:pt x="18317" y="73600"/>
                  </a:lnTo>
                  <a:lnTo>
                    <a:pt x="18319" y="74198"/>
                  </a:lnTo>
                  <a:lnTo>
                    <a:pt x="18321" y="74796"/>
                  </a:lnTo>
                  <a:lnTo>
                    <a:pt x="18323" y="75395"/>
                  </a:lnTo>
                  <a:lnTo>
                    <a:pt x="18324" y="75993"/>
                  </a:lnTo>
                  <a:lnTo>
                    <a:pt x="18325" y="76591"/>
                  </a:lnTo>
                  <a:lnTo>
                    <a:pt x="18325" y="77190"/>
                  </a:lnTo>
                  <a:lnTo>
                    <a:pt x="18325" y="77788"/>
                  </a:lnTo>
                  <a:lnTo>
                    <a:pt x="18324" y="78387"/>
                  </a:lnTo>
                  <a:lnTo>
                    <a:pt x="18323" y="78985"/>
                  </a:lnTo>
                  <a:lnTo>
                    <a:pt x="18321" y="79583"/>
                  </a:lnTo>
                  <a:lnTo>
                    <a:pt x="18319" y="80182"/>
                  </a:lnTo>
                  <a:lnTo>
                    <a:pt x="18317" y="80780"/>
                  </a:lnTo>
                  <a:lnTo>
                    <a:pt x="18314" y="81378"/>
                  </a:lnTo>
                  <a:lnTo>
                    <a:pt x="18312" y="81977"/>
                  </a:lnTo>
                  <a:lnTo>
                    <a:pt x="18309" y="82575"/>
                  </a:lnTo>
                  <a:lnTo>
                    <a:pt x="18306" y="83174"/>
                  </a:lnTo>
                  <a:lnTo>
                    <a:pt x="18303" y="83772"/>
                  </a:lnTo>
                  <a:lnTo>
                    <a:pt x="18301" y="84370"/>
                  </a:lnTo>
                  <a:lnTo>
                    <a:pt x="18299" y="84969"/>
                  </a:lnTo>
                  <a:lnTo>
                    <a:pt x="18296" y="85567"/>
                  </a:lnTo>
                  <a:lnTo>
                    <a:pt x="18295" y="86165"/>
                  </a:lnTo>
                  <a:lnTo>
                    <a:pt x="18293" y="86764"/>
                  </a:lnTo>
                  <a:lnTo>
                    <a:pt x="18293" y="87362"/>
                  </a:lnTo>
                  <a:lnTo>
                    <a:pt x="18292" y="87961"/>
                  </a:lnTo>
                  <a:lnTo>
                    <a:pt x="18293" y="88559"/>
                  </a:lnTo>
                  <a:lnTo>
                    <a:pt x="18293" y="89157"/>
                  </a:lnTo>
                  <a:lnTo>
                    <a:pt x="18295" y="89756"/>
                  </a:lnTo>
                  <a:lnTo>
                    <a:pt x="18297" y="90354"/>
                  </a:lnTo>
                  <a:lnTo>
                    <a:pt x="18300" y="90952"/>
                  </a:lnTo>
                  <a:lnTo>
                    <a:pt x="18303" y="91551"/>
                  </a:lnTo>
                  <a:lnTo>
                    <a:pt x="18307" y="92149"/>
                  </a:lnTo>
                  <a:lnTo>
                    <a:pt x="18312" y="92748"/>
                  </a:lnTo>
                  <a:lnTo>
                    <a:pt x="18317" y="93346"/>
                  </a:lnTo>
                  <a:lnTo>
                    <a:pt x="18323" y="93944"/>
                  </a:lnTo>
                  <a:lnTo>
                    <a:pt x="18330" y="94543"/>
                  </a:lnTo>
                  <a:lnTo>
                    <a:pt x="18336" y="95141"/>
                  </a:lnTo>
                  <a:lnTo>
                    <a:pt x="18344" y="95739"/>
                  </a:lnTo>
                  <a:lnTo>
                    <a:pt x="18351" y="96338"/>
                  </a:lnTo>
                  <a:lnTo>
                    <a:pt x="18359" y="96936"/>
                  </a:lnTo>
                  <a:lnTo>
                    <a:pt x="18367" y="97535"/>
                  </a:lnTo>
                  <a:lnTo>
                    <a:pt x="18375" y="98133"/>
                  </a:lnTo>
                  <a:lnTo>
                    <a:pt x="18383" y="98731"/>
                  </a:lnTo>
                  <a:lnTo>
                    <a:pt x="18391" y="99330"/>
                  </a:lnTo>
                  <a:lnTo>
                    <a:pt x="18399" y="99928"/>
                  </a:lnTo>
                  <a:lnTo>
                    <a:pt x="18406" y="100526"/>
                  </a:lnTo>
                  <a:lnTo>
                    <a:pt x="18413" y="101125"/>
                  </a:lnTo>
                  <a:lnTo>
                    <a:pt x="18420" y="101723"/>
                  </a:lnTo>
                  <a:lnTo>
                    <a:pt x="18426" y="102322"/>
                  </a:lnTo>
                  <a:lnTo>
                    <a:pt x="18432" y="102920"/>
                  </a:lnTo>
                  <a:lnTo>
                    <a:pt x="18437" y="103518"/>
                  </a:lnTo>
                  <a:lnTo>
                    <a:pt x="18442" y="104117"/>
                  </a:lnTo>
                  <a:lnTo>
                    <a:pt x="18445" y="104715"/>
                  </a:lnTo>
                  <a:lnTo>
                    <a:pt x="18448" y="105313"/>
                  </a:lnTo>
                  <a:lnTo>
                    <a:pt x="18450" y="105912"/>
                  </a:lnTo>
                  <a:lnTo>
                    <a:pt x="18452" y="106510"/>
                  </a:lnTo>
                  <a:lnTo>
                    <a:pt x="18453" y="107109"/>
                  </a:lnTo>
                  <a:lnTo>
                    <a:pt x="18453" y="107707"/>
                  </a:lnTo>
                  <a:lnTo>
                    <a:pt x="18452" y="108305"/>
                  </a:lnTo>
                  <a:lnTo>
                    <a:pt x="18451" y="108904"/>
                  </a:lnTo>
                  <a:lnTo>
                    <a:pt x="18450" y="109502"/>
                  </a:lnTo>
                  <a:lnTo>
                    <a:pt x="18448" y="110100"/>
                  </a:lnTo>
                  <a:lnTo>
                    <a:pt x="18446" y="110699"/>
                  </a:lnTo>
                  <a:lnTo>
                    <a:pt x="18444" y="111297"/>
                  </a:lnTo>
                  <a:lnTo>
                    <a:pt x="18442" y="111896"/>
                  </a:lnTo>
                  <a:lnTo>
                    <a:pt x="18439" y="112494"/>
                  </a:lnTo>
                  <a:lnTo>
                    <a:pt x="18437" y="113092"/>
                  </a:lnTo>
                  <a:lnTo>
                    <a:pt x="18435" y="113691"/>
                  </a:lnTo>
                  <a:lnTo>
                    <a:pt x="18434" y="114289"/>
                  </a:lnTo>
                  <a:lnTo>
                    <a:pt x="18433" y="114887"/>
                  </a:lnTo>
                  <a:lnTo>
                    <a:pt x="18432" y="115486"/>
                  </a:lnTo>
                  <a:lnTo>
                    <a:pt x="18432" y="116084"/>
                  </a:lnTo>
                  <a:lnTo>
                    <a:pt x="18432" y="116683"/>
                  </a:lnTo>
                  <a:lnTo>
                    <a:pt x="18433" y="117281"/>
                  </a:lnTo>
                  <a:lnTo>
                    <a:pt x="18435" y="117879"/>
                  </a:lnTo>
                  <a:lnTo>
                    <a:pt x="18437" y="118478"/>
                  </a:lnTo>
                  <a:lnTo>
                    <a:pt x="18439" y="119076"/>
                  </a:lnTo>
                  <a:lnTo>
                    <a:pt x="18443" y="119674"/>
                  </a:lnTo>
                  <a:lnTo>
                    <a:pt x="18446" y="120273"/>
                  </a:lnTo>
                  <a:lnTo>
                    <a:pt x="18450" y="120871"/>
                  </a:lnTo>
                  <a:lnTo>
                    <a:pt x="18455" y="121470"/>
                  </a:lnTo>
                  <a:lnTo>
                    <a:pt x="18460" y="122068"/>
                  </a:lnTo>
                  <a:lnTo>
                    <a:pt x="18465" y="122666"/>
                  </a:lnTo>
                  <a:lnTo>
                    <a:pt x="18471" y="123265"/>
                  </a:lnTo>
                  <a:lnTo>
                    <a:pt x="18477" y="123863"/>
                  </a:lnTo>
                  <a:lnTo>
                    <a:pt x="18484" y="124461"/>
                  </a:lnTo>
                  <a:lnTo>
                    <a:pt x="18491" y="125060"/>
                  </a:lnTo>
                  <a:lnTo>
                    <a:pt x="18498" y="125658"/>
                  </a:lnTo>
                  <a:lnTo>
                    <a:pt x="18506" y="126257"/>
                  </a:lnTo>
                  <a:lnTo>
                    <a:pt x="18515" y="126855"/>
                  </a:lnTo>
                  <a:lnTo>
                    <a:pt x="18524" y="127453"/>
                  </a:lnTo>
                  <a:lnTo>
                    <a:pt x="18533" y="128052"/>
                  </a:lnTo>
                  <a:lnTo>
                    <a:pt x="18544" y="128650"/>
                  </a:lnTo>
                  <a:lnTo>
                    <a:pt x="18554" y="129248"/>
                  </a:lnTo>
                  <a:lnTo>
                    <a:pt x="18566" y="129847"/>
                  </a:lnTo>
                  <a:lnTo>
                    <a:pt x="18578" y="130445"/>
                  </a:lnTo>
                  <a:lnTo>
                    <a:pt x="18590" y="131044"/>
                  </a:lnTo>
                  <a:lnTo>
                    <a:pt x="18603" y="131642"/>
                  </a:lnTo>
                  <a:lnTo>
                    <a:pt x="18616" y="132240"/>
                  </a:lnTo>
                  <a:lnTo>
                    <a:pt x="18629" y="132839"/>
                  </a:lnTo>
                  <a:lnTo>
                    <a:pt x="18642" y="133437"/>
                  </a:lnTo>
                  <a:lnTo>
                    <a:pt x="18656" y="134035"/>
                  </a:lnTo>
                  <a:lnTo>
                    <a:pt x="18668" y="134634"/>
                  </a:lnTo>
                  <a:lnTo>
                    <a:pt x="18680" y="135232"/>
                  </a:lnTo>
                  <a:lnTo>
                    <a:pt x="18692" y="135831"/>
                  </a:lnTo>
                  <a:lnTo>
                    <a:pt x="18703" y="136429"/>
                  </a:lnTo>
                  <a:lnTo>
                    <a:pt x="18712" y="137027"/>
                  </a:lnTo>
                  <a:lnTo>
                    <a:pt x="18721" y="137626"/>
                  </a:lnTo>
                  <a:lnTo>
                    <a:pt x="18727" y="138224"/>
                  </a:lnTo>
                  <a:lnTo>
                    <a:pt x="18733" y="138822"/>
                  </a:lnTo>
                  <a:lnTo>
                    <a:pt x="18736" y="139421"/>
                  </a:lnTo>
                  <a:lnTo>
                    <a:pt x="18739" y="140019"/>
                  </a:lnTo>
                  <a:lnTo>
                    <a:pt x="18739" y="140618"/>
                  </a:lnTo>
                  <a:lnTo>
                    <a:pt x="18738" y="141216"/>
                  </a:lnTo>
                  <a:lnTo>
                    <a:pt x="18735" y="141814"/>
                  </a:lnTo>
                  <a:lnTo>
                    <a:pt x="18731" y="142413"/>
                  </a:lnTo>
                  <a:lnTo>
                    <a:pt x="18725" y="143011"/>
                  </a:lnTo>
                  <a:lnTo>
                    <a:pt x="18718" y="143609"/>
                  </a:lnTo>
                  <a:lnTo>
                    <a:pt x="18710" y="144208"/>
                  </a:lnTo>
                  <a:lnTo>
                    <a:pt x="18701" y="144806"/>
                  </a:lnTo>
                  <a:lnTo>
                    <a:pt x="18691" y="145405"/>
                  </a:lnTo>
                  <a:lnTo>
                    <a:pt x="18681" y="146003"/>
                  </a:lnTo>
                  <a:lnTo>
                    <a:pt x="18671" y="146601"/>
                  </a:lnTo>
                  <a:lnTo>
                    <a:pt x="18661" y="147200"/>
                  </a:lnTo>
                  <a:lnTo>
                    <a:pt x="18651" y="147798"/>
                  </a:lnTo>
                  <a:lnTo>
                    <a:pt x="18641" y="148396"/>
                  </a:lnTo>
                  <a:lnTo>
                    <a:pt x="18633" y="148995"/>
                  </a:lnTo>
                  <a:lnTo>
                    <a:pt x="18625" y="149593"/>
                  </a:lnTo>
                  <a:lnTo>
                    <a:pt x="18618" y="150192"/>
                  </a:lnTo>
                  <a:lnTo>
                    <a:pt x="18613" y="150790"/>
                  </a:lnTo>
                  <a:lnTo>
                    <a:pt x="18609" y="151388"/>
                  </a:lnTo>
                  <a:lnTo>
                    <a:pt x="18606" y="151987"/>
                  </a:lnTo>
                  <a:lnTo>
                    <a:pt x="18605" y="152585"/>
                  </a:lnTo>
                  <a:lnTo>
                    <a:pt x="18606" y="153183"/>
                  </a:lnTo>
                  <a:lnTo>
                    <a:pt x="18608" y="153782"/>
                  </a:lnTo>
                  <a:lnTo>
                    <a:pt x="18613" y="154380"/>
                  </a:lnTo>
                  <a:lnTo>
                    <a:pt x="18619" y="154979"/>
                  </a:lnTo>
                  <a:lnTo>
                    <a:pt x="18627" y="155577"/>
                  </a:lnTo>
                  <a:lnTo>
                    <a:pt x="18637" y="156175"/>
                  </a:lnTo>
                  <a:lnTo>
                    <a:pt x="18649" y="156774"/>
                  </a:lnTo>
                  <a:lnTo>
                    <a:pt x="18663" y="157372"/>
                  </a:lnTo>
                  <a:lnTo>
                    <a:pt x="18679" y="157970"/>
                  </a:lnTo>
                  <a:lnTo>
                    <a:pt x="18697" y="158569"/>
                  </a:lnTo>
                  <a:lnTo>
                    <a:pt x="18717" y="159167"/>
                  </a:lnTo>
                  <a:lnTo>
                    <a:pt x="18739" y="159766"/>
                  </a:lnTo>
                  <a:lnTo>
                    <a:pt x="18762" y="160364"/>
                  </a:lnTo>
                  <a:lnTo>
                    <a:pt x="18788" y="160962"/>
                  </a:lnTo>
                  <a:lnTo>
                    <a:pt x="18815" y="161561"/>
                  </a:lnTo>
                  <a:lnTo>
                    <a:pt x="18844" y="162159"/>
                  </a:lnTo>
                  <a:lnTo>
                    <a:pt x="18874" y="162757"/>
                  </a:lnTo>
                  <a:lnTo>
                    <a:pt x="18906" y="163356"/>
                  </a:lnTo>
                  <a:lnTo>
                    <a:pt x="18939" y="163954"/>
                  </a:lnTo>
                  <a:lnTo>
                    <a:pt x="18974" y="164553"/>
                  </a:lnTo>
                  <a:lnTo>
                    <a:pt x="19009" y="165151"/>
                  </a:lnTo>
                  <a:lnTo>
                    <a:pt x="19046" y="165749"/>
                  </a:lnTo>
                  <a:lnTo>
                    <a:pt x="19084" y="166348"/>
                  </a:lnTo>
                  <a:lnTo>
                    <a:pt x="19123" y="166946"/>
                  </a:lnTo>
                  <a:lnTo>
                    <a:pt x="19163" y="167544"/>
                  </a:lnTo>
                  <a:lnTo>
                    <a:pt x="19203" y="168143"/>
                  </a:lnTo>
                  <a:lnTo>
                    <a:pt x="19245" y="168741"/>
                  </a:lnTo>
                  <a:lnTo>
                    <a:pt x="19287" y="169340"/>
                  </a:lnTo>
                  <a:lnTo>
                    <a:pt x="19330" y="169938"/>
                  </a:lnTo>
                  <a:lnTo>
                    <a:pt x="19373" y="170536"/>
                  </a:lnTo>
                  <a:lnTo>
                    <a:pt x="19418" y="171135"/>
                  </a:lnTo>
                  <a:lnTo>
                    <a:pt x="19463" y="171733"/>
                  </a:lnTo>
                  <a:lnTo>
                    <a:pt x="19509" y="172331"/>
                  </a:lnTo>
                  <a:lnTo>
                    <a:pt x="19556" y="172930"/>
                  </a:lnTo>
                  <a:lnTo>
                    <a:pt x="19605" y="173528"/>
                  </a:lnTo>
                  <a:lnTo>
                    <a:pt x="19654" y="174127"/>
                  </a:lnTo>
                  <a:lnTo>
                    <a:pt x="19705" y="174725"/>
                  </a:lnTo>
                  <a:lnTo>
                    <a:pt x="19757" y="175323"/>
                  </a:lnTo>
                  <a:lnTo>
                    <a:pt x="19811" y="175922"/>
                  </a:lnTo>
                  <a:lnTo>
                    <a:pt x="19867" y="176520"/>
                  </a:lnTo>
                  <a:lnTo>
                    <a:pt x="19925" y="177118"/>
                  </a:lnTo>
                  <a:lnTo>
                    <a:pt x="19985" y="177717"/>
                  </a:lnTo>
                  <a:lnTo>
                    <a:pt x="20047" y="178315"/>
                  </a:lnTo>
                  <a:lnTo>
                    <a:pt x="20111" y="178914"/>
                  </a:lnTo>
                  <a:lnTo>
                    <a:pt x="20177" y="179512"/>
                  </a:lnTo>
                  <a:lnTo>
                    <a:pt x="20246" y="180110"/>
                  </a:lnTo>
                  <a:lnTo>
                    <a:pt x="20317" y="180709"/>
                  </a:lnTo>
                  <a:lnTo>
                    <a:pt x="20390" y="181307"/>
                  </a:lnTo>
                  <a:lnTo>
                    <a:pt x="20465" y="181905"/>
                  </a:lnTo>
                  <a:lnTo>
                    <a:pt x="20543" y="182504"/>
                  </a:lnTo>
                  <a:lnTo>
                    <a:pt x="20622" y="183102"/>
                  </a:lnTo>
                  <a:lnTo>
                    <a:pt x="20704" y="183700"/>
                  </a:lnTo>
                  <a:lnTo>
                    <a:pt x="20787" y="184299"/>
                  </a:lnTo>
                  <a:lnTo>
                    <a:pt x="20871" y="184897"/>
                  </a:lnTo>
                  <a:lnTo>
                    <a:pt x="20957" y="185496"/>
                  </a:lnTo>
                  <a:lnTo>
                    <a:pt x="21043" y="186094"/>
                  </a:lnTo>
                  <a:lnTo>
                    <a:pt x="21130" y="186692"/>
                  </a:lnTo>
                  <a:lnTo>
                    <a:pt x="21218" y="187291"/>
                  </a:lnTo>
                  <a:lnTo>
                    <a:pt x="21305" y="187889"/>
                  </a:lnTo>
                  <a:lnTo>
                    <a:pt x="21393" y="188487"/>
                  </a:lnTo>
                  <a:lnTo>
                    <a:pt x="21480" y="189086"/>
                  </a:lnTo>
                  <a:lnTo>
                    <a:pt x="21566" y="189684"/>
                  </a:lnTo>
                  <a:lnTo>
                    <a:pt x="21652" y="190283"/>
                  </a:lnTo>
                  <a:lnTo>
                    <a:pt x="21736" y="190881"/>
                  </a:lnTo>
                  <a:lnTo>
                    <a:pt x="21820" y="191479"/>
                  </a:lnTo>
                  <a:lnTo>
                    <a:pt x="21902" y="192078"/>
                  </a:lnTo>
                  <a:lnTo>
                    <a:pt x="21984" y="192676"/>
                  </a:lnTo>
                  <a:lnTo>
                    <a:pt x="22064" y="193274"/>
                  </a:lnTo>
                  <a:lnTo>
                    <a:pt x="22144" y="193873"/>
                  </a:lnTo>
                  <a:lnTo>
                    <a:pt x="22223" y="194471"/>
                  </a:lnTo>
                  <a:lnTo>
                    <a:pt x="22301" y="195070"/>
                  </a:lnTo>
                  <a:lnTo>
                    <a:pt x="22379" y="195668"/>
                  </a:lnTo>
                  <a:lnTo>
                    <a:pt x="22457" y="196266"/>
                  </a:lnTo>
                  <a:lnTo>
                    <a:pt x="22535" y="196865"/>
                  </a:lnTo>
                  <a:lnTo>
                    <a:pt x="22613" y="197463"/>
                  </a:lnTo>
                  <a:lnTo>
                    <a:pt x="22691" y="198061"/>
                  </a:lnTo>
                  <a:lnTo>
                    <a:pt x="22770" y="198660"/>
                  </a:lnTo>
                  <a:lnTo>
                    <a:pt x="22849" y="199258"/>
                  </a:lnTo>
                  <a:lnTo>
                    <a:pt x="22928" y="199857"/>
                  </a:lnTo>
                  <a:lnTo>
                    <a:pt x="23008" y="200455"/>
                  </a:lnTo>
                  <a:lnTo>
                    <a:pt x="23088" y="201053"/>
                  </a:lnTo>
                  <a:lnTo>
                    <a:pt x="23168" y="201652"/>
                  </a:lnTo>
                  <a:lnTo>
                    <a:pt x="23247" y="202250"/>
                  </a:lnTo>
                  <a:lnTo>
                    <a:pt x="23326" y="202848"/>
                  </a:lnTo>
                  <a:lnTo>
                    <a:pt x="23404" y="203447"/>
                  </a:lnTo>
                  <a:lnTo>
                    <a:pt x="23480" y="204045"/>
                  </a:lnTo>
                  <a:lnTo>
                    <a:pt x="23555" y="204644"/>
                  </a:lnTo>
                  <a:lnTo>
                    <a:pt x="23628" y="205242"/>
                  </a:lnTo>
                  <a:lnTo>
                    <a:pt x="23698" y="205840"/>
                  </a:lnTo>
                  <a:lnTo>
                    <a:pt x="23764" y="206439"/>
                  </a:lnTo>
                  <a:lnTo>
                    <a:pt x="23827" y="207037"/>
                  </a:lnTo>
                  <a:lnTo>
                    <a:pt x="23886" y="207635"/>
                  </a:lnTo>
                  <a:lnTo>
                    <a:pt x="23941" y="208234"/>
                  </a:lnTo>
                  <a:lnTo>
                    <a:pt x="23992" y="208832"/>
                  </a:lnTo>
                  <a:lnTo>
                    <a:pt x="24039" y="209431"/>
                  </a:lnTo>
                  <a:lnTo>
                    <a:pt x="24081" y="210029"/>
                  </a:lnTo>
                  <a:lnTo>
                    <a:pt x="24118" y="210627"/>
                  </a:lnTo>
                  <a:lnTo>
                    <a:pt x="24152" y="211226"/>
                  </a:lnTo>
                  <a:lnTo>
                    <a:pt x="24181" y="211824"/>
                  </a:lnTo>
                  <a:lnTo>
                    <a:pt x="24208" y="212422"/>
                  </a:lnTo>
                  <a:lnTo>
                    <a:pt x="24231" y="213021"/>
                  </a:lnTo>
                  <a:lnTo>
                    <a:pt x="24252" y="213619"/>
                  </a:lnTo>
                  <a:lnTo>
                    <a:pt x="24272" y="214218"/>
                  </a:lnTo>
                  <a:lnTo>
                    <a:pt x="24291" y="214816"/>
                  </a:lnTo>
                  <a:lnTo>
                    <a:pt x="24311" y="215414"/>
                  </a:lnTo>
                  <a:lnTo>
                    <a:pt x="24332" y="216013"/>
                  </a:lnTo>
                  <a:lnTo>
                    <a:pt x="24357" y="216611"/>
                  </a:lnTo>
                  <a:lnTo>
                    <a:pt x="24386" y="217209"/>
                  </a:lnTo>
                  <a:lnTo>
                    <a:pt x="24421" y="217808"/>
                  </a:lnTo>
                  <a:lnTo>
                    <a:pt x="24464" y="218406"/>
                  </a:lnTo>
                  <a:lnTo>
                    <a:pt x="24515" y="219005"/>
                  </a:lnTo>
                  <a:lnTo>
                    <a:pt x="24577" y="219603"/>
                  </a:lnTo>
                  <a:lnTo>
                    <a:pt x="24650" y="220201"/>
                  </a:lnTo>
                  <a:lnTo>
                    <a:pt x="24736" y="220800"/>
                  </a:lnTo>
                  <a:lnTo>
                    <a:pt x="24840" y="221398"/>
                  </a:lnTo>
                  <a:lnTo>
                    <a:pt x="24959" y="221996"/>
                  </a:lnTo>
                  <a:lnTo>
                    <a:pt x="25095" y="222595"/>
                  </a:lnTo>
                  <a:lnTo>
                    <a:pt x="25249" y="223193"/>
                  </a:lnTo>
                  <a:lnTo>
                    <a:pt x="25420" y="223792"/>
                  </a:lnTo>
                  <a:lnTo>
                    <a:pt x="25609" y="224390"/>
                  </a:lnTo>
                  <a:lnTo>
                    <a:pt x="25820" y="224988"/>
                  </a:lnTo>
                  <a:lnTo>
                    <a:pt x="26048" y="225587"/>
                  </a:lnTo>
                  <a:lnTo>
                    <a:pt x="26294" y="226185"/>
                  </a:lnTo>
                  <a:lnTo>
                    <a:pt x="26554" y="226783"/>
                  </a:lnTo>
                  <a:lnTo>
                    <a:pt x="26829" y="227382"/>
                  </a:lnTo>
                  <a:lnTo>
                    <a:pt x="27115" y="227980"/>
                  </a:lnTo>
                  <a:lnTo>
                    <a:pt x="27413" y="228579"/>
                  </a:lnTo>
                  <a:lnTo>
                    <a:pt x="27718" y="229177"/>
                  </a:lnTo>
                  <a:lnTo>
                    <a:pt x="28027" y="229775"/>
                  </a:lnTo>
                  <a:lnTo>
                    <a:pt x="28337" y="230374"/>
                  </a:lnTo>
                  <a:lnTo>
                    <a:pt x="28645" y="230972"/>
                  </a:lnTo>
                  <a:lnTo>
                    <a:pt x="28948" y="231570"/>
                  </a:lnTo>
                  <a:lnTo>
                    <a:pt x="29243" y="232169"/>
                  </a:lnTo>
                  <a:lnTo>
                    <a:pt x="29525" y="232767"/>
                  </a:lnTo>
                  <a:lnTo>
                    <a:pt x="29791" y="233366"/>
                  </a:lnTo>
                  <a:lnTo>
                    <a:pt x="30041" y="233964"/>
                  </a:lnTo>
                  <a:lnTo>
                    <a:pt x="30273" y="234562"/>
                  </a:lnTo>
                  <a:lnTo>
                    <a:pt x="30367" y="234829"/>
                  </a:lnTo>
                  <a:lnTo>
                    <a:pt x="30483" y="235161"/>
                  </a:lnTo>
                  <a:lnTo>
                    <a:pt x="30672" y="235759"/>
                  </a:lnTo>
                  <a:lnTo>
                    <a:pt x="30832" y="236357"/>
                  </a:lnTo>
                  <a:lnTo>
                    <a:pt x="30969" y="236956"/>
                  </a:lnTo>
                  <a:lnTo>
                    <a:pt x="31082" y="237554"/>
                  </a:lnTo>
                  <a:lnTo>
                    <a:pt x="31173" y="238153"/>
                  </a:lnTo>
                  <a:lnTo>
                    <a:pt x="31241" y="238751"/>
                  </a:lnTo>
                  <a:lnTo>
                    <a:pt x="31288" y="239349"/>
                  </a:lnTo>
                  <a:lnTo>
                    <a:pt x="31313" y="239948"/>
                  </a:lnTo>
                  <a:lnTo>
                    <a:pt x="31320" y="240546"/>
                  </a:lnTo>
                  <a:lnTo>
                    <a:pt x="31313" y="241144"/>
                  </a:lnTo>
                  <a:lnTo>
                    <a:pt x="31294" y="241743"/>
                  </a:lnTo>
                  <a:lnTo>
                    <a:pt x="31265" y="242341"/>
                  </a:lnTo>
                  <a:lnTo>
                    <a:pt x="31229" y="242940"/>
                  </a:lnTo>
                  <a:lnTo>
                    <a:pt x="31188" y="243538"/>
                  </a:lnTo>
                  <a:lnTo>
                    <a:pt x="31145" y="244136"/>
                  </a:lnTo>
                  <a:lnTo>
                    <a:pt x="31104" y="244735"/>
                  </a:lnTo>
                  <a:lnTo>
                    <a:pt x="31066" y="245333"/>
                  </a:lnTo>
                  <a:lnTo>
                    <a:pt x="31034" y="245931"/>
                  </a:lnTo>
                  <a:lnTo>
                    <a:pt x="31010" y="246530"/>
                  </a:lnTo>
                  <a:lnTo>
                    <a:pt x="30995" y="247128"/>
                  </a:lnTo>
                  <a:lnTo>
                    <a:pt x="30994" y="247727"/>
                  </a:lnTo>
                  <a:lnTo>
                    <a:pt x="31007" y="248325"/>
                  </a:lnTo>
                  <a:lnTo>
                    <a:pt x="31034" y="248923"/>
                  </a:lnTo>
                  <a:lnTo>
                    <a:pt x="31077" y="249522"/>
                  </a:lnTo>
                  <a:lnTo>
                    <a:pt x="31135" y="250120"/>
                  </a:lnTo>
                  <a:lnTo>
                    <a:pt x="31210" y="250718"/>
                  </a:lnTo>
                  <a:lnTo>
                    <a:pt x="31304" y="251317"/>
                  </a:lnTo>
                  <a:lnTo>
                    <a:pt x="31416" y="251915"/>
                  </a:lnTo>
                  <a:lnTo>
                    <a:pt x="31544" y="252514"/>
                  </a:lnTo>
                  <a:lnTo>
                    <a:pt x="31688" y="253112"/>
                  </a:lnTo>
                  <a:lnTo>
                    <a:pt x="31846" y="253710"/>
                  </a:lnTo>
                  <a:lnTo>
                    <a:pt x="32018" y="254309"/>
                  </a:lnTo>
                  <a:lnTo>
                    <a:pt x="32204" y="254907"/>
                  </a:lnTo>
                  <a:lnTo>
                    <a:pt x="32402" y="255505"/>
                  </a:lnTo>
                  <a:lnTo>
                    <a:pt x="32608" y="256104"/>
                  </a:lnTo>
                  <a:lnTo>
                    <a:pt x="32821" y="256702"/>
                  </a:lnTo>
                  <a:lnTo>
                    <a:pt x="33040" y="257301"/>
                  </a:lnTo>
                  <a:lnTo>
                    <a:pt x="33261" y="257899"/>
                  </a:lnTo>
                  <a:lnTo>
                    <a:pt x="33485" y="258497"/>
                  </a:lnTo>
                  <a:lnTo>
                    <a:pt x="33707" y="259096"/>
                  </a:lnTo>
                  <a:lnTo>
                    <a:pt x="33927" y="259694"/>
                  </a:lnTo>
                  <a:lnTo>
                    <a:pt x="34025" y="259966"/>
                  </a:lnTo>
                  <a:lnTo>
                    <a:pt x="34142" y="260292"/>
                  </a:lnTo>
                  <a:lnTo>
                    <a:pt x="34351" y="260891"/>
                  </a:lnTo>
                  <a:lnTo>
                    <a:pt x="34553" y="261489"/>
                  </a:lnTo>
                  <a:lnTo>
                    <a:pt x="34747" y="262088"/>
                  </a:lnTo>
                  <a:lnTo>
                    <a:pt x="34929" y="262686"/>
                  </a:lnTo>
                  <a:lnTo>
                    <a:pt x="35101" y="263284"/>
                  </a:lnTo>
                  <a:lnTo>
                    <a:pt x="35263" y="263883"/>
                  </a:lnTo>
                  <a:lnTo>
                    <a:pt x="35415" y="264481"/>
                  </a:lnTo>
                  <a:lnTo>
                    <a:pt x="35555" y="265079"/>
                  </a:lnTo>
                  <a:lnTo>
                    <a:pt x="35686" y="265678"/>
                  </a:lnTo>
                  <a:lnTo>
                    <a:pt x="35805" y="266276"/>
                  </a:lnTo>
                  <a:lnTo>
                    <a:pt x="35913" y="266875"/>
                  </a:lnTo>
                  <a:lnTo>
                    <a:pt x="36012" y="267473"/>
                  </a:lnTo>
                  <a:lnTo>
                    <a:pt x="36103" y="268071"/>
                  </a:lnTo>
                  <a:lnTo>
                    <a:pt x="36184" y="268670"/>
                  </a:lnTo>
                  <a:lnTo>
                    <a:pt x="36257" y="269268"/>
                  </a:lnTo>
                  <a:lnTo>
                    <a:pt x="36321" y="269866"/>
                  </a:lnTo>
                  <a:lnTo>
                    <a:pt x="36376" y="270465"/>
                  </a:lnTo>
                  <a:lnTo>
                    <a:pt x="36421" y="271063"/>
                  </a:lnTo>
                  <a:lnTo>
                    <a:pt x="36457" y="271662"/>
                  </a:lnTo>
                  <a:lnTo>
                    <a:pt x="36483" y="272260"/>
                  </a:lnTo>
                  <a:lnTo>
                    <a:pt x="36498" y="272858"/>
                  </a:lnTo>
                  <a:lnTo>
                    <a:pt x="36502" y="273457"/>
                  </a:lnTo>
                  <a:lnTo>
                    <a:pt x="36490" y="274055"/>
                  </a:lnTo>
                  <a:lnTo>
                    <a:pt x="36464" y="274653"/>
                  </a:lnTo>
                  <a:lnTo>
                    <a:pt x="36422" y="275252"/>
                  </a:lnTo>
                  <a:lnTo>
                    <a:pt x="36365" y="275850"/>
                  </a:lnTo>
                  <a:lnTo>
                    <a:pt x="36290" y="276449"/>
                  </a:lnTo>
                  <a:lnTo>
                    <a:pt x="36197" y="277047"/>
                  </a:lnTo>
                  <a:lnTo>
                    <a:pt x="36069" y="277700"/>
                  </a:lnTo>
                  <a:lnTo>
                    <a:pt x="35946" y="278244"/>
                  </a:lnTo>
                  <a:lnTo>
                    <a:pt x="35790" y="278842"/>
                  </a:lnTo>
                  <a:lnTo>
                    <a:pt x="35615" y="279440"/>
                  </a:lnTo>
                  <a:lnTo>
                    <a:pt x="35421" y="280039"/>
                  </a:lnTo>
                  <a:lnTo>
                    <a:pt x="35207" y="280637"/>
                  </a:lnTo>
                  <a:lnTo>
                    <a:pt x="34975" y="281236"/>
                  </a:lnTo>
                  <a:lnTo>
                    <a:pt x="34723" y="281834"/>
                  </a:lnTo>
                  <a:lnTo>
                    <a:pt x="34456" y="282432"/>
                  </a:lnTo>
                  <a:lnTo>
                    <a:pt x="34175" y="283031"/>
                  </a:lnTo>
                  <a:lnTo>
                    <a:pt x="33882" y="283629"/>
                  </a:lnTo>
                  <a:lnTo>
                    <a:pt x="33579" y="284227"/>
                  </a:lnTo>
                  <a:lnTo>
                    <a:pt x="33267" y="284826"/>
                  </a:lnTo>
                  <a:lnTo>
                    <a:pt x="32948" y="285424"/>
                  </a:lnTo>
                  <a:lnTo>
                    <a:pt x="32625" y="286023"/>
                  </a:lnTo>
                  <a:lnTo>
                    <a:pt x="32301" y="286621"/>
                  </a:lnTo>
                  <a:lnTo>
                    <a:pt x="31975" y="287219"/>
                  </a:lnTo>
                  <a:lnTo>
                    <a:pt x="31651" y="287818"/>
                  </a:lnTo>
                  <a:lnTo>
                    <a:pt x="31329" y="288416"/>
                  </a:lnTo>
                  <a:lnTo>
                    <a:pt x="31012" y="289014"/>
                  </a:lnTo>
                  <a:lnTo>
                    <a:pt x="30701" y="289613"/>
                  </a:lnTo>
                  <a:lnTo>
                    <a:pt x="30395" y="290211"/>
                  </a:lnTo>
                  <a:lnTo>
                    <a:pt x="30095" y="290810"/>
                  </a:lnTo>
                  <a:lnTo>
                    <a:pt x="29802" y="291408"/>
                  </a:lnTo>
                  <a:lnTo>
                    <a:pt x="29515" y="292006"/>
                  </a:lnTo>
                  <a:lnTo>
                    <a:pt x="29234" y="292605"/>
                  </a:lnTo>
                  <a:lnTo>
                    <a:pt x="28959" y="293203"/>
                  </a:lnTo>
                  <a:lnTo>
                    <a:pt x="28688" y="293801"/>
                  </a:lnTo>
                  <a:lnTo>
                    <a:pt x="28420" y="294400"/>
                  </a:lnTo>
                  <a:lnTo>
                    <a:pt x="28154" y="294998"/>
                  </a:lnTo>
                  <a:lnTo>
                    <a:pt x="27889" y="295597"/>
                  </a:lnTo>
                  <a:lnTo>
                    <a:pt x="27623" y="296195"/>
                  </a:lnTo>
                  <a:lnTo>
                    <a:pt x="27355" y="296793"/>
                  </a:lnTo>
                  <a:lnTo>
                    <a:pt x="27083" y="297392"/>
                  </a:lnTo>
                  <a:lnTo>
                    <a:pt x="26806" y="297990"/>
                  </a:lnTo>
                  <a:lnTo>
                    <a:pt x="26524" y="298588"/>
                  </a:lnTo>
                  <a:lnTo>
                    <a:pt x="26236" y="299187"/>
                  </a:lnTo>
                  <a:lnTo>
                    <a:pt x="25940" y="299785"/>
                  </a:lnTo>
                  <a:lnTo>
                    <a:pt x="25637" y="300384"/>
                  </a:lnTo>
                  <a:lnTo>
                    <a:pt x="25326" y="300982"/>
                  </a:lnTo>
                  <a:lnTo>
                    <a:pt x="25008" y="301580"/>
                  </a:lnTo>
                  <a:lnTo>
                    <a:pt x="24684" y="302179"/>
                  </a:lnTo>
                  <a:lnTo>
                    <a:pt x="24356" y="302777"/>
                  </a:lnTo>
                  <a:lnTo>
                    <a:pt x="24023" y="303375"/>
                  </a:lnTo>
                  <a:lnTo>
                    <a:pt x="23687" y="303974"/>
                  </a:lnTo>
                  <a:lnTo>
                    <a:pt x="23351" y="304572"/>
                  </a:lnTo>
                  <a:lnTo>
                    <a:pt x="23016" y="305171"/>
                  </a:lnTo>
                  <a:lnTo>
                    <a:pt x="22683" y="305769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6" name="pg29">
              <a:extLst>
                <a:ext uri="{FF2B5EF4-FFF2-40B4-BE49-F238E27FC236}">
                  <a16:creationId xmlns:a16="http://schemas.microsoft.com/office/drawing/2014/main" id="{D4587649-9B1C-1E38-EF0F-4B2F8BC2A507}"/>
                </a:ext>
              </a:extLst>
            </p:cNvPr>
            <p:cNvSpPr/>
            <p:nvPr/>
          </p:nvSpPr>
          <p:spPr>
            <a:xfrm>
              <a:off x="3764276" y="2989490"/>
              <a:ext cx="53675" cy="93195"/>
            </a:xfrm>
            <a:custGeom>
              <a:avLst/>
              <a:gdLst/>
              <a:ahLst/>
              <a:cxnLst/>
              <a:rect l="0" t="0" r="0" b="0"/>
              <a:pathLst>
                <a:path w="53675" h="93195">
                  <a:moveTo>
                    <a:pt x="26064" y="93195"/>
                  </a:moveTo>
                  <a:lnTo>
                    <a:pt x="26046" y="93013"/>
                  </a:lnTo>
                  <a:lnTo>
                    <a:pt x="26028" y="92830"/>
                  </a:lnTo>
                  <a:lnTo>
                    <a:pt x="26011" y="92648"/>
                  </a:lnTo>
                  <a:lnTo>
                    <a:pt x="25995" y="92465"/>
                  </a:lnTo>
                  <a:lnTo>
                    <a:pt x="25980" y="92283"/>
                  </a:lnTo>
                  <a:lnTo>
                    <a:pt x="25966" y="92101"/>
                  </a:lnTo>
                  <a:lnTo>
                    <a:pt x="25953" y="91918"/>
                  </a:lnTo>
                  <a:lnTo>
                    <a:pt x="25941" y="91736"/>
                  </a:lnTo>
                  <a:lnTo>
                    <a:pt x="25930" y="91553"/>
                  </a:lnTo>
                  <a:lnTo>
                    <a:pt x="25920" y="91371"/>
                  </a:lnTo>
                  <a:lnTo>
                    <a:pt x="25912" y="91189"/>
                  </a:lnTo>
                  <a:lnTo>
                    <a:pt x="25904" y="91006"/>
                  </a:lnTo>
                  <a:lnTo>
                    <a:pt x="25897" y="90824"/>
                  </a:lnTo>
                  <a:lnTo>
                    <a:pt x="25892" y="90642"/>
                  </a:lnTo>
                  <a:lnTo>
                    <a:pt x="25888" y="90459"/>
                  </a:lnTo>
                  <a:lnTo>
                    <a:pt x="25884" y="90277"/>
                  </a:lnTo>
                  <a:lnTo>
                    <a:pt x="25882" y="90094"/>
                  </a:lnTo>
                  <a:lnTo>
                    <a:pt x="25881" y="89912"/>
                  </a:lnTo>
                  <a:lnTo>
                    <a:pt x="25880" y="89730"/>
                  </a:lnTo>
                  <a:lnTo>
                    <a:pt x="25881" y="89547"/>
                  </a:lnTo>
                  <a:lnTo>
                    <a:pt x="25882" y="89365"/>
                  </a:lnTo>
                  <a:lnTo>
                    <a:pt x="25885" y="89183"/>
                  </a:lnTo>
                  <a:lnTo>
                    <a:pt x="25887" y="89000"/>
                  </a:lnTo>
                  <a:lnTo>
                    <a:pt x="25891" y="88818"/>
                  </a:lnTo>
                  <a:lnTo>
                    <a:pt x="25895" y="88635"/>
                  </a:lnTo>
                  <a:lnTo>
                    <a:pt x="25899" y="88453"/>
                  </a:lnTo>
                  <a:lnTo>
                    <a:pt x="25904" y="88271"/>
                  </a:lnTo>
                  <a:lnTo>
                    <a:pt x="25909" y="88088"/>
                  </a:lnTo>
                  <a:lnTo>
                    <a:pt x="25914" y="87906"/>
                  </a:lnTo>
                  <a:lnTo>
                    <a:pt x="25920" y="87724"/>
                  </a:lnTo>
                  <a:lnTo>
                    <a:pt x="25925" y="87541"/>
                  </a:lnTo>
                  <a:lnTo>
                    <a:pt x="25930" y="87359"/>
                  </a:lnTo>
                  <a:lnTo>
                    <a:pt x="25935" y="87176"/>
                  </a:lnTo>
                  <a:lnTo>
                    <a:pt x="25939" y="86994"/>
                  </a:lnTo>
                  <a:lnTo>
                    <a:pt x="25943" y="86812"/>
                  </a:lnTo>
                  <a:lnTo>
                    <a:pt x="25946" y="86629"/>
                  </a:lnTo>
                  <a:lnTo>
                    <a:pt x="25949" y="86447"/>
                  </a:lnTo>
                  <a:lnTo>
                    <a:pt x="25950" y="86265"/>
                  </a:lnTo>
                  <a:lnTo>
                    <a:pt x="25951" y="86082"/>
                  </a:lnTo>
                  <a:lnTo>
                    <a:pt x="25951" y="85900"/>
                  </a:lnTo>
                  <a:lnTo>
                    <a:pt x="25949" y="85717"/>
                  </a:lnTo>
                  <a:lnTo>
                    <a:pt x="25946" y="85535"/>
                  </a:lnTo>
                  <a:lnTo>
                    <a:pt x="25942" y="85353"/>
                  </a:lnTo>
                  <a:lnTo>
                    <a:pt x="25937" y="85170"/>
                  </a:lnTo>
                  <a:lnTo>
                    <a:pt x="25929" y="84988"/>
                  </a:lnTo>
                  <a:lnTo>
                    <a:pt x="25920" y="84805"/>
                  </a:lnTo>
                  <a:lnTo>
                    <a:pt x="25910" y="84623"/>
                  </a:lnTo>
                  <a:lnTo>
                    <a:pt x="25898" y="84441"/>
                  </a:lnTo>
                  <a:lnTo>
                    <a:pt x="25883" y="84258"/>
                  </a:lnTo>
                  <a:lnTo>
                    <a:pt x="25867" y="84076"/>
                  </a:lnTo>
                  <a:lnTo>
                    <a:pt x="25849" y="83894"/>
                  </a:lnTo>
                  <a:lnTo>
                    <a:pt x="25828" y="83711"/>
                  </a:lnTo>
                  <a:lnTo>
                    <a:pt x="25805" y="83529"/>
                  </a:lnTo>
                  <a:lnTo>
                    <a:pt x="25780" y="83346"/>
                  </a:lnTo>
                  <a:lnTo>
                    <a:pt x="25754" y="83164"/>
                  </a:lnTo>
                  <a:lnTo>
                    <a:pt x="25724" y="82982"/>
                  </a:lnTo>
                  <a:lnTo>
                    <a:pt x="25692" y="82799"/>
                  </a:lnTo>
                  <a:lnTo>
                    <a:pt x="25658" y="82617"/>
                  </a:lnTo>
                  <a:lnTo>
                    <a:pt x="25621" y="82435"/>
                  </a:lnTo>
                  <a:lnTo>
                    <a:pt x="25582" y="82252"/>
                  </a:lnTo>
                  <a:lnTo>
                    <a:pt x="25540" y="82070"/>
                  </a:lnTo>
                  <a:lnTo>
                    <a:pt x="25496" y="81887"/>
                  </a:lnTo>
                  <a:lnTo>
                    <a:pt x="25450" y="81705"/>
                  </a:lnTo>
                  <a:lnTo>
                    <a:pt x="25400" y="81523"/>
                  </a:lnTo>
                  <a:lnTo>
                    <a:pt x="25348" y="81340"/>
                  </a:lnTo>
                  <a:lnTo>
                    <a:pt x="25294" y="81158"/>
                  </a:lnTo>
                  <a:lnTo>
                    <a:pt x="25238" y="80976"/>
                  </a:lnTo>
                  <a:lnTo>
                    <a:pt x="25178" y="80793"/>
                  </a:lnTo>
                  <a:lnTo>
                    <a:pt x="25116" y="80611"/>
                  </a:lnTo>
                  <a:lnTo>
                    <a:pt x="25051" y="80428"/>
                  </a:lnTo>
                  <a:lnTo>
                    <a:pt x="24985" y="80246"/>
                  </a:lnTo>
                  <a:lnTo>
                    <a:pt x="24914" y="80064"/>
                  </a:lnTo>
                  <a:lnTo>
                    <a:pt x="24842" y="79881"/>
                  </a:lnTo>
                  <a:lnTo>
                    <a:pt x="24768" y="79699"/>
                  </a:lnTo>
                  <a:lnTo>
                    <a:pt x="24691" y="79517"/>
                  </a:lnTo>
                  <a:lnTo>
                    <a:pt x="24610" y="79334"/>
                  </a:lnTo>
                  <a:lnTo>
                    <a:pt x="24528" y="79152"/>
                  </a:lnTo>
                  <a:lnTo>
                    <a:pt x="24444" y="78969"/>
                  </a:lnTo>
                  <a:lnTo>
                    <a:pt x="24357" y="78787"/>
                  </a:lnTo>
                  <a:lnTo>
                    <a:pt x="24267" y="78605"/>
                  </a:lnTo>
                  <a:lnTo>
                    <a:pt x="24174" y="78422"/>
                  </a:lnTo>
                  <a:lnTo>
                    <a:pt x="24080" y="78240"/>
                  </a:lnTo>
                  <a:lnTo>
                    <a:pt x="23983" y="78057"/>
                  </a:lnTo>
                  <a:lnTo>
                    <a:pt x="23884" y="77875"/>
                  </a:lnTo>
                  <a:lnTo>
                    <a:pt x="23782" y="77693"/>
                  </a:lnTo>
                  <a:lnTo>
                    <a:pt x="23679" y="77510"/>
                  </a:lnTo>
                  <a:lnTo>
                    <a:pt x="23572" y="77328"/>
                  </a:lnTo>
                  <a:lnTo>
                    <a:pt x="23464" y="77146"/>
                  </a:lnTo>
                  <a:lnTo>
                    <a:pt x="23354" y="76963"/>
                  </a:lnTo>
                  <a:lnTo>
                    <a:pt x="23241" y="76781"/>
                  </a:lnTo>
                  <a:lnTo>
                    <a:pt x="23127" y="76598"/>
                  </a:lnTo>
                  <a:lnTo>
                    <a:pt x="23010" y="76416"/>
                  </a:lnTo>
                  <a:lnTo>
                    <a:pt x="22892" y="76234"/>
                  </a:lnTo>
                  <a:lnTo>
                    <a:pt x="22772" y="76051"/>
                  </a:lnTo>
                  <a:lnTo>
                    <a:pt x="22649" y="75869"/>
                  </a:lnTo>
                  <a:lnTo>
                    <a:pt x="22526" y="75687"/>
                  </a:lnTo>
                  <a:lnTo>
                    <a:pt x="22400" y="75504"/>
                  </a:lnTo>
                  <a:lnTo>
                    <a:pt x="22274" y="75322"/>
                  </a:lnTo>
                  <a:lnTo>
                    <a:pt x="22146" y="75139"/>
                  </a:lnTo>
                  <a:lnTo>
                    <a:pt x="22017" y="74957"/>
                  </a:lnTo>
                  <a:lnTo>
                    <a:pt x="21886" y="74775"/>
                  </a:lnTo>
                  <a:lnTo>
                    <a:pt x="21755" y="74592"/>
                  </a:lnTo>
                  <a:lnTo>
                    <a:pt x="21623" y="74410"/>
                  </a:lnTo>
                  <a:lnTo>
                    <a:pt x="21490" y="74228"/>
                  </a:lnTo>
                  <a:lnTo>
                    <a:pt x="21357" y="74045"/>
                  </a:lnTo>
                  <a:lnTo>
                    <a:pt x="21222" y="73863"/>
                  </a:lnTo>
                  <a:lnTo>
                    <a:pt x="21088" y="73680"/>
                  </a:lnTo>
                  <a:lnTo>
                    <a:pt x="20953" y="73498"/>
                  </a:lnTo>
                  <a:lnTo>
                    <a:pt x="20819" y="73316"/>
                  </a:lnTo>
                  <a:lnTo>
                    <a:pt x="20684" y="73133"/>
                  </a:lnTo>
                  <a:lnTo>
                    <a:pt x="20549" y="72951"/>
                  </a:lnTo>
                  <a:lnTo>
                    <a:pt x="20414" y="72769"/>
                  </a:lnTo>
                  <a:lnTo>
                    <a:pt x="20280" y="72586"/>
                  </a:lnTo>
                  <a:lnTo>
                    <a:pt x="20146" y="72404"/>
                  </a:lnTo>
                  <a:lnTo>
                    <a:pt x="20013" y="72221"/>
                  </a:lnTo>
                  <a:lnTo>
                    <a:pt x="19880" y="72039"/>
                  </a:lnTo>
                  <a:lnTo>
                    <a:pt x="19747" y="71857"/>
                  </a:lnTo>
                  <a:lnTo>
                    <a:pt x="19615" y="71674"/>
                  </a:lnTo>
                  <a:lnTo>
                    <a:pt x="19483" y="71492"/>
                  </a:lnTo>
                  <a:lnTo>
                    <a:pt x="19352" y="71309"/>
                  </a:lnTo>
                  <a:lnTo>
                    <a:pt x="19222" y="71127"/>
                  </a:lnTo>
                  <a:lnTo>
                    <a:pt x="19092" y="70945"/>
                  </a:lnTo>
                  <a:lnTo>
                    <a:pt x="18962" y="70762"/>
                  </a:lnTo>
                  <a:lnTo>
                    <a:pt x="18833" y="70580"/>
                  </a:lnTo>
                  <a:lnTo>
                    <a:pt x="18704" y="70398"/>
                  </a:lnTo>
                  <a:lnTo>
                    <a:pt x="18575" y="70215"/>
                  </a:lnTo>
                  <a:lnTo>
                    <a:pt x="18447" y="70033"/>
                  </a:lnTo>
                  <a:lnTo>
                    <a:pt x="18319" y="69850"/>
                  </a:lnTo>
                  <a:lnTo>
                    <a:pt x="18190" y="69668"/>
                  </a:lnTo>
                  <a:lnTo>
                    <a:pt x="18061" y="69486"/>
                  </a:lnTo>
                  <a:lnTo>
                    <a:pt x="17932" y="69303"/>
                  </a:lnTo>
                  <a:lnTo>
                    <a:pt x="17803" y="69121"/>
                  </a:lnTo>
                  <a:lnTo>
                    <a:pt x="17673" y="68939"/>
                  </a:lnTo>
                  <a:lnTo>
                    <a:pt x="17542" y="68756"/>
                  </a:lnTo>
                  <a:lnTo>
                    <a:pt x="17411" y="68574"/>
                  </a:lnTo>
                  <a:lnTo>
                    <a:pt x="17278" y="68391"/>
                  </a:lnTo>
                  <a:lnTo>
                    <a:pt x="17145" y="68209"/>
                  </a:lnTo>
                  <a:lnTo>
                    <a:pt x="17010" y="68027"/>
                  </a:lnTo>
                  <a:lnTo>
                    <a:pt x="16874" y="67844"/>
                  </a:lnTo>
                  <a:lnTo>
                    <a:pt x="16737" y="67662"/>
                  </a:lnTo>
                  <a:lnTo>
                    <a:pt x="16598" y="67480"/>
                  </a:lnTo>
                  <a:lnTo>
                    <a:pt x="16457" y="67297"/>
                  </a:lnTo>
                  <a:lnTo>
                    <a:pt x="16316" y="67115"/>
                  </a:lnTo>
                  <a:lnTo>
                    <a:pt x="16172" y="66932"/>
                  </a:lnTo>
                  <a:lnTo>
                    <a:pt x="16027" y="66750"/>
                  </a:lnTo>
                  <a:lnTo>
                    <a:pt x="15880" y="66568"/>
                  </a:lnTo>
                  <a:lnTo>
                    <a:pt x="15732" y="66385"/>
                  </a:lnTo>
                  <a:lnTo>
                    <a:pt x="15582" y="66203"/>
                  </a:lnTo>
                  <a:lnTo>
                    <a:pt x="15430" y="66020"/>
                  </a:lnTo>
                  <a:lnTo>
                    <a:pt x="15277" y="65838"/>
                  </a:lnTo>
                  <a:lnTo>
                    <a:pt x="15122" y="65656"/>
                  </a:lnTo>
                  <a:lnTo>
                    <a:pt x="14966" y="65473"/>
                  </a:lnTo>
                  <a:lnTo>
                    <a:pt x="14808" y="65291"/>
                  </a:lnTo>
                  <a:lnTo>
                    <a:pt x="14649" y="65109"/>
                  </a:lnTo>
                  <a:lnTo>
                    <a:pt x="14490" y="64926"/>
                  </a:lnTo>
                  <a:lnTo>
                    <a:pt x="14328" y="64744"/>
                  </a:lnTo>
                  <a:lnTo>
                    <a:pt x="14166" y="64561"/>
                  </a:lnTo>
                  <a:lnTo>
                    <a:pt x="14003" y="64379"/>
                  </a:lnTo>
                  <a:lnTo>
                    <a:pt x="13840" y="64197"/>
                  </a:lnTo>
                  <a:lnTo>
                    <a:pt x="13675" y="64014"/>
                  </a:lnTo>
                  <a:lnTo>
                    <a:pt x="13510" y="63832"/>
                  </a:lnTo>
                  <a:lnTo>
                    <a:pt x="13345" y="63650"/>
                  </a:lnTo>
                  <a:lnTo>
                    <a:pt x="13179" y="63467"/>
                  </a:lnTo>
                  <a:lnTo>
                    <a:pt x="13013" y="63285"/>
                  </a:lnTo>
                  <a:lnTo>
                    <a:pt x="12847" y="63102"/>
                  </a:lnTo>
                  <a:lnTo>
                    <a:pt x="12681" y="62920"/>
                  </a:lnTo>
                  <a:lnTo>
                    <a:pt x="12515" y="62738"/>
                  </a:lnTo>
                  <a:lnTo>
                    <a:pt x="12349" y="62555"/>
                  </a:lnTo>
                  <a:lnTo>
                    <a:pt x="12183" y="62373"/>
                  </a:lnTo>
                  <a:lnTo>
                    <a:pt x="12018" y="62191"/>
                  </a:lnTo>
                  <a:lnTo>
                    <a:pt x="11852" y="62008"/>
                  </a:lnTo>
                  <a:lnTo>
                    <a:pt x="11688" y="61826"/>
                  </a:lnTo>
                  <a:lnTo>
                    <a:pt x="11523" y="61643"/>
                  </a:lnTo>
                  <a:lnTo>
                    <a:pt x="11359" y="61461"/>
                  </a:lnTo>
                  <a:lnTo>
                    <a:pt x="11196" y="61279"/>
                  </a:lnTo>
                  <a:lnTo>
                    <a:pt x="11033" y="61096"/>
                  </a:lnTo>
                  <a:lnTo>
                    <a:pt x="10871" y="60914"/>
                  </a:lnTo>
                  <a:lnTo>
                    <a:pt x="10709" y="60732"/>
                  </a:lnTo>
                  <a:lnTo>
                    <a:pt x="10548" y="60549"/>
                  </a:lnTo>
                  <a:lnTo>
                    <a:pt x="10388" y="60367"/>
                  </a:lnTo>
                  <a:lnTo>
                    <a:pt x="10228" y="60184"/>
                  </a:lnTo>
                  <a:lnTo>
                    <a:pt x="10069" y="60002"/>
                  </a:lnTo>
                  <a:lnTo>
                    <a:pt x="9911" y="59820"/>
                  </a:lnTo>
                  <a:lnTo>
                    <a:pt x="9753" y="59637"/>
                  </a:lnTo>
                  <a:lnTo>
                    <a:pt x="9597" y="59455"/>
                  </a:lnTo>
                  <a:lnTo>
                    <a:pt x="9440" y="59272"/>
                  </a:lnTo>
                  <a:lnTo>
                    <a:pt x="9285" y="59090"/>
                  </a:lnTo>
                  <a:lnTo>
                    <a:pt x="9131" y="58908"/>
                  </a:lnTo>
                  <a:lnTo>
                    <a:pt x="8977" y="58725"/>
                  </a:lnTo>
                  <a:lnTo>
                    <a:pt x="8825" y="58543"/>
                  </a:lnTo>
                  <a:lnTo>
                    <a:pt x="8673" y="58361"/>
                  </a:lnTo>
                  <a:lnTo>
                    <a:pt x="8523" y="58178"/>
                  </a:lnTo>
                  <a:lnTo>
                    <a:pt x="8373" y="57996"/>
                  </a:lnTo>
                  <a:lnTo>
                    <a:pt x="8224" y="57813"/>
                  </a:lnTo>
                  <a:lnTo>
                    <a:pt x="8077" y="57631"/>
                  </a:lnTo>
                  <a:lnTo>
                    <a:pt x="7931" y="57449"/>
                  </a:lnTo>
                  <a:lnTo>
                    <a:pt x="7785" y="57266"/>
                  </a:lnTo>
                  <a:lnTo>
                    <a:pt x="7641" y="57084"/>
                  </a:lnTo>
                  <a:lnTo>
                    <a:pt x="7499" y="56902"/>
                  </a:lnTo>
                  <a:lnTo>
                    <a:pt x="7357" y="56719"/>
                  </a:lnTo>
                  <a:lnTo>
                    <a:pt x="7216" y="56537"/>
                  </a:lnTo>
                  <a:lnTo>
                    <a:pt x="7077" y="56354"/>
                  </a:lnTo>
                  <a:lnTo>
                    <a:pt x="6939" y="56172"/>
                  </a:lnTo>
                  <a:lnTo>
                    <a:pt x="6803" y="55990"/>
                  </a:lnTo>
                  <a:lnTo>
                    <a:pt x="6667" y="55807"/>
                  </a:lnTo>
                  <a:lnTo>
                    <a:pt x="6532" y="55625"/>
                  </a:lnTo>
                  <a:lnTo>
                    <a:pt x="6399" y="55443"/>
                  </a:lnTo>
                  <a:lnTo>
                    <a:pt x="6267" y="55260"/>
                  </a:lnTo>
                  <a:lnTo>
                    <a:pt x="6136" y="55078"/>
                  </a:lnTo>
                  <a:lnTo>
                    <a:pt x="6006" y="54895"/>
                  </a:lnTo>
                  <a:lnTo>
                    <a:pt x="5877" y="54713"/>
                  </a:lnTo>
                  <a:lnTo>
                    <a:pt x="5748" y="54531"/>
                  </a:lnTo>
                  <a:lnTo>
                    <a:pt x="5621" y="54348"/>
                  </a:lnTo>
                  <a:lnTo>
                    <a:pt x="5494" y="54166"/>
                  </a:lnTo>
                  <a:lnTo>
                    <a:pt x="5367" y="53984"/>
                  </a:lnTo>
                  <a:lnTo>
                    <a:pt x="5241" y="53801"/>
                  </a:lnTo>
                  <a:lnTo>
                    <a:pt x="5116" y="53619"/>
                  </a:lnTo>
                  <a:lnTo>
                    <a:pt x="4991" y="53436"/>
                  </a:lnTo>
                  <a:lnTo>
                    <a:pt x="4866" y="53254"/>
                  </a:lnTo>
                  <a:lnTo>
                    <a:pt x="4741" y="53072"/>
                  </a:lnTo>
                  <a:lnTo>
                    <a:pt x="4616" y="52889"/>
                  </a:lnTo>
                  <a:lnTo>
                    <a:pt x="4491" y="52707"/>
                  </a:lnTo>
                  <a:lnTo>
                    <a:pt x="4366" y="52524"/>
                  </a:lnTo>
                  <a:lnTo>
                    <a:pt x="4218" y="52310"/>
                  </a:lnTo>
                  <a:lnTo>
                    <a:pt x="4115" y="52160"/>
                  </a:lnTo>
                  <a:lnTo>
                    <a:pt x="3989" y="51977"/>
                  </a:lnTo>
                  <a:lnTo>
                    <a:pt x="3863" y="51795"/>
                  </a:lnTo>
                  <a:lnTo>
                    <a:pt x="3736" y="51613"/>
                  </a:lnTo>
                  <a:lnTo>
                    <a:pt x="3609" y="51430"/>
                  </a:lnTo>
                  <a:lnTo>
                    <a:pt x="3482" y="51248"/>
                  </a:lnTo>
                  <a:lnTo>
                    <a:pt x="3354" y="51065"/>
                  </a:lnTo>
                  <a:lnTo>
                    <a:pt x="3226" y="50883"/>
                  </a:lnTo>
                  <a:lnTo>
                    <a:pt x="3098" y="50701"/>
                  </a:lnTo>
                  <a:lnTo>
                    <a:pt x="2969" y="50518"/>
                  </a:lnTo>
                  <a:lnTo>
                    <a:pt x="2841" y="50336"/>
                  </a:lnTo>
                  <a:lnTo>
                    <a:pt x="2713" y="50154"/>
                  </a:lnTo>
                  <a:lnTo>
                    <a:pt x="2585" y="49971"/>
                  </a:lnTo>
                  <a:lnTo>
                    <a:pt x="2457" y="49789"/>
                  </a:lnTo>
                  <a:lnTo>
                    <a:pt x="2330" y="49606"/>
                  </a:lnTo>
                  <a:lnTo>
                    <a:pt x="2203" y="49424"/>
                  </a:lnTo>
                  <a:lnTo>
                    <a:pt x="2078" y="49242"/>
                  </a:lnTo>
                  <a:lnTo>
                    <a:pt x="1954" y="49059"/>
                  </a:lnTo>
                  <a:lnTo>
                    <a:pt x="1831" y="48877"/>
                  </a:lnTo>
                  <a:lnTo>
                    <a:pt x="1710" y="48695"/>
                  </a:lnTo>
                  <a:lnTo>
                    <a:pt x="1591" y="48512"/>
                  </a:lnTo>
                  <a:lnTo>
                    <a:pt x="1475" y="48330"/>
                  </a:lnTo>
                  <a:lnTo>
                    <a:pt x="1360" y="48147"/>
                  </a:lnTo>
                  <a:lnTo>
                    <a:pt x="1249" y="47965"/>
                  </a:lnTo>
                  <a:lnTo>
                    <a:pt x="1141" y="47783"/>
                  </a:lnTo>
                  <a:lnTo>
                    <a:pt x="1036" y="47600"/>
                  </a:lnTo>
                  <a:lnTo>
                    <a:pt x="934" y="47418"/>
                  </a:lnTo>
                  <a:lnTo>
                    <a:pt x="837" y="47236"/>
                  </a:lnTo>
                  <a:lnTo>
                    <a:pt x="744" y="47053"/>
                  </a:lnTo>
                  <a:lnTo>
                    <a:pt x="656" y="46871"/>
                  </a:lnTo>
                  <a:lnTo>
                    <a:pt x="572" y="46688"/>
                  </a:lnTo>
                  <a:lnTo>
                    <a:pt x="493" y="46506"/>
                  </a:lnTo>
                  <a:lnTo>
                    <a:pt x="420" y="46324"/>
                  </a:lnTo>
                  <a:lnTo>
                    <a:pt x="352" y="46141"/>
                  </a:lnTo>
                  <a:lnTo>
                    <a:pt x="289" y="45959"/>
                  </a:lnTo>
                  <a:lnTo>
                    <a:pt x="232" y="45776"/>
                  </a:lnTo>
                  <a:lnTo>
                    <a:pt x="182" y="45594"/>
                  </a:lnTo>
                  <a:lnTo>
                    <a:pt x="138" y="45412"/>
                  </a:lnTo>
                  <a:lnTo>
                    <a:pt x="99" y="45229"/>
                  </a:lnTo>
                  <a:lnTo>
                    <a:pt x="67" y="45047"/>
                  </a:lnTo>
                  <a:lnTo>
                    <a:pt x="42" y="44865"/>
                  </a:lnTo>
                  <a:lnTo>
                    <a:pt x="22" y="44682"/>
                  </a:lnTo>
                  <a:lnTo>
                    <a:pt x="7" y="44500"/>
                  </a:lnTo>
                  <a:lnTo>
                    <a:pt x="1" y="44317"/>
                  </a:lnTo>
                  <a:lnTo>
                    <a:pt x="0" y="44135"/>
                  </a:lnTo>
                  <a:lnTo>
                    <a:pt x="3" y="43953"/>
                  </a:lnTo>
                  <a:lnTo>
                    <a:pt x="13" y="43770"/>
                  </a:lnTo>
                  <a:lnTo>
                    <a:pt x="29" y="43588"/>
                  </a:lnTo>
                  <a:lnTo>
                    <a:pt x="49" y="43406"/>
                  </a:lnTo>
                  <a:lnTo>
                    <a:pt x="74" y="43223"/>
                  </a:lnTo>
                  <a:lnTo>
                    <a:pt x="103" y="43041"/>
                  </a:lnTo>
                  <a:lnTo>
                    <a:pt x="138" y="42858"/>
                  </a:lnTo>
                  <a:lnTo>
                    <a:pt x="175" y="42676"/>
                  </a:lnTo>
                  <a:lnTo>
                    <a:pt x="216" y="42494"/>
                  </a:lnTo>
                  <a:lnTo>
                    <a:pt x="259" y="42311"/>
                  </a:lnTo>
                  <a:lnTo>
                    <a:pt x="305" y="42129"/>
                  </a:lnTo>
                  <a:lnTo>
                    <a:pt x="353" y="41947"/>
                  </a:lnTo>
                  <a:lnTo>
                    <a:pt x="402" y="41764"/>
                  </a:lnTo>
                  <a:lnTo>
                    <a:pt x="452" y="41582"/>
                  </a:lnTo>
                  <a:lnTo>
                    <a:pt x="503" y="41399"/>
                  </a:lnTo>
                  <a:lnTo>
                    <a:pt x="553" y="41217"/>
                  </a:lnTo>
                  <a:lnTo>
                    <a:pt x="603" y="41035"/>
                  </a:lnTo>
                  <a:lnTo>
                    <a:pt x="652" y="40852"/>
                  </a:lnTo>
                  <a:lnTo>
                    <a:pt x="700" y="40670"/>
                  </a:lnTo>
                  <a:lnTo>
                    <a:pt x="745" y="40488"/>
                  </a:lnTo>
                  <a:lnTo>
                    <a:pt x="789" y="40305"/>
                  </a:lnTo>
                  <a:lnTo>
                    <a:pt x="829" y="40123"/>
                  </a:lnTo>
                  <a:lnTo>
                    <a:pt x="901" y="39758"/>
                  </a:lnTo>
                  <a:lnTo>
                    <a:pt x="932" y="39576"/>
                  </a:lnTo>
                  <a:lnTo>
                    <a:pt x="958" y="39393"/>
                  </a:lnTo>
                  <a:lnTo>
                    <a:pt x="981" y="39211"/>
                  </a:lnTo>
                  <a:lnTo>
                    <a:pt x="1000" y="39028"/>
                  </a:lnTo>
                  <a:lnTo>
                    <a:pt x="1015" y="38846"/>
                  </a:lnTo>
                  <a:lnTo>
                    <a:pt x="1025" y="38664"/>
                  </a:lnTo>
                  <a:lnTo>
                    <a:pt x="1032" y="38481"/>
                  </a:lnTo>
                  <a:lnTo>
                    <a:pt x="1035" y="38299"/>
                  </a:lnTo>
                  <a:lnTo>
                    <a:pt x="1034" y="38117"/>
                  </a:lnTo>
                  <a:lnTo>
                    <a:pt x="1029" y="37934"/>
                  </a:lnTo>
                  <a:lnTo>
                    <a:pt x="1021" y="37752"/>
                  </a:lnTo>
                  <a:lnTo>
                    <a:pt x="1011" y="37569"/>
                  </a:lnTo>
                  <a:lnTo>
                    <a:pt x="998" y="37387"/>
                  </a:lnTo>
                  <a:lnTo>
                    <a:pt x="982" y="37205"/>
                  </a:lnTo>
                  <a:lnTo>
                    <a:pt x="965" y="37022"/>
                  </a:lnTo>
                  <a:lnTo>
                    <a:pt x="947" y="36840"/>
                  </a:lnTo>
                  <a:lnTo>
                    <a:pt x="928" y="36658"/>
                  </a:lnTo>
                  <a:lnTo>
                    <a:pt x="908" y="36475"/>
                  </a:lnTo>
                  <a:lnTo>
                    <a:pt x="889" y="36293"/>
                  </a:lnTo>
                  <a:lnTo>
                    <a:pt x="871" y="36110"/>
                  </a:lnTo>
                  <a:lnTo>
                    <a:pt x="854" y="35928"/>
                  </a:lnTo>
                  <a:lnTo>
                    <a:pt x="840" y="35746"/>
                  </a:lnTo>
                  <a:lnTo>
                    <a:pt x="827" y="35563"/>
                  </a:lnTo>
                  <a:lnTo>
                    <a:pt x="817" y="35381"/>
                  </a:lnTo>
                  <a:lnTo>
                    <a:pt x="812" y="35199"/>
                  </a:lnTo>
                  <a:lnTo>
                    <a:pt x="811" y="35016"/>
                  </a:lnTo>
                  <a:lnTo>
                    <a:pt x="813" y="34834"/>
                  </a:lnTo>
                  <a:lnTo>
                    <a:pt x="820" y="34651"/>
                  </a:lnTo>
                  <a:lnTo>
                    <a:pt x="834" y="34469"/>
                  </a:lnTo>
                  <a:lnTo>
                    <a:pt x="853" y="34287"/>
                  </a:lnTo>
                  <a:lnTo>
                    <a:pt x="877" y="34104"/>
                  </a:lnTo>
                  <a:lnTo>
                    <a:pt x="907" y="33922"/>
                  </a:lnTo>
                  <a:lnTo>
                    <a:pt x="945" y="33740"/>
                  </a:lnTo>
                  <a:lnTo>
                    <a:pt x="989" y="33557"/>
                  </a:lnTo>
                  <a:lnTo>
                    <a:pt x="1038" y="33375"/>
                  </a:lnTo>
                  <a:lnTo>
                    <a:pt x="1095" y="33192"/>
                  </a:lnTo>
                  <a:lnTo>
                    <a:pt x="1160" y="33010"/>
                  </a:lnTo>
                  <a:lnTo>
                    <a:pt x="1231" y="32828"/>
                  </a:lnTo>
                  <a:lnTo>
                    <a:pt x="1308" y="32645"/>
                  </a:lnTo>
                  <a:lnTo>
                    <a:pt x="1393" y="32463"/>
                  </a:lnTo>
                  <a:lnTo>
                    <a:pt x="1484" y="32280"/>
                  </a:lnTo>
                  <a:lnTo>
                    <a:pt x="1581" y="32098"/>
                  </a:lnTo>
                  <a:lnTo>
                    <a:pt x="1684" y="31916"/>
                  </a:lnTo>
                  <a:lnTo>
                    <a:pt x="1793" y="31733"/>
                  </a:lnTo>
                  <a:lnTo>
                    <a:pt x="1909" y="31551"/>
                  </a:lnTo>
                  <a:lnTo>
                    <a:pt x="2028" y="31369"/>
                  </a:lnTo>
                  <a:lnTo>
                    <a:pt x="2153" y="31186"/>
                  </a:lnTo>
                  <a:lnTo>
                    <a:pt x="2283" y="31004"/>
                  </a:lnTo>
                  <a:lnTo>
                    <a:pt x="2418" y="30821"/>
                  </a:lnTo>
                  <a:lnTo>
                    <a:pt x="2556" y="30639"/>
                  </a:lnTo>
                  <a:lnTo>
                    <a:pt x="2697" y="30457"/>
                  </a:lnTo>
                  <a:lnTo>
                    <a:pt x="2843" y="30274"/>
                  </a:lnTo>
                  <a:lnTo>
                    <a:pt x="2991" y="30092"/>
                  </a:lnTo>
                  <a:lnTo>
                    <a:pt x="3142" y="29910"/>
                  </a:lnTo>
                  <a:lnTo>
                    <a:pt x="3295" y="29727"/>
                  </a:lnTo>
                  <a:lnTo>
                    <a:pt x="3450" y="29545"/>
                  </a:lnTo>
                  <a:lnTo>
                    <a:pt x="3607" y="29362"/>
                  </a:lnTo>
                  <a:lnTo>
                    <a:pt x="3765" y="29180"/>
                  </a:lnTo>
                  <a:lnTo>
                    <a:pt x="3924" y="28998"/>
                  </a:lnTo>
                  <a:lnTo>
                    <a:pt x="4083" y="28815"/>
                  </a:lnTo>
                  <a:lnTo>
                    <a:pt x="4244" y="28633"/>
                  </a:lnTo>
                  <a:lnTo>
                    <a:pt x="4404" y="28451"/>
                  </a:lnTo>
                  <a:lnTo>
                    <a:pt x="4564" y="28268"/>
                  </a:lnTo>
                  <a:lnTo>
                    <a:pt x="4724" y="28086"/>
                  </a:lnTo>
                  <a:lnTo>
                    <a:pt x="4884" y="27903"/>
                  </a:lnTo>
                  <a:lnTo>
                    <a:pt x="5043" y="27721"/>
                  </a:lnTo>
                  <a:lnTo>
                    <a:pt x="5201" y="27539"/>
                  </a:lnTo>
                  <a:lnTo>
                    <a:pt x="5358" y="27356"/>
                  </a:lnTo>
                  <a:lnTo>
                    <a:pt x="5514" y="27174"/>
                  </a:lnTo>
                  <a:lnTo>
                    <a:pt x="5669" y="26992"/>
                  </a:lnTo>
                  <a:lnTo>
                    <a:pt x="5821" y="26809"/>
                  </a:lnTo>
                  <a:lnTo>
                    <a:pt x="5973" y="26627"/>
                  </a:lnTo>
                  <a:lnTo>
                    <a:pt x="6122" y="26444"/>
                  </a:lnTo>
                  <a:lnTo>
                    <a:pt x="6416" y="26080"/>
                  </a:lnTo>
                  <a:lnTo>
                    <a:pt x="6559" y="25897"/>
                  </a:lnTo>
                  <a:lnTo>
                    <a:pt x="6701" y="25715"/>
                  </a:lnTo>
                  <a:lnTo>
                    <a:pt x="6841" y="25532"/>
                  </a:lnTo>
                  <a:lnTo>
                    <a:pt x="6977" y="25350"/>
                  </a:lnTo>
                  <a:lnTo>
                    <a:pt x="7112" y="25168"/>
                  </a:lnTo>
                  <a:lnTo>
                    <a:pt x="7244" y="24985"/>
                  </a:lnTo>
                  <a:lnTo>
                    <a:pt x="7373" y="24803"/>
                  </a:lnTo>
                  <a:lnTo>
                    <a:pt x="7500" y="24621"/>
                  </a:lnTo>
                  <a:lnTo>
                    <a:pt x="7624" y="24438"/>
                  </a:lnTo>
                  <a:lnTo>
                    <a:pt x="7745" y="24256"/>
                  </a:lnTo>
                  <a:lnTo>
                    <a:pt x="7864" y="24073"/>
                  </a:lnTo>
                  <a:lnTo>
                    <a:pt x="7978" y="23891"/>
                  </a:lnTo>
                  <a:lnTo>
                    <a:pt x="8091" y="23709"/>
                  </a:lnTo>
                  <a:lnTo>
                    <a:pt x="8200" y="23526"/>
                  </a:lnTo>
                  <a:lnTo>
                    <a:pt x="8306" y="23344"/>
                  </a:lnTo>
                  <a:lnTo>
                    <a:pt x="8408" y="23162"/>
                  </a:lnTo>
                  <a:lnTo>
                    <a:pt x="8507" y="22979"/>
                  </a:lnTo>
                  <a:lnTo>
                    <a:pt x="8604" y="22797"/>
                  </a:lnTo>
                  <a:lnTo>
                    <a:pt x="8696" y="22614"/>
                  </a:lnTo>
                  <a:lnTo>
                    <a:pt x="8784" y="22432"/>
                  </a:lnTo>
                  <a:lnTo>
                    <a:pt x="8869" y="22250"/>
                  </a:lnTo>
                  <a:lnTo>
                    <a:pt x="8951" y="22067"/>
                  </a:lnTo>
                  <a:lnTo>
                    <a:pt x="9028" y="21885"/>
                  </a:lnTo>
                  <a:lnTo>
                    <a:pt x="9102" y="21703"/>
                  </a:lnTo>
                  <a:lnTo>
                    <a:pt x="9172" y="21520"/>
                  </a:lnTo>
                  <a:lnTo>
                    <a:pt x="9238" y="21338"/>
                  </a:lnTo>
                  <a:lnTo>
                    <a:pt x="9299" y="21155"/>
                  </a:lnTo>
                  <a:lnTo>
                    <a:pt x="9357" y="20973"/>
                  </a:lnTo>
                  <a:lnTo>
                    <a:pt x="9411" y="20791"/>
                  </a:lnTo>
                  <a:lnTo>
                    <a:pt x="9461" y="20608"/>
                  </a:lnTo>
                  <a:lnTo>
                    <a:pt x="9506" y="20426"/>
                  </a:lnTo>
                  <a:lnTo>
                    <a:pt x="9547" y="20244"/>
                  </a:lnTo>
                  <a:lnTo>
                    <a:pt x="9585" y="20061"/>
                  </a:lnTo>
                  <a:lnTo>
                    <a:pt x="9619" y="19879"/>
                  </a:lnTo>
                  <a:lnTo>
                    <a:pt x="9647" y="19696"/>
                  </a:lnTo>
                  <a:lnTo>
                    <a:pt x="9673" y="19514"/>
                  </a:lnTo>
                  <a:lnTo>
                    <a:pt x="9694" y="19332"/>
                  </a:lnTo>
                  <a:lnTo>
                    <a:pt x="9712" y="19149"/>
                  </a:lnTo>
                  <a:lnTo>
                    <a:pt x="9725" y="18967"/>
                  </a:lnTo>
                  <a:lnTo>
                    <a:pt x="9736" y="18784"/>
                  </a:lnTo>
                  <a:lnTo>
                    <a:pt x="9743" y="18602"/>
                  </a:lnTo>
                  <a:lnTo>
                    <a:pt x="9747" y="18420"/>
                  </a:lnTo>
                  <a:lnTo>
                    <a:pt x="9747" y="18237"/>
                  </a:lnTo>
                  <a:lnTo>
                    <a:pt x="9745" y="18055"/>
                  </a:lnTo>
                  <a:lnTo>
                    <a:pt x="9741" y="17873"/>
                  </a:lnTo>
                  <a:lnTo>
                    <a:pt x="9734" y="17690"/>
                  </a:lnTo>
                  <a:lnTo>
                    <a:pt x="9725" y="17508"/>
                  </a:lnTo>
                  <a:lnTo>
                    <a:pt x="9715" y="17325"/>
                  </a:lnTo>
                  <a:lnTo>
                    <a:pt x="9704" y="17143"/>
                  </a:lnTo>
                  <a:lnTo>
                    <a:pt x="9692" y="16961"/>
                  </a:lnTo>
                  <a:lnTo>
                    <a:pt x="9679" y="16778"/>
                  </a:lnTo>
                  <a:lnTo>
                    <a:pt x="9667" y="16596"/>
                  </a:lnTo>
                  <a:lnTo>
                    <a:pt x="9655" y="16414"/>
                  </a:lnTo>
                  <a:lnTo>
                    <a:pt x="9644" y="16231"/>
                  </a:lnTo>
                  <a:lnTo>
                    <a:pt x="9634" y="16049"/>
                  </a:lnTo>
                  <a:lnTo>
                    <a:pt x="9627" y="15866"/>
                  </a:lnTo>
                  <a:lnTo>
                    <a:pt x="9621" y="15684"/>
                  </a:lnTo>
                  <a:lnTo>
                    <a:pt x="9620" y="15502"/>
                  </a:lnTo>
                  <a:lnTo>
                    <a:pt x="9621" y="15319"/>
                  </a:lnTo>
                  <a:lnTo>
                    <a:pt x="9627" y="15137"/>
                  </a:lnTo>
                  <a:lnTo>
                    <a:pt x="9637" y="14955"/>
                  </a:lnTo>
                  <a:lnTo>
                    <a:pt x="9653" y="14772"/>
                  </a:lnTo>
                  <a:lnTo>
                    <a:pt x="9674" y="14590"/>
                  </a:lnTo>
                  <a:lnTo>
                    <a:pt x="9700" y="14407"/>
                  </a:lnTo>
                  <a:lnTo>
                    <a:pt x="9734" y="14225"/>
                  </a:lnTo>
                  <a:lnTo>
                    <a:pt x="9776" y="14043"/>
                  </a:lnTo>
                  <a:lnTo>
                    <a:pt x="9824" y="13860"/>
                  </a:lnTo>
                  <a:lnTo>
                    <a:pt x="9879" y="13678"/>
                  </a:lnTo>
                  <a:lnTo>
                    <a:pt x="9945" y="13496"/>
                  </a:lnTo>
                  <a:lnTo>
                    <a:pt x="10019" y="13313"/>
                  </a:lnTo>
                  <a:lnTo>
                    <a:pt x="10101" y="13131"/>
                  </a:lnTo>
                  <a:lnTo>
                    <a:pt x="10191" y="12948"/>
                  </a:lnTo>
                  <a:lnTo>
                    <a:pt x="10294" y="12766"/>
                  </a:lnTo>
                  <a:lnTo>
                    <a:pt x="10405" y="12584"/>
                  </a:lnTo>
                  <a:lnTo>
                    <a:pt x="10525" y="12401"/>
                  </a:lnTo>
                  <a:lnTo>
                    <a:pt x="10654" y="12219"/>
                  </a:lnTo>
                  <a:lnTo>
                    <a:pt x="10796" y="12036"/>
                  </a:lnTo>
                  <a:lnTo>
                    <a:pt x="10946" y="11854"/>
                  </a:lnTo>
                  <a:lnTo>
                    <a:pt x="11106" y="11672"/>
                  </a:lnTo>
                  <a:lnTo>
                    <a:pt x="11275" y="11489"/>
                  </a:lnTo>
                  <a:lnTo>
                    <a:pt x="11455" y="11307"/>
                  </a:lnTo>
                  <a:lnTo>
                    <a:pt x="11644" y="11125"/>
                  </a:lnTo>
                  <a:lnTo>
                    <a:pt x="11841" y="10942"/>
                  </a:lnTo>
                  <a:lnTo>
                    <a:pt x="12048" y="10760"/>
                  </a:lnTo>
                  <a:lnTo>
                    <a:pt x="12264" y="10577"/>
                  </a:lnTo>
                  <a:lnTo>
                    <a:pt x="12487" y="10395"/>
                  </a:lnTo>
                  <a:lnTo>
                    <a:pt x="12717" y="10213"/>
                  </a:lnTo>
                  <a:lnTo>
                    <a:pt x="12956" y="10030"/>
                  </a:lnTo>
                  <a:lnTo>
                    <a:pt x="13201" y="9848"/>
                  </a:lnTo>
                  <a:lnTo>
                    <a:pt x="13453" y="9666"/>
                  </a:lnTo>
                  <a:lnTo>
                    <a:pt x="13709" y="9483"/>
                  </a:lnTo>
                  <a:lnTo>
                    <a:pt x="13972" y="9301"/>
                  </a:lnTo>
                  <a:lnTo>
                    <a:pt x="14240" y="9118"/>
                  </a:lnTo>
                  <a:lnTo>
                    <a:pt x="14511" y="8936"/>
                  </a:lnTo>
                  <a:lnTo>
                    <a:pt x="14786" y="8754"/>
                  </a:lnTo>
                  <a:lnTo>
                    <a:pt x="15064" y="8571"/>
                  </a:lnTo>
                  <a:lnTo>
                    <a:pt x="15345" y="8389"/>
                  </a:lnTo>
                  <a:lnTo>
                    <a:pt x="15627" y="8207"/>
                  </a:lnTo>
                  <a:lnTo>
                    <a:pt x="15911" y="8024"/>
                  </a:lnTo>
                  <a:lnTo>
                    <a:pt x="16196" y="7842"/>
                  </a:lnTo>
                  <a:lnTo>
                    <a:pt x="16481" y="7659"/>
                  </a:lnTo>
                  <a:lnTo>
                    <a:pt x="16766" y="7477"/>
                  </a:lnTo>
                  <a:lnTo>
                    <a:pt x="17051" y="7295"/>
                  </a:lnTo>
                  <a:lnTo>
                    <a:pt x="17334" y="7112"/>
                  </a:lnTo>
                  <a:lnTo>
                    <a:pt x="17616" y="6930"/>
                  </a:lnTo>
                  <a:lnTo>
                    <a:pt x="17896" y="6748"/>
                  </a:lnTo>
                  <a:lnTo>
                    <a:pt x="18173" y="6565"/>
                  </a:lnTo>
                  <a:lnTo>
                    <a:pt x="18447" y="6383"/>
                  </a:lnTo>
                  <a:lnTo>
                    <a:pt x="18719" y="6200"/>
                  </a:lnTo>
                  <a:lnTo>
                    <a:pt x="18987" y="6018"/>
                  </a:lnTo>
                  <a:lnTo>
                    <a:pt x="19251" y="5836"/>
                  </a:lnTo>
                  <a:lnTo>
                    <a:pt x="19511" y="5653"/>
                  </a:lnTo>
                  <a:lnTo>
                    <a:pt x="19767" y="5471"/>
                  </a:lnTo>
                  <a:lnTo>
                    <a:pt x="20020" y="5288"/>
                  </a:lnTo>
                  <a:lnTo>
                    <a:pt x="20266" y="5106"/>
                  </a:lnTo>
                  <a:lnTo>
                    <a:pt x="20508" y="4924"/>
                  </a:lnTo>
                  <a:lnTo>
                    <a:pt x="20745" y="4741"/>
                  </a:lnTo>
                  <a:lnTo>
                    <a:pt x="20978" y="4559"/>
                  </a:lnTo>
                  <a:lnTo>
                    <a:pt x="21205" y="4377"/>
                  </a:lnTo>
                  <a:lnTo>
                    <a:pt x="21426" y="4194"/>
                  </a:lnTo>
                  <a:lnTo>
                    <a:pt x="21642" y="4012"/>
                  </a:lnTo>
                  <a:lnTo>
                    <a:pt x="21854" y="3829"/>
                  </a:lnTo>
                  <a:lnTo>
                    <a:pt x="22059" y="3647"/>
                  </a:lnTo>
                  <a:lnTo>
                    <a:pt x="22259" y="3465"/>
                  </a:lnTo>
                  <a:lnTo>
                    <a:pt x="22454" y="3282"/>
                  </a:lnTo>
                  <a:lnTo>
                    <a:pt x="22644" y="3100"/>
                  </a:lnTo>
                  <a:lnTo>
                    <a:pt x="22827" y="2918"/>
                  </a:lnTo>
                  <a:lnTo>
                    <a:pt x="23005" y="2735"/>
                  </a:lnTo>
                  <a:lnTo>
                    <a:pt x="23178" y="2553"/>
                  </a:lnTo>
                  <a:lnTo>
                    <a:pt x="23346" y="2370"/>
                  </a:lnTo>
                  <a:lnTo>
                    <a:pt x="23508" y="2188"/>
                  </a:lnTo>
                  <a:lnTo>
                    <a:pt x="23665" y="2006"/>
                  </a:lnTo>
                  <a:lnTo>
                    <a:pt x="23818" y="1823"/>
                  </a:lnTo>
                  <a:lnTo>
                    <a:pt x="23965" y="1641"/>
                  </a:lnTo>
                  <a:lnTo>
                    <a:pt x="24106" y="1459"/>
                  </a:lnTo>
                  <a:lnTo>
                    <a:pt x="24243" y="1276"/>
                  </a:lnTo>
                  <a:lnTo>
                    <a:pt x="24376" y="1094"/>
                  </a:lnTo>
                  <a:lnTo>
                    <a:pt x="24503" y="911"/>
                  </a:lnTo>
                  <a:lnTo>
                    <a:pt x="24625" y="729"/>
                  </a:lnTo>
                  <a:lnTo>
                    <a:pt x="24743" y="547"/>
                  </a:lnTo>
                  <a:lnTo>
                    <a:pt x="24857" y="364"/>
                  </a:lnTo>
                  <a:lnTo>
                    <a:pt x="24966" y="182"/>
                  </a:lnTo>
                  <a:lnTo>
                    <a:pt x="25070" y="0"/>
                  </a:lnTo>
                  <a:lnTo>
                    <a:pt x="28605" y="0"/>
                  </a:lnTo>
                  <a:lnTo>
                    <a:pt x="28709" y="182"/>
                  </a:lnTo>
                  <a:lnTo>
                    <a:pt x="28818" y="364"/>
                  </a:lnTo>
                  <a:lnTo>
                    <a:pt x="28932" y="547"/>
                  </a:lnTo>
                  <a:lnTo>
                    <a:pt x="29050" y="729"/>
                  </a:lnTo>
                  <a:lnTo>
                    <a:pt x="29172" y="911"/>
                  </a:lnTo>
                  <a:lnTo>
                    <a:pt x="29299" y="1094"/>
                  </a:lnTo>
                  <a:lnTo>
                    <a:pt x="29431" y="1276"/>
                  </a:lnTo>
                  <a:lnTo>
                    <a:pt x="29568" y="1459"/>
                  </a:lnTo>
                  <a:lnTo>
                    <a:pt x="29710" y="1641"/>
                  </a:lnTo>
                  <a:lnTo>
                    <a:pt x="29857" y="1823"/>
                  </a:lnTo>
                  <a:lnTo>
                    <a:pt x="30009" y="2006"/>
                  </a:lnTo>
                  <a:lnTo>
                    <a:pt x="30167" y="2188"/>
                  </a:lnTo>
                  <a:lnTo>
                    <a:pt x="30328" y="2370"/>
                  </a:lnTo>
                  <a:lnTo>
                    <a:pt x="30496" y="2553"/>
                  </a:lnTo>
                  <a:lnTo>
                    <a:pt x="30670" y="2735"/>
                  </a:lnTo>
                  <a:lnTo>
                    <a:pt x="30848" y="2918"/>
                  </a:lnTo>
                  <a:lnTo>
                    <a:pt x="31031" y="3100"/>
                  </a:lnTo>
                  <a:lnTo>
                    <a:pt x="31221" y="3282"/>
                  </a:lnTo>
                  <a:lnTo>
                    <a:pt x="31416" y="3465"/>
                  </a:lnTo>
                  <a:lnTo>
                    <a:pt x="31616" y="3647"/>
                  </a:lnTo>
                  <a:lnTo>
                    <a:pt x="31820" y="3829"/>
                  </a:lnTo>
                  <a:lnTo>
                    <a:pt x="32032" y="4012"/>
                  </a:lnTo>
                  <a:lnTo>
                    <a:pt x="32249" y="4194"/>
                  </a:lnTo>
                  <a:lnTo>
                    <a:pt x="32470" y="4377"/>
                  </a:lnTo>
                  <a:lnTo>
                    <a:pt x="32696" y="4559"/>
                  </a:lnTo>
                  <a:lnTo>
                    <a:pt x="32929" y="4741"/>
                  </a:lnTo>
                  <a:lnTo>
                    <a:pt x="33167" y="4924"/>
                  </a:lnTo>
                  <a:lnTo>
                    <a:pt x="33408" y="5106"/>
                  </a:lnTo>
                  <a:lnTo>
                    <a:pt x="33655" y="5288"/>
                  </a:lnTo>
                  <a:lnTo>
                    <a:pt x="33907" y="5471"/>
                  </a:lnTo>
                  <a:lnTo>
                    <a:pt x="34163" y="5653"/>
                  </a:lnTo>
                  <a:lnTo>
                    <a:pt x="34423" y="5836"/>
                  </a:lnTo>
                  <a:lnTo>
                    <a:pt x="34688" y="6018"/>
                  </a:lnTo>
                  <a:lnTo>
                    <a:pt x="34956" y="6200"/>
                  </a:lnTo>
                  <a:lnTo>
                    <a:pt x="35227" y="6383"/>
                  </a:lnTo>
                  <a:lnTo>
                    <a:pt x="35502" y="6565"/>
                  </a:lnTo>
                  <a:lnTo>
                    <a:pt x="35779" y="6748"/>
                  </a:lnTo>
                  <a:lnTo>
                    <a:pt x="36059" y="6930"/>
                  </a:lnTo>
                  <a:lnTo>
                    <a:pt x="36341" y="7112"/>
                  </a:lnTo>
                  <a:lnTo>
                    <a:pt x="36624" y="7295"/>
                  </a:lnTo>
                  <a:lnTo>
                    <a:pt x="36908" y="7477"/>
                  </a:lnTo>
                  <a:lnTo>
                    <a:pt x="37193" y="7659"/>
                  </a:lnTo>
                  <a:lnTo>
                    <a:pt x="37478" y="7842"/>
                  </a:lnTo>
                  <a:lnTo>
                    <a:pt x="37764" y="8024"/>
                  </a:lnTo>
                  <a:lnTo>
                    <a:pt x="38047" y="8207"/>
                  </a:lnTo>
                  <a:lnTo>
                    <a:pt x="38330" y="8389"/>
                  </a:lnTo>
                  <a:lnTo>
                    <a:pt x="38611" y="8571"/>
                  </a:lnTo>
                  <a:lnTo>
                    <a:pt x="38889" y="8754"/>
                  </a:lnTo>
                  <a:lnTo>
                    <a:pt x="39164" y="8936"/>
                  </a:lnTo>
                  <a:lnTo>
                    <a:pt x="39435" y="9118"/>
                  </a:lnTo>
                  <a:lnTo>
                    <a:pt x="39703" y="9301"/>
                  </a:lnTo>
                  <a:lnTo>
                    <a:pt x="39966" y="9483"/>
                  </a:lnTo>
                  <a:lnTo>
                    <a:pt x="40222" y="9666"/>
                  </a:lnTo>
                  <a:lnTo>
                    <a:pt x="40473" y="9848"/>
                  </a:lnTo>
                  <a:lnTo>
                    <a:pt x="40719" y="10030"/>
                  </a:lnTo>
                  <a:lnTo>
                    <a:pt x="40958" y="10213"/>
                  </a:lnTo>
                  <a:lnTo>
                    <a:pt x="41188" y="10395"/>
                  </a:lnTo>
                  <a:lnTo>
                    <a:pt x="41411" y="10577"/>
                  </a:lnTo>
                  <a:lnTo>
                    <a:pt x="41627" y="10760"/>
                  </a:lnTo>
                  <a:lnTo>
                    <a:pt x="41833" y="10942"/>
                  </a:lnTo>
                  <a:lnTo>
                    <a:pt x="42030" y="11125"/>
                  </a:lnTo>
                  <a:lnTo>
                    <a:pt x="42219" y="11307"/>
                  </a:lnTo>
                  <a:lnTo>
                    <a:pt x="42400" y="11489"/>
                  </a:lnTo>
                  <a:lnTo>
                    <a:pt x="42569" y="11672"/>
                  </a:lnTo>
                  <a:lnTo>
                    <a:pt x="42728" y="11854"/>
                  </a:lnTo>
                  <a:lnTo>
                    <a:pt x="42879" y="12036"/>
                  </a:lnTo>
                  <a:lnTo>
                    <a:pt x="43021" y="12219"/>
                  </a:lnTo>
                  <a:lnTo>
                    <a:pt x="43150" y="12401"/>
                  </a:lnTo>
                  <a:lnTo>
                    <a:pt x="43270" y="12584"/>
                  </a:lnTo>
                  <a:lnTo>
                    <a:pt x="43381" y="12766"/>
                  </a:lnTo>
                  <a:lnTo>
                    <a:pt x="43484" y="12948"/>
                  </a:lnTo>
                  <a:lnTo>
                    <a:pt x="43574" y="13131"/>
                  </a:lnTo>
                  <a:lnTo>
                    <a:pt x="43656" y="13313"/>
                  </a:lnTo>
                  <a:lnTo>
                    <a:pt x="43730" y="13496"/>
                  </a:lnTo>
                  <a:lnTo>
                    <a:pt x="43795" y="13678"/>
                  </a:lnTo>
                  <a:lnTo>
                    <a:pt x="43851" y="13860"/>
                  </a:lnTo>
                  <a:lnTo>
                    <a:pt x="43899" y="14043"/>
                  </a:lnTo>
                  <a:lnTo>
                    <a:pt x="43941" y="14225"/>
                  </a:lnTo>
                  <a:lnTo>
                    <a:pt x="43975" y="14407"/>
                  </a:lnTo>
                  <a:lnTo>
                    <a:pt x="44001" y="14590"/>
                  </a:lnTo>
                  <a:lnTo>
                    <a:pt x="44022" y="14772"/>
                  </a:lnTo>
                  <a:lnTo>
                    <a:pt x="44038" y="14955"/>
                  </a:lnTo>
                  <a:lnTo>
                    <a:pt x="44048" y="15137"/>
                  </a:lnTo>
                  <a:lnTo>
                    <a:pt x="44053" y="15319"/>
                  </a:lnTo>
                  <a:lnTo>
                    <a:pt x="44055" y="15502"/>
                  </a:lnTo>
                  <a:lnTo>
                    <a:pt x="44053" y="15684"/>
                  </a:lnTo>
                  <a:lnTo>
                    <a:pt x="44048" y="15866"/>
                  </a:lnTo>
                  <a:lnTo>
                    <a:pt x="44040" y="16049"/>
                  </a:lnTo>
                  <a:lnTo>
                    <a:pt x="44031" y="16231"/>
                  </a:lnTo>
                  <a:lnTo>
                    <a:pt x="44020" y="16414"/>
                  </a:lnTo>
                  <a:lnTo>
                    <a:pt x="44008" y="16596"/>
                  </a:lnTo>
                  <a:lnTo>
                    <a:pt x="43995" y="16778"/>
                  </a:lnTo>
                  <a:lnTo>
                    <a:pt x="43983" y="16961"/>
                  </a:lnTo>
                  <a:lnTo>
                    <a:pt x="43971" y="17143"/>
                  </a:lnTo>
                  <a:lnTo>
                    <a:pt x="43959" y="17325"/>
                  </a:lnTo>
                  <a:lnTo>
                    <a:pt x="43949" y="17508"/>
                  </a:lnTo>
                  <a:lnTo>
                    <a:pt x="43941" y="17690"/>
                  </a:lnTo>
                  <a:lnTo>
                    <a:pt x="43934" y="17873"/>
                  </a:lnTo>
                  <a:lnTo>
                    <a:pt x="43930" y="18055"/>
                  </a:lnTo>
                  <a:lnTo>
                    <a:pt x="43928" y="18237"/>
                  </a:lnTo>
                  <a:lnTo>
                    <a:pt x="43928" y="18420"/>
                  </a:lnTo>
                  <a:lnTo>
                    <a:pt x="43932" y="18602"/>
                  </a:lnTo>
                  <a:lnTo>
                    <a:pt x="43939" y="18784"/>
                  </a:lnTo>
                  <a:lnTo>
                    <a:pt x="43949" y="18967"/>
                  </a:lnTo>
                  <a:lnTo>
                    <a:pt x="43963" y="19149"/>
                  </a:lnTo>
                  <a:lnTo>
                    <a:pt x="43980" y="19332"/>
                  </a:lnTo>
                  <a:lnTo>
                    <a:pt x="44002" y="19514"/>
                  </a:lnTo>
                  <a:lnTo>
                    <a:pt x="44027" y="19696"/>
                  </a:lnTo>
                  <a:lnTo>
                    <a:pt x="44056" y="19879"/>
                  </a:lnTo>
                  <a:lnTo>
                    <a:pt x="44090" y="20061"/>
                  </a:lnTo>
                  <a:lnTo>
                    <a:pt x="44127" y="20244"/>
                  </a:lnTo>
                  <a:lnTo>
                    <a:pt x="44169" y="20426"/>
                  </a:lnTo>
                  <a:lnTo>
                    <a:pt x="44214" y="20608"/>
                  </a:lnTo>
                  <a:lnTo>
                    <a:pt x="44264" y="20791"/>
                  </a:lnTo>
                  <a:lnTo>
                    <a:pt x="44318" y="20973"/>
                  </a:lnTo>
                  <a:lnTo>
                    <a:pt x="44375" y="21155"/>
                  </a:lnTo>
                  <a:lnTo>
                    <a:pt x="44436" y="21338"/>
                  </a:lnTo>
                  <a:lnTo>
                    <a:pt x="44503" y="21520"/>
                  </a:lnTo>
                  <a:lnTo>
                    <a:pt x="44573" y="21703"/>
                  </a:lnTo>
                  <a:lnTo>
                    <a:pt x="44646" y="21885"/>
                  </a:lnTo>
                  <a:lnTo>
                    <a:pt x="44723" y="22067"/>
                  </a:lnTo>
                  <a:lnTo>
                    <a:pt x="44805" y="22250"/>
                  </a:lnTo>
                  <a:lnTo>
                    <a:pt x="44891" y="22432"/>
                  </a:lnTo>
                  <a:lnTo>
                    <a:pt x="44979" y="22614"/>
                  </a:lnTo>
                  <a:lnTo>
                    <a:pt x="45071" y="22797"/>
                  </a:lnTo>
                  <a:lnTo>
                    <a:pt x="45167" y="22979"/>
                  </a:lnTo>
                  <a:lnTo>
                    <a:pt x="45267" y="23162"/>
                  </a:lnTo>
                  <a:lnTo>
                    <a:pt x="45369" y="23344"/>
                  </a:lnTo>
                  <a:lnTo>
                    <a:pt x="45475" y="23526"/>
                  </a:lnTo>
                  <a:lnTo>
                    <a:pt x="45584" y="23709"/>
                  </a:lnTo>
                  <a:lnTo>
                    <a:pt x="45696" y="23891"/>
                  </a:lnTo>
                  <a:lnTo>
                    <a:pt x="45811" y="24073"/>
                  </a:lnTo>
                  <a:lnTo>
                    <a:pt x="45929" y="24256"/>
                  </a:lnTo>
                  <a:lnTo>
                    <a:pt x="46051" y="24438"/>
                  </a:lnTo>
                  <a:lnTo>
                    <a:pt x="46175" y="24621"/>
                  </a:lnTo>
                  <a:lnTo>
                    <a:pt x="46301" y="24803"/>
                  </a:lnTo>
                  <a:lnTo>
                    <a:pt x="46431" y="24985"/>
                  </a:lnTo>
                  <a:lnTo>
                    <a:pt x="46563" y="25168"/>
                  </a:lnTo>
                  <a:lnTo>
                    <a:pt x="46697" y="25350"/>
                  </a:lnTo>
                  <a:lnTo>
                    <a:pt x="46834" y="25532"/>
                  </a:lnTo>
                  <a:lnTo>
                    <a:pt x="46974" y="25715"/>
                  </a:lnTo>
                  <a:lnTo>
                    <a:pt x="47115" y="25897"/>
                  </a:lnTo>
                  <a:lnTo>
                    <a:pt x="47404" y="26262"/>
                  </a:lnTo>
                  <a:lnTo>
                    <a:pt x="47552" y="26444"/>
                  </a:lnTo>
                  <a:lnTo>
                    <a:pt x="47702" y="26627"/>
                  </a:lnTo>
                  <a:lnTo>
                    <a:pt x="47853" y="26809"/>
                  </a:lnTo>
                  <a:lnTo>
                    <a:pt x="48006" y="26992"/>
                  </a:lnTo>
                  <a:lnTo>
                    <a:pt x="48161" y="27174"/>
                  </a:lnTo>
                  <a:lnTo>
                    <a:pt x="48317" y="27356"/>
                  </a:lnTo>
                  <a:lnTo>
                    <a:pt x="48474" y="27539"/>
                  </a:lnTo>
                  <a:lnTo>
                    <a:pt x="48632" y="27721"/>
                  </a:lnTo>
                  <a:lnTo>
                    <a:pt x="48791" y="27903"/>
                  </a:lnTo>
                  <a:lnTo>
                    <a:pt x="48950" y="28086"/>
                  </a:lnTo>
                  <a:lnTo>
                    <a:pt x="49110" y="28268"/>
                  </a:lnTo>
                  <a:lnTo>
                    <a:pt x="49271" y="28451"/>
                  </a:lnTo>
                  <a:lnTo>
                    <a:pt x="49431" y="28633"/>
                  </a:lnTo>
                  <a:lnTo>
                    <a:pt x="49591" y="28815"/>
                  </a:lnTo>
                  <a:lnTo>
                    <a:pt x="49751" y="28998"/>
                  </a:lnTo>
                  <a:lnTo>
                    <a:pt x="49910" y="29180"/>
                  </a:lnTo>
                  <a:lnTo>
                    <a:pt x="50068" y="29362"/>
                  </a:lnTo>
                  <a:lnTo>
                    <a:pt x="50225" y="29545"/>
                  </a:lnTo>
                  <a:lnTo>
                    <a:pt x="50380" y="29727"/>
                  </a:lnTo>
                  <a:lnTo>
                    <a:pt x="50533" y="29910"/>
                  </a:lnTo>
                  <a:lnTo>
                    <a:pt x="50683" y="30092"/>
                  </a:lnTo>
                  <a:lnTo>
                    <a:pt x="50832" y="30274"/>
                  </a:lnTo>
                  <a:lnTo>
                    <a:pt x="50978" y="30457"/>
                  </a:lnTo>
                  <a:lnTo>
                    <a:pt x="51119" y="30639"/>
                  </a:lnTo>
                  <a:lnTo>
                    <a:pt x="51257" y="30821"/>
                  </a:lnTo>
                  <a:lnTo>
                    <a:pt x="51391" y="31004"/>
                  </a:lnTo>
                  <a:lnTo>
                    <a:pt x="51522" y="31186"/>
                  </a:lnTo>
                  <a:lnTo>
                    <a:pt x="51646" y="31369"/>
                  </a:lnTo>
                  <a:lnTo>
                    <a:pt x="51766" y="31551"/>
                  </a:lnTo>
                  <a:lnTo>
                    <a:pt x="51881" y="31733"/>
                  </a:lnTo>
                  <a:lnTo>
                    <a:pt x="51991" y="31916"/>
                  </a:lnTo>
                  <a:lnTo>
                    <a:pt x="52094" y="32098"/>
                  </a:lnTo>
                  <a:lnTo>
                    <a:pt x="52191" y="32280"/>
                  </a:lnTo>
                  <a:lnTo>
                    <a:pt x="52282" y="32463"/>
                  </a:lnTo>
                  <a:lnTo>
                    <a:pt x="52367" y="32645"/>
                  </a:lnTo>
                  <a:lnTo>
                    <a:pt x="52443" y="32828"/>
                  </a:lnTo>
                  <a:lnTo>
                    <a:pt x="52514" y="33010"/>
                  </a:lnTo>
                  <a:lnTo>
                    <a:pt x="52579" y="33192"/>
                  </a:lnTo>
                  <a:lnTo>
                    <a:pt x="52636" y="33375"/>
                  </a:lnTo>
                  <a:lnTo>
                    <a:pt x="52686" y="33557"/>
                  </a:lnTo>
                  <a:lnTo>
                    <a:pt x="52730" y="33740"/>
                  </a:lnTo>
                  <a:lnTo>
                    <a:pt x="52768" y="33922"/>
                  </a:lnTo>
                  <a:lnTo>
                    <a:pt x="52798" y="34104"/>
                  </a:lnTo>
                  <a:lnTo>
                    <a:pt x="52822" y="34287"/>
                  </a:lnTo>
                  <a:lnTo>
                    <a:pt x="52841" y="34469"/>
                  </a:lnTo>
                  <a:lnTo>
                    <a:pt x="52855" y="34651"/>
                  </a:lnTo>
                  <a:lnTo>
                    <a:pt x="52862" y="34834"/>
                  </a:lnTo>
                  <a:lnTo>
                    <a:pt x="52864" y="35016"/>
                  </a:lnTo>
                  <a:lnTo>
                    <a:pt x="52862" y="35199"/>
                  </a:lnTo>
                  <a:lnTo>
                    <a:pt x="52857" y="35381"/>
                  </a:lnTo>
                  <a:lnTo>
                    <a:pt x="52847" y="35563"/>
                  </a:lnTo>
                  <a:lnTo>
                    <a:pt x="52835" y="35746"/>
                  </a:lnTo>
                  <a:lnTo>
                    <a:pt x="52820" y="35928"/>
                  </a:lnTo>
                  <a:lnTo>
                    <a:pt x="52804" y="36110"/>
                  </a:lnTo>
                  <a:lnTo>
                    <a:pt x="52785" y="36293"/>
                  </a:lnTo>
                  <a:lnTo>
                    <a:pt x="52766" y="36475"/>
                  </a:lnTo>
                  <a:lnTo>
                    <a:pt x="52747" y="36658"/>
                  </a:lnTo>
                  <a:lnTo>
                    <a:pt x="52728" y="36840"/>
                  </a:lnTo>
                  <a:lnTo>
                    <a:pt x="52709" y="37022"/>
                  </a:lnTo>
                  <a:lnTo>
                    <a:pt x="52692" y="37205"/>
                  </a:lnTo>
                  <a:lnTo>
                    <a:pt x="52677" y="37387"/>
                  </a:lnTo>
                  <a:lnTo>
                    <a:pt x="52664" y="37569"/>
                  </a:lnTo>
                  <a:lnTo>
                    <a:pt x="52653" y="37752"/>
                  </a:lnTo>
                  <a:lnTo>
                    <a:pt x="52645" y="37934"/>
                  </a:lnTo>
                  <a:lnTo>
                    <a:pt x="52641" y="38117"/>
                  </a:lnTo>
                  <a:lnTo>
                    <a:pt x="52640" y="38299"/>
                  </a:lnTo>
                  <a:lnTo>
                    <a:pt x="52643" y="38481"/>
                  </a:lnTo>
                  <a:lnTo>
                    <a:pt x="52649" y="38664"/>
                  </a:lnTo>
                  <a:lnTo>
                    <a:pt x="52660" y="38846"/>
                  </a:lnTo>
                  <a:lnTo>
                    <a:pt x="52675" y="39028"/>
                  </a:lnTo>
                  <a:lnTo>
                    <a:pt x="52694" y="39211"/>
                  </a:lnTo>
                  <a:lnTo>
                    <a:pt x="52717" y="39393"/>
                  </a:lnTo>
                  <a:lnTo>
                    <a:pt x="52743" y="39576"/>
                  </a:lnTo>
                  <a:lnTo>
                    <a:pt x="52808" y="39940"/>
                  </a:lnTo>
                  <a:lnTo>
                    <a:pt x="52846" y="40123"/>
                  </a:lnTo>
                  <a:lnTo>
                    <a:pt x="52886" y="40305"/>
                  </a:lnTo>
                  <a:lnTo>
                    <a:pt x="52930" y="40488"/>
                  </a:lnTo>
                  <a:lnTo>
                    <a:pt x="52975" y="40670"/>
                  </a:lnTo>
                  <a:lnTo>
                    <a:pt x="53022" y="40852"/>
                  </a:lnTo>
                  <a:lnTo>
                    <a:pt x="53071" y="41035"/>
                  </a:lnTo>
                  <a:lnTo>
                    <a:pt x="53121" y="41217"/>
                  </a:lnTo>
                  <a:lnTo>
                    <a:pt x="53172" y="41399"/>
                  </a:lnTo>
                  <a:lnTo>
                    <a:pt x="53222" y="41582"/>
                  </a:lnTo>
                  <a:lnTo>
                    <a:pt x="53273" y="41764"/>
                  </a:lnTo>
                  <a:lnTo>
                    <a:pt x="53322" y="41947"/>
                  </a:lnTo>
                  <a:lnTo>
                    <a:pt x="53369" y="42129"/>
                  </a:lnTo>
                  <a:lnTo>
                    <a:pt x="53416" y="42311"/>
                  </a:lnTo>
                  <a:lnTo>
                    <a:pt x="53459" y="42494"/>
                  </a:lnTo>
                  <a:lnTo>
                    <a:pt x="53500" y="42676"/>
                  </a:lnTo>
                  <a:lnTo>
                    <a:pt x="53537" y="42858"/>
                  </a:lnTo>
                  <a:lnTo>
                    <a:pt x="53571" y="43041"/>
                  </a:lnTo>
                  <a:lnTo>
                    <a:pt x="53601" y="43223"/>
                  </a:lnTo>
                  <a:lnTo>
                    <a:pt x="53625" y="43406"/>
                  </a:lnTo>
                  <a:lnTo>
                    <a:pt x="53646" y="43588"/>
                  </a:lnTo>
                  <a:lnTo>
                    <a:pt x="53662" y="43770"/>
                  </a:lnTo>
                  <a:lnTo>
                    <a:pt x="53671" y="43953"/>
                  </a:lnTo>
                  <a:lnTo>
                    <a:pt x="53675" y="44135"/>
                  </a:lnTo>
                  <a:lnTo>
                    <a:pt x="53674" y="44317"/>
                  </a:lnTo>
                  <a:lnTo>
                    <a:pt x="53668" y="44500"/>
                  </a:lnTo>
                  <a:lnTo>
                    <a:pt x="53653" y="44682"/>
                  </a:lnTo>
                  <a:lnTo>
                    <a:pt x="53633" y="44865"/>
                  </a:lnTo>
                  <a:lnTo>
                    <a:pt x="53608" y="45047"/>
                  </a:lnTo>
                  <a:lnTo>
                    <a:pt x="53576" y="45229"/>
                  </a:lnTo>
                  <a:lnTo>
                    <a:pt x="53537" y="45412"/>
                  </a:lnTo>
                  <a:lnTo>
                    <a:pt x="53492" y="45594"/>
                  </a:lnTo>
                  <a:lnTo>
                    <a:pt x="53442" y="45776"/>
                  </a:lnTo>
                  <a:lnTo>
                    <a:pt x="53386" y="45959"/>
                  </a:lnTo>
                  <a:lnTo>
                    <a:pt x="53323" y="46141"/>
                  </a:lnTo>
                  <a:lnTo>
                    <a:pt x="53255" y="46324"/>
                  </a:lnTo>
                  <a:lnTo>
                    <a:pt x="53182" y="46506"/>
                  </a:lnTo>
                  <a:lnTo>
                    <a:pt x="53103" y="46688"/>
                  </a:lnTo>
                  <a:lnTo>
                    <a:pt x="53019" y="46871"/>
                  </a:lnTo>
                  <a:lnTo>
                    <a:pt x="52930" y="47053"/>
                  </a:lnTo>
                  <a:lnTo>
                    <a:pt x="52838" y="47236"/>
                  </a:lnTo>
                  <a:lnTo>
                    <a:pt x="52740" y="47418"/>
                  </a:lnTo>
                  <a:lnTo>
                    <a:pt x="52639" y="47600"/>
                  </a:lnTo>
                  <a:lnTo>
                    <a:pt x="52534" y="47783"/>
                  </a:lnTo>
                  <a:lnTo>
                    <a:pt x="52426" y="47965"/>
                  </a:lnTo>
                  <a:lnTo>
                    <a:pt x="52314" y="48147"/>
                  </a:lnTo>
                  <a:lnTo>
                    <a:pt x="52200" y="48330"/>
                  </a:lnTo>
                  <a:lnTo>
                    <a:pt x="52083" y="48512"/>
                  </a:lnTo>
                  <a:lnTo>
                    <a:pt x="51965" y="48695"/>
                  </a:lnTo>
                  <a:lnTo>
                    <a:pt x="51843" y="48877"/>
                  </a:lnTo>
                  <a:lnTo>
                    <a:pt x="51720" y="49059"/>
                  </a:lnTo>
                  <a:lnTo>
                    <a:pt x="51596" y="49242"/>
                  </a:lnTo>
                  <a:lnTo>
                    <a:pt x="51471" y="49424"/>
                  </a:lnTo>
                  <a:lnTo>
                    <a:pt x="51345" y="49606"/>
                  </a:lnTo>
                  <a:lnTo>
                    <a:pt x="51218" y="49789"/>
                  </a:lnTo>
                  <a:lnTo>
                    <a:pt x="51090" y="49971"/>
                  </a:lnTo>
                  <a:lnTo>
                    <a:pt x="50962" y="50154"/>
                  </a:lnTo>
                  <a:lnTo>
                    <a:pt x="50834" y="50336"/>
                  </a:lnTo>
                  <a:lnTo>
                    <a:pt x="50705" y="50518"/>
                  </a:lnTo>
                  <a:lnTo>
                    <a:pt x="50577" y="50701"/>
                  </a:lnTo>
                  <a:lnTo>
                    <a:pt x="50449" y="50883"/>
                  </a:lnTo>
                  <a:lnTo>
                    <a:pt x="50321" y="51065"/>
                  </a:lnTo>
                  <a:lnTo>
                    <a:pt x="50193" y="51248"/>
                  </a:lnTo>
                  <a:lnTo>
                    <a:pt x="50066" y="51430"/>
                  </a:lnTo>
                  <a:lnTo>
                    <a:pt x="49939" y="51613"/>
                  </a:lnTo>
                  <a:lnTo>
                    <a:pt x="49812" y="51795"/>
                  </a:lnTo>
                  <a:lnTo>
                    <a:pt x="49686" y="51977"/>
                  </a:lnTo>
                  <a:lnTo>
                    <a:pt x="49560" y="52160"/>
                  </a:lnTo>
                  <a:lnTo>
                    <a:pt x="49434" y="52342"/>
                  </a:lnTo>
                  <a:lnTo>
                    <a:pt x="49309" y="52524"/>
                  </a:lnTo>
                  <a:lnTo>
                    <a:pt x="49184" y="52707"/>
                  </a:lnTo>
                  <a:lnTo>
                    <a:pt x="49059" y="52889"/>
                  </a:lnTo>
                  <a:lnTo>
                    <a:pt x="48934" y="53072"/>
                  </a:lnTo>
                  <a:lnTo>
                    <a:pt x="48809" y="53254"/>
                  </a:lnTo>
                  <a:lnTo>
                    <a:pt x="48684" y="53436"/>
                  </a:lnTo>
                  <a:lnTo>
                    <a:pt x="48559" y="53619"/>
                  </a:lnTo>
                  <a:lnTo>
                    <a:pt x="48433" y="53801"/>
                  </a:lnTo>
                  <a:lnTo>
                    <a:pt x="48307" y="53984"/>
                  </a:lnTo>
                  <a:lnTo>
                    <a:pt x="48181" y="54166"/>
                  </a:lnTo>
                  <a:lnTo>
                    <a:pt x="48054" y="54348"/>
                  </a:lnTo>
                  <a:lnTo>
                    <a:pt x="47926" y="54531"/>
                  </a:lnTo>
                  <a:lnTo>
                    <a:pt x="47798" y="54713"/>
                  </a:lnTo>
                  <a:lnTo>
                    <a:pt x="47669" y="54895"/>
                  </a:lnTo>
                  <a:lnTo>
                    <a:pt x="47539" y="55078"/>
                  </a:lnTo>
                  <a:lnTo>
                    <a:pt x="47408" y="55260"/>
                  </a:lnTo>
                  <a:lnTo>
                    <a:pt x="47275" y="55443"/>
                  </a:lnTo>
                  <a:lnTo>
                    <a:pt x="47142" y="55625"/>
                  </a:lnTo>
                  <a:lnTo>
                    <a:pt x="47008" y="55807"/>
                  </a:lnTo>
                  <a:lnTo>
                    <a:pt x="46872" y="55990"/>
                  </a:lnTo>
                  <a:lnTo>
                    <a:pt x="46735" y="56172"/>
                  </a:lnTo>
                  <a:lnTo>
                    <a:pt x="46598" y="56354"/>
                  </a:lnTo>
                  <a:lnTo>
                    <a:pt x="46458" y="56537"/>
                  </a:lnTo>
                  <a:lnTo>
                    <a:pt x="46318" y="56719"/>
                  </a:lnTo>
                  <a:lnTo>
                    <a:pt x="46176" y="56902"/>
                  </a:lnTo>
                  <a:lnTo>
                    <a:pt x="46033" y="57084"/>
                  </a:lnTo>
                  <a:lnTo>
                    <a:pt x="45889" y="57266"/>
                  </a:lnTo>
                  <a:lnTo>
                    <a:pt x="45744" y="57449"/>
                  </a:lnTo>
                  <a:lnTo>
                    <a:pt x="45598" y="57631"/>
                  </a:lnTo>
                  <a:lnTo>
                    <a:pt x="45450" y="57813"/>
                  </a:lnTo>
                  <a:lnTo>
                    <a:pt x="45302" y="57996"/>
                  </a:lnTo>
                  <a:lnTo>
                    <a:pt x="45152" y="58178"/>
                  </a:lnTo>
                  <a:lnTo>
                    <a:pt x="45001" y="58361"/>
                  </a:lnTo>
                  <a:lnTo>
                    <a:pt x="44850" y="58543"/>
                  </a:lnTo>
                  <a:lnTo>
                    <a:pt x="44697" y="58725"/>
                  </a:lnTo>
                  <a:lnTo>
                    <a:pt x="44544" y="58908"/>
                  </a:lnTo>
                  <a:lnTo>
                    <a:pt x="44389" y="59090"/>
                  </a:lnTo>
                  <a:lnTo>
                    <a:pt x="44234" y="59272"/>
                  </a:lnTo>
                  <a:lnTo>
                    <a:pt x="44078" y="59455"/>
                  </a:lnTo>
                  <a:lnTo>
                    <a:pt x="43921" y="59637"/>
                  </a:lnTo>
                  <a:lnTo>
                    <a:pt x="43764" y="59820"/>
                  </a:lnTo>
                  <a:lnTo>
                    <a:pt x="43606" y="60002"/>
                  </a:lnTo>
                  <a:lnTo>
                    <a:pt x="43446" y="60184"/>
                  </a:lnTo>
                  <a:lnTo>
                    <a:pt x="43287" y="60367"/>
                  </a:lnTo>
                  <a:lnTo>
                    <a:pt x="43126" y="60549"/>
                  </a:lnTo>
                  <a:lnTo>
                    <a:pt x="42965" y="60732"/>
                  </a:lnTo>
                  <a:lnTo>
                    <a:pt x="42804" y="60914"/>
                  </a:lnTo>
                  <a:lnTo>
                    <a:pt x="42641" y="61096"/>
                  </a:lnTo>
                  <a:lnTo>
                    <a:pt x="42479" y="61279"/>
                  </a:lnTo>
                  <a:lnTo>
                    <a:pt x="42315" y="61461"/>
                  </a:lnTo>
                  <a:lnTo>
                    <a:pt x="42151" y="61643"/>
                  </a:lnTo>
                  <a:lnTo>
                    <a:pt x="41987" y="61826"/>
                  </a:lnTo>
                  <a:lnTo>
                    <a:pt x="41822" y="62008"/>
                  </a:lnTo>
                  <a:lnTo>
                    <a:pt x="41657" y="62191"/>
                  </a:lnTo>
                  <a:lnTo>
                    <a:pt x="41492" y="62373"/>
                  </a:lnTo>
                  <a:lnTo>
                    <a:pt x="41326" y="62555"/>
                  </a:lnTo>
                  <a:lnTo>
                    <a:pt x="41160" y="62738"/>
                  </a:lnTo>
                  <a:lnTo>
                    <a:pt x="40994" y="62920"/>
                  </a:lnTo>
                  <a:lnTo>
                    <a:pt x="40828" y="63102"/>
                  </a:lnTo>
                  <a:lnTo>
                    <a:pt x="40662" y="63285"/>
                  </a:lnTo>
                  <a:lnTo>
                    <a:pt x="40496" y="63467"/>
                  </a:lnTo>
                  <a:lnTo>
                    <a:pt x="40330" y="63650"/>
                  </a:lnTo>
                  <a:lnTo>
                    <a:pt x="40165" y="63832"/>
                  </a:lnTo>
                  <a:lnTo>
                    <a:pt x="40000" y="64014"/>
                  </a:lnTo>
                  <a:lnTo>
                    <a:pt x="39835" y="64197"/>
                  </a:lnTo>
                  <a:lnTo>
                    <a:pt x="39672" y="64379"/>
                  </a:lnTo>
                  <a:lnTo>
                    <a:pt x="39509" y="64561"/>
                  </a:lnTo>
                  <a:lnTo>
                    <a:pt x="39346" y="64744"/>
                  </a:lnTo>
                  <a:lnTo>
                    <a:pt x="39185" y="64926"/>
                  </a:lnTo>
                  <a:lnTo>
                    <a:pt x="39025" y="65109"/>
                  </a:lnTo>
                  <a:lnTo>
                    <a:pt x="38866" y="65291"/>
                  </a:lnTo>
                  <a:lnTo>
                    <a:pt x="38709" y="65473"/>
                  </a:lnTo>
                  <a:lnTo>
                    <a:pt x="38553" y="65656"/>
                  </a:lnTo>
                  <a:lnTo>
                    <a:pt x="38398" y="65838"/>
                  </a:lnTo>
                  <a:lnTo>
                    <a:pt x="38245" y="66020"/>
                  </a:lnTo>
                  <a:lnTo>
                    <a:pt x="38093" y="66203"/>
                  </a:lnTo>
                  <a:lnTo>
                    <a:pt x="37943" y="66385"/>
                  </a:lnTo>
                  <a:lnTo>
                    <a:pt x="37794" y="66568"/>
                  </a:lnTo>
                  <a:lnTo>
                    <a:pt x="37648" y="66750"/>
                  </a:lnTo>
                  <a:lnTo>
                    <a:pt x="37502" y="66932"/>
                  </a:lnTo>
                  <a:lnTo>
                    <a:pt x="37359" y="67115"/>
                  </a:lnTo>
                  <a:lnTo>
                    <a:pt x="37217" y="67297"/>
                  </a:lnTo>
                  <a:lnTo>
                    <a:pt x="37077" y="67480"/>
                  </a:lnTo>
                  <a:lnTo>
                    <a:pt x="36938" y="67662"/>
                  </a:lnTo>
                  <a:lnTo>
                    <a:pt x="36801" y="67844"/>
                  </a:lnTo>
                  <a:lnTo>
                    <a:pt x="36665" y="68027"/>
                  </a:lnTo>
                  <a:lnTo>
                    <a:pt x="36530" y="68209"/>
                  </a:lnTo>
                  <a:lnTo>
                    <a:pt x="36396" y="68391"/>
                  </a:lnTo>
                  <a:lnTo>
                    <a:pt x="36264" y="68574"/>
                  </a:lnTo>
                  <a:lnTo>
                    <a:pt x="36133" y="68756"/>
                  </a:lnTo>
                  <a:lnTo>
                    <a:pt x="36002" y="68939"/>
                  </a:lnTo>
                  <a:lnTo>
                    <a:pt x="35872" y="69121"/>
                  </a:lnTo>
                  <a:lnTo>
                    <a:pt x="35742" y="69303"/>
                  </a:lnTo>
                  <a:lnTo>
                    <a:pt x="35613" y="69486"/>
                  </a:lnTo>
                  <a:lnTo>
                    <a:pt x="35485" y="69668"/>
                  </a:lnTo>
                  <a:lnTo>
                    <a:pt x="35356" y="69850"/>
                  </a:lnTo>
                  <a:lnTo>
                    <a:pt x="35228" y="70033"/>
                  </a:lnTo>
                  <a:lnTo>
                    <a:pt x="35099" y="70215"/>
                  </a:lnTo>
                  <a:lnTo>
                    <a:pt x="34971" y="70398"/>
                  </a:lnTo>
                  <a:lnTo>
                    <a:pt x="34842" y="70580"/>
                  </a:lnTo>
                  <a:lnTo>
                    <a:pt x="34713" y="70762"/>
                  </a:lnTo>
                  <a:lnTo>
                    <a:pt x="34583" y="70945"/>
                  </a:lnTo>
                  <a:lnTo>
                    <a:pt x="34453" y="71127"/>
                  </a:lnTo>
                  <a:lnTo>
                    <a:pt x="34322" y="71309"/>
                  </a:lnTo>
                  <a:lnTo>
                    <a:pt x="34191" y="71492"/>
                  </a:lnTo>
                  <a:lnTo>
                    <a:pt x="34060" y="71674"/>
                  </a:lnTo>
                  <a:lnTo>
                    <a:pt x="33928" y="71857"/>
                  </a:lnTo>
                  <a:lnTo>
                    <a:pt x="33795" y="72039"/>
                  </a:lnTo>
                  <a:lnTo>
                    <a:pt x="33662" y="72221"/>
                  </a:lnTo>
                  <a:lnTo>
                    <a:pt x="33528" y="72404"/>
                  </a:lnTo>
                  <a:lnTo>
                    <a:pt x="33395" y="72586"/>
                  </a:lnTo>
                  <a:lnTo>
                    <a:pt x="33260" y="72769"/>
                  </a:lnTo>
                  <a:lnTo>
                    <a:pt x="33126" y="72951"/>
                  </a:lnTo>
                  <a:lnTo>
                    <a:pt x="32991" y="73133"/>
                  </a:lnTo>
                  <a:lnTo>
                    <a:pt x="32856" y="73316"/>
                  </a:lnTo>
                  <a:lnTo>
                    <a:pt x="32721" y="73498"/>
                  </a:lnTo>
                  <a:lnTo>
                    <a:pt x="32587" y="73680"/>
                  </a:lnTo>
                  <a:lnTo>
                    <a:pt x="32452" y="73863"/>
                  </a:lnTo>
                  <a:lnTo>
                    <a:pt x="32318" y="74045"/>
                  </a:lnTo>
                  <a:lnTo>
                    <a:pt x="32185" y="74228"/>
                  </a:lnTo>
                  <a:lnTo>
                    <a:pt x="32052" y="74410"/>
                  </a:lnTo>
                  <a:lnTo>
                    <a:pt x="31920" y="74592"/>
                  </a:lnTo>
                  <a:lnTo>
                    <a:pt x="31788" y="74775"/>
                  </a:lnTo>
                  <a:lnTo>
                    <a:pt x="31658" y="74957"/>
                  </a:lnTo>
                  <a:lnTo>
                    <a:pt x="31529" y="75139"/>
                  </a:lnTo>
                  <a:lnTo>
                    <a:pt x="31401" y="75322"/>
                  </a:lnTo>
                  <a:lnTo>
                    <a:pt x="31274" y="75504"/>
                  </a:lnTo>
                  <a:lnTo>
                    <a:pt x="31149" y="75687"/>
                  </a:lnTo>
                  <a:lnTo>
                    <a:pt x="31025" y="75869"/>
                  </a:lnTo>
                  <a:lnTo>
                    <a:pt x="30903" y="76051"/>
                  </a:lnTo>
                  <a:lnTo>
                    <a:pt x="30783" y="76234"/>
                  </a:lnTo>
                  <a:lnTo>
                    <a:pt x="30665" y="76416"/>
                  </a:lnTo>
                  <a:lnTo>
                    <a:pt x="30548" y="76598"/>
                  </a:lnTo>
                  <a:lnTo>
                    <a:pt x="30433" y="76781"/>
                  </a:lnTo>
                  <a:lnTo>
                    <a:pt x="30321" y="76963"/>
                  </a:lnTo>
                  <a:lnTo>
                    <a:pt x="30211" y="77146"/>
                  </a:lnTo>
                  <a:lnTo>
                    <a:pt x="30102" y="77328"/>
                  </a:lnTo>
                  <a:lnTo>
                    <a:pt x="29996" y="77510"/>
                  </a:lnTo>
                  <a:lnTo>
                    <a:pt x="29892" y="77693"/>
                  </a:lnTo>
                  <a:lnTo>
                    <a:pt x="29791" y="77875"/>
                  </a:lnTo>
                  <a:lnTo>
                    <a:pt x="29691" y="78057"/>
                  </a:lnTo>
                  <a:lnTo>
                    <a:pt x="29594" y="78240"/>
                  </a:lnTo>
                  <a:lnTo>
                    <a:pt x="29500" y="78422"/>
                  </a:lnTo>
                  <a:lnTo>
                    <a:pt x="29408" y="78605"/>
                  </a:lnTo>
                  <a:lnTo>
                    <a:pt x="29318" y="78787"/>
                  </a:lnTo>
                  <a:lnTo>
                    <a:pt x="29231" y="78969"/>
                  </a:lnTo>
                  <a:lnTo>
                    <a:pt x="29147" y="79152"/>
                  </a:lnTo>
                  <a:lnTo>
                    <a:pt x="29064" y="79334"/>
                  </a:lnTo>
                  <a:lnTo>
                    <a:pt x="28984" y="79517"/>
                  </a:lnTo>
                  <a:lnTo>
                    <a:pt x="28907" y="79699"/>
                  </a:lnTo>
                  <a:lnTo>
                    <a:pt x="28833" y="79881"/>
                  </a:lnTo>
                  <a:lnTo>
                    <a:pt x="28760" y="80064"/>
                  </a:lnTo>
                  <a:lnTo>
                    <a:pt x="28690" y="80246"/>
                  </a:lnTo>
                  <a:lnTo>
                    <a:pt x="28623" y="80428"/>
                  </a:lnTo>
                  <a:lnTo>
                    <a:pt x="28559" y="80611"/>
                  </a:lnTo>
                  <a:lnTo>
                    <a:pt x="28497" y="80793"/>
                  </a:lnTo>
                  <a:lnTo>
                    <a:pt x="28437" y="80976"/>
                  </a:lnTo>
                  <a:lnTo>
                    <a:pt x="28381" y="81158"/>
                  </a:lnTo>
                  <a:lnTo>
                    <a:pt x="28326" y="81340"/>
                  </a:lnTo>
                  <a:lnTo>
                    <a:pt x="28274" y="81523"/>
                  </a:lnTo>
                  <a:lnTo>
                    <a:pt x="28225" y="81705"/>
                  </a:lnTo>
                  <a:lnTo>
                    <a:pt x="28179" y="81887"/>
                  </a:lnTo>
                  <a:lnTo>
                    <a:pt x="28135" y="82070"/>
                  </a:lnTo>
                  <a:lnTo>
                    <a:pt x="28093" y="82252"/>
                  </a:lnTo>
                  <a:lnTo>
                    <a:pt x="28053" y="82435"/>
                  </a:lnTo>
                  <a:lnTo>
                    <a:pt x="28017" y="82617"/>
                  </a:lnTo>
                  <a:lnTo>
                    <a:pt x="27983" y="82799"/>
                  </a:lnTo>
                  <a:lnTo>
                    <a:pt x="27951" y="82982"/>
                  </a:lnTo>
                  <a:lnTo>
                    <a:pt x="27921" y="83164"/>
                  </a:lnTo>
                  <a:lnTo>
                    <a:pt x="27894" y="83346"/>
                  </a:lnTo>
                  <a:lnTo>
                    <a:pt x="27869" y="83529"/>
                  </a:lnTo>
                  <a:lnTo>
                    <a:pt x="27846" y="83711"/>
                  </a:lnTo>
                  <a:lnTo>
                    <a:pt x="27826" y="83894"/>
                  </a:lnTo>
                  <a:lnTo>
                    <a:pt x="27808" y="84076"/>
                  </a:lnTo>
                  <a:lnTo>
                    <a:pt x="27792" y="84258"/>
                  </a:lnTo>
                  <a:lnTo>
                    <a:pt x="27777" y="84441"/>
                  </a:lnTo>
                  <a:lnTo>
                    <a:pt x="27765" y="84623"/>
                  </a:lnTo>
                  <a:lnTo>
                    <a:pt x="27754" y="84805"/>
                  </a:lnTo>
                  <a:lnTo>
                    <a:pt x="27745" y="84988"/>
                  </a:lnTo>
                  <a:lnTo>
                    <a:pt x="27738" y="85170"/>
                  </a:lnTo>
                  <a:lnTo>
                    <a:pt x="27733" y="85353"/>
                  </a:lnTo>
                  <a:lnTo>
                    <a:pt x="27728" y="85535"/>
                  </a:lnTo>
                  <a:lnTo>
                    <a:pt x="27726" y="85717"/>
                  </a:lnTo>
                  <a:lnTo>
                    <a:pt x="27724" y="85900"/>
                  </a:lnTo>
                  <a:lnTo>
                    <a:pt x="27724" y="86082"/>
                  </a:lnTo>
                  <a:lnTo>
                    <a:pt x="27725" y="86265"/>
                  </a:lnTo>
                  <a:lnTo>
                    <a:pt x="27726" y="86447"/>
                  </a:lnTo>
                  <a:lnTo>
                    <a:pt x="27729" y="86629"/>
                  </a:lnTo>
                  <a:lnTo>
                    <a:pt x="27732" y="86812"/>
                  </a:lnTo>
                  <a:lnTo>
                    <a:pt x="27736" y="86994"/>
                  </a:lnTo>
                  <a:lnTo>
                    <a:pt x="27740" y="87176"/>
                  </a:lnTo>
                  <a:lnTo>
                    <a:pt x="27745" y="87359"/>
                  </a:lnTo>
                  <a:lnTo>
                    <a:pt x="27750" y="87541"/>
                  </a:lnTo>
                  <a:lnTo>
                    <a:pt x="27755" y="87724"/>
                  </a:lnTo>
                  <a:lnTo>
                    <a:pt x="27760" y="87906"/>
                  </a:lnTo>
                  <a:lnTo>
                    <a:pt x="27766" y="88088"/>
                  </a:lnTo>
                  <a:lnTo>
                    <a:pt x="27771" y="88271"/>
                  </a:lnTo>
                  <a:lnTo>
                    <a:pt x="27775" y="88453"/>
                  </a:lnTo>
                  <a:lnTo>
                    <a:pt x="27780" y="88635"/>
                  </a:lnTo>
                  <a:lnTo>
                    <a:pt x="27784" y="88818"/>
                  </a:lnTo>
                  <a:lnTo>
                    <a:pt x="27787" y="89000"/>
                  </a:lnTo>
                  <a:lnTo>
                    <a:pt x="27790" y="89183"/>
                  </a:lnTo>
                  <a:lnTo>
                    <a:pt x="27792" y="89365"/>
                  </a:lnTo>
                  <a:lnTo>
                    <a:pt x="27794" y="89547"/>
                  </a:lnTo>
                  <a:lnTo>
                    <a:pt x="27794" y="89730"/>
                  </a:lnTo>
                  <a:lnTo>
                    <a:pt x="27794" y="89912"/>
                  </a:lnTo>
                  <a:lnTo>
                    <a:pt x="27793" y="90094"/>
                  </a:lnTo>
                  <a:lnTo>
                    <a:pt x="27790" y="90277"/>
                  </a:lnTo>
                  <a:lnTo>
                    <a:pt x="27787" y="90459"/>
                  </a:lnTo>
                  <a:lnTo>
                    <a:pt x="27783" y="90642"/>
                  </a:lnTo>
                  <a:lnTo>
                    <a:pt x="27778" y="90824"/>
                  </a:lnTo>
                  <a:lnTo>
                    <a:pt x="27771" y="91006"/>
                  </a:lnTo>
                  <a:lnTo>
                    <a:pt x="27763" y="91189"/>
                  </a:lnTo>
                  <a:lnTo>
                    <a:pt x="27755" y="91371"/>
                  </a:lnTo>
                  <a:lnTo>
                    <a:pt x="27745" y="91553"/>
                  </a:lnTo>
                  <a:lnTo>
                    <a:pt x="27734" y="91736"/>
                  </a:lnTo>
                  <a:lnTo>
                    <a:pt x="27722" y="91918"/>
                  </a:lnTo>
                  <a:lnTo>
                    <a:pt x="27709" y="92101"/>
                  </a:lnTo>
                  <a:lnTo>
                    <a:pt x="27695" y="92283"/>
                  </a:lnTo>
                  <a:lnTo>
                    <a:pt x="27679" y="92465"/>
                  </a:lnTo>
                  <a:lnTo>
                    <a:pt x="27663" y="92648"/>
                  </a:lnTo>
                  <a:lnTo>
                    <a:pt x="27647" y="92830"/>
                  </a:lnTo>
                  <a:lnTo>
                    <a:pt x="27629" y="93013"/>
                  </a:lnTo>
                  <a:lnTo>
                    <a:pt x="27610" y="93195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7" name="pg30">
              <a:extLst>
                <a:ext uri="{FF2B5EF4-FFF2-40B4-BE49-F238E27FC236}">
                  <a16:creationId xmlns:a16="http://schemas.microsoft.com/office/drawing/2014/main" id="{0F2237CE-22C1-677C-0C05-C42D02F98FE3}"/>
                </a:ext>
              </a:extLst>
            </p:cNvPr>
            <p:cNvSpPr/>
            <p:nvPr/>
          </p:nvSpPr>
          <p:spPr>
            <a:xfrm>
              <a:off x="4197311" y="2982057"/>
              <a:ext cx="64699" cy="110968"/>
            </a:xfrm>
            <a:custGeom>
              <a:avLst/>
              <a:gdLst/>
              <a:ahLst/>
              <a:cxnLst/>
              <a:rect l="0" t="0" r="0" b="0"/>
              <a:pathLst>
                <a:path w="64699" h="110968">
                  <a:moveTo>
                    <a:pt x="31213" y="110968"/>
                  </a:moveTo>
                  <a:lnTo>
                    <a:pt x="31194" y="110750"/>
                  </a:lnTo>
                  <a:lnTo>
                    <a:pt x="31177" y="110533"/>
                  </a:lnTo>
                  <a:lnTo>
                    <a:pt x="31162" y="110316"/>
                  </a:lnTo>
                  <a:lnTo>
                    <a:pt x="31148" y="110099"/>
                  </a:lnTo>
                  <a:lnTo>
                    <a:pt x="31135" y="109882"/>
                  </a:lnTo>
                  <a:lnTo>
                    <a:pt x="31124" y="109665"/>
                  </a:lnTo>
                  <a:lnTo>
                    <a:pt x="31114" y="109447"/>
                  </a:lnTo>
                  <a:lnTo>
                    <a:pt x="31105" y="109230"/>
                  </a:lnTo>
                  <a:lnTo>
                    <a:pt x="31097" y="109013"/>
                  </a:lnTo>
                  <a:lnTo>
                    <a:pt x="31090" y="108796"/>
                  </a:lnTo>
                  <a:lnTo>
                    <a:pt x="31082" y="108579"/>
                  </a:lnTo>
                  <a:lnTo>
                    <a:pt x="31075" y="108362"/>
                  </a:lnTo>
                  <a:lnTo>
                    <a:pt x="31068" y="108145"/>
                  </a:lnTo>
                  <a:lnTo>
                    <a:pt x="31060" y="107927"/>
                  </a:lnTo>
                  <a:lnTo>
                    <a:pt x="31052" y="107710"/>
                  </a:lnTo>
                  <a:lnTo>
                    <a:pt x="31042" y="107493"/>
                  </a:lnTo>
                  <a:lnTo>
                    <a:pt x="31031" y="107276"/>
                  </a:lnTo>
                  <a:lnTo>
                    <a:pt x="31018" y="107059"/>
                  </a:lnTo>
                  <a:lnTo>
                    <a:pt x="31003" y="106842"/>
                  </a:lnTo>
                  <a:lnTo>
                    <a:pt x="30985" y="106624"/>
                  </a:lnTo>
                  <a:lnTo>
                    <a:pt x="30965" y="106407"/>
                  </a:lnTo>
                  <a:lnTo>
                    <a:pt x="30941" y="106190"/>
                  </a:lnTo>
                  <a:lnTo>
                    <a:pt x="30914" y="105973"/>
                  </a:lnTo>
                  <a:lnTo>
                    <a:pt x="30884" y="105756"/>
                  </a:lnTo>
                  <a:lnTo>
                    <a:pt x="30850" y="105539"/>
                  </a:lnTo>
                  <a:lnTo>
                    <a:pt x="30810" y="105321"/>
                  </a:lnTo>
                  <a:lnTo>
                    <a:pt x="30767" y="105104"/>
                  </a:lnTo>
                  <a:lnTo>
                    <a:pt x="30719" y="104887"/>
                  </a:lnTo>
                  <a:lnTo>
                    <a:pt x="30667" y="104670"/>
                  </a:lnTo>
                  <a:lnTo>
                    <a:pt x="30608" y="104453"/>
                  </a:lnTo>
                  <a:lnTo>
                    <a:pt x="30544" y="104236"/>
                  </a:lnTo>
                  <a:lnTo>
                    <a:pt x="30476" y="104019"/>
                  </a:lnTo>
                  <a:lnTo>
                    <a:pt x="30403" y="103801"/>
                  </a:lnTo>
                  <a:lnTo>
                    <a:pt x="30324" y="103584"/>
                  </a:lnTo>
                  <a:lnTo>
                    <a:pt x="30239" y="103367"/>
                  </a:lnTo>
                  <a:lnTo>
                    <a:pt x="30149" y="103150"/>
                  </a:lnTo>
                  <a:lnTo>
                    <a:pt x="30054" y="102933"/>
                  </a:lnTo>
                  <a:lnTo>
                    <a:pt x="29954" y="102716"/>
                  </a:lnTo>
                  <a:lnTo>
                    <a:pt x="29848" y="102498"/>
                  </a:lnTo>
                  <a:lnTo>
                    <a:pt x="29738" y="102281"/>
                  </a:lnTo>
                  <a:lnTo>
                    <a:pt x="29623" y="102064"/>
                  </a:lnTo>
                  <a:lnTo>
                    <a:pt x="29503" y="101847"/>
                  </a:lnTo>
                  <a:lnTo>
                    <a:pt x="29379" y="101630"/>
                  </a:lnTo>
                  <a:lnTo>
                    <a:pt x="29250" y="101413"/>
                  </a:lnTo>
                  <a:lnTo>
                    <a:pt x="29117" y="101195"/>
                  </a:lnTo>
                  <a:lnTo>
                    <a:pt x="28981" y="100978"/>
                  </a:lnTo>
                  <a:lnTo>
                    <a:pt x="28841" y="100761"/>
                  </a:lnTo>
                  <a:lnTo>
                    <a:pt x="28697" y="100544"/>
                  </a:lnTo>
                  <a:lnTo>
                    <a:pt x="28551" y="100327"/>
                  </a:lnTo>
                  <a:lnTo>
                    <a:pt x="28402" y="100110"/>
                  </a:lnTo>
                  <a:lnTo>
                    <a:pt x="28251" y="99893"/>
                  </a:lnTo>
                  <a:lnTo>
                    <a:pt x="28096" y="99675"/>
                  </a:lnTo>
                  <a:lnTo>
                    <a:pt x="27941" y="99458"/>
                  </a:lnTo>
                  <a:lnTo>
                    <a:pt x="27783" y="99241"/>
                  </a:lnTo>
                  <a:lnTo>
                    <a:pt x="27624" y="99024"/>
                  </a:lnTo>
                  <a:lnTo>
                    <a:pt x="27464" y="98807"/>
                  </a:lnTo>
                  <a:lnTo>
                    <a:pt x="27302" y="98590"/>
                  </a:lnTo>
                  <a:lnTo>
                    <a:pt x="27140" y="98372"/>
                  </a:lnTo>
                  <a:lnTo>
                    <a:pt x="26978" y="98155"/>
                  </a:lnTo>
                  <a:lnTo>
                    <a:pt x="26815" y="97938"/>
                  </a:lnTo>
                  <a:lnTo>
                    <a:pt x="26652" y="97721"/>
                  </a:lnTo>
                  <a:lnTo>
                    <a:pt x="26490" y="97504"/>
                  </a:lnTo>
                  <a:lnTo>
                    <a:pt x="26327" y="97287"/>
                  </a:lnTo>
                  <a:lnTo>
                    <a:pt x="26166" y="97069"/>
                  </a:lnTo>
                  <a:lnTo>
                    <a:pt x="26005" y="96852"/>
                  </a:lnTo>
                  <a:lnTo>
                    <a:pt x="25845" y="96635"/>
                  </a:lnTo>
                  <a:lnTo>
                    <a:pt x="25687" y="96418"/>
                  </a:lnTo>
                  <a:lnTo>
                    <a:pt x="25530" y="96201"/>
                  </a:lnTo>
                  <a:lnTo>
                    <a:pt x="25374" y="95984"/>
                  </a:lnTo>
                  <a:lnTo>
                    <a:pt x="25221" y="95766"/>
                  </a:lnTo>
                  <a:lnTo>
                    <a:pt x="25069" y="95549"/>
                  </a:lnTo>
                  <a:lnTo>
                    <a:pt x="24919" y="95332"/>
                  </a:lnTo>
                  <a:lnTo>
                    <a:pt x="24772" y="95115"/>
                  </a:lnTo>
                  <a:lnTo>
                    <a:pt x="24627" y="94898"/>
                  </a:lnTo>
                  <a:lnTo>
                    <a:pt x="24485" y="94681"/>
                  </a:lnTo>
                  <a:lnTo>
                    <a:pt x="24345" y="94464"/>
                  </a:lnTo>
                  <a:lnTo>
                    <a:pt x="24209" y="94246"/>
                  </a:lnTo>
                  <a:lnTo>
                    <a:pt x="24076" y="94029"/>
                  </a:lnTo>
                  <a:lnTo>
                    <a:pt x="23946" y="93812"/>
                  </a:lnTo>
                  <a:lnTo>
                    <a:pt x="23819" y="93595"/>
                  </a:lnTo>
                  <a:lnTo>
                    <a:pt x="23695" y="93378"/>
                  </a:lnTo>
                  <a:lnTo>
                    <a:pt x="23576" y="93161"/>
                  </a:lnTo>
                  <a:lnTo>
                    <a:pt x="23459" y="92943"/>
                  </a:lnTo>
                  <a:lnTo>
                    <a:pt x="23346" y="92726"/>
                  </a:lnTo>
                  <a:lnTo>
                    <a:pt x="23237" y="92509"/>
                  </a:lnTo>
                  <a:lnTo>
                    <a:pt x="23131" y="92292"/>
                  </a:lnTo>
                  <a:lnTo>
                    <a:pt x="23029" y="92075"/>
                  </a:lnTo>
                  <a:lnTo>
                    <a:pt x="22931" y="91858"/>
                  </a:lnTo>
                  <a:lnTo>
                    <a:pt x="22836" y="91640"/>
                  </a:lnTo>
                  <a:lnTo>
                    <a:pt x="22745" y="91423"/>
                  </a:lnTo>
                  <a:lnTo>
                    <a:pt x="22657" y="91206"/>
                  </a:lnTo>
                  <a:lnTo>
                    <a:pt x="22573" y="90989"/>
                  </a:lnTo>
                  <a:lnTo>
                    <a:pt x="22491" y="90772"/>
                  </a:lnTo>
                  <a:lnTo>
                    <a:pt x="22414" y="90555"/>
                  </a:lnTo>
                  <a:lnTo>
                    <a:pt x="22339" y="90338"/>
                  </a:lnTo>
                  <a:lnTo>
                    <a:pt x="22266" y="90120"/>
                  </a:lnTo>
                  <a:lnTo>
                    <a:pt x="22196" y="89903"/>
                  </a:lnTo>
                  <a:lnTo>
                    <a:pt x="22129" y="89686"/>
                  </a:lnTo>
                  <a:lnTo>
                    <a:pt x="22064" y="89469"/>
                  </a:lnTo>
                  <a:lnTo>
                    <a:pt x="22001" y="89252"/>
                  </a:lnTo>
                  <a:lnTo>
                    <a:pt x="21940" y="89035"/>
                  </a:lnTo>
                  <a:lnTo>
                    <a:pt x="21880" y="88817"/>
                  </a:lnTo>
                  <a:lnTo>
                    <a:pt x="21822" y="88600"/>
                  </a:lnTo>
                  <a:lnTo>
                    <a:pt x="21765" y="88383"/>
                  </a:lnTo>
                  <a:lnTo>
                    <a:pt x="21709" y="88166"/>
                  </a:lnTo>
                  <a:lnTo>
                    <a:pt x="21653" y="87949"/>
                  </a:lnTo>
                  <a:lnTo>
                    <a:pt x="21598" y="87732"/>
                  </a:lnTo>
                  <a:lnTo>
                    <a:pt x="21543" y="87514"/>
                  </a:lnTo>
                  <a:lnTo>
                    <a:pt x="21488" y="87297"/>
                  </a:lnTo>
                  <a:lnTo>
                    <a:pt x="21433" y="87080"/>
                  </a:lnTo>
                  <a:lnTo>
                    <a:pt x="21378" y="86863"/>
                  </a:lnTo>
                  <a:lnTo>
                    <a:pt x="21323" y="86646"/>
                  </a:lnTo>
                  <a:lnTo>
                    <a:pt x="21267" y="86429"/>
                  </a:lnTo>
                  <a:lnTo>
                    <a:pt x="21210" y="86212"/>
                  </a:lnTo>
                  <a:lnTo>
                    <a:pt x="21153" y="85994"/>
                  </a:lnTo>
                  <a:lnTo>
                    <a:pt x="21095" y="85777"/>
                  </a:lnTo>
                  <a:lnTo>
                    <a:pt x="21037" y="85560"/>
                  </a:lnTo>
                  <a:lnTo>
                    <a:pt x="20977" y="85343"/>
                  </a:lnTo>
                  <a:lnTo>
                    <a:pt x="20917" y="85126"/>
                  </a:lnTo>
                  <a:lnTo>
                    <a:pt x="20856" y="84909"/>
                  </a:lnTo>
                  <a:lnTo>
                    <a:pt x="20795" y="84691"/>
                  </a:lnTo>
                  <a:lnTo>
                    <a:pt x="20733" y="84474"/>
                  </a:lnTo>
                  <a:lnTo>
                    <a:pt x="20670" y="84257"/>
                  </a:lnTo>
                  <a:lnTo>
                    <a:pt x="20608" y="84040"/>
                  </a:lnTo>
                  <a:lnTo>
                    <a:pt x="20545" y="83823"/>
                  </a:lnTo>
                  <a:lnTo>
                    <a:pt x="20482" y="83606"/>
                  </a:lnTo>
                  <a:lnTo>
                    <a:pt x="20420" y="83388"/>
                  </a:lnTo>
                  <a:lnTo>
                    <a:pt x="20359" y="83171"/>
                  </a:lnTo>
                  <a:lnTo>
                    <a:pt x="20298" y="82954"/>
                  </a:lnTo>
                  <a:lnTo>
                    <a:pt x="20239" y="82737"/>
                  </a:lnTo>
                  <a:lnTo>
                    <a:pt x="20181" y="82520"/>
                  </a:lnTo>
                  <a:lnTo>
                    <a:pt x="20124" y="82303"/>
                  </a:lnTo>
                  <a:lnTo>
                    <a:pt x="20070" y="82085"/>
                  </a:lnTo>
                  <a:lnTo>
                    <a:pt x="20019" y="81868"/>
                  </a:lnTo>
                  <a:lnTo>
                    <a:pt x="19969" y="81651"/>
                  </a:lnTo>
                  <a:lnTo>
                    <a:pt x="19923" y="81434"/>
                  </a:lnTo>
                  <a:lnTo>
                    <a:pt x="19880" y="81217"/>
                  </a:lnTo>
                  <a:lnTo>
                    <a:pt x="19841" y="81000"/>
                  </a:lnTo>
                  <a:lnTo>
                    <a:pt x="19805" y="80783"/>
                  </a:lnTo>
                  <a:lnTo>
                    <a:pt x="19773" y="80565"/>
                  </a:lnTo>
                  <a:lnTo>
                    <a:pt x="19747" y="80348"/>
                  </a:lnTo>
                  <a:lnTo>
                    <a:pt x="19724" y="80131"/>
                  </a:lnTo>
                  <a:lnTo>
                    <a:pt x="19706" y="79914"/>
                  </a:lnTo>
                  <a:lnTo>
                    <a:pt x="19693" y="79697"/>
                  </a:lnTo>
                  <a:lnTo>
                    <a:pt x="19684" y="79480"/>
                  </a:lnTo>
                  <a:lnTo>
                    <a:pt x="19681" y="79262"/>
                  </a:lnTo>
                  <a:lnTo>
                    <a:pt x="19683" y="79045"/>
                  </a:lnTo>
                  <a:lnTo>
                    <a:pt x="19689" y="78828"/>
                  </a:lnTo>
                  <a:lnTo>
                    <a:pt x="19699" y="78611"/>
                  </a:lnTo>
                  <a:lnTo>
                    <a:pt x="19715" y="78394"/>
                  </a:lnTo>
                  <a:lnTo>
                    <a:pt x="19735" y="78177"/>
                  </a:lnTo>
                  <a:lnTo>
                    <a:pt x="19759" y="77959"/>
                  </a:lnTo>
                  <a:lnTo>
                    <a:pt x="19785" y="77742"/>
                  </a:lnTo>
                  <a:lnTo>
                    <a:pt x="19816" y="77525"/>
                  </a:lnTo>
                  <a:lnTo>
                    <a:pt x="19850" y="77308"/>
                  </a:lnTo>
                  <a:lnTo>
                    <a:pt x="19885" y="77091"/>
                  </a:lnTo>
                  <a:lnTo>
                    <a:pt x="19922" y="76874"/>
                  </a:lnTo>
                  <a:lnTo>
                    <a:pt x="19961" y="76657"/>
                  </a:lnTo>
                  <a:lnTo>
                    <a:pt x="20000" y="76439"/>
                  </a:lnTo>
                  <a:lnTo>
                    <a:pt x="20038" y="76222"/>
                  </a:lnTo>
                  <a:lnTo>
                    <a:pt x="20076" y="76005"/>
                  </a:lnTo>
                  <a:lnTo>
                    <a:pt x="20112" y="75788"/>
                  </a:lnTo>
                  <a:lnTo>
                    <a:pt x="20145" y="75571"/>
                  </a:lnTo>
                  <a:lnTo>
                    <a:pt x="20176" y="75354"/>
                  </a:lnTo>
                  <a:lnTo>
                    <a:pt x="20203" y="75136"/>
                  </a:lnTo>
                  <a:lnTo>
                    <a:pt x="20226" y="74919"/>
                  </a:lnTo>
                  <a:lnTo>
                    <a:pt x="20242" y="74702"/>
                  </a:lnTo>
                  <a:lnTo>
                    <a:pt x="20252" y="74485"/>
                  </a:lnTo>
                  <a:lnTo>
                    <a:pt x="20256" y="74268"/>
                  </a:lnTo>
                  <a:lnTo>
                    <a:pt x="20254" y="74051"/>
                  </a:lnTo>
                  <a:lnTo>
                    <a:pt x="20241" y="73833"/>
                  </a:lnTo>
                  <a:lnTo>
                    <a:pt x="20220" y="73616"/>
                  </a:lnTo>
                  <a:lnTo>
                    <a:pt x="20191" y="73399"/>
                  </a:lnTo>
                  <a:lnTo>
                    <a:pt x="20153" y="73182"/>
                  </a:lnTo>
                  <a:lnTo>
                    <a:pt x="20104" y="72965"/>
                  </a:lnTo>
                  <a:lnTo>
                    <a:pt x="20043" y="72748"/>
                  </a:lnTo>
                  <a:lnTo>
                    <a:pt x="19972" y="72531"/>
                  </a:lnTo>
                  <a:lnTo>
                    <a:pt x="19892" y="72313"/>
                  </a:lnTo>
                  <a:lnTo>
                    <a:pt x="19799" y="72096"/>
                  </a:lnTo>
                  <a:lnTo>
                    <a:pt x="19693" y="71879"/>
                  </a:lnTo>
                  <a:lnTo>
                    <a:pt x="19577" y="71662"/>
                  </a:lnTo>
                  <a:lnTo>
                    <a:pt x="19450" y="71445"/>
                  </a:lnTo>
                  <a:lnTo>
                    <a:pt x="19311" y="71228"/>
                  </a:lnTo>
                  <a:lnTo>
                    <a:pt x="19158" y="71010"/>
                  </a:lnTo>
                  <a:lnTo>
                    <a:pt x="18995" y="70793"/>
                  </a:lnTo>
                  <a:lnTo>
                    <a:pt x="18821" y="70576"/>
                  </a:lnTo>
                  <a:lnTo>
                    <a:pt x="18636" y="70359"/>
                  </a:lnTo>
                  <a:lnTo>
                    <a:pt x="18437" y="70142"/>
                  </a:lnTo>
                  <a:lnTo>
                    <a:pt x="18228" y="69925"/>
                  </a:lnTo>
                  <a:lnTo>
                    <a:pt x="18009" y="69707"/>
                  </a:lnTo>
                  <a:lnTo>
                    <a:pt x="17779" y="69490"/>
                  </a:lnTo>
                  <a:lnTo>
                    <a:pt x="17538" y="69273"/>
                  </a:lnTo>
                  <a:lnTo>
                    <a:pt x="17253" y="69029"/>
                  </a:lnTo>
                  <a:lnTo>
                    <a:pt x="17024" y="68839"/>
                  </a:lnTo>
                  <a:lnTo>
                    <a:pt x="16753" y="68622"/>
                  </a:lnTo>
                  <a:lnTo>
                    <a:pt x="16472" y="68404"/>
                  </a:lnTo>
                  <a:lnTo>
                    <a:pt x="16180" y="68187"/>
                  </a:lnTo>
                  <a:lnTo>
                    <a:pt x="15879" y="67970"/>
                  </a:lnTo>
                  <a:lnTo>
                    <a:pt x="15569" y="67753"/>
                  </a:lnTo>
                  <a:lnTo>
                    <a:pt x="15251" y="67536"/>
                  </a:lnTo>
                  <a:lnTo>
                    <a:pt x="14922" y="67319"/>
                  </a:lnTo>
                  <a:lnTo>
                    <a:pt x="14585" y="67102"/>
                  </a:lnTo>
                  <a:lnTo>
                    <a:pt x="14239" y="66884"/>
                  </a:lnTo>
                  <a:lnTo>
                    <a:pt x="13887" y="66667"/>
                  </a:lnTo>
                  <a:lnTo>
                    <a:pt x="13524" y="66450"/>
                  </a:lnTo>
                  <a:lnTo>
                    <a:pt x="13154" y="66233"/>
                  </a:lnTo>
                  <a:lnTo>
                    <a:pt x="12776" y="66016"/>
                  </a:lnTo>
                  <a:lnTo>
                    <a:pt x="12392" y="65799"/>
                  </a:lnTo>
                  <a:lnTo>
                    <a:pt x="12001" y="65581"/>
                  </a:lnTo>
                  <a:lnTo>
                    <a:pt x="11602" y="65364"/>
                  </a:lnTo>
                  <a:lnTo>
                    <a:pt x="11197" y="65147"/>
                  </a:lnTo>
                  <a:lnTo>
                    <a:pt x="10788" y="64930"/>
                  </a:lnTo>
                  <a:lnTo>
                    <a:pt x="10373" y="64713"/>
                  </a:lnTo>
                  <a:lnTo>
                    <a:pt x="9952" y="64496"/>
                  </a:lnTo>
                  <a:lnTo>
                    <a:pt x="9529" y="64278"/>
                  </a:lnTo>
                  <a:lnTo>
                    <a:pt x="9102" y="64061"/>
                  </a:lnTo>
                  <a:lnTo>
                    <a:pt x="8674" y="63844"/>
                  </a:lnTo>
                  <a:lnTo>
                    <a:pt x="8243" y="63627"/>
                  </a:lnTo>
                  <a:lnTo>
                    <a:pt x="7812" y="63410"/>
                  </a:lnTo>
                  <a:lnTo>
                    <a:pt x="7382" y="63193"/>
                  </a:lnTo>
                  <a:lnTo>
                    <a:pt x="6953" y="62976"/>
                  </a:lnTo>
                  <a:lnTo>
                    <a:pt x="6527" y="62758"/>
                  </a:lnTo>
                  <a:lnTo>
                    <a:pt x="6105" y="62541"/>
                  </a:lnTo>
                  <a:lnTo>
                    <a:pt x="5688" y="62324"/>
                  </a:lnTo>
                  <a:lnTo>
                    <a:pt x="5276" y="62107"/>
                  </a:lnTo>
                  <a:lnTo>
                    <a:pt x="4872" y="61890"/>
                  </a:lnTo>
                  <a:lnTo>
                    <a:pt x="4477" y="61673"/>
                  </a:lnTo>
                  <a:lnTo>
                    <a:pt x="4093" y="61455"/>
                  </a:lnTo>
                  <a:lnTo>
                    <a:pt x="3718" y="61238"/>
                  </a:lnTo>
                  <a:lnTo>
                    <a:pt x="3354" y="61021"/>
                  </a:lnTo>
                  <a:lnTo>
                    <a:pt x="3008" y="60804"/>
                  </a:lnTo>
                  <a:lnTo>
                    <a:pt x="2676" y="60587"/>
                  </a:lnTo>
                  <a:lnTo>
                    <a:pt x="2358" y="60370"/>
                  </a:lnTo>
                  <a:lnTo>
                    <a:pt x="2054" y="60152"/>
                  </a:lnTo>
                  <a:lnTo>
                    <a:pt x="1774" y="59935"/>
                  </a:lnTo>
                  <a:lnTo>
                    <a:pt x="1511" y="59718"/>
                  </a:lnTo>
                  <a:lnTo>
                    <a:pt x="1266" y="59501"/>
                  </a:lnTo>
                  <a:lnTo>
                    <a:pt x="1040" y="59284"/>
                  </a:lnTo>
                  <a:lnTo>
                    <a:pt x="838" y="59067"/>
                  </a:lnTo>
                  <a:lnTo>
                    <a:pt x="658" y="58850"/>
                  </a:lnTo>
                  <a:lnTo>
                    <a:pt x="498" y="58632"/>
                  </a:lnTo>
                  <a:lnTo>
                    <a:pt x="359" y="58415"/>
                  </a:lnTo>
                  <a:lnTo>
                    <a:pt x="242" y="58198"/>
                  </a:lnTo>
                  <a:lnTo>
                    <a:pt x="152" y="57981"/>
                  </a:lnTo>
                  <a:lnTo>
                    <a:pt x="82" y="57764"/>
                  </a:lnTo>
                  <a:lnTo>
                    <a:pt x="32" y="57547"/>
                  </a:lnTo>
                  <a:lnTo>
                    <a:pt x="2" y="57329"/>
                  </a:lnTo>
                  <a:lnTo>
                    <a:pt x="0" y="57112"/>
                  </a:lnTo>
                  <a:lnTo>
                    <a:pt x="16" y="56895"/>
                  </a:lnTo>
                  <a:lnTo>
                    <a:pt x="57" y="56652"/>
                  </a:lnTo>
                  <a:lnTo>
                    <a:pt x="103" y="56461"/>
                  </a:lnTo>
                  <a:lnTo>
                    <a:pt x="178" y="56244"/>
                  </a:lnTo>
                  <a:lnTo>
                    <a:pt x="271" y="56026"/>
                  </a:lnTo>
                  <a:lnTo>
                    <a:pt x="379" y="55809"/>
                  </a:lnTo>
                  <a:lnTo>
                    <a:pt x="502" y="55592"/>
                  </a:lnTo>
                  <a:lnTo>
                    <a:pt x="641" y="55375"/>
                  </a:lnTo>
                  <a:lnTo>
                    <a:pt x="795" y="55158"/>
                  </a:lnTo>
                  <a:lnTo>
                    <a:pt x="960" y="54941"/>
                  </a:lnTo>
                  <a:lnTo>
                    <a:pt x="1135" y="54723"/>
                  </a:lnTo>
                  <a:lnTo>
                    <a:pt x="1321" y="54506"/>
                  </a:lnTo>
                  <a:lnTo>
                    <a:pt x="1517" y="54289"/>
                  </a:lnTo>
                  <a:lnTo>
                    <a:pt x="1721" y="54072"/>
                  </a:lnTo>
                  <a:lnTo>
                    <a:pt x="1930" y="53855"/>
                  </a:lnTo>
                  <a:lnTo>
                    <a:pt x="2144" y="53638"/>
                  </a:lnTo>
                  <a:lnTo>
                    <a:pt x="2364" y="53421"/>
                  </a:lnTo>
                  <a:lnTo>
                    <a:pt x="2586" y="53203"/>
                  </a:lnTo>
                  <a:lnTo>
                    <a:pt x="2810" y="52986"/>
                  </a:lnTo>
                  <a:lnTo>
                    <a:pt x="3036" y="52769"/>
                  </a:lnTo>
                  <a:lnTo>
                    <a:pt x="3262" y="52552"/>
                  </a:lnTo>
                  <a:lnTo>
                    <a:pt x="3487" y="52335"/>
                  </a:lnTo>
                  <a:lnTo>
                    <a:pt x="3710" y="52118"/>
                  </a:lnTo>
                  <a:lnTo>
                    <a:pt x="3932" y="51900"/>
                  </a:lnTo>
                  <a:lnTo>
                    <a:pt x="4151" y="51683"/>
                  </a:lnTo>
                  <a:lnTo>
                    <a:pt x="4366" y="51466"/>
                  </a:lnTo>
                  <a:lnTo>
                    <a:pt x="4577" y="51249"/>
                  </a:lnTo>
                  <a:lnTo>
                    <a:pt x="4785" y="51032"/>
                  </a:lnTo>
                  <a:lnTo>
                    <a:pt x="4989" y="50815"/>
                  </a:lnTo>
                  <a:lnTo>
                    <a:pt x="5186" y="50597"/>
                  </a:lnTo>
                  <a:lnTo>
                    <a:pt x="5379" y="50380"/>
                  </a:lnTo>
                  <a:lnTo>
                    <a:pt x="5567" y="50163"/>
                  </a:lnTo>
                  <a:lnTo>
                    <a:pt x="5751" y="49946"/>
                  </a:lnTo>
                  <a:lnTo>
                    <a:pt x="5929" y="49729"/>
                  </a:lnTo>
                  <a:lnTo>
                    <a:pt x="6102" y="49512"/>
                  </a:lnTo>
                  <a:lnTo>
                    <a:pt x="6271" y="49295"/>
                  </a:lnTo>
                  <a:lnTo>
                    <a:pt x="6436" y="49077"/>
                  </a:lnTo>
                  <a:lnTo>
                    <a:pt x="6597" y="48860"/>
                  </a:lnTo>
                  <a:lnTo>
                    <a:pt x="6754" y="48643"/>
                  </a:lnTo>
                  <a:lnTo>
                    <a:pt x="6907" y="48426"/>
                  </a:lnTo>
                  <a:lnTo>
                    <a:pt x="7059" y="48209"/>
                  </a:lnTo>
                  <a:lnTo>
                    <a:pt x="7208" y="47992"/>
                  </a:lnTo>
                  <a:lnTo>
                    <a:pt x="7355" y="47774"/>
                  </a:lnTo>
                  <a:lnTo>
                    <a:pt x="7501" y="47557"/>
                  </a:lnTo>
                  <a:lnTo>
                    <a:pt x="7646" y="47340"/>
                  </a:lnTo>
                  <a:lnTo>
                    <a:pt x="7792" y="47123"/>
                  </a:lnTo>
                  <a:lnTo>
                    <a:pt x="7938" y="46906"/>
                  </a:lnTo>
                  <a:lnTo>
                    <a:pt x="8085" y="46689"/>
                  </a:lnTo>
                  <a:lnTo>
                    <a:pt x="8234" y="46471"/>
                  </a:lnTo>
                  <a:lnTo>
                    <a:pt x="8384" y="46254"/>
                  </a:lnTo>
                  <a:lnTo>
                    <a:pt x="8538" y="46037"/>
                  </a:lnTo>
                  <a:lnTo>
                    <a:pt x="8695" y="45820"/>
                  </a:lnTo>
                  <a:lnTo>
                    <a:pt x="8856" y="45603"/>
                  </a:lnTo>
                  <a:lnTo>
                    <a:pt x="9020" y="45386"/>
                  </a:lnTo>
                  <a:lnTo>
                    <a:pt x="9189" y="45169"/>
                  </a:lnTo>
                  <a:lnTo>
                    <a:pt x="9364" y="44951"/>
                  </a:lnTo>
                  <a:lnTo>
                    <a:pt x="9544" y="44734"/>
                  </a:lnTo>
                  <a:lnTo>
                    <a:pt x="9728" y="44517"/>
                  </a:lnTo>
                  <a:lnTo>
                    <a:pt x="9918" y="44300"/>
                  </a:lnTo>
                  <a:lnTo>
                    <a:pt x="10116" y="44083"/>
                  </a:lnTo>
                  <a:lnTo>
                    <a:pt x="10339" y="43844"/>
                  </a:lnTo>
                  <a:lnTo>
                    <a:pt x="10526" y="43648"/>
                  </a:lnTo>
                  <a:lnTo>
                    <a:pt x="10739" y="43431"/>
                  </a:lnTo>
                  <a:lnTo>
                    <a:pt x="10960" y="43214"/>
                  </a:lnTo>
                  <a:lnTo>
                    <a:pt x="11186" y="42997"/>
                  </a:lnTo>
                  <a:lnTo>
                    <a:pt x="11417" y="42780"/>
                  </a:lnTo>
                  <a:lnTo>
                    <a:pt x="11652" y="42563"/>
                  </a:lnTo>
                  <a:lnTo>
                    <a:pt x="11893" y="42345"/>
                  </a:lnTo>
                  <a:lnTo>
                    <a:pt x="12139" y="42128"/>
                  </a:lnTo>
                  <a:lnTo>
                    <a:pt x="12388" y="41911"/>
                  </a:lnTo>
                  <a:lnTo>
                    <a:pt x="12640" y="41694"/>
                  </a:lnTo>
                  <a:lnTo>
                    <a:pt x="12895" y="41477"/>
                  </a:lnTo>
                  <a:lnTo>
                    <a:pt x="13153" y="41260"/>
                  </a:lnTo>
                  <a:lnTo>
                    <a:pt x="13413" y="41042"/>
                  </a:lnTo>
                  <a:lnTo>
                    <a:pt x="13673" y="40825"/>
                  </a:lnTo>
                  <a:lnTo>
                    <a:pt x="13933" y="40608"/>
                  </a:lnTo>
                  <a:lnTo>
                    <a:pt x="14193" y="40391"/>
                  </a:lnTo>
                  <a:lnTo>
                    <a:pt x="14452" y="40174"/>
                  </a:lnTo>
                  <a:lnTo>
                    <a:pt x="14709" y="39957"/>
                  </a:lnTo>
                  <a:lnTo>
                    <a:pt x="14964" y="39740"/>
                  </a:lnTo>
                  <a:lnTo>
                    <a:pt x="15215" y="39522"/>
                  </a:lnTo>
                  <a:lnTo>
                    <a:pt x="15462" y="39305"/>
                  </a:lnTo>
                  <a:lnTo>
                    <a:pt x="15704" y="39088"/>
                  </a:lnTo>
                  <a:lnTo>
                    <a:pt x="15942" y="38871"/>
                  </a:lnTo>
                  <a:lnTo>
                    <a:pt x="16173" y="38654"/>
                  </a:lnTo>
                  <a:lnTo>
                    <a:pt x="16397" y="38437"/>
                  </a:lnTo>
                  <a:lnTo>
                    <a:pt x="16615" y="38219"/>
                  </a:lnTo>
                  <a:lnTo>
                    <a:pt x="16826" y="38002"/>
                  </a:lnTo>
                  <a:lnTo>
                    <a:pt x="17029" y="37785"/>
                  </a:lnTo>
                  <a:lnTo>
                    <a:pt x="17222" y="37568"/>
                  </a:lnTo>
                  <a:lnTo>
                    <a:pt x="17407" y="37351"/>
                  </a:lnTo>
                  <a:lnTo>
                    <a:pt x="17585" y="37134"/>
                  </a:lnTo>
                  <a:lnTo>
                    <a:pt x="17755" y="36916"/>
                  </a:lnTo>
                  <a:lnTo>
                    <a:pt x="17913" y="36699"/>
                  </a:lnTo>
                  <a:lnTo>
                    <a:pt x="18063" y="36482"/>
                  </a:lnTo>
                  <a:lnTo>
                    <a:pt x="18206" y="36265"/>
                  </a:lnTo>
                  <a:lnTo>
                    <a:pt x="18341" y="36048"/>
                  </a:lnTo>
                  <a:lnTo>
                    <a:pt x="18465" y="35831"/>
                  </a:lnTo>
                  <a:lnTo>
                    <a:pt x="18582" y="35614"/>
                  </a:lnTo>
                  <a:lnTo>
                    <a:pt x="18692" y="35396"/>
                  </a:lnTo>
                  <a:lnTo>
                    <a:pt x="18796" y="35179"/>
                  </a:lnTo>
                  <a:lnTo>
                    <a:pt x="18891" y="34962"/>
                  </a:lnTo>
                  <a:lnTo>
                    <a:pt x="18981" y="34745"/>
                  </a:lnTo>
                  <a:lnTo>
                    <a:pt x="19065" y="34528"/>
                  </a:lnTo>
                  <a:lnTo>
                    <a:pt x="19144" y="34311"/>
                  </a:lnTo>
                  <a:lnTo>
                    <a:pt x="19219" y="34093"/>
                  </a:lnTo>
                  <a:lnTo>
                    <a:pt x="19290" y="33876"/>
                  </a:lnTo>
                  <a:lnTo>
                    <a:pt x="19358" y="33659"/>
                  </a:lnTo>
                  <a:lnTo>
                    <a:pt x="19424" y="33442"/>
                  </a:lnTo>
                  <a:lnTo>
                    <a:pt x="19488" y="33225"/>
                  </a:lnTo>
                  <a:lnTo>
                    <a:pt x="19551" y="33008"/>
                  </a:lnTo>
                  <a:lnTo>
                    <a:pt x="19613" y="32790"/>
                  </a:lnTo>
                  <a:lnTo>
                    <a:pt x="19676" y="32573"/>
                  </a:lnTo>
                  <a:lnTo>
                    <a:pt x="19740" y="32356"/>
                  </a:lnTo>
                  <a:lnTo>
                    <a:pt x="19805" y="32139"/>
                  </a:lnTo>
                  <a:lnTo>
                    <a:pt x="19873" y="31922"/>
                  </a:lnTo>
                  <a:lnTo>
                    <a:pt x="19944" y="31705"/>
                  </a:lnTo>
                  <a:lnTo>
                    <a:pt x="20017" y="31488"/>
                  </a:lnTo>
                  <a:lnTo>
                    <a:pt x="20094" y="31270"/>
                  </a:lnTo>
                  <a:lnTo>
                    <a:pt x="20175" y="31053"/>
                  </a:lnTo>
                  <a:lnTo>
                    <a:pt x="20261" y="30836"/>
                  </a:lnTo>
                  <a:lnTo>
                    <a:pt x="20351" y="30619"/>
                  </a:lnTo>
                  <a:lnTo>
                    <a:pt x="20446" y="30402"/>
                  </a:lnTo>
                  <a:lnTo>
                    <a:pt x="20547" y="30185"/>
                  </a:lnTo>
                  <a:lnTo>
                    <a:pt x="20654" y="29967"/>
                  </a:lnTo>
                  <a:lnTo>
                    <a:pt x="20765" y="29750"/>
                  </a:lnTo>
                  <a:lnTo>
                    <a:pt x="20882" y="29533"/>
                  </a:lnTo>
                  <a:lnTo>
                    <a:pt x="21006" y="29316"/>
                  </a:lnTo>
                  <a:lnTo>
                    <a:pt x="21135" y="29099"/>
                  </a:lnTo>
                  <a:lnTo>
                    <a:pt x="21270" y="28882"/>
                  </a:lnTo>
                  <a:lnTo>
                    <a:pt x="21409" y="28664"/>
                  </a:lnTo>
                  <a:lnTo>
                    <a:pt x="21555" y="28447"/>
                  </a:lnTo>
                  <a:lnTo>
                    <a:pt x="21706" y="28230"/>
                  </a:lnTo>
                  <a:lnTo>
                    <a:pt x="21862" y="28013"/>
                  </a:lnTo>
                  <a:lnTo>
                    <a:pt x="22022" y="27796"/>
                  </a:lnTo>
                  <a:lnTo>
                    <a:pt x="22187" y="27579"/>
                  </a:lnTo>
                  <a:lnTo>
                    <a:pt x="22356" y="27361"/>
                  </a:lnTo>
                  <a:lnTo>
                    <a:pt x="22530" y="27144"/>
                  </a:lnTo>
                  <a:lnTo>
                    <a:pt x="22706" y="26927"/>
                  </a:lnTo>
                  <a:lnTo>
                    <a:pt x="22885" y="26710"/>
                  </a:lnTo>
                  <a:lnTo>
                    <a:pt x="23068" y="26493"/>
                  </a:lnTo>
                  <a:lnTo>
                    <a:pt x="23253" y="26276"/>
                  </a:lnTo>
                  <a:lnTo>
                    <a:pt x="23439" y="26059"/>
                  </a:lnTo>
                  <a:lnTo>
                    <a:pt x="23627" y="25841"/>
                  </a:lnTo>
                  <a:lnTo>
                    <a:pt x="23816" y="25624"/>
                  </a:lnTo>
                  <a:lnTo>
                    <a:pt x="24006" y="25407"/>
                  </a:lnTo>
                  <a:lnTo>
                    <a:pt x="24196" y="25190"/>
                  </a:lnTo>
                  <a:lnTo>
                    <a:pt x="24386" y="24973"/>
                  </a:lnTo>
                  <a:lnTo>
                    <a:pt x="24575" y="24756"/>
                  </a:lnTo>
                  <a:lnTo>
                    <a:pt x="24763" y="24538"/>
                  </a:lnTo>
                  <a:lnTo>
                    <a:pt x="24950" y="24321"/>
                  </a:lnTo>
                  <a:lnTo>
                    <a:pt x="25135" y="24104"/>
                  </a:lnTo>
                  <a:lnTo>
                    <a:pt x="25318" y="23887"/>
                  </a:lnTo>
                  <a:lnTo>
                    <a:pt x="25498" y="23670"/>
                  </a:lnTo>
                  <a:lnTo>
                    <a:pt x="25676" y="23453"/>
                  </a:lnTo>
                  <a:lnTo>
                    <a:pt x="25850" y="23235"/>
                  </a:lnTo>
                  <a:lnTo>
                    <a:pt x="26022" y="23018"/>
                  </a:lnTo>
                  <a:lnTo>
                    <a:pt x="26189" y="22801"/>
                  </a:lnTo>
                  <a:lnTo>
                    <a:pt x="26352" y="22584"/>
                  </a:lnTo>
                  <a:lnTo>
                    <a:pt x="26511" y="22367"/>
                  </a:lnTo>
                  <a:lnTo>
                    <a:pt x="26667" y="22150"/>
                  </a:lnTo>
                  <a:lnTo>
                    <a:pt x="26817" y="21933"/>
                  </a:lnTo>
                  <a:lnTo>
                    <a:pt x="26962" y="21715"/>
                  </a:lnTo>
                  <a:lnTo>
                    <a:pt x="27103" y="21498"/>
                  </a:lnTo>
                  <a:lnTo>
                    <a:pt x="27240" y="21281"/>
                  </a:lnTo>
                  <a:lnTo>
                    <a:pt x="27372" y="21064"/>
                  </a:lnTo>
                  <a:lnTo>
                    <a:pt x="27498" y="20847"/>
                  </a:lnTo>
                  <a:lnTo>
                    <a:pt x="27620" y="20630"/>
                  </a:lnTo>
                  <a:lnTo>
                    <a:pt x="27738" y="20412"/>
                  </a:lnTo>
                  <a:lnTo>
                    <a:pt x="27851" y="20195"/>
                  </a:lnTo>
                  <a:lnTo>
                    <a:pt x="27958" y="19978"/>
                  </a:lnTo>
                  <a:lnTo>
                    <a:pt x="28061" y="19761"/>
                  </a:lnTo>
                  <a:lnTo>
                    <a:pt x="28160" y="19544"/>
                  </a:lnTo>
                  <a:lnTo>
                    <a:pt x="28255" y="19327"/>
                  </a:lnTo>
                  <a:lnTo>
                    <a:pt x="28345" y="19109"/>
                  </a:lnTo>
                  <a:lnTo>
                    <a:pt x="28432" y="18892"/>
                  </a:lnTo>
                  <a:lnTo>
                    <a:pt x="28515" y="18675"/>
                  </a:lnTo>
                  <a:lnTo>
                    <a:pt x="28595" y="18458"/>
                  </a:lnTo>
                  <a:lnTo>
                    <a:pt x="28670" y="18241"/>
                  </a:lnTo>
                  <a:lnTo>
                    <a:pt x="28743" y="18024"/>
                  </a:lnTo>
                  <a:lnTo>
                    <a:pt x="28813" y="17807"/>
                  </a:lnTo>
                  <a:lnTo>
                    <a:pt x="28881" y="17589"/>
                  </a:lnTo>
                  <a:lnTo>
                    <a:pt x="28946" y="17372"/>
                  </a:lnTo>
                  <a:lnTo>
                    <a:pt x="29009" y="17155"/>
                  </a:lnTo>
                  <a:lnTo>
                    <a:pt x="29070" y="16938"/>
                  </a:lnTo>
                  <a:lnTo>
                    <a:pt x="29129" y="16721"/>
                  </a:lnTo>
                  <a:lnTo>
                    <a:pt x="29187" y="16504"/>
                  </a:lnTo>
                  <a:lnTo>
                    <a:pt x="29243" y="16286"/>
                  </a:lnTo>
                  <a:lnTo>
                    <a:pt x="29298" y="16069"/>
                  </a:lnTo>
                  <a:lnTo>
                    <a:pt x="29352" y="15852"/>
                  </a:lnTo>
                  <a:lnTo>
                    <a:pt x="29405" y="15635"/>
                  </a:lnTo>
                  <a:lnTo>
                    <a:pt x="29457" y="15418"/>
                  </a:lnTo>
                  <a:lnTo>
                    <a:pt x="29509" y="15201"/>
                  </a:lnTo>
                  <a:lnTo>
                    <a:pt x="29560" y="14983"/>
                  </a:lnTo>
                  <a:lnTo>
                    <a:pt x="29611" y="14766"/>
                  </a:lnTo>
                  <a:lnTo>
                    <a:pt x="29661" y="14549"/>
                  </a:lnTo>
                  <a:lnTo>
                    <a:pt x="29711" y="14332"/>
                  </a:lnTo>
                  <a:lnTo>
                    <a:pt x="29760" y="14115"/>
                  </a:lnTo>
                  <a:lnTo>
                    <a:pt x="29810" y="13898"/>
                  </a:lnTo>
                  <a:lnTo>
                    <a:pt x="29859" y="13680"/>
                  </a:lnTo>
                  <a:lnTo>
                    <a:pt x="29907" y="13463"/>
                  </a:lnTo>
                  <a:lnTo>
                    <a:pt x="29955" y="13246"/>
                  </a:lnTo>
                  <a:lnTo>
                    <a:pt x="30003" y="13029"/>
                  </a:lnTo>
                  <a:lnTo>
                    <a:pt x="30051" y="12812"/>
                  </a:lnTo>
                  <a:lnTo>
                    <a:pt x="30097" y="12595"/>
                  </a:lnTo>
                  <a:lnTo>
                    <a:pt x="30143" y="12378"/>
                  </a:lnTo>
                  <a:lnTo>
                    <a:pt x="30189" y="12160"/>
                  </a:lnTo>
                  <a:lnTo>
                    <a:pt x="30234" y="11943"/>
                  </a:lnTo>
                  <a:lnTo>
                    <a:pt x="30277" y="11726"/>
                  </a:lnTo>
                  <a:lnTo>
                    <a:pt x="30320" y="11509"/>
                  </a:lnTo>
                  <a:lnTo>
                    <a:pt x="30362" y="11292"/>
                  </a:lnTo>
                  <a:lnTo>
                    <a:pt x="30402" y="11075"/>
                  </a:lnTo>
                  <a:lnTo>
                    <a:pt x="30442" y="10857"/>
                  </a:lnTo>
                  <a:lnTo>
                    <a:pt x="30480" y="10640"/>
                  </a:lnTo>
                  <a:lnTo>
                    <a:pt x="30517" y="10423"/>
                  </a:lnTo>
                  <a:lnTo>
                    <a:pt x="30552" y="10206"/>
                  </a:lnTo>
                  <a:lnTo>
                    <a:pt x="30587" y="9989"/>
                  </a:lnTo>
                  <a:lnTo>
                    <a:pt x="30619" y="9772"/>
                  </a:lnTo>
                  <a:lnTo>
                    <a:pt x="30650" y="9554"/>
                  </a:lnTo>
                  <a:lnTo>
                    <a:pt x="30680" y="9337"/>
                  </a:lnTo>
                  <a:lnTo>
                    <a:pt x="30708" y="9120"/>
                  </a:lnTo>
                  <a:lnTo>
                    <a:pt x="30735" y="8903"/>
                  </a:lnTo>
                  <a:lnTo>
                    <a:pt x="30760" y="8686"/>
                  </a:lnTo>
                  <a:lnTo>
                    <a:pt x="30784" y="8469"/>
                  </a:lnTo>
                  <a:lnTo>
                    <a:pt x="30807" y="8252"/>
                  </a:lnTo>
                  <a:lnTo>
                    <a:pt x="30828" y="8034"/>
                  </a:lnTo>
                  <a:lnTo>
                    <a:pt x="30848" y="7817"/>
                  </a:lnTo>
                  <a:lnTo>
                    <a:pt x="30867" y="7600"/>
                  </a:lnTo>
                  <a:lnTo>
                    <a:pt x="30885" y="7383"/>
                  </a:lnTo>
                  <a:lnTo>
                    <a:pt x="30903" y="7166"/>
                  </a:lnTo>
                  <a:lnTo>
                    <a:pt x="30919" y="6949"/>
                  </a:lnTo>
                  <a:lnTo>
                    <a:pt x="30935" y="6731"/>
                  </a:lnTo>
                  <a:lnTo>
                    <a:pt x="30951" y="6514"/>
                  </a:lnTo>
                  <a:lnTo>
                    <a:pt x="30966" y="6297"/>
                  </a:lnTo>
                  <a:lnTo>
                    <a:pt x="30980" y="6080"/>
                  </a:lnTo>
                  <a:lnTo>
                    <a:pt x="30995" y="5863"/>
                  </a:lnTo>
                  <a:lnTo>
                    <a:pt x="31010" y="5646"/>
                  </a:lnTo>
                  <a:lnTo>
                    <a:pt x="31025" y="5428"/>
                  </a:lnTo>
                  <a:lnTo>
                    <a:pt x="31040" y="5211"/>
                  </a:lnTo>
                  <a:lnTo>
                    <a:pt x="31055" y="4994"/>
                  </a:lnTo>
                  <a:lnTo>
                    <a:pt x="31071" y="4777"/>
                  </a:lnTo>
                  <a:lnTo>
                    <a:pt x="31087" y="4560"/>
                  </a:lnTo>
                  <a:lnTo>
                    <a:pt x="31104" y="4343"/>
                  </a:lnTo>
                  <a:lnTo>
                    <a:pt x="31122" y="4126"/>
                  </a:lnTo>
                  <a:lnTo>
                    <a:pt x="31140" y="3908"/>
                  </a:lnTo>
                  <a:lnTo>
                    <a:pt x="31159" y="3691"/>
                  </a:lnTo>
                  <a:lnTo>
                    <a:pt x="31179" y="3474"/>
                  </a:lnTo>
                  <a:lnTo>
                    <a:pt x="31200" y="3257"/>
                  </a:lnTo>
                  <a:lnTo>
                    <a:pt x="31222" y="3040"/>
                  </a:lnTo>
                  <a:lnTo>
                    <a:pt x="31244" y="2823"/>
                  </a:lnTo>
                  <a:lnTo>
                    <a:pt x="31268" y="2605"/>
                  </a:lnTo>
                  <a:lnTo>
                    <a:pt x="31292" y="2388"/>
                  </a:lnTo>
                  <a:lnTo>
                    <a:pt x="31318" y="2171"/>
                  </a:lnTo>
                  <a:lnTo>
                    <a:pt x="31344" y="1954"/>
                  </a:lnTo>
                  <a:lnTo>
                    <a:pt x="31371" y="1737"/>
                  </a:lnTo>
                  <a:lnTo>
                    <a:pt x="31398" y="1520"/>
                  </a:lnTo>
                  <a:lnTo>
                    <a:pt x="31427" y="1302"/>
                  </a:lnTo>
                  <a:lnTo>
                    <a:pt x="31456" y="1085"/>
                  </a:lnTo>
                  <a:lnTo>
                    <a:pt x="31485" y="868"/>
                  </a:lnTo>
                  <a:lnTo>
                    <a:pt x="31515" y="651"/>
                  </a:lnTo>
                  <a:lnTo>
                    <a:pt x="31545" y="434"/>
                  </a:lnTo>
                  <a:lnTo>
                    <a:pt x="31575" y="217"/>
                  </a:lnTo>
                  <a:lnTo>
                    <a:pt x="31606" y="0"/>
                  </a:lnTo>
                  <a:lnTo>
                    <a:pt x="33093" y="0"/>
                  </a:lnTo>
                  <a:lnTo>
                    <a:pt x="33124" y="217"/>
                  </a:lnTo>
                  <a:lnTo>
                    <a:pt x="33154" y="434"/>
                  </a:lnTo>
                  <a:lnTo>
                    <a:pt x="33184" y="651"/>
                  </a:lnTo>
                  <a:lnTo>
                    <a:pt x="33214" y="868"/>
                  </a:lnTo>
                  <a:lnTo>
                    <a:pt x="33243" y="1085"/>
                  </a:lnTo>
                  <a:lnTo>
                    <a:pt x="33272" y="1302"/>
                  </a:lnTo>
                  <a:lnTo>
                    <a:pt x="33300" y="1520"/>
                  </a:lnTo>
                  <a:lnTo>
                    <a:pt x="33328" y="1737"/>
                  </a:lnTo>
                  <a:lnTo>
                    <a:pt x="33355" y="1954"/>
                  </a:lnTo>
                  <a:lnTo>
                    <a:pt x="33381" y="2171"/>
                  </a:lnTo>
                  <a:lnTo>
                    <a:pt x="33406" y="2388"/>
                  </a:lnTo>
                  <a:lnTo>
                    <a:pt x="33431" y="2605"/>
                  </a:lnTo>
                  <a:lnTo>
                    <a:pt x="33454" y="2823"/>
                  </a:lnTo>
                  <a:lnTo>
                    <a:pt x="33477" y="3040"/>
                  </a:lnTo>
                  <a:lnTo>
                    <a:pt x="33499" y="3257"/>
                  </a:lnTo>
                  <a:lnTo>
                    <a:pt x="33520" y="3474"/>
                  </a:lnTo>
                  <a:lnTo>
                    <a:pt x="33540" y="3691"/>
                  </a:lnTo>
                  <a:lnTo>
                    <a:pt x="33559" y="3908"/>
                  </a:lnTo>
                  <a:lnTo>
                    <a:pt x="33577" y="4126"/>
                  </a:lnTo>
                  <a:lnTo>
                    <a:pt x="33595" y="4343"/>
                  </a:lnTo>
                  <a:lnTo>
                    <a:pt x="33612" y="4560"/>
                  </a:lnTo>
                  <a:lnTo>
                    <a:pt x="33628" y="4777"/>
                  </a:lnTo>
                  <a:lnTo>
                    <a:pt x="33644" y="4994"/>
                  </a:lnTo>
                  <a:lnTo>
                    <a:pt x="33659" y="5211"/>
                  </a:lnTo>
                  <a:lnTo>
                    <a:pt x="33674" y="5428"/>
                  </a:lnTo>
                  <a:lnTo>
                    <a:pt x="33689" y="5646"/>
                  </a:lnTo>
                  <a:lnTo>
                    <a:pt x="33704" y="5863"/>
                  </a:lnTo>
                  <a:lnTo>
                    <a:pt x="33718" y="6080"/>
                  </a:lnTo>
                  <a:lnTo>
                    <a:pt x="33733" y="6297"/>
                  </a:lnTo>
                  <a:lnTo>
                    <a:pt x="33748" y="6514"/>
                  </a:lnTo>
                  <a:lnTo>
                    <a:pt x="33764" y="6731"/>
                  </a:lnTo>
                  <a:lnTo>
                    <a:pt x="33779" y="6949"/>
                  </a:lnTo>
                  <a:lnTo>
                    <a:pt x="33796" y="7166"/>
                  </a:lnTo>
                  <a:lnTo>
                    <a:pt x="33813" y="7383"/>
                  </a:lnTo>
                  <a:lnTo>
                    <a:pt x="33832" y="7600"/>
                  </a:lnTo>
                  <a:lnTo>
                    <a:pt x="33851" y="7817"/>
                  </a:lnTo>
                  <a:lnTo>
                    <a:pt x="33871" y="8034"/>
                  </a:lnTo>
                  <a:lnTo>
                    <a:pt x="33892" y="8252"/>
                  </a:lnTo>
                  <a:lnTo>
                    <a:pt x="33915" y="8469"/>
                  </a:lnTo>
                  <a:lnTo>
                    <a:pt x="33939" y="8686"/>
                  </a:lnTo>
                  <a:lnTo>
                    <a:pt x="33964" y="8903"/>
                  </a:lnTo>
                  <a:lnTo>
                    <a:pt x="33991" y="9120"/>
                  </a:lnTo>
                  <a:lnTo>
                    <a:pt x="34019" y="9337"/>
                  </a:lnTo>
                  <a:lnTo>
                    <a:pt x="34049" y="9554"/>
                  </a:lnTo>
                  <a:lnTo>
                    <a:pt x="34080" y="9772"/>
                  </a:lnTo>
                  <a:lnTo>
                    <a:pt x="34112" y="9989"/>
                  </a:lnTo>
                  <a:lnTo>
                    <a:pt x="34146" y="10206"/>
                  </a:lnTo>
                  <a:lnTo>
                    <a:pt x="34182" y="10423"/>
                  </a:lnTo>
                  <a:lnTo>
                    <a:pt x="34219" y="10640"/>
                  </a:lnTo>
                  <a:lnTo>
                    <a:pt x="34257" y="10857"/>
                  </a:lnTo>
                  <a:lnTo>
                    <a:pt x="34296" y="11075"/>
                  </a:lnTo>
                  <a:lnTo>
                    <a:pt x="34337" y="11292"/>
                  </a:lnTo>
                  <a:lnTo>
                    <a:pt x="34379" y="11509"/>
                  </a:lnTo>
                  <a:lnTo>
                    <a:pt x="34421" y="11726"/>
                  </a:lnTo>
                  <a:lnTo>
                    <a:pt x="34465" y="11943"/>
                  </a:lnTo>
                  <a:lnTo>
                    <a:pt x="34510" y="12160"/>
                  </a:lnTo>
                  <a:lnTo>
                    <a:pt x="34555" y="12378"/>
                  </a:lnTo>
                  <a:lnTo>
                    <a:pt x="34601" y="12595"/>
                  </a:lnTo>
                  <a:lnTo>
                    <a:pt x="34648" y="12812"/>
                  </a:lnTo>
                  <a:lnTo>
                    <a:pt x="34696" y="13029"/>
                  </a:lnTo>
                  <a:lnTo>
                    <a:pt x="34743" y="13246"/>
                  </a:lnTo>
                  <a:lnTo>
                    <a:pt x="34792" y="13463"/>
                  </a:lnTo>
                  <a:lnTo>
                    <a:pt x="34840" y="13680"/>
                  </a:lnTo>
                  <a:lnTo>
                    <a:pt x="34889" y="13898"/>
                  </a:lnTo>
                  <a:lnTo>
                    <a:pt x="34938" y="14115"/>
                  </a:lnTo>
                  <a:lnTo>
                    <a:pt x="34988" y="14332"/>
                  </a:lnTo>
                  <a:lnTo>
                    <a:pt x="35038" y="14549"/>
                  </a:lnTo>
                  <a:lnTo>
                    <a:pt x="35088" y="14766"/>
                  </a:lnTo>
                  <a:lnTo>
                    <a:pt x="35139" y="14983"/>
                  </a:lnTo>
                  <a:lnTo>
                    <a:pt x="35190" y="15201"/>
                  </a:lnTo>
                  <a:lnTo>
                    <a:pt x="35242" y="15418"/>
                  </a:lnTo>
                  <a:lnTo>
                    <a:pt x="35294" y="15635"/>
                  </a:lnTo>
                  <a:lnTo>
                    <a:pt x="35347" y="15852"/>
                  </a:lnTo>
                  <a:lnTo>
                    <a:pt x="35401" y="16069"/>
                  </a:lnTo>
                  <a:lnTo>
                    <a:pt x="35456" y="16286"/>
                  </a:lnTo>
                  <a:lnTo>
                    <a:pt x="35512" y="16504"/>
                  </a:lnTo>
                  <a:lnTo>
                    <a:pt x="35570" y="16721"/>
                  </a:lnTo>
                  <a:lnTo>
                    <a:pt x="35629" y="16938"/>
                  </a:lnTo>
                  <a:lnTo>
                    <a:pt x="35690" y="17155"/>
                  </a:lnTo>
                  <a:lnTo>
                    <a:pt x="35752" y="17372"/>
                  </a:lnTo>
                  <a:lnTo>
                    <a:pt x="35818" y="17589"/>
                  </a:lnTo>
                  <a:lnTo>
                    <a:pt x="35885" y="17807"/>
                  </a:lnTo>
                  <a:lnTo>
                    <a:pt x="35956" y="18024"/>
                  </a:lnTo>
                  <a:lnTo>
                    <a:pt x="36028" y="18241"/>
                  </a:lnTo>
                  <a:lnTo>
                    <a:pt x="36104" y="18458"/>
                  </a:lnTo>
                  <a:lnTo>
                    <a:pt x="36184" y="18675"/>
                  </a:lnTo>
                  <a:lnTo>
                    <a:pt x="36267" y="18892"/>
                  </a:lnTo>
                  <a:lnTo>
                    <a:pt x="36353" y="19109"/>
                  </a:lnTo>
                  <a:lnTo>
                    <a:pt x="36443" y="19327"/>
                  </a:lnTo>
                  <a:lnTo>
                    <a:pt x="36539" y="19544"/>
                  </a:lnTo>
                  <a:lnTo>
                    <a:pt x="36638" y="19761"/>
                  </a:lnTo>
                  <a:lnTo>
                    <a:pt x="36741" y="19978"/>
                  </a:lnTo>
                  <a:lnTo>
                    <a:pt x="36848" y="20195"/>
                  </a:lnTo>
                  <a:lnTo>
                    <a:pt x="36961" y="20412"/>
                  </a:lnTo>
                  <a:lnTo>
                    <a:pt x="37079" y="20630"/>
                  </a:lnTo>
                  <a:lnTo>
                    <a:pt x="37200" y="20847"/>
                  </a:lnTo>
                  <a:lnTo>
                    <a:pt x="37327" y="21064"/>
                  </a:lnTo>
                  <a:lnTo>
                    <a:pt x="37458" y="21281"/>
                  </a:lnTo>
                  <a:lnTo>
                    <a:pt x="37595" y="21498"/>
                  </a:lnTo>
                  <a:lnTo>
                    <a:pt x="37736" y="21715"/>
                  </a:lnTo>
                  <a:lnTo>
                    <a:pt x="37882" y="21933"/>
                  </a:lnTo>
                  <a:lnTo>
                    <a:pt x="38032" y="22150"/>
                  </a:lnTo>
                  <a:lnTo>
                    <a:pt x="38188" y="22367"/>
                  </a:lnTo>
                  <a:lnTo>
                    <a:pt x="38347" y="22584"/>
                  </a:lnTo>
                  <a:lnTo>
                    <a:pt x="38510" y="22801"/>
                  </a:lnTo>
                  <a:lnTo>
                    <a:pt x="38677" y="23018"/>
                  </a:lnTo>
                  <a:lnTo>
                    <a:pt x="38848" y="23235"/>
                  </a:lnTo>
                  <a:lnTo>
                    <a:pt x="39023" y="23453"/>
                  </a:lnTo>
                  <a:lnTo>
                    <a:pt x="39200" y="23670"/>
                  </a:lnTo>
                  <a:lnTo>
                    <a:pt x="39380" y="23887"/>
                  </a:lnTo>
                  <a:lnTo>
                    <a:pt x="39563" y="24104"/>
                  </a:lnTo>
                  <a:lnTo>
                    <a:pt x="39749" y="24321"/>
                  </a:lnTo>
                  <a:lnTo>
                    <a:pt x="39935" y="24538"/>
                  </a:lnTo>
                  <a:lnTo>
                    <a:pt x="40123" y="24756"/>
                  </a:lnTo>
                  <a:lnTo>
                    <a:pt x="40313" y="24973"/>
                  </a:lnTo>
                  <a:lnTo>
                    <a:pt x="40502" y="25190"/>
                  </a:lnTo>
                  <a:lnTo>
                    <a:pt x="40692" y="25407"/>
                  </a:lnTo>
                  <a:lnTo>
                    <a:pt x="40882" y="25624"/>
                  </a:lnTo>
                  <a:lnTo>
                    <a:pt x="41072" y="25841"/>
                  </a:lnTo>
                  <a:lnTo>
                    <a:pt x="41260" y="26059"/>
                  </a:lnTo>
                  <a:lnTo>
                    <a:pt x="41446" y="26276"/>
                  </a:lnTo>
                  <a:lnTo>
                    <a:pt x="41631" y="26493"/>
                  </a:lnTo>
                  <a:lnTo>
                    <a:pt x="41814" y="26710"/>
                  </a:lnTo>
                  <a:lnTo>
                    <a:pt x="41993" y="26927"/>
                  </a:lnTo>
                  <a:lnTo>
                    <a:pt x="42169" y="27144"/>
                  </a:lnTo>
                  <a:lnTo>
                    <a:pt x="42342" y="27361"/>
                  </a:lnTo>
                  <a:lnTo>
                    <a:pt x="42512" y="27579"/>
                  </a:lnTo>
                  <a:lnTo>
                    <a:pt x="42677" y="27796"/>
                  </a:lnTo>
                  <a:lnTo>
                    <a:pt x="42837" y="28013"/>
                  </a:lnTo>
                  <a:lnTo>
                    <a:pt x="42993" y="28230"/>
                  </a:lnTo>
                  <a:lnTo>
                    <a:pt x="43144" y="28447"/>
                  </a:lnTo>
                  <a:lnTo>
                    <a:pt x="43290" y="28664"/>
                  </a:lnTo>
                  <a:lnTo>
                    <a:pt x="43429" y="28882"/>
                  </a:lnTo>
                  <a:lnTo>
                    <a:pt x="43563" y="29099"/>
                  </a:lnTo>
                  <a:lnTo>
                    <a:pt x="43693" y="29316"/>
                  </a:lnTo>
                  <a:lnTo>
                    <a:pt x="43817" y="29533"/>
                  </a:lnTo>
                  <a:lnTo>
                    <a:pt x="43933" y="29750"/>
                  </a:lnTo>
                  <a:lnTo>
                    <a:pt x="44045" y="29967"/>
                  </a:lnTo>
                  <a:lnTo>
                    <a:pt x="44151" y="30185"/>
                  </a:lnTo>
                  <a:lnTo>
                    <a:pt x="44253" y="30402"/>
                  </a:lnTo>
                  <a:lnTo>
                    <a:pt x="44348" y="30619"/>
                  </a:lnTo>
                  <a:lnTo>
                    <a:pt x="44438" y="30836"/>
                  </a:lnTo>
                  <a:lnTo>
                    <a:pt x="44523" y="31053"/>
                  </a:lnTo>
                  <a:lnTo>
                    <a:pt x="44605" y="31270"/>
                  </a:lnTo>
                  <a:lnTo>
                    <a:pt x="44682" y="31488"/>
                  </a:lnTo>
                  <a:lnTo>
                    <a:pt x="44755" y="31705"/>
                  </a:lnTo>
                  <a:lnTo>
                    <a:pt x="44825" y="31922"/>
                  </a:lnTo>
                  <a:lnTo>
                    <a:pt x="44893" y="32139"/>
                  </a:lnTo>
                  <a:lnTo>
                    <a:pt x="44959" y="32356"/>
                  </a:lnTo>
                  <a:lnTo>
                    <a:pt x="45022" y="32573"/>
                  </a:lnTo>
                  <a:lnTo>
                    <a:pt x="45085" y="32790"/>
                  </a:lnTo>
                  <a:lnTo>
                    <a:pt x="45148" y="33008"/>
                  </a:lnTo>
                  <a:lnTo>
                    <a:pt x="45211" y="33225"/>
                  </a:lnTo>
                  <a:lnTo>
                    <a:pt x="45275" y="33442"/>
                  </a:lnTo>
                  <a:lnTo>
                    <a:pt x="45341" y="33659"/>
                  </a:lnTo>
                  <a:lnTo>
                    <a:pt x="45409" y="33876"/>
                  </a:lnTo>
                  <a:lnTo>
                    <a:pt x="45479" y="34093"/>
                  </a:lnTo>
                  <a:lnTo>
                    <a:pt x="45554" y="34311"/>
                  </a:lnTo>
                  <a:lnTo>
                    <a:pt x="45634" y="34528"/>
                  </a:lnTo>
                  <a:lnTo>
                    <a:pt x="45718" y="34745"/>
                  </a:lnTo>
                  <a:lnTo>
                    <a:pt x="45807" y="34962"/>
                  </a:lnTo>
                  <a:lnTo>
                    <a:pt x="45903" y="35179"/>
                  </a:lnTo>
                  <a:lnTo>
                    <a:pt x="46007" y="35396"/>
                  </a:lnTo>
                  <a:lnTo>
                    <a:pt x="46117" y="35614"/>
                  </a:lnTo>
                  <a:lnTo>
                    <a:pt x="46233" y="35831"/>
                  </a:lnTo>
                  <a:lnTo>
                    <a:pt x="46358" y="36048"/>
                  </a:lnTo>
                  <a:lnTo>
                    <a:pt x="46493" y="36265"/>
                  </a:lnTo>
                  <a:lnTo>
                    <a:pt x="46635" y="36482"/>
                  </a:lnTo>
                  <a:lnTo>
                    <a:pt x="46786" y="36699"/>
                  </a:lnTo>
                  <a:lnTo>
                    <a:pt x="46944" y="36916"/>
                  </a:lnTo>
                  <a:lnTo>
                    <a:pt x="47114" y="37134"/>
                  </a:lnTo>
                  <a:lnTo>
                    <a:pt x="47291" y="37351"/>
                  </a:lnTo>
                  <a:lnTo>
                    <a:pt x="47477" y="37568"/>
                  </a:lnTo>
                  <a:lnTo>
                    <a:pt x="47670" y="37785"/>
                  </a:lnTo>
                  <a:lnTo>
                    <a:pt x="47873" y="38002"/>
                  </a:lnTo>
                  <a:lnTo>
                    <a:pt x="48084" y="38219"/>
                  </a:lnTo>
                  <a:lnTo>
                    <a:pt x="48302" y="38437"/>
                  </a:lnTo>
                  <a:lnTo>
                    <a:pt x="48526" y="38654"/>
                  </a:lnTo>
                  <a:lnTo>
                    <a:pt x="48757" y="38871"/>
                  </a:lnTo>
                  <a:lnTo>
                    <a:pt x="48994" y="39088"/>
                  </a:lnTo>
                  <a:lnTo>
                    <a:pt x="49237" y="39305"/>
                  </a:lnTo>
                  <a:lnTo>
                    <a:pt x="49484" y="39522"/>
                  </a:lnTo>
                  <a:lnTo>
                    <a:pt x="49735" y="39740"/>
                  </a:lnTo>
                  <a:lnTo>
                    <a:pt x="49989" y="39957"/>
                  </a:lnTo>
                  <a:lnTo>
                    <a:pt x="50247" y="40174"/>
                  </a:lnTo>
                  <a:lnTo>
                    <a:pt x="50505" y="40391"/>
                  </a:lnTo>
                  <a:lnTo>
                    <a:pt x="50765" y="40608"/>
                  </a:lnTo>
                  <a:lnTo>
                    <a:pt x="51026" y="40825"/>
                  </a:lnTo>
                  <a:lnTo>
                    <a:pt x="51286" y="41042"/>
                  </a:lnTo>
                  <a:lnTo>
                    <a:pt x="51545" y="41260"/>
                  </a:lnTo>
                  <a:lnTo>
                    <a:pt x="51803" y="41477"/>
                  </a:lnTo>
                  <a:lnTo>
                    <a:pt x="52059" y="41694"/>
                  </a:lnTo>
                  <a:lnTo>
                    <a:pt x="52311" y="41911"/>
                  </a:lnTo>
                  <a:lnTo>
                    <a:pt x="52560" y="42128"/>
                  </a:lnTo>
                  <a:lnTo>
                    <a:pt x="52806" y="42345"/>
                  </a:lnTo>
                  <a:lnTo>
                    <a:pt x="53047" y="42563"/>
                  </a:lnTo>
                  <a:lnTo>
                    <a:pt x="53282" y="42780"/>
                  </a:lnTo>
                  <a:lnTo>
                    <a:pt x="53513" y="42997"/>
                  </a:lnTo>
                  <a:lnTo>
                    <a:pt x="53739" y="43214"/>
                  </a:lnTo>
                  <a:lnTo>
                    <a:pt x="53960" y="43431"/>
                  </a:lnTo>
                  <a:lnTo>
                    <a:pt x="54173" y="43648"/>
                  </a:lnTo>
                  <a:lnTo>
                    <a:pt x="54381" y="43866"/>
                  </a:lnTo>
                  <a:lnTo>
                    <a:pt x="54583" y="44083"/>
                  </a:lnTo>
                  <a:lnTo>
                    <a:pt x="54780" y="44300"/>
                  </a:lnTo>
                  <a:lnTo>
                    <a:pt x="54970" y="44517"/>
                  </a:lnTo>
                  <a:lnTo>
                    <a:pt x="55155" y="44734"/>
                  </a:lnTo>
                  <a:lnTo>
                    <a:pt x="55334" y="44951"/>
                  </a:lnTo>
                  <a:lnTo>
                    <a:pt x="55509" y="45169"/>
                  </a:lnTo>
                  <a:lnTo>
                    <a:pt x="55679" y="45386"/>
                  </a:lnTo>
                  <a:lnTo>
                    <a:pt x="55843" y="45603"/>
                  </a:lnTo>
                  <a:lnTo>
                    <a:pt x="56003" y="45820"/>
                  </a:lnTo>
                  <a:lnTo>
                    <a:pt x="56161" y="46037"/>
                  </a:lnTo>
                  <a:lnTo>
                    <a:pt x="56315" y="46254"/>
                  </a:lnTo>
                  <a:lnTo>
                    <a:pt x="56465" y="46471"/>
                  </a:lnTo>
                  <a:lnTo>
                    <a:pt x="56614" y="46689"/>
                  </a:lnTo>
                  <a:lnTo>
                    <a:pt x="56761" y="46906"/>
                  </a:lnTo>
                  <a:lnTo>
                    <a:pt x="56907" y="47123"/>
                  </a:lnTo>
                  <a:lnTo>
                    <a:pt x="57052" y="47340"/>
                  </a:lnTo>
                  <a:lnTo>
                    <a:pt x="57198" y="47557"/>
                  </a:lnTo>
                  <a:lnTo>
                    <a:pt x="57344" y="47774"/>
                  </a:lnTo>
                  <a:lnTo>
                    <a:pt x="57491" y="47992"/>
                  </a:lnTo>
                  <a:lnTo>
                    <a:pt x="57640" y="48209"/>
                  </a:lnTo>
                  <a:lnTo>
                    <a:pt x="57791" y="48426"/>
                  </a:lnTo>
                  <a:lnTo>
                    <a:pt x="57945" y="48643"/>
                  </a:lnTo>
                  <a:lnTo>
                    <a:pt x="58102" y="48860"/>
                  </a:lnTo>
                  <a:lnTo>
                    <a:pt x="58262" y="49077"/>
                  </a:lnTo>
                  <a:lnTo>
                    <a:pt x="58427" y="49295"/>
                  </a:lnTo>
                  <a:lnTo>
                    <a:pt x="58597" y="49512"/>
                  </a:lnTo>
                  <a:lnTo>
                    <a:pt x="58770" y="49729"/>
                  </a:lnTo>
                  <a:lnTo>
                    <a:pt x="58947" y="49946"/>
                  </a:lnTo>
                  <a:lnTo>
                    <a:pt x="59131" y="50163"/>
                  </a:lnTo>
                  <a:lnTo>
                    <a:pt x="59320" y="50380"/>
                  </a:lnTo>
                  <a:lnTo>
                    <a:pt x="59513" y="50597"/>
                  </a:lnTo>
                  <a:lnTo>
                    <a:pt x="59710" y="50815"/>
                  </a:lnTo>
                  <a:lnTo>
                    <a:pt x="59914" y="51032"/>
                  </a:lnTo>
                  <a:lnTo>
                    <a:pt x="60121" y="51249"/>
                  </a:lnTo>
                  <a:lnTo>
                    <a:pt x="60333" y="51466"/>
                  </a:lnTo>
                  <a:lnTo>
                    <a:pt x="60548" y="51683"/>
                  </a:lnTo>
                  <a:lnTo>
                    <a:pt x="60767" y="51900"/>
                  </a:lnTo>
                  <a:lnTo>
                    <a:pt x="60989" y="52118"/>
                  </a:lnTo>
                  <a:lnTo>
                    <a:pt x="61212" y="52335"/>
                  </a:lnTo>
                  <a:lnTo>
                    <a:pt x="61437" y="52552"/>
                  </a:lnTo>
                  <a:lnTo>
                    <a:pt x="61663" y="52769"/>
                  </a:lnTo>
                  <a:lnTo>
                    <a:pt x="61888" y="52986"/>
                  </a:lnTo>
                  <a:lnTo>
                    <a:pt x="62113" y="53203"/>
                  </a:lnTo>
                  <a:lnTo>
                    <a:pt x="62335" y="53421"/>
                  </a:lnTo>
                  <a:lnTo>
                    <a:pt x="62555" y="53638"/>
                  </a:lnTo>
                  <a:lnTo>
                    <a:pt x="62769" y="53855"/>
                  </a:lnTo>
                  <a:lnTo>
                    <a:pt x="62978" y="54072"/>
                  </a:lnTo>
                  <a:lnTo>
                    <a:pt x="63181" y="54289"/>
                  </a:lnTo>
                  <a:lnTo>
                    <a:pt x="63378" y="54506"/>
                  </a:lnTo>
                  <a:lnTo>
                    <a:pt x="63563" y="54723"/>
                  </a:lnTo>
                  <a:lnTo>
                    <a:pt x="63739" y="54941"/>
                  </a:lnTo>
                  <a:lnTo>
                    <a:pt x="63904" y="55158"/>
                  </a:lnTo>
                  <a:lnTo>
                    <a:pt x="64058" y="55375"/>
                  </a:lnTo>
                  <a:lnTo>
                    <a:pt x="64197" y="55592"/>
                  </a:lnTo>
                  <a:lnTo>
                    <a:pt x="64319" y="55809"/>
                  </a:lnTo>
                  <a:lnTo>
                    <a:pt x="64427" y="56026"/>
                  </a:lnTo>
                  <a:lnTo>
                    <a:pt x="64520" y="56244"/>
                  </a:lnTo>
                  <a:lnTo>
                    <a:pt x="64596" y="56461"/>
                  </a:lnTo>
                  <a:lnTo>
                    <a:pt x="64648" y="56678"/>
                  </a:lnTo>
                  <a:lnTo>
                    <a:pt x="64683" y="56895"/>
                  </a:lnTo>
                  <a:lnTo>
                    <a:pt x="64699" y="57112"/>
                  </a:lnTo>
                  <a:lnTo>
                    <a:pt x="64697" y="57329"/>
                  </a:lnTo>
                  <a:lnTo>
                    <a:pt x="64667" y="57547"/>
                  </a:lnTo>
                  <a:lnTo>
                    <a:pt x="64617" y="57764"/>
                  </a:lnTo>
                  <a:lnTo>
                    <a:pt x="64547" y="57981"/>
                  </a:lnTo>
                  <a:lnTo>
                    <a:pt x="64457" y="58198"/>
                  </a:lnTo>
                  <a:lnTo>
                    <a:pt x="64340" y="58415"/>
                  </a:lnTo>
                  <a:lnTo>
                    <a:pt x="64200" y="58632"/>
                  </a:lnTo>
                  <a:lnTo>
                    <a:pt x="64041" y="58850"/>
                  </a:lnTo>
                  <a:lnTo>
                    <a:pt x="63861" y="59067"/>
                  </a:lnTo>
                  <a:lnTo>
                    <a:pt x="63659" y="59284"/>
                  </a:lnTo>
                  <a:lnTo>
                    <a:pt x="63432" y="59501"/>
                  </a:lnTo>
                  <a:lnTo>
                    <a:pt x="63188" y="59718"/>
                  </a:lnTo>
                  <a:lnTo>
                    <a:pt x="62925" y="59935"/>
                  </a:lnTo>
                  <a:lnTo>
                    <a:pt x="62644" y="60152"/>
                  </a:lnTo>
                  <a:lnTo>
                    <a:pt x="62341" y="60370"/>
                  </a:lnTo>
                  <a:lnTo>
                    <a:pt x="62023" y="60587"/>
                  </a:lnTo>
                  <a:lnTo>
                    <a:pt x="61690" y="60804"/>
                  </a:lnTo>
                  <a:lnTo>
                    <a:pt x="61344" y="61021"/>
                  </a:lnTo>
                  <a:lnTo>
                    <a:pt x="60981" y="61238"/>
                  </a:lnTo>
                  <a:lnTo>
                    <a:pt x="60606" y="61455"/>
                  </a:lnTo>
                  <a:lnTo>
                    <a:pt x="60221" y="61673"/>
                  </a:lnTo>
                  <a:lnTo>
                    <a:pt x="59827" y="61890"/>
                  </a:lnTo>
                  <a:lnTo>
                    <a:pt x="59423" y="62107"/>
                  </a:lnTo>
                  <a:lnTo>
                    <a:pt x="59011" y="62324"/>
                  </a:lnTo>
                  <a:lnTo>
                    <a:pt x="58594" y="62541"/>
                  </a:lnTo>
                  <a:lnTo>
                    <a:pt x="58172" y="62758"/>
                  </a:lnTo>
                  <a:lnTo>
                    <a:pt x="57746" y="62976"/>
                  </a:lnTo>
                  <a:lnTo>
                    <a:pt x="57317" y="63193"/>
                  </a:lnTo>
                  <a:lnTo>
                    <a:pt x="56886" y="63410"/>
                  </a:lnTo>
                  <a:lnTo>
                    <a:pt x="56456" y="63627"/>
                  </a:lnTo>
                  <a:lnTo>
                    <a:pt x="56025" y="63844"/>
                  </a:lnTo>
                  <a:lnTo>
                    <a:pt x="55596" y="64061"/>
                  </a:lnTo>
                  <a:lnTo>
                    <a:pt x="55170" y="64278"/>
                  </a:lnTo>
                  <a:lnTo>
                    <a:pt x="54746" y="64496"/>
                  </a:lnTo>
                  <a:lnTo>
                    <a:pt x="54326" y="64713"/>
                  </a:lnTo>
                  <a:lnTo>
                    <a:pt x="53911" y="64930"/>
                  </a:lnTo>
                  <a:lnTo>
                    <a:pt x="53502" y="65147"/>
                  </a:lnTo>
                  <a:lnTo>
                    <a:pt x="53097" y="65364"/>
                  </a:lnTo>
                  <a:lnTo>
                    <a:pt x="52698" y="65581"/>
                  </a:lnTo>
                  <a:lnTo>
                    <a:pt x="52306" y="65799"/>
                  </a:lnTo>
                  <a:lnTo>
                    <a:pt x="51922" y="66016"/>
                  </a:lnTo>
                  <a:lnTo>
                    <a:pt x="51545" y="66233"/>
                  </a:lnTo>
                  <a:lnTo>
                    <a:pt x="51175" y="66450"/>
                  </a:lnTo>
                  <a:lnTo>
                    <a:pt x="50812" y="66667"/>
                  </a:lnTo>
                  <a:lnTo>
                    <a:pt x="50459" y="66884"/>
                  </a:lnTo>
                  <a:lnTo>
                    <a:pt x="50114" y="67102"/>
                  </a:lnTo>
                  <a:lnTo>
                    <a:pt x="49777" y="67319"/>
                  </a:lnTo>
                  <a:lnTo>
                    <a:pt x="49447" y="67536"/>
                  </a:lnTo>
                  <a:lnTo>
                    <a:pt x="49130" y="67753"/>
                  </a:lnTo>
                  <a:lnTo>
                    <a:pt x="48820" y="67970"/>
                  </a:lnTo>
                  <a:lnTo>
                    <a:pt x="48519" y="68187"/>
                  </a:lnTo>
                  <a:lnTo>
                    <a:pt x="48227" y="68404"/>
                  </a:lnTo>
                  <a:lnTo>
                    <a:pt x="47946" y="68622"/>
                  </a:lnTo>
                  <a:lnTo>
                    <a:pt x="47675" y="68839"/>
                  </a:lnTo>
                  <a:lnTo>
                    <a:pt x="47413" y="69056"/>
                  </a:lnTo>
                  <a:lnTo>
                    <a:pt x="47161" y="69273"/>
                  </a:lnTo>
                  <a:lnTo>
                    <a:pt x="46919" y="69490"/>
                  </a:lnTo>
                  <a:lnTo>
                    <a:pt x="46690" y="69707"/>
                  </a:lnTo>
                  <a:lnTo>
                    <a:pt x="46471" y="69925"/>
                  </a:lnTo>
                  <a:lnTo>
                    <a:pt x="46261" y="70142"/>
                  </a:lnTo>
                  <a:lnTo>
                    <a:pt x="46063" y="70359"/>
                  </a:lnTo>
                  <a:lnTo>
                    <a:pt x="45878" y="70576"/>
                  </a:lnTo>
                  <a:lnTo>
                    <a:pt x="45704" y="70793"/>
                  </a:lnTo>
                  <a:lnTo>
                    <a:pt x="45540" y="71010"/>
                  </a:lnTo>
                  <a:lnTo>
                    <a:pt x="45387" y="71228"/>
                  </a:lnTo>
                  <a:lnTo>
                    <a:pt x="45249" y="71445"/>
                  </a:lnTo>
                  <a:lnTo>
                    <a:pt x="45122" y="71662"/>
                  </a:lnTo>
                  <a:lnTo>
                    <a:pt x="45005" y="71879"/>
                  </a:lnTo>
                  <a:lnTo>
                    <a:pt x="44900" y="72096"/>
                  </a:lnTo>
                  <a:lnTo>
                    <a:pt x="44807" y="72313"/>
                  </a:lnTo>
                  <a:lnTo>
                    <a:pt x="44726" y="72531"/>
                  </a:lnTo>
                  <a:lnTo>
                    <a:pt x="44656" y="72748"/>
                  </a:lnTo>
                  <a:lnTo>
                    <a:pt x="44595" y="72965"/>
                  </a:lnTo>
                  <a:lnTo>
                    <a:pt x="44545" y="73182"/>
                  </a:lnTo>
                  <a:lnTo>
                    <a:pt x="44507" y="73399"/>
                  </a:lnTo>
                  <a:lnTo>
                    <a:pt x="44478" y="73616"/>
                  </a:lnTo>
                  <a:lnTo>
                    <a:pt x="44457" y="73833"/>
                  </a:lnTo>
                  <a:lnTo>
                    <a:pt x="44445" y="74051"/>
                  </a:lnTo>
                  <a:lnTo>
                    <a:pt x="44443" y="74268"/>
                  </a:lnTo>
                  <a:lnTo>
                    <a:pt x="44447" y="74485"/>
                  </a:lnTo>
                  <a:lnTo>
                    <a:pt x="44457" y="74702"/>
                  </a:lnTo>
                  <a:lnTo>
                    <a:pt x="44473" y="74919"/>
                  </a:lnTo>
                  <a:lnTo>
                    <a:pt x="44496" y="75136"/>
                  </a:lnTo>
                  <a:lnTo>
                    <a:pt x="44523" y="75354"/>
                  </a:lnTo>
                  <a:lnTo>
                    <a:pt x="44553" y="75571"/>
                  </a:lnTo>
                  <a:lnTo>
                    <a:pt x="44587" y="75788"/>
                  </a:lnTo>
                  <a:lnTo>
                    <a:pt x="44623" y="76005"/>
                  </a:lnTo>
                  <a:lnTo>
                    <a:pt x="44661" y="76222"/>
                  </a:lnTo>
                  <a:lnTo>
                    <a:pt x="44699" y="76439"/>
                  </a:lnTo>
                  <a:lnTo>
                    <a:pt x="44738" y="76657"/>
                  </a:lnTo>
                  <a:lnTo>
                    <a:pt x="44776" y="76874"/>
                  </a:lnTo>
                  <a:lnTo>
                    <a:pt x="44814" y="77091"/>
                  </a:lnTo>
                  <a:lnTo>
                    <a:pt x="44849" y="77308"/>
                  </a:lnTo>
                  <a:lnTo>
                    <a:pt x="44882" y="77525"/>
                  </a:lnTo>
                  <a:lnTo>
                    <a:pt x="44913" y="77742"/>
                  </a:lnTo>
                  <a:lnTo>
                    <a:pt x="44940" y="77959"/>
                  </a:lnTo>
                  <a:lnTo>
                    <a:pt x="44964" y="78177"/>
                  </a:lnTo>
                  <a:lnTo>
                    <a:pt x="44983" y="78394"/>
                  </a:lnTo>
                  <a:lnTo>
                    <a:pt x="44999" y="78611"/>
                  </a:lnTo>
                  <a:lnTo>
                    <a:pt x="45010" y="78828"/>
                  </a:lnTo>
                  <a:lnTo>
                    <a:pt x="45016" y="79045"/>
                  </a:lnTo>
                  <a:lnTo>
                    <a:pt x="45017" y="79262"/>
                  </a:lnTo>
                  <a:lnTo>
                    <a:pt x="45014" y="79480"/>
                  </a:lnTo>
                  <a:lnTo>
                    <a:pt x="45006" y="79697"/>
                  </a:lnTo>
                  <a:lnTo>
                    <a:pt x="44992" y="79914"/>
                  </a:lnTo>
                  <a:lnTo>
                    <a:pt x="44974" y="80131"/>
                  </a:lnTo>
                  <a:lnTo>
                    <a:pt x="44952" y="80348"/>
                  </a:lnTo>
                  <a:lnTo>
                    <a:pt x="44925" y="80565"/>
                  </a:lnTo>
                  <a:lnTo>
                    <a:pt x="44893" y="80783"/>
                  </a:lnTo>
                  <a:lnTo>
                    <a:pt x="44858" y="81000"/>
                  </a:lnTo>
                  <a:lnTo>
                    <a:pt x="44819" y="81217"/>
                  </a:lnTo>
                  <a:lnTo>
                    <a:pt x="44776" y="81434"/>
                  </a:lnTo>
                  <a:lnTo>
                    <a:pt x="44730" y="81651"/>
                  </a:lnTo>
                  <a:lnTo>
                    <a:pt x="44680" y="81868"/>
                  </a:lnTo>
                  <a:lnTo>
                    <a:pt x="44628" y="82085"/>
                  </a:lnTo>
                  <a:lnTo>
                    <a:pt x="44574" y="82303"/>
                  </a:lnTo>
                  <a:lnTo>
                    <a:pt x="44518" y="82520"/>
                  </a:lnTo>
                  <a:lnTo>
                    <a:pt x="44460" y="82737"/>
                  </a:lnTo>
                  <a:lnTo>
                    <a:pt x="44400" y="82954"/>
                  </a:lnTo>
                  <a:lnTo>
                    <a:pt x="44340" y="83171"/>
                  </a:lnTo>
                  <a:lnTo>
                    <a:pt x="44278" y="83388"/>
                  </a:lnTo>
                  <a:lnTo>
                    <a:pt x="44216" y="83606"/>
                  </a:lnTo>
                  <a:lnTo>
                    <a:pt x="44154" y="83823"/>
                  </a:lnTo>
                  <a:lnTo>
                    <a:pt x="44091" y="84040"/>
                  </a:lnTo>
                  <a:lnTo>
                    <a:pt x="44028" y="84257"/>
                  </a:lnTo>
                  <a:lnTo>
                    <a:pt x="43966" y="84474"/>
                  </a:lnTo>
                  <a:lnTo>
                    <a:pt x="43904" y="84691"/>
                  </a:lnTo>
                  <a:lnTo>
                    <a:pt x="43843" y="84909"/>
                  </a:lnTo>
                  <a:lnTo>
                    <a:pt x="43782" y="85126"/>
                  </a:lnTo>
                  <a:lnTo>
                    <a:pt x="43722" y="85343"/>
                  </a:lnTo>
                  <a:lnTo>
                    <a:pt x="43662" y="85560"/>
                  </a:lnTo>
                  <a:lnTo>
                    <a:pt x="43603" y="85777"/>
                  </a:lnTo>
                  <a:lnTo>
                    <a:pt x="43545" y="85994"/>
                  </a:lnTo>
                  <a:lnTo>
                    <a:pt x="43488" y="86212"/>
                  </a:lnTo>
                  <a:lnTo>
                    <a:pt x="43432" y="86429"/>
                  </a:lnTo>
                  <a:lnTo>
                    <a:pt x="43376" y="86646"/>
                  </a:lnTo>
                  <a:lnTo>
                    <a:pt x="43320" y="86863"/>
                  </a:lnTo>
                  <a:lnTo>
                    <a:pt x="43265" y="87080"/>
                  </a:lnTo>
                  <a:lnTo>
                    <a:pt x="43210" y="87297"/>
                  </a:lnTo>
                  <a:lnTo>
                    <a:pt x="43156" y="87514"/>
                  </a:lnTo>
                  <a:lnTo>
                    <a:pt x="43101" y="87732"/>
                  </a:lnTo>
                  <a:lnTo>
                    <a:pt x="43046" y="87949"/>
                  </a:lnTo>
                  <a:lnTo>
                    <a:pt x="42990" y="88166"/>
                  </a:lnTo>
                  <a:lnTo>
                    <a:pt x="42934" y="88383"/>
                  </a:lnTo>
                  <a:lnTo>
                    <a:pt x="42877" y="88600"/>
                  </a:lnTo>
                  <a:lnTo>
                    <a:pt x="42818" y="88817"/>
                  </a:lnTo>
                  <a:lnTo>
                    <a:pt x="42759" y="89035"/>
                  </a:lnTo>
                  <a:lnTo>
                    <a:pt x="42697" y="89252"/>
                  </a:lnTo>
                  <a:lnTo>
                    <a:pt x="42634" y="89469"/>
                  </a:lnTo>
                  <a:lnTo>
                    <a:pt x="42569" y="89686"/>
                  </a:lnTo>
                  <a:lnTo>
                    <a:pt x="42502" y="89903"/>
                  </a:lnTo>
                  <a:lnTo>
                    <a:pt x="42432" y="90120"/>
                  </a:lnTo>
                  <a:lnTo>
                    <a:pt x="42360" y="90338"/>
                  </a:lnTo>
                  <a:lnTo>
                    <a:pt x="42285" y="90555"/>
                  </a:lnTo>
                  <a:lnTo>
                    <a:pt x="42207" y="90772"/>
                  </a:lnTo>
                  <a:lnTo>
                    <a:pt x="42126" y="90989"/>
                  </a:lnTo>
                  <a:lnTo>
                    <a:pt x="42041" y="91206"/>
                  </a:lnTo>
                  <a:lnTo>
                    <a:pt x="41954" y="91423"/>
                  </a:lnTo>
                  <a:lnTo>
                    <a:pt x="41863" y="91640"/>
                  </a:lnTo>
                  <a:lnTo>
                    <a:pt x="41768" y="91858"/>
                  </a:lnTo>
                  <a:lnTo>
                    <a:pt x="41669" y="92075"/>
                  </a:lnTo>
                  <a:lnTo>
                    <a:pt x="41567" y="92292"/>
                  </a:lnTo>
                  <a:lnTo>
                    <a:pt x="41462" y="92509"/>
                  </a:lnTo>
                  <a:lnTo>
                    <a:pt x="41353" y="92726"/>
                  </a:lnTo>
                  <a:lnTo>
                    <a:pt x="41240" y="92943"/>
                  </a:lnTo>
                  <a:lnTo>
                    <a:pt x="41123" y="93161"/>
                  </a:lnTo>
                  <a:lnTo>
                    <a:pt x="41003" y="93378"/>
                  </a:lnTo>
                  <a:lnTo>
                    <a:pt x="40880" y="93595"/>
                  </a:lnTo>
                  <a:lnTo>
                    <a:pt x="40753" y="93812"/>
                  </a:lnTo>
                  <a:lnTo>
                    <a:pt x="40622" y="94029"/>
                  </a:lnTo>
                  <a:lnTo>
                    <a:pt x="40489" y="94246"/>
                  </a:lnTo>
                  <a:lnTo>
                    <a:pt x="40353" y="94464"/>
                  </a:lnTo>
                  <a:lnTo>
                    <a:pt x="40214" y="94681"/>
                  </a:lnTo>
                  <a:lnTo>
                    <a:pt x="40071" y="94898"/>
                  </a:lnTo>
                  <a:lnTo>
                    <a:pt x="39927" y="95115"/>
                  </a:lnTo>
                  <a:lnTo>
                    <a:pt x="39780" y="95332"/>
                  </a:lnTo>
                  <a:lnTo>
                    <a:pt x="39630" y="95549"/>
                  </a:lnTo>
                  <a:lnTo>
                    <a:pt x="39478" y="95766"/>
                  </a:lnTo>
                  <a:lnTo>
                    <a:pt x="39324" y="95984"/>
                  </a:lnTo>
                  <a:lnTo>
                    <a:pt x="39169" y="96201"/>
                  </a:lnTo>
                  <a:lnTo>
                    <a:pt x="39012" y="96418"/>
                  </a:lnTo>
                  <a:lnTo>
                    <a:pt x="38853" y="96635"/>
                  </a:lnTo>
                  <a:lnTo>
                    <a:pt x="38694" y="96852"/>
                  </a:lnTo>
                  <a:lnTo>
                    <a:pt x="38533" y="97069"/>
                  </a:lnTo>
                  <a:lnTo>
                    <a:pt x="38371" y="97287"/>
                  </a:lnTo>
                  <a:lnTo>
                    <a:pt x="38209" y="97504"/>
                  </a:lnTo>
                  <a:lnTo>
                    <a:pt x="38047" y="97721"/>
                  </a:lnTo>
                  <a:lnTo>
                    <a:pt x="37884" y="97938"/>
                  </a:lnTo>
                  <a:lnTo>
                    <a:pt x="37721" y="98155"/>
                  </a:lnTo>
                  <a:lnTo>
                    <a:pt x="37559" y="98372"/>
                  </a:lnTo>
                  <a:lnTo>
                    <a:pt x="37397" y="98590"/>
                  </a:lnTo>
                  <a:lnTo>
                    <a:pt x="37235" y="98807"/>
                  </a:lnTo>
                  <a:lnTo>
                    <a:pt x="37075" y="99024"/>
                  </a:lnTo>
                  <a:lnTo>
                    <a:pt x="36916" y="99241"/>
                  </a:lnTo>
                  <a:lnTo>
                    <a:pt x="36758" y="99458"/>
                  </a:lnTo>
                  <a:lnTo>
                    <a:pt x="36602" y="99675"/>
                  </a:lnTo>
                  <a:lnTo>
                    <a:pt x="36448" y="99893"/>
                  </a:lnTo>
                  <a:lnTo>
                    <a:pt x="36296" y="100110"/>
                  </a:lnTo>
                  <a:lnTo>
                    <a:pt x="36148" y="100327"/>
                  </a:lnTo>
                  <a:lnTo>
                    <a:pt x="36001" y="100544"/>
                  </a:lnTo>
                  <a:lnTo>
                    <a:pt x="35858" y="100761"/>
                  </a:lnTo>
                  <a:lnTo>
                    <a:pt x="35717" y="100978"/>
                  </a:lnTo>
                  <a:lnTo>
                    <a:pt x="35581" y="101195"/>
                  </a:lnTo>
                  <a:lnTo>
                    <a:pt x="35449" y="101413"/>
                  </a:lnTo>
                  <a:lnTo>
                    <a:pt x="35320" y="101630"/>
                  </a:lnTo>
                  <a:lnTo>
                    <a:pt x="35195" y="101847"/>
                  </a:lnTo>
                  <a:lnTo>
                    <a:pt x="35076" y="102064"/>
                  </a:lnTo>
                  <a:lnTo>
                    <a:pt x="34961" y="102281"/>
                  </a:lnTo>
                  <a:lnTo>
                    <a:pt x="34850" y="102498"/>
                  </a:lnTo>
                  <a:lnTo>
                    <a:pt x="34744" y="102716"/>
                  </a:lnTo>
                  <a:lnTo>
                    <a:pt x="34644" y="102933"/>
                  </a:lnTo>
                  <a:lnTo>
                    <a:pt x="34550" y="103150"/>
                  </a:lnTo>
                  <a:lnTo>
                    <a:pt x="34460" y="103367"/>
                  </a:lnTo>
                  <a:lnTo>
                    <a:pt x="34375" y="103584"/>
                  </a:lnTo>
                  <a:lnTo>
                    <a:pt x="34296" y="103801"/>
                  </a:lnTo>
                  <a:lnTo>
                    <a:pt x="34223" y="104019"/>
                  </a:lnTo>
                  <a:lnTo>
                    <a:pt x="34154" y="104236"/>
                  </a:lnTo>
                  <a:lnTo>
                    <a:pt x="34091" y="104453"/>
                  </a:lnTo>
                  <a:lnTo>
                    <a:pt x="34032" y="104670"/>
                  </a:lnTo>
                  <a:lnTo>
                    <a:pt x="33980" y="104887"/>
                  </a:lnTo>
                  <a:lnTo>
                    <a:pt x="33932" y="105104"/>
                  </a:lnTo>
                  <a:lnTo>
                    <a:pt x="33888" y="105321"/>
                  </a:lnTo>
                  <a:lnTo>
                    <a:pt x="33849" y="105539"/>
                  </a:lnTo>
                  <a:lnTo>
                    <a:pt x="33815" y="105756"/>
                  </a:lnTo>
                  <a:lnTo>
                    <a:pt x="33784" y="105973"/>
                  </a:lnTo>
                  <a:lnTo>
                    <a:pt x="33757" y="106190"/>
                  </a:lnTo>
                  <a:lnTo>
                    <a:pt x="33734" y="106407"/>
                  </a:lnTo>
                  <a:lnTo>
                    <a:pt x="33713" y="106624"/>
                  </a:lnTo>
                  <a:lnTo>
                    <a:pt x="33696" y="106842"/>
                  </a:lnTo>
                  <a:lnTo>
                    <a:pt x="33681" y="107059"/>
                  </a:lnTo>
                  <a:lnTo>
                    <a:pt x="33668" y="107276"/>
                  </a:lnTo>
                  <a:lnTo>
                    <a:pt x="33657" y="107493"/>
                  </a:lnTo>
                  <a:lnTo>
                    <a:pt x="33647" y="107710"/>
                  </a:lnTo>
                  <a:lnTo>
                    <a:pt x="33638" y="107927"/>
                  </a:lnTo>
                  <a:lnTo>
                    <a:pt x="33631" y="108145"/>
                  </a:lnTo>
                  <a:lnTo>
                    <a:pt x="33623" y="108362"/>
                  </a:lnTo>
                  <a:lnTo>
                    <a:pt x="33616" y="108579"/>
                  </a:lnTo>
                  <a:lnTo>
                    <a:pt x="33609" y="108796"/>
                  </a:lnTo>
                  <a:lnTo>
                    <a:pt x="33602" y="109013"/>
                  </a:lnTo>
                  <a:lnTo>
                    <a:pt x="33594" y="109230"/>
                  </a:lnTo>
                  <a:lnTo>
                    <a:pt x="33585" y="109447"/>
                  </a:lnTo>
                  <a:lnTo>
                    <a:pt x="33575" y="109665"/>
                  </a:lnTo>
                  <a:lnTo>
                    <a:pt x="33563" y="109882"/>
                  </a:lnTo>
                  <a:lnTo>
                    <a:pt x="33551" y="110099"/>
                  </a:lnTo>
                  <a:lnTo>
                    <a:pt x="33537" y="110316"/>
                  </a:lnTo>
                  <a:lnTo>
                    <a:pt x="33522" y="110533"/>
                  </a:lnTo>
                  <a:lnTo>
                    <a:pt x="33504" y="110750"/>
                  </a:lnTo>
                  <a:lnTo>
                    <a:pt x="33486" y="110968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8" name="pg31">
              <a:extLst>
                <a:ext uri="{FF2B5EF4-FFF2-40B4-BE49-F238E27FC236}">
                  <a16:creationId xmlns:a16="http://schemas.microsoft.com/office/drawing/2014/main" id="{BA50BF54-CB08-BE9D-0400-39D7549D7554}"/>
                </a:ext>
              </a:extLst>
            </p:cNvPr>
            <p:cNvSpPr/>
            <p:nvPr/>
          </p:nvSpPr>
          <p:spPr>
            <a:xfrm>
              <a:off x="4627171" y="3107080"/>
              <a:ext cx="82073" cy="75529"/>
            </a:xfrm>
            <a:custGeom>
              <a:avLst/>
              <a:gdLst/>
              <a:ahLst/>
              <a:cxnLst/>
              <a:rect l="0" t="0" r="0" b="0"/>
              <a:pathLst>
                <a:path w="82073" h="75529">
                  <a:moveTo>
                    <a:pt x="40430" y="75529"/>
                  </a:moveTo>
                  <a:lnTo>
                    <a:pt x="40418" y="75382"/>
                  </a:lnTo>
                  <a:lnTo>
                    <a:pt x="40406" y="75234"/>
                  </a:lnTo>
                  <a:lnTo>
                    <a:pt x="40395" y="75086"/>
                  </a:lnTo>
                  <a:lnTo>
                    <a:pt x="40384" y="74938"/>
                  </a:lnTo>
                  <a:lnTo>
                    <a:pt x="40373" y="74790"/>
                  </a:lnTo>
                  <a:lnTo>
                    <a:pt x="40362" y="74643"/>
                  </a:lnTo>
                  <a:lnTo>
                    <a:pt x="40352" y="74495"/>
                  </a:lnTo>
                  <a:lnTo>
                    <a:pt x="40342" y="74347"/>
                  </a:lnTo>
                  <a:lnTo>
                    <a:pt x="40332" y="74199"/>
                  </a:lnTo>
                  <a:lnTo>
                    <a:pt x="40323" y="74051"/>
                  </a:lnTo>
                  <a:lnTo>
                    <a:pt x="40313" y="73904"/>
                  </a:lnTo>
                  <a:lnTo>
                    <a:pt x="40303" y="73756"/>
                  </a:lnTo>
                  <a:lnTo>
                    <a:pt x="40293" y="73608"/>
                  </a:lnTo>
                  <a:lnTo>
                    <a:pt x="40283" y="73460"/>
                  </a:lnTo>
                  <a:lnTo>
                    <a:pt x="40273" y="73312"/>
                  </a:lnTo>
                  <a:lnTo>
                    <a:pt x="40263" y="73165"/>
                  </a:lnTo>
                  <a:lnTo>
                    <a:pt x="40252" y="73017"/>
                  </a:lnTo>
                  <a:lnTo>
                    <a:pt x="40240" y="72869"/>
                  </a:lnTo>
                  <a:lnTo>
                    <a:pt x="40229" y="72721"/>
                  </a:lnTo>
                  <a:lnTo>
                    <a:pt x="40216" y="72573"/>
                  </a:lnTo>
                  <a:lnTo>
                    <a:pt x="40203" y="72426"/>
                  </a:lnTo>
                  <a:lnTo>
                    <a:pt x="40189" y="72278"/>
                  </a:lnTo>
                  <a:lnTo>
                    <a:pt x="40174" y="72130"/>
                  </a:lnTo>
                  <a:lnTo>
                    <a:pt x="40159" y="71982"/>
                  </a:lnTo>
                  <a:lnTo>
                    <a:pt x="40142" y="71834"/>
                  </a:lnTo>
                  <a:lnTo>
                    <a:pt x="40125" y="71686"/>
                  </a:lnTo>
                  <a:lnTo>
                    <a:pt x="40106" y="71539"/>
                  </a:lnTo>
                  <a:lnTo>
                    <a:pt x="40086" y="71391"/>
                  </a:lnTo>
                  <a:lnTo>
                    <a:pt x="40065" y="71243"/>
                  </a:lnTo>
                  <a:lnTo>
                    <a:pt x="40043" y="71095"/>
                  </a:lnTo>
                  <a:lnTo>
                    <a:pt x="40019" y="70947"/>
                  </a:lnTo>
                  <a:lnTo>
                    <a:pt x="39994" y="70800"/>
                  </a:lnTo>
                  <a:lnTo>
                    <a:pt x="39968" y="70652"/>
                  </a:lnTo>
                  <a:lnTo>
                    <a:pt x="39939" y="70504"/>
                  </a:lnTo>
                  <a:lnTo>
                    <a:pt x="39910" y="70356"/>
                  </a:lnTo>
                  <a:lnTo>
                    <a:pt x="39879" y="70208"/>
                  </a:lnTo>
                  <a:lnTo>
                    <a:pt x="39846" y="70061"/>
                  </a:lnTo>
                  <a:lnTo>
                    <a:pt x="39812" y="69913"/>
                  </a:lnTo>
                  <a:lnTo>
                    <a:pt x="39776" y="69765"/>
                  </a:lnTo>
                  <a:lnTo>
                    <a:pt x="39738" y="69617"/>
                  </a:lnTo>
                  <a:lnTo>
                    <a:pt x="39700" y="69469"/>
                  </a:lnTo>
                  <a:lnTo>
                    <a:pt x="39658" y="69322"/>
                  </a:lnTo>
                  <a:lnTo>
                    <a:pt x="39616" y="69174"/>
                  </a:lnTo>
                  <a:lnTo>
                    <a:pt x="39572" y="69026"/>
                  </a:lnTo>
                  <a:lnTo>
                    <a:pt x="39526" y="68878"/>
                  </a:lnTo>
                  <a:lnTo>
                    <a:pt x="39479" y="68730"/>
                  </a:lnTo>
                  <a:lnTo>
                    <a:pt x="39429" y="68583"/>
                  </a:lnTo>
                  <a:lnTo>
                    <a:pt x="39379" y="68435"/>
                  </a:lnTo>
                  <a:lnTo>
                    <a:pt x="39327" y="68287"/>
                  </a:lnTo>
                  <a:lnTo>
                    <a:pt x="39273" y="68139"/>
                  </a:lnTo>
                  <a:lnTo>
                    <a:pt x="39218" y="67991"/>
                  </a:lnTo>
                  <a:lnTo>
                    <a:pt x="39161" y="67843"/>
                  </a:lnTo>
                  <a:lnTo>
                    <a:pt x="39104" y="67696"/>
                  </a:lnTo>
                  <a:lnTo>
                    <a:pt x="39044" y="67548"/>
                  </a:lnTo>
                  <a:lnTo>
                    <a:pt x="38984" y="67400"/>
                  </a:lnTo>
                  <a:lnTo>
                    <a:pt x="38922" y="67252"/>
                  </a:lnTo>
                  <a:lnTo>
                    <a:pt x="38860" y="67104"/>
                  </a:lnTo>
                  <a:lnTo>
                    <a:pt x="38795" y="66957"/>
                  </a:lnTo>
                  <a:lnTo>
                    <a:pt x="38731" y="66809"/>
                  </a:lnTo>
                  <a:lnTo>
                    <a:pt x="38665" y="66661"/>
                  </a:lnTo>
                  <a:lnTo>
                    <a:pt x="38598" y="66513"/>
                  </a:lnTo>
                  <a:lnTo>
                    <a:pt x="38531" y="66365"/>
                  </a:lnTo>
                  <a:lnTo>
                    <a:pt x="38462" y="66218"/>
                  </a:lnTo>
                  <a:lnTo>
                    <a:pt x="38393" y="66070"/>
                  </a:lnTo>
                  <a:lnTo>
                    <a:pt x="38324" y="65922"/>
                  </a:lnTo>
                  <a:lnTo>
                    <a:pt x="38254" y="65774"/>
                  </a:lnTo>
                  <a:lnTo>
                    <a:pt x="38183" y="65626"/>
                  </a:lnTo>
                  <a:lnTo>
                    <a:pt x="38112" y="65479"/>
                  </a:lnTo>
                  <a:lnTo>
                    <a:pt x="38040" y="65331"/>
                  </a:lnTo>
                  <a:lnTo>
                    <a:pt x="37968" y="65183"/>
                  </a:lnTo>
                  <a:lnTo>
                    <a:pt x="37896" y="65035"/>
                  </a:lnTo>
                  <a:lnTo>
                    <a:pt x="37823" y="64887"/>
                  </a:lnTo>
                  <a:lnTo>
                    <a:pt x="37750" y="64739"/>
                  </a:lnTo>
                  <a:lnTo>
                    <a:pt x="37676" y="64592"/>
                  </a:lnTo>
                  <a:lnTo>
                    <a:pt x="37602" y="64444"/>
                  </a:lnTo>
                  <a:lnTo>
                    <a:pt x="37528" y="64296"/>
                  </a:lnTo>
                  <a:lnTo>
                    <a:pt x="37454" y="64148"/>
                  </a:lnTo>
                  <a:lnTo>
                    <a:pt x="37379" y="64000"/>
                  </a:lnTo>
                  <a:lnTo>
                    <a:pt x="37303" y="63853"/>
                  </a:lnTo>
                  <a:lnTo>
                    <a:pt x="37228" y="63705"/>
                  </a:lnTo>
                  <a:lnTo>
                    <a:pt x="37151" y="63557"/>
                  </a:lnTo>
                  <a:lnTo>
                    <a:pt x="37074" y="63409"/>
                  </a:lnTo>
                  <a:lnTo>
                    <a:pt x="36997" y="63261"/>
                  </a:lnTo>
                  <a:lnTo>
                    <a:pt x="36919" y="63114"/>
                  </a:lnTo>
                  <a:lnTo>
                    <a:pt x="36840" y="62966"/>
                  </a:lnTo>
                  <a:lnTo>
                    <a:pt x="36761" y="62818"/>
                  </a:lnTo>
                  <a:lnTo>
                    <a:pt x="36681" y="62670"/>
                  </a:lnTo>
                  <a:lnTo>
                    <a:pt x="36600" y="62522"/>
                  </a:lnTo>
                  <a:lnTo>
                    <a:pt x="36518" y="62375"/>
                  </a:lnTo>
                  <a:lnTo>
                    <a:pt x="36435" y="62227"/>
                  </a:lnTo>
                  <a:lnTo>
                    <a:pt x="36351" y="62079"/>
                  </a:lnTo>
                  <a:lnTo>
                    <a:pt x="36266" y="61931"/>
                  </a:lnTo>
                  <a:lnTo>
                    <a:pt x="36180" y="61783"/>
                  </a:lnTo>
                  <a:lnTo>
                    <a:pt x="36093" y="61636"/>
                  </a:lnTo>
                  <a:lnTo>
                    <a:pt x="36004" y="61488"/>
                  </a:lnTo>
                  <a:lnTo>
                    <a:pt x="35915" y="61340"/>
                  </a:lnTo>
                  <a:lnTo>
                    <a:pt x="35824" y="61192"/>
                  </a:lnTo>
                  <a:lnTo>
                    <a:pt x="35731" y="61044"/>
                  </a:lnTo>
                  <a:lnTo>
                    <a:pt x="35637" y="60896"/>
                  </a:lnTo>
                  <a:lnTo>
                    <a:pt x="35542" y="60749"/>
                  </a:lnTo>
                  <a:lnTo>
                    <a:pt x="35446" y="60601"/>
                  </a:lnTo>
                  <a:lnTo>
                    <a:pt x="35348" y="60453"/>
                  </a:lnTo>
                  <a:lnTo>
                    <a:pt x="35248" y="60305"/>
                  </a:lnTo>
                  <a:lnTo>
                    <a:pt x="35148" y="60157"/>
                  </a:lnTo>
                  <a:lnTo>
                    <a:pt x="35046" y="60010"/>
                  </a:lnTo>
                  <a:lnTo>
                    <a:pt x="34942" y="59862"/>
                  </a:lnTo>
                  <a:lnTo>
                    <a:pt x="34837" y="59714"/>
                  </a:lnTo>
                  <a:lnTo>
                    <a:pt x="34731" y="59566"/>
                  </a:lnTo>
                  <a:lnTo>
                    <a:pt x="34624" y="59418"/>
                  </a:lnTo>
                  <a:lnTo>
                    <a:pt x="34516" y="59271"/>
                  </a:lnTo>
                  <a:lnTo>
                    <a:pt x="34406" y="59123"/>
                  </a:lnTo>
                  <a:lnTo>
                    <a:pt x="34296" y="58975"/>
                  </a:lnTo>
                  <a:lnTo>
                    <a:pt x="34185" y="58827"/>
                  </a:lnTo>
                  <a:lnTo>
                    <a:pt x="34073" y="58679"/>
                  </a:lnTo>
                  <a:lnTo>
                    <a:pt x="33960" y="58532"/>
                  </a:lnTo>
                  <a:lnTo>
                    <a:pt x="33847" y="58384"/>
                  </a:lnTo>
                  <a:lnTo>
                    <a:pt x="33734" y="58236"/>
                  </a:lnTo>
                  <a:lnTo>
                    <a:pt x="33620" y="58088"/>
                  </a:lnTo>
                  <a:lnTo>
                    <a:pt x="33507" y="57940"/>
                  </a:lnTo>
                  <a:lnTo>
                    <a:pt x="33393" y="57793"/>
                  </a:lnTo>
                  <a:lnTo>
                    <a:pt x="33280" y="57645"/>
                  </a:lnTo>
                  <a:lnTo>
                    <a:pt x="33167" y="57497"/>
                  </a:lnTo>
                  <a:lnTo>
                    <a:pt x="33054" y="57349"/>
                  </a:lnTo>
                  <a:lnTo>
                    <a:pt x="32943" y="57201"/>
                  </a:lnTo>
                  <a:lnTo>
                    <a:pt x="32832" y="57053"/>
                  </a:lnTo>
                  <a:lnTo>
                    <a:pt x="32722" y="56906"/>
                  </a:lnTo>
                  <a:lnTo>
                    <a:pt x="32613" y="56758"/>
                  </a:lnTo>
                  <a:lnTo>
                    <a:pt x="32505" y="56610"/>
                  </a:lnTo>
                  <a:lnTo>
                    <a:pt x="32398" y="56462"/>
                  </a:lnTo>
                  <a:lnTo>
                    <a:pt x="32293" y="56314"/>
                  </a:lnTo>
                  <a:lnTo>
                    <a:pt x="32189" y="56167"/>
                  </a:lnTo>
                  <a:lnTo>
                    <a:pt x="32087" y="56019"/>
                  </a:lnTo>
                  <a:lnTo>
                    <a:pt x="31986" y="55871"/>
                  </a:lnTo>
                  <a:lnTo>
                    <a:pt x="31887" y="55723"/>
                  </a:lnTo>
                  <a:lnTo>
                    <a:pt x="31789" y="55575"/>
                  </a:lnTo>
                  <a:lnTo>
                    <a:pt x="31692" y="55428"/>
                  </a:lnTo>
                  <a:lnTo>
                    <a:pt x="31598" y="55280"/>
                  </a:lnTo>
                  <a:lnTo>
                    <a:pt x="31504" y="55132"/>
                  </a:lnTo>
                  <a:lnTo>
                    <a:pt x="31412" y="54984"/>
                  </a:lnTo>
                  <a:lnTo>
                    <a:pt x="31320" y="54836"/>
                  </a:lnTo>
                  <a:lnTo>
                    <a:pt x="31230" y="54689"/>
                  </a:lnTo>
                  <a:lnTo>
                    <a:pt x="31140" y="54541"/>
                  </a:lnTo>
                  <a:lnTo>
                    <a:pt x="31051" y="54393"/>
                  </a:lnTo>
                  <a:lnTo>
                    <a:pt x="30963" y="54245"/>
                  </a:lnTo>
                  <a:lnTo>
                    <a:pt x="30874" y="54097"/>
                  </a:lnTo>
                  <a:lnTo>
                    <a:pt x="30785" y="53949"/>
                  </a:lnTo>
                  <a:lnTo>
                    <a:pt x="30696" y="53802"/>
                  </a:lnTo>
                  <a:lnTo>
                    <a:pt x="30606" y="53654"/>
                  </a:lnTo>
                  <a:lnTo>
                    <a:pt x="30515" y="53506"/>
                  </a:lnTo>
                  <a:lnTo>
                    <a:pt x="30423" y="53358"/>
                  </a:lnTo>
                  <a:lnTo>
                    <a:pt x="30329" y="53210"/>
                  </a:lnTo>
                  <a:lnTo>
                    <a:pt x="30233" y="53063"/>
                  </a:lnTo>
                  <a:lnTo>
                    <a:pt x="30135" y="52915"/>
                  </a:lnTo>
                  <a:lnTo>
                    <a:pt x="30035" y="52767"/>
                  </a:lnTo>
                  <a:lnTo>
                    <a:pt x="29932" y="52619"/>
                  </a:lnTo>
                  <a:lnTo>
                    <a:pt x="29826" y="52471"/>
                  </a:lnTo>
                  <a:lnTo>
                    <a:pt x="29716" y="52324"/>
                  </a:lnTo>
                  <a:lnTo>
                    <a:pt x="29603" y="52176"/>
                  </a:lnTo>
                  <a:lnTo>
                    <a:pt x="29487" y="52028"/>
                  </a:lnTo>
                  <a:lnTo>
                    <a:pt x="29367" y="51880"/>
                  </a:lnTo>
                  <a:lnTo>
                    <a:pt x="29243" y="51732"/>
                  </a:lnTo>
                  <a:lnTo>
                    <a:pt x="29115" y="51585"/>
                  </a:lnTo>
                  <a:lnTo>
                    <a:pt x="28982" y="51437"/>
                  </a:lnTo>
                  <a:lnTo>
                    <a:pt x="28847" y="51289"/>
                  </a:lnTo>
                  <a:lnTo>
                    <a:pt x="28706" y="51141"/>
                  </a:lnTo>
                  <a:lnTo>
                    <a:pt x="28561" y="50993"/>
                  </a:lnTo>
                  <a:lnTo>
                    <a:pt x="28412" y="50846"/>
                  </a:lnTo>
                  <a:lnTo>
                    <a:pt x="28260" y="50698"/>
                  </a:lnTo>
                  <a:lnTo>
                    <a:pt x="28103" y="50550"/>
                  </a:lnTo>
                  <a:lnTo>
                    <a:pt x="27942" y="50402"/>
                  </a:lnTo>
                  <a:lnTo>
                    <a:pt x="27779" y="50254"/>
                  </a:lnTo>
                  <a:lnTo>
                    <a:pt x="27612" y="50106"/>
                  </a:lnTo>
                  <a:lnTo>
                    <a:pt x="27441" y="49959"/>
                  </a:lnTo>
                  <a:lnTo>
                    <a:pt x="27268" y="49811"/>
                  </a:lnTo>
                  <a:lnTo>
                    <a:pt x="27092" y="49663"/>
                  </a:lnTo>
                  <a:lnTo>
                    <a:pt x="26915" y="49515"/>
                  </a:lnTo>
                  <a:lnTo>
                    <a:pt x="26734" y="49367"/>
                  </a:lnTo>
                  <a:lnTo>
                    <a:pt x="26553" y="49220"/>
                  </a:lnTo>
                  <a:lnTo>
                    <a:pt x="26370" y="49072"/>
                  </a:lnTo>
                  <a:lnTo>
                    <a:pt x="26186" y="48924"/>
                  </a:lnTo>
                  <a:lnTo>
                    <a:pt x="26001" y="48776"/>
                  </a:lnTo>
                  <a:lnTo>
                    <a:pt x="25815" y="48628"/>
                  </a:lnTo>
                  <a:lnTo>
                    <a:pt x="25630" y="48481"/>
                  </a:lnTo>
                  <a:lnTo>
                    <a:pt x="25445" y="48333"/>
                  </a:lnTo>
                  <a:lnTo>
                    <a:pt x="25260" y="48185"/>
                  </a:lnTo>
                  <a:lnTo>
                    <a:pt x="25075" y="48037"/>
                  </a:lnTo>
                  <a:lnTo>
                    <a:pt x="24892" y="47889"/>
                  </a:lnTo>
                  <a:lnTo>
                    <a:pt x="24709" y="47742"/>
                  </a:lnTo>
                  <a:lnTo>
                    <a:pt x="24528" y="47594"/>
                  </a:lnTo>
                  <a:lnTo>
                    <a:pt x="24348" y="47446"/>
                  </a:lnTo>
                  <a:lnTo>
                    <a:pt x="24170" y="47298"/>
                  </a:lnTo>
                  <a:lnTo>
                    <a:pt x="23993" y="47150"/>
                  </a:lnTo>
                  <a:lnTo>
                    <a:pt x="23818" y="47003"/>
                  </a:lnTo>
                  <a:lnTo>
                    <a:pt x="23645" y="46855"/>
                  </a:lnTo>
                  <a:lnTo>
                    <a:pt x="23474" y="46707"/>
                  </a:lnTo>
                  <a:lnTo>
                    <a:pt x="23304" y="46559"/>
                  </a:lnTo>
                  <a:lnTo>
                    <a:pt x="23136" y="46411"/>
                  </a:lnTo>
                  <a:lnTo>
                    <a:pt x="22970" y="46263"/>
                  </a:lnTo>
                  <a:lnTo>
                    <a:pt x="22805" y="46116"/>
                  </a:lnTo>
                  <a:lnTo>
                    <a:pt x="22642" y="45968"/>
                  </a:lnTo>
                  <a:lnTo>
                    <a:pt x="22481" y="45820"/>
                  </a:lnTo>
                  <a:lnTo>
                    <a:pt x="22321" y="45672"/>
                  </a:lnTo>
                  <a:lnTo>
                    <a:pt x="22162" y="45524"/>
                  </a:lnTo>
                  <a:lnTo>
                    <a:pt x="22004" y="45377"/>
                  </a:lnTo>
                  <a:lnTo>
                    <a:pt x="21848" y="45229"/>
                  </a:lnTo>
                  <a:lnTo>
                    <a:pt x="21692" y="45081"/>
                  </a:lnTo>
                  <a:lnTo>
                    <a:pt x="21538" y="44933"/>
                  </a:lnTo>
                  <a:lnTo>
                    <a:pt x="21383" y="44785"/>
                  </a:lnTo>
                  <a:lnTo>
                    <a:pt x="21230" y="44638"/>
                  </a:lnTo>
                  <a:lnTo>
                    <a:pt x="21077" y="44490"/>
                  </a:lnTo>
                  <a:lnTo>
                    <a:pt x="20924" y="44342"/>
                  </a:lnTo>
                  <a:lnTo>
                    <a:pt x="20771" y="44194"/>
                  </a:lnTo>
                  <a:lnTo>
                    <a:pt x="20619" y="44046"/>
                  </a:lnTo>
                  <a:lnTo>
                    <a:pt x="20466" y="43899"/>
                  </a:lnTo>
                  <a:lnTo>
                    <a:pt x="20314" y="43751"/>
                  </a:lnTo>
                  <a:lnTo>
                    <a:pt x="20161" y="43603"/>
                  </a:lnTo>
                  <a:lnTo>
                    <a:pt x="20008" y="43455"/>
                  </a:lnTo>
                  <a:lnTo>
                    <a:pt x="19855" y="43307"/>
                  </a:lnTo>
                  <a:lnTo>
                    <a:pt x="19702" y="43159"/>
                  </a:lnTo>
                  <a:lnTo>
                    <a:pt x="19548" y="43012"/>
                  </a:lnTo>
                  <a:lnTo>
                    <a:pt x="19394" y="42864"/>
                  </a:lnTo>
                  <a:lnTo>
                    <a:pt x="19239" y="42716"/>
                  </a:lnTo>
                  <a:lnTo>
                    <a:pt x="19084" y="42568"/>
                  </a:lnTo>
                  <a:lnTo>
                    <a:pt x="18929" y="42420"/>
                  </a:lnTo>
                  <a:lnTo>
                    <a:pt x="18773" y="42273"/>
                  </a:lnTo>
                  <a:lnTo>
                    <a:pt x="18617" y="42125"/>
                  </a:lnTo>
                  <a:lnTo>
                    <a:pt x="18460" y="41977"/>
                  </a:lnTo>
                  <a:lnTo>
                    <a:pt x="18302" y="41829"/>
                  </a:lnTo>
                  <a:lnTo>
                    <a:pt x="18144" y="41681"/>
                  </a:lnTo>
                  <a:lnTo>
                    <a:pt x="17985" y="41534"/>
                  </a:lnTo>
                  <a:lnTo>
                    <a:pt x="17825" y="41386"/>
                  </a:lnTo>
                  <a:lnTo>
                    <a:pt x="17664" y="41238"/>
                  </a:lnTo>
                  <a:lnTo>
                    <a:pt x="17502" y="41090"/>
                  </a:lnTo>
                  <a:lnTo>
                    <a:pt x="17338" y="40942"/>
                  </a:lnTo>
                  <a:lnTo>
                    <a:pt x="17173" y="40795"/>
                  </a:lnTo>
                  <a:lnTo>
                    <a:pt x="17007" y="40647"/>
                  </a:lnTo>
                  <a:lnTo>
                    <a:pt x="16838" y="40499"/>
                  </a:lnTo>
                  <a:lnTo>
                    <a:pt x="16667" y="40351"/>
                  </a:lnTo>
                  <a:lnTo>
                    <a:pt x="16494" y="40203"/>
                  </a:lnTo>
                  <a:lnTo>
                    <a:pt x="16319" y="40056"/>
                  </a:lnTo>
                  <a:lnTo>
                    <a:pt x="16140" y="39908"/>
                  </a:lnTo>
                  <a:lnTo>
                    <a:pt x="15958" y="39760"/>
                  </a:lnTo>
                  <a:lnTo>
                    <a:pt x="15773" y="39612"/>
                  </a:lnTo>
                  <a:lnTo>
                    <a:pt x="15585" y="39464"/>
                  </a:lnTo>
                  <a:lnTo>
                    <a:pt x="15391" y="39316"/>
                  </a:lnTo>
                  <a:lnTo>
                    <a:pt x="15194" y="39169"/>
                  </a:lnTo>
                  <a:lnTo>
                    <a:pt x="14992" y="39021"/>
                  </a:lnTo>
                  <a:lnTo>
                    <a:pt x="14786" y="38873"/>
                  </a:lnTo>
                  <a:lnTo>
                    <a:pt x="14573" y="38725"/>
                  </a:lnTo>
                  <a:lnTo>
                    <a:pt x="14355" y="38577"/>
                  </a:lnTo>
                  <a:lnTo>
                    <a:pt x="14132" y="38430"/>
                  </a:lnTo>
                  <a:lnTo>
                    <a:pt x="13903" y="38282"/>
                  </a:lnTo>
                  <a:lnTo>
                    <a:pt x="13666" y="38134"/>
                  </a:lnTo>
                  <a:lnTo>
                    <a:pt x="13424" y="37986"/>
                  </a:lnTo>
                  <a:lnTo>
                    <a:pt x="13176" y="37838"/>
                  </a:lnTo>
                  <a:lnTo>
                    <a:pt x="12921" y="37691"/>
                  </a:lnTo>
                  <a:lnTo>
                    <a:pt x="12658" y="37543"/>
                  </a:lnTo>
                  <a:lnTo>
                    <a:pt x="12390" y="37395"/>
                  </a:lnTo>
                  <a:lnTo>
                    <a:pt x="12115" y="37247"/>
                  </a:lnTo>
                  <a:lnTo>
                    <a:pt x="11832" y="37099"/>
                  </a:lnTo>
                  <a:lnTo>
                    <a:pt x="11542" y="36952"/>
                  </a:lnTo>
                  <a:lnTo>
                    <a:pt x="11247" y="36804"/>
                  </a:lnTo>
                  <a:lnTo>
                    <a:pt x="10945" y="36656"/>
                  </a:lnTo>
                  <a:lnTo>
                    <a:pt x="10637" y="36508"/>
                  </a:lnTo>
                  <a:lnTo>
                    <a:pt x="10322" y="36360"/>
                  </a:lnTo>
                  <a:lnTo>
                    <a:pt x="10003" y="36213"/>
                  </a:lnTo>
                  <a:lnTo>
                    <a:pt x="9678" y="36065"/>
                  </a:lnTo>
                  <a:lnTo>
                    <a:pt x="9349" y="35917"/>
                  </a:lnTo>
                  <a:lnTo>
                    <a:pt x="9014" y="35769"/>
                  </a:lnTo>
                  <a:lnTo>
                    <a:pt x="8676" y="35621"/>
                  </a:lnTo>
                  <a:lnTo>
                    <a:pt x="8335" y="35473"/>
                  </a:lnTo>
                  <a:lnTo>
                    <a:pt x="7991" y="35326"/>
                  </a:lnTo>
                  <a:lnTo>
                    <a:pt x="7644" y="35178"/>
                  </a:lnTo>
                  <a:lnTo>
                    <a:pt x="7297" y="35030"/>
                  </a:lnTo>
                  <a:lnTo>
                    <a:pt x="6948" y="34882"/>
                  </a:lnTo>
                  <a:lnTo>
                    <a:pt x="6599" y="34734"/>
                  </a:lnTo>
                  <a:lnTo>
                    <a:pt x="6251" y="34587"/>
                  </a:lnTo>
                  <a:lnTo>
                    <a:pt x="5904" y="34439"/>
                  </a:lnTo>
                  <a:lnTo>
                    <a:pt x="5559" y="34291"/>
                  </a:lnTo>
                  <a:lnTo>
                    <a:pt x="5218" y="34143"/>
                  </a:lnTo>
                  <a:lnTo>
                    <a:pt x="4881" y="33995"/>
                  </a:lnTo>
                  <a:lnTo>
                    <a:pt x="4548" y="33848"/>
                  </a:lnTo>
                  <a:lnTo>
                    <a:pt x="4219" y="33700"/>
                  </a:lnTo>
                  <a:lnTo>
                    <a:pt x="3899" y="33552"/>
                  </a:lnTo>
                  <a:lnTo>
                    <a:pt x="3585" y="33404"/>
                  </a:lnTo>
                  <a:lnTo>
                    <a:pt x="3280" y="33256"/>
                  </a:lnTo>
                  <a:lnTo>
                    <a:pt x="2982" y="33109"/>
                  </a:lnTo>
                  <a:lnTo>
                    <a:pt x="2696" y="32961"/>
                  </a:lnTo>
                  <a:lnTo>
                    <a:pt x="2420" y="32813"/>
                  </a:lnTo>
                  <a:lnTo>
                    <a:pt x="2155" y="32665"/>
                  </a:lnTo>
                  <a:lnTo>
                    <a:pt x="1901" y="32517"/>
                  </a:lnTo>
                  <a:lnTo>
                    <a:pt x="1663" y="32369"/>
                  </a:lnTo>
                  <a:lnTo>
                    <a:pt x="1439" y="32222"/>
                  </a:lnTo>
                  <a:lnTo>
                    <a:pt x="1227" y="32074"/>
                  </a:lnTo>
                  <a:lnTo>
                    <a:pt x="1029" y="31926"/>
                  </a:lnTo>
                  <a:lnTo>
                    <a:pt x="850" y="31778"/>
                  </a:lnTo>
                  <a:lnTo>
                    <a:pt x="688" y="31630"/>
                  </a:lnTo>
                  <a:lnTo>
                    <a:pt x="540" y="31483"/>
                  </a:lnTo>
                  <a:lnTo>
                    <a:pt x="407" y="31335"/>
                  </a:lnTo>
                  <a:lnTo>
                    <a:pt x="297" y="31187"/>
                  </a:lnTo>
                  <a:lnTo>
                    <a:pt x="203" y="31039"/>
                  </a:lnTo>
                  <a:lnTo>
                    <a:pt x="126" y="30891"/>
                  </a:lnTo>
                  <a:lnTo>
                    <a:pt x="64" y="30744"/>
                  </a:lnTo>
                  <a:lnTo>
                    <a:pt x="26" y="30596"/>
                  </a:lnTo>
                  <a:lnTo>
                    <a:pt x="5" y="30448"/>
                  </a:lnTo>
                  <a:lnTo>
                    <a:pt x="0" y="30300"/>
                  </a:lnTo>
                  <a:lnTo>
                    <a:pt x="10" y="30152"/>
                  </a:lnTo>
                  <a:lnTo>
                    <a:pt x="43" y="30005"/>
                  </a:lnTo>
                  <a:lnTo>
                    <a:pt x="155" y="29709"/>
                  </a:lnTo>
                  <a:lnTo>
                    <a:pt x="232" y="29561"/>
                  </a:lnTo>
                  <a:lnTo>
                    <a:pt x="330" y="29413"/>
                  </a:lnTo>
                  <a:lnTo>
                    <a:pt x="440" y="29266"/>
                  </a:lnTo>
                  <a:lnTo>
                    <a:pt x="563" y="29118"/>
                  </a:lnTo>
                  <a:lnTo>
                    <a:pt x="697" y="28970"/>
                  </a:lnTo>
                  <a:lnTo>
                    <a:pt x="847" y="28822"/>
                  </a:lnTo>
                  <a:lnTo>
                    <a:pt x="1007" y="28674"/>
                  </a:lnTo>
                  <a:lnTo>
                    <a:pt x="1175" y="28526"/>
                  </a:lnTo>
                  <a:lnTo>
                    <a:pt x="1351" y="28379"/>
                  </a:lnTo>
                  <a:lnTo>
                    <a:pt x="1538" y="28231"/>
                  </a:lnTo>
                  <a:lnTo>
                    <a:pt x="1730" y="28083"/>
                  </a:lnTo>
                  <a:lnTo>
                    <a:pt x="1926" y="27935"/>
                  </a:lnTo>
                  <a:lnTo>
                    <a:pt x="2127" y="27787"/>
                  </a:lnTo>
                  <a:lnTo>
                    <a:pt x="2331" y="27640"/>
                  </a:lnTo>
                  <a:lnTo>
                    <a:pt x="2537" y="27492"/>
                  </a:lnTo>
                  <a:lnTo>
                    <a:pt x="2743" y="27344"/>
                  </a:lnTo>
                  <a:lnTo>
                    <a:pt x="2949" y="27196"/>
                  </a:lnTo>
                  <a:lnTo>
                    <a:pt x="3153" y="27048"/>
                  </a:lnTo>
                  <a:lnTo>
                    <a:pt x="3354" y="26901"/>
                  </a:lnTo>
                  <a:lnTo>
                    <a:pt x="3552" y="26753"/>
                  </a:lnTo>
                  <a:lnTo>
                    <a:pt x="3746" y="26605"/>
                  </a:lnTo>
                  <a:lnTo>
                    <a:pt x="3933" y="26457"/>
                  </a:lnTo>
                  <a:lnTo>
                    <a:pt x="4114" y="26309"/>
                  </a:lnTo>
                  <a:lnTo>
                    <a:pt x="4289" y="26162"/>
                  </a:lnTo>
                  <a:lnTo>
                    <a:pt x="4457" y="26014"/>
                  </a:lnTo>
                  <a:lnTo>
                    <a:pt x="4614" y="25866"/>
                  </a:lnTo>
                  <a:lnTo>
                    <a:pt x="4764" y="25718"/>
                  </a:lnTo>
                  <a:lnTo>
                    <a:pt x="4906" y="25570"/>
                  </a:lnTo>
                  <a:lnTo>
                    <a:pt x="5039" y="25423"/>
                  </a:lnTo>
                  <a:lnTo>
                    <a:pt x="5160" y="25275"/>
                  </a:lnTo>
                  <a:lnTo>
                    <a:pt x="5273" y="25127"/>
                  </a:lnTo>
                  <a:lnTo>
                    <a:pt x="5377" y="24979"/>
                  </a:lnTo>
                  <a:lnTo>
                    <a:pt x="5473" y="24831"/>
                  </a:lnTo>
                  <a:lnTo>
                    <a:pt x="5557" y="24683"/>
                  </a:lnTo>
                  <a:lnTo>
                    <a:pt x="5633" y="24536"/>
                  </a:lnTo>
                  <a:lnTo>
                    <a:pt x="5702" y="24388"/>
                  </a:lnTo>
                  <a:lnTo>
                    <a:pt x="5763" y="24240"/>
                  </a:lnTo>
                  <a:lnTo>
                    <a:pt x="5815" y="24092"/>
                  </a:lnTo>
                  <a:lnTo>
                    <a:pt x="5861" y="23944"/>
                  </a:lnTo>
                  <a:lnTo>
                    <a:pt x="5901" y="23797"/>
                  </a:lnTo>
                  <a:lnTo>
                    <a:pt x="5936" y="23649"/>
                  </a:lnTo>
                  <a:lnTo>
                    <a:pt x="5966" y="23501"/>
                  </a:lnTo>
                  <a:lnTo>
                    <a:pt x="5993" y="23353"/>
                  </a:lnTo>
                  <a:lnTo>
                    <a:pt x="6017" y="23205"/>
                  </a:lnTo>
                  <a:lnTo>
                    <a:pt x="6039" y="23058"/>
                  </a:lnTo>
                  <a:lnTo>
                    <a:pt x="6061" y="22910"/>
                  </a:lnTo>
                  <a:lnTo>
                    <a:pt x="6082" y="22762"/>
                  </a:lnTo>
                  <a:lnTo>
                    <a:pt x="6105" y="22614"/>
                  </a:lnTo>
                  <a:lnTo>
                    <a:pt x="6130" y="22466"/>
                  </a:lnTo>
                  <a:lnTo>
                    <a:pt x="6159" y="22319"/>
                  </a:lnTo>
                  <a:lnTo>
                    <a:pt x="6192" y="22171"/>
                  </a:lnTo>
                  <a:lnTo>
                    <a:pt x="6230" y="22023"/>
                  </a:lnTo>
                  <a:lnTo>
                    <a:pt x="6274" y="21875"/>
                  </a:lnTo>
                  <a:lnTo>
                    <a:pt x="6327" y="21727"/>
                  </a:lnTo>
                  <a:lnTo>
                    <a:pt x="6387" y="21579"/>
                  </a:lnTo>
                  <a:lnTo>
                    <a:pt x="6455" y="21432"/>
                  </a:lnTo>
                  <a:lnTo>
                    <a:pt x="6534" y="21284"/>
                  </a:lnTo>
                  <a:lnTo>
                    <a:pt x="6625" y="21136"/>
                  </a:lnTo>
                  <a:lnTo>
                    <a:pt x="6727" y="20988"/>
                  </a:lnTo>
                  <a:lnTo>
                    <a:pt x="6839" y="20840"/>
                  </a:lnTo>
                  <a:lnTo>
                    <a:pt x="6965" y="20693"/>
                  </a:lnTo>
                  <a:lnTo>
                    <a:pt x="7260" y="20397"/>
                  </a:lnTo>
                  <a:lnTo>
                    <a:pt x="7426" y="20249"/>
                  </a:lnTo>
                  <a:lnTo>
                    <a:pt x="7608" y="20101"/>
                  </a:lnTo>
                  <a:lnTo>
                    <a:pt x="7807" y="19954"/>
                  </a:lnTo>
                  <a:lnTo>
                    <a:pt x="8019" y="19806"/>
                  </a:lnTo>
                  <a:lnTo>
                    <a:pt x="8244" y="19658"/>
                  </a:lnTo>
                  <a:lnTo>
                    <a:pt x="8485" y="19510"/>
                  </a:lnTo>
                  <a:lnTo>
                    <a:pt x="8743" y="19362"/>
                  </a:lnTo>
                  <a:lnTo>
                    <a:pt x="9015" y="19215"/>
                  </a:lnTo>
                  <a:lnTo>
                    <a:pt x="9299" y="19067"/>
                  </a:lnTo>
                  <a:lnTo>
                    <a:pt x="9598" y="18919"/>
                  </a:lnTo>
                  <a:lnTo>
                    <a:pt x="9913" y="18771"/>
                  </a:lnTo>
                  <a:lnTo>
                    <a:pt x="10239" y="18623"/>
                  </a:lnTo>
                  <a:lnTo>
                    <a:pt x="10577" y="18476"/>
                  </a:lnTo>
                  <a:lnTo>
                    <a:pt x="10927" y="18328"/>
                  </a:lnTo>
                  <a:lnTo>
                    <a:pt x="11291" y="18180"/>
                  </a:lnTo>
                  <a:lnTo>
                    <a:pt x="11663" y="18032"/>
                  </a:lnTo>
                  <a:lnTo>
                    <a:pt x="12044" y="17884"/>
                  </a:lnTo>
                  <a:lnTo>
                    <a:pt x="12435" y="17736"/>
                  </a:lnTo>
                  <a:lnTo>
                    <a:pt x="12835" y="17589"/>
                  </a:lnTo>
                  <a:lnTo>
                    <a:pt x="13242" y="17441"/>
                  </a:lnTo>
                  <a:lnTo>
                    <a:pt x="13653" y="17293"/>
                  </a:lnTo>
                  <a:lnTo>
                    <a:pt x="14071" y="17145"/>
                  </a:lnTo>
                  <a:lnTo>
                    <a:pt x="14493" y="16997"/>
                  </a:lnTo>
                  <a:lnTo>
                    <a:pt x="14918" y="16850"/>
                  </a:lnTo>
                  <a:lnTo>
                    <a:pt x="15345" y="16702"/>
                  </a:lnTo>
                  <a:lnTo>
                    <a:pt x="15774" y="16554"/>
                  </a:lnTo>
                  <a:lnTo>
                    <a:pt x="16203" y="16406"/>
                  </a:lnTo>
                  <a:lnTo>
                    <a:pt x="16632" y="16258"/>
                  </a:lnTo>
                  <a:lnTo>
                    <a:pt x="17059" y="16111"/>
                  </a:lnTo>
                  <a:lnTo>
                    <a:pt x="17483" y="15963"/>
                  </a:lnTo>
                  <a:lnTo>
                    <a:pt x="17904" y="15815"/>
                  </a:lnTo>
                  <a:lnTo>
                    <a:pt x="18321" y="15667"/>
                  </a:lnTo>
                  <a:lnTo>
                    <a:pt x="18734" y="15519"/>
                  </a:lnTo>
                  <a:lnTo>
                    <a:pt x="19141" y="15372"/>
                  </a:lnTo>
                  <a:lnTo>
                    <a:pt x="19540" y="15224"/>
                  </a:lnTo>
                  <a:lnTo>
                    <a:pt x="19933" y="15076"/>
                  </a:lnTo>
                  <a:lnTo>
                    <a:pt x="20319" y="14928"/>
                  </a:lnTo>
                  <a:lnTo>
                    <a:pt x="20696" y="14780"/>
                  </a:lnTo>
                  <a:lnTo>
                    <a:pt x="21063" y="14633"/>
                  </a:lnTo>
                  <a:lnTo>
                    <a:pt x="21422" y="14485"/>
                  </a:lnTo>
                  <a:lnTo>
                    <a:pt x="21773" y="14337"/>
                  </a:lnTo>
                  <a:lnTo>
                    <a:pt x="22112" y="14189"/>
                  </a:lnTo>
                  <a:lnTo>
                    <a:pt x="22439" y="14041"/>
                  </a:lnTo>
                  <a:lnTo>
                    <a:pt x="22758" y="13893"/>
                  </a:lnTo>
                  <a:lnTo>
                    <a:pt x="23067" y="13746"/>
                  </a:lnTo>
                  <a:lnTo>
                    <a:pt x="23362" y="13598"/>
                  </a:lnTo>
                  <a:lnTo>
                    <a:pt x="23647" y="13450"/>
                  </a:lnTo>
                  <a:lnTo>
                    <a:pt x="23921" y="13302"/>
                  </a:lnTo>
                  <a:lnTo>
                    <a:pt x="24186" y="13154"/>
                  </a:lnTo>
                  <a:lnTo>
                    <a:pt x="24438" y="13007"/>
                  </a:lnTo>
                  <a:lnTo>
                    <a:pt x="24678" y="12859"/>
                  </a:lnTo>
                  <a:lnTo>
                    <a:pt x="24909" y="12711"/>
                  </a:lnTo>
                  <a:lnTo>
                    <a:pt x="25130" y="12563"/>
                  </a:lnTo>
                  <a:lnTo>
                    <a:pt x="25339" y="12415"/>
                  </a:lnTo>
                  <a:lnTo>
                    <a:pt x="25538" y="12268"/>
                  </a:lnTo>
                  <a:lnTo>
                    <a:pt x="25728" y="12120"/>
                  </a:lnTo>
                  <a:lnTo>
                    <a:pt x="25910" y="11972"/>
                  </a:lnTo>
                  <a:lnTo>
                    <a:pt x="26080" y="11824"/>
                  </a:lnTo>
                  <a:lnTo>
                    <a:pt x="26243" y="11676"/>
                  </a:lnTo>
                  <a:lnTo>
                    <a:pt x="26397" y="11529"/>
                  </a:lnTo>
                  <a:lnTo>
                    <a:pt x="26545" y="11381"/>
                  </a:lnTo>
                  <a:lnTo>
                    <a:pt x="26684" y="11233"/>
                  </a:lnTo>
                  <a:lnTo>
                    <a:pt x="26817" y="11085"/>
                  </a:lnTo>
                  <a:lnTo>
                    <a:pt x="26943" y="10937"/>
                  </a:lnTo>
                  <a:lnTo>
                    <a:pt x="27065" y="10789"/>
                  </a:lnTo>
                  <a:lnTo>
                    <a:pt x="27180" y="10642"/>
                  </a:lnTo>
                  <a:lnTo>
                    <a:pt x="27290" y="10494"/>
                  </a:lnTo>
                  <a:lnTo>
                    <a:pt x="27397" y="10346"/>
                  </a:lnTo>
                  <a:lnTo>
                    <a:pt x="27500" y="10198"/>
                  </a:lnTo>
                  <a:lnTo>
                    <a:pt x="27600" y="10050"/>
                  </a:lnTo>
                  <a:lnTo>
                    <a:pt x="27696" y="9903"/>
                  </a:lnTo>
                  <a:lnTo>
                    <a:pt x="27791" y="9755"/>
                  </a:lnTo>
                  <a:lnTo>
                    <a:pt x="27884" y="9607"/>
                  </a:lnTo>
                  <a:lnTo>
                    <a:pt x="27976" y="9459"/>
                  </a:lnTo>
                  <a:lnTo>
                    <a:pt x="28067" y="9311"/>
                  </a:lnTo>
                  <a:lnTo>
                    <a:pt x="28157" y="9164"/>
                  </a:lnTo>
                  <a:lnTo>
                    <a:pt x="28248" y="9016"/>
                  </a:lnTo>
                  <a:lnTo>
                    <a:pt x="28338" y="8868"/>
                  </a:lnTo>
                  <a:lnTo>
                    <a:pt x="28430" y="8720"/>
                  </a:lnTo>
                  <a:lnTo>
                    <a:pt x="28522" y="8572"/>
                  </a:lnTo>
                  <a:lnTo>
                    <a:pt x="28616" y="8425"/>
                  </a:lnTo>
                  <a:lnTo>
                    <a:pt x="28711" y="8277"/>
                  </a:lnTo>
                  <a:lnTo>
                    <a:pt x="28808" y="8129"/>
                  </a:lnTo>
                  <a:lnTo>
                    <a:pt x="28907" y="7981"/>
                  </a:lnTo>
                  <a:lnTo>
                    <a:pt x="29008" y="7833"/>
                  </a:lnTo>
                  <a:lnTo>
                    <a:pt x="29112" y="7686"/>
                  </a:lnTo>
                  <a:lnTo>
                    <a:pt x="29218" y="7538"/>
                  </a:lnTo>
                  <a:lnTo>
                    <a:pt x="29326" y="7390"/>
                  </a:lnTo>
                  <a:lnTo>
                    <a:pt x="29437" y="7242"/>
                  </a:lnTo>
                  <a:lnTo>
                    <a:pt x="29551" y="7094"/>
                  </a:lnTo>
                  <a:lnTo>
                    <a:pt x="29668" y="6946"/>
                  </a:lnTo>
                  <a:lnTo>
                    <a:pt x="29787" y="6799"/>
                  </a:lnTo>
                  <a:lnTo>
                    <a:pt x="29908" y="6651"/>
                  </a:lnTo>
                  <a:lnTo>
                    <a:pt x="30033" y="6503"/>
                  </a:lnTo>
                  <a:lnTo>
                    <a:pt x="30160" y="6355"/>
                  </a:lnTo>
                  <a:lnTo>
                    <a:pt x="30290" y="6207"/>
                  </a:lnTo>
                  <a:lnTo>
                    <a:pt x="30422" y="6060"/>
                  </a:lnTo>
                  <a:lnTo>
                    <a:pt x="30557" y="5912"/>
                  </a:lnTo>
                  <a:lnTo>
                    <a:pt x="30694" y="5764"/>
                  </a:lnTo>
                  <a:lnTo>
                    <a:pt x="30833" y="5616"/>
                  </a:lnTo>
                  <a:lnTo>
                    <a:pt x="30974" y="5468"/>
                  </a:lnTo>
                  <a:lnTo>
                    <a:pt x="31117" y="5321"/>
                  </a:lnTo>
                  <a:lnTo>
                    <a:pt x="31263" y="5173"/>
                  </a:lnTo>
                  <a:lnTo>
                    <a:pt x="31410" y="5025"/>
                  </a:lnTo>
                  <a:lnTo>
                    <a:pt x="31559" y="4877"/>
                  </a:lnTo>
                  <a:lnTo>
                    <a:pt x="31710" y="4729"/>
                  </a:lnTo>
                  <a:lnTo>
                    <a:pt x="31863" y="4582"/>
                  </a:lnTo>
                  <a:lnTo>
                    <a:pt x="32017" y="4434"/>
                  </a:lnTo>
                  <a:lnTo>
                    <a:pt x="32173" y="4286"/>
                  </a:lnTo>
                  <a:lnTo>
                    <a:pt x="32331" y="4138"/>
                  </a:lnTo>
                  <a:lnTo>
                    <a:pt x="32489" y="3990"/>
                  </a:lnTo>
                  <a:lnTo>
                    <a:pt x="32649" y="3843"/>
                  </a:lnTo>
                  <a:lnTo>
                    <a:pt x="32810" y="3695"/>
                  </a:lnTo>
                  <a:lnTo>
                    <a:pt x="32973" y="3547"/>
                  </a:lnTo>
                  <a:lnTo>
                    <a:pt x="33137" y="3399"/>
                  </a:lnTo>
                  <a:lnTo>
                    <a:pt x="33302" y="3251"/>
                  </a:lnTo>
                  <a:lnTo>
                    <a:pt x="33467" y="3103"/>
                  </a:lnTo>
                  <a:lnTo>
                    <a:pt x="33635" y="2956"/>
                  </a:lnTo>
                  <a:lnTo>
                    <a:pt x="33803" y="2808"/>
                  </a:lnTo>
                  <a:lnTo>
                    <a:pt x="33971" y="2660"/>
                  </a:lnTo>
                  <a:lnTo>
                    <a:pt x="34141" y="2512"/>
                  </a:lnTo>
                  <a:lnTo>
                    <a:pt x="34311" y="2364"/>
                  </a:lnTo>
                  <a:lnTo>
                    <a:pt x="34483" y="2217"/>
                  </a:lnTo>
                  <a:lnTo>
                    <a:pt x="34654" y="2069"/>
                  </a:lnTo>
                  <a:lnTo>
                    <a:pt x="34826" y="1921"/>
                  </a:lnTo>
                  <a:lnTo>
                    <a:pt x="34999" y="1773"/>
                  </a:lnTo>
                  <a:lnTo>
                    <a:pt x="35172" y="1625"/>
                  </a:lnTo>
                  <a:lnTo>
                    <a:pt x="35345" y="1478"/>
                  </a:lnTo>
                  <a:lnTo>
                    <a:pt x="35518" y="1330"/>
                  </a:lnTo>
                  <a:lnTo>
                    <a:pt x="35691" y="1182"/>
                  </a:lnTo>
                  <a:lnTo>
                    <a:pt x="35863" y="1034"/>
                  </a:lnTo>
                  <a:lnTo>
                    <a:pt x="36036" y="886"/>
                  </a:lnTo>
                  <a:lnTo>
                    <a:pt x="36207" y="739"/>
                  </a:lnTo>
                  <a:lnTo>
                    <a:pt x="36378" y="591"/>
                  </a:lnTo>
                  <a:lnTo>
                    <a:pt x="36547" y="443"/>
                  </a:lnTo>
                  <a:lnTo>
                    <a:pt x="36716" y="295"/>
                  </a:lnTo>
                  <a:lnTo>
                    <a:pt x="36883" y="147"/>
                  </a:lnTo>
                  <a:lnTo>
                    <a:pt x="37048" y="0"/>
                  </a:lnTo>
                  <a:lnTo>
                    <a:pt x="45024" y="0"/>
                  </a:lnTo>
                  <a:lnTo>
                    <a:pt x="45189" y="147"/>
                  </a:lnTo>
                  <a:lnTo>
                    <a:pt x="45357" y="295"/>
                  </a:lnTo>
                  <a:lnTo>
                    <a:pt x="45525" y="443"/>
                  </a:lnTo>
                  <a:lnTo>
                    <a:pt x="45695" y="591"/>
                  </a:lnTo>
                  <a:lnTo>
                    <a:pt x="45865" y="739"/>
                  </a:lnTo>
                  <a:lnTo>
                    <a:pt x="46037" y="886"/>
                  </a:lnTo>
                  <a:lnTo>
                    <a:pt x="46209" y="1034"/>
                  </a:lnTo>
                  <a:lnTo>
                    <a:pt x="46382" y="1182"/>
                  </a:lnTo>
                  <a:lnTo>
                    <a:pt x="46555" y="1330"/>
                  </a:lnTo>
                  <a:lnTo>
                    <a:pt x="46728" y="1478"/>
                  </a:lnTo>
                  <a:lnTo>
                    <a:pt x="46901" y="1625"/>
                  </a:lnTo>
                  <a:lnTo>
                    <a:pt x="47074" y="1773"/>
                  </a:lnTo>
                  <a:lnTo>
                    <a:pt x="47246" y="1921"/>
                  </a:lnTo>
                  <a:lnTo>
                    <a:pt x="47418" y="2069"/>
                  </a:lnTo>
                  <a:lnTo>
                    <a:pt x="47590" y="2217"/>
                  </a:lnTo>
                  <a:lnTo>
                    <a:pt x="47761" y="2364"/>
                  </a:lnTo>
                  <a:lnTo>
                    <a:pt x="47932" y="2512"/>
                  </a:lnTo>
                  <a:lnTo>
                    <a:pt x="48101" y="2660"/>
                  </a:lnTo>
                  <a:lnTo>
                    <a:pt x="48270" y="2808"/>
                  </a:lnTo>
                  <a:lnTo>
                    <a:pt x="48438" y="2956"/>
                  </a:lnTo>
                  <a:lnTo>
                    <a:pt x="48605" y="3103"/>
                  </a:lnTo>
                  <a:lnTo>
                    <a:pt x="48771" y="3251"/>
                  </a:lnTo>
                  <a:lnTo>
                    <a:pt x="48936" y="3399"/>
                  </a:lnTo>
                  <a:lnTo>
                    <a:pt x="49099" y="3547"/>
                  </a:lnTo>
                  <a:lnTo>
                    <a:pt x="49262" y="3695"/>
                  </a:lnTo>
                  <a:lnTo>
                    <a:pt x="49423" y="3843"/>
                  </a:lnTo>
                  <a:lnTo>
                    <a:pt x="49583" y="3990"/>
                  </a:lnTo>
                  <a:lnTo>
                    <a:pt x="49742" y="4138"/>
                  </a:lnTo>
                  <a:lnTo>
                    <a:pt x="49900" y="4286"/>
                  </a:lnTo>
                  <a:lnTo>
                    <a:pt x="50055" y="4434"/>
                  </a:lnTo>
                  <a:lnTo>
                    <a:pt x="50209" y="4582"/>
                  </a:lnTo>
                  <a:lnTo>
                    <a:pt x="50362" y="4729"/>
                  </a:lnTo>
                  <a:lnTo>
                    <a:pt x="50513" y="4877"/>
                  </a:lnTo>
                  <a:lnTo>
                    <a:pt x="50662" y="5025"/>
                  </a:lnTo>
                  <a:lnTo>
                    <a:pt x="50810" y="5173"/>
                  </a:lnTo>
                  <a:lnTo>
                    <a:pt x="50955" y="5321"/>
                  </a:lnTo>
                  <a:lnTo>
                    <a:pt x="51099" y="5468"/>
                  </a:lnTo>
                  <a:lnTo>
                    <a:pt x="51240" y="5616"/>
                  </a:lnTo>
                  <a:lnTo>
                    <a:pt x="51379" y="5764"/>
                  </a:lnTo>
                  <a:lnTo>
                    <a:pt x="51516" y="5912"/>
                  </a:lnTo>
                  <a:lnTo>
                    <a:pt x="51651" y="6060"/>
                  </a:lnTo>
                  <a:lnTo>
                    <a:pt x="51783" y="6207"/>
                  </a:lnTo>
                  <a:lnTo>
                    <a:pt x="51912" y="6355"/>
                  </a:lnTo>
                  <a:lnTo>
                    <a:pt x="52039" y="6503"/>
                  </a:lnTo>
                  <a:lnTo>
                    <a:pt x="52164" y="6651"/>
                  </a:lnTo>
                  <a:lnTo>
                    <a:pt x="52286" y="6799"/>
                  </a:lnTo>
                  <a:lnTo>
                    <a:pt x="52405" y="6946"/>
                  </a:lnTo>
                  <a:lnTo>
                    <a:pt x="52521" y="7094"/>
                  </a:lnTo>
                  <a:lnTo>
                    <a:pt x="52635" y="7242"/>
                  </a:lnTo>
                  <a:lnTo>
                    <a:pt x="52746" y="7390"/>
                  </a:lnTo>
                  <a:lnTo>
                    <a:pt x="52854" y="7538"/>
                  </a:lnTo>
                  <a:lnTo>
                    <a:pt x="52961" y="7686"/>
                  </a:lnTo>
                  <a:lnTo>
                    <a:pt x="53064" y="7833"/>
                  </a:lnTo>
                  <a:lnTo>
                    <a:pt x="53165" y="7981"/>
                  </a:lnTo>
                  <a:lnTo>
                    <a:pt x="53264" y="8129"/>
                  </a:lnTo>
                  <a:lnTo>
                    <a:pt x="53361" y="8277"/>
                  </a:lnTo>
                  <a:lnTo>
                    <a:pt x="53457" y="8425"/>
                  </a:lnTo>
                  <a:lnTo>
                    <a:pt x="53550" y="8572"/>
                  </a:lnTo>
                  <a:lnTo>
                    <a:pt x="53643" y="8720"/>
                  </a:lnTo>
                  <a:lnTo>
                    <a:pt x="53734" y="8868"/>
                  </a:lnTo>
                  <a:lnTo>
                    <a:pt x="53825" y="9016"/>
                  </a:lnTo>
                  <a:lnTo>
                    <a:pt x="53915" y="9164"/>
                  </a:lnTo>
                  <a:lnTo>
                    <a:pt x="54006" y="9311"/>
                  </a:lnTo>
                  <a:lnTo>
                    <a:pt x="54097" y="9459"/>
                  </a:lnTo>
                  <a:lnTo>
                    <a:pt x="54188" y="9607"/>
                  </a:lnTo>
                  <a:lnTo>
                    <a:pt x="54281" y="9755"/>
                  </a:lnTo>
                  <a:lnTo>
                    <a:pt x="54376" y="9903"/>
                  </a:lnTo>
                  <a:lnTo>
                    <a:pt x="54473" y="10050"/>
                  </a:lnTo>
                  <a:lnTo>
                    <a:pt x="54572" y="10198"/>
                  </a:lnTo>
                  <a:lnTo>
                    <a:pt x="54676" y="10346"/>
                  </a:lnTo>
                  <a:lnTo>
                    <a:pt x="54782" y="10494"/>
                  </a:lnTo>
                  <a:lnTo>
                    <a:pt x="54893" y="10642"/>
                  </a:lnTo>
                  <a:lnTo>
                    <a:pt x="55008" y="10789"/>
                  </a:lnTo>
                  <a:lnTo>
                    <a:pt x="55129" y="10937"/>
                  </a:lnTo>
                  <a:lnTo>
                    <a:pt x="55256" y="11085"/>
                  </a:lnTo>
                  <a:lnTo>
                    <a:pt x="55388" y="11233"/>
                  </a:lnTo>
                  <a:lnTo>
                    <a:pt x="55527" y="11381"/>
                  </a:lnTo>
                  <a:lnTo>
                    <a:pt x="55675" y="11529"/>
                  </a:lnTo>
                  <a:lnTo>
                    <a:pt x="55830" y="11676"/>
                  </a:lnTo>
                  <a:lnTo>
                    <a:pt x="55992" y="11824"/>
                  </a:lnTo>
                  <a:lnTo>
                    <a:pt x="56163" y="11972"/>
                  </a:lnTo>
                  <a:lnTo>
                    <a:pt x="56345" y="12120"/>
                  </a:lnTo>
                  <a:lnTo>
                    <a:pt x="56535" y="12268"/>
                  </a:lnTo>
                  <a:lnTo>
                    <a:pt x="56733" y="12415"/>
                  </a:lnTo>
                  <a:lnTo>
                    <a:pt x="56942" y="12563"/>
                  </a:lnTo>
                  <a:lnTo>
                    <a:pt x="57164" y="12711"/>
                  </a:lnTo>
                  <a:lnTo>
                    <a:pt x="57395" y="12859"/>
                  </a:lnTo>
                  <a:lnTo>
                    <a:pt x="57635" y="13007"/>
                  </a:lnTo>
                  <a:lnTo>
                    <a:pt x="57887" y="13154"/>
                  </a:lnTo>
                  <a:lnTo>
                    <a:pt x="58151" y="13302"/>
                  </a:lnTo>
                  <a:lnTo>
                    <a:pt x="58426" y="13450"/>
                  </a:lnTo>
                  <a:lnTo>
                    <a:pt x="58710" y="13598"/>
                  </a:lnTo>
                  <a:lnTo>
                    <a:pt x="59006" y="13746"/>
                  </a:lnTo>
                  <a:lnTo>
                    <a:pt x="59315" y="13893"/>
                  </a:lnTo>
                  <a:lnTo>
                    <a:pt x="59633" y="14041"/>
                  </a:lnTo>
                  <a:lnTo>
                    <a:pt x="59961" y="14189"/>
                  </a:lnTo>
                  <a:lnTo>
                    <a:pt x="60300" y="14337"/>
                  </a:lnTo>
                  <a:lnTo>
                    <a:pt x="60650" y="14485"/>
                  </a:lnTo>
                  <a:lnTo>
                    <a:pt x="61009" y="14633"/>
                  </a:lnTo>
                  <a:lnTo>
                    <a:pt x="61377" y="14780"/>
                  </a:lnTo>
                  <a:lnTo>
                    <a:pt x="61753" y="14928"/>
                  </a:lnTo>
                  <a:lnTo>
                    <a:pt x="62140" y="15076"/>
                  </a:lnTo>
                  <a:lnTo>
                    <a:pt x="62533" y="15224"/>
                  </a:lnTo>
                  <a:lnTo>
                    <a:pt x="62932" y="15372"/>
                  </a:lnTo>
                  <a:lnTo>
                    <a:pt x="63339" y="15519"/>
                  </a:lnTo>
                  <a:lnTo>
                    <a:pt x="63751" y="15667"/>
                  </a:lnTo>
                  <a:lnTo>
                    <a:pt x="64168" y="15815"/>
                  </a:lnTo>
                  <a:lnTo>
                    <a:pt x="64589" y="15963"/>
                  </a:lnTo>
                  <a:lnTo>
                    <a:pt x="65014" y="16111"/>
                  </a:lnTo>
                  <a:lnTo>
                    <a:pt x="65441" y="16258"/>
                  </a:lnTo>
                  <a:lnTo>
                    <a:pt x="65869" y="16406"/>
                  </a:lnTo>
                  <a:lnTo>
                    <a:pt x="66298" y="16554"/>
                  </a:lnTo>
                  <a:lnTo>
                    <a:pt x="66727" y="16702"/>
                  </a:lnTo>
                  <a:lnTo>
                    <a:pt x="67154" y="16850"/>
                  </a:lnTo>
                  <a:lnTo>
                    <a:pt x="67579" y="16997"/>
                  </a:lnTo>
                  <a:lnTo>
                    <a:pt x="68002" y="17145"/>
                  </a:lnTo>
                  <a:lnTo>
                    <a:pt x="68419" y="17293"/>
                  </a:lnTo>
                  <a:lnTo>
                    <a:pt x="68831" y="17441"/>
                  </a:lnTo>
                  <a:lnTo>
                    <a:pt x="69237" y="17589"/>
                  </a:lnTo>
                  <a:lnTo>
                    <a:pt x="69637" y="17736"/>
                  </a:lnTo>
                  <a:lnTo>
                    <a:pt x="70028" y="17884"/>
                  </a:lnTo>
                  <a:lnTo>
                    <a:pt x="70409" y="18032"/>
                  </a:lnTo>
                  <a:lnTo>
                    <a:pt x="70782" y="18180"/>
                  </a:lnTo>
                  <a:lnTo>
                    <a:pt x="71145" y="18328"/>
                  </a:lnTo>
                  <a:lnTo>
                    <a:pt x="71496" y="18476"/>
                  </a:lnTo>
                  <a:lnTo>
                    <a:pt x="71833" y="18623"/>
                  </a:lnTo>
                  <a:lnTo>
                    <a:pt x="72160" y="18771"/>
                  </a:lnTo>
                  <a:lnTo>
                    <a:pt x="72475" y="18919"/>
                  </a:lnTo>
                  <a:lnTo>
                    <a:pt x="72774" y="19067"/>
                  </a:lnTo>
                  <a:lnTo>
                    <a:pt x="73058" y="19215"/>
                  </a:lnTo>
                  <a:lnTo>
                    <a:pt x="73329" y="19362"/>
                  </a:lnTo>
                  <a:lnTo>
                    <a:pt x="73588" y="19510"/>
                  </a:lnTo>
                  <a:lnTo>
                    <a:pt x="73829" y="19658"/>
                  </a:lnTo>
                  <a:lnTo>
                    <a:pt x="74054" y="19806"/>
                  </a:lnTo>
                  <a:lnTo>
                    <a:pt x="74266" y="19954"/>
                  </a:lnTo>
                  <a:lnTo>
                    <a:pt x="74465" y="20101"/>
                  </a:lnTo>
                  <a:lnTo>
                    <a:pt x="74646" y="20249"/>
                  </a:lnTo>
                  <a:lnTo>
                    <a:pt x="74966" y="20545"/>
                  </a:lnTo>
                  <a:lnTo>
                    <a:pt x="75108" y="20693"/>
                  </a:lnTo>
                  <a:lnTo>
                    <a:pt x="75233" y="20840"/>
                  </a:lnTo>
                  <a:lnTo>
                    <a:pt x="75346" y="20988"/>
                  </a:lnTo>
                  <a:lnTo>
                    <a:pt x="75448" y="21136"/>
                  </a:lnTo>
                  <a:lnTo>
                    <a:pt x="75539" y="21284"/>
                  </a:lnTo>
                  <a:lnTo>
                    <a:pt x="75617" y="21432"/>
                  </a:lnTo>
                  <a:lnTo>
                    <a:pt x="75686" y="21579"/>
                  </a:lnTo>
                  <a:lnTo>
                    <a:pt x="75746" y="21727"/>
                  </a:lnTo>
                  <a:lnTo>
                    <a:pt x="75799" y="21875"/>
                  </a:lnTo>
                  <a:lnTo>
                    <a:pt x="75843" y="22023"/>
                  </a:lnTo>
                  <a:lnTo>
                    <a:pt x="75880" y="22171"/>
                  </a:lnTo>
                  <a:lnTo>
                    <a:pt x="75913" y="22319"/>
                  </a:lnTo>
                  <a:lnTo>
                    <a:pt x="75942" y="22466"/>
                  </a:lnTo>
                  <a:lnTo>
                    <a:pt x="75967" y="22614"/>
                  </a:lnTo>
                  <a:lnTo>
                    <a:pt x="75990" y="22762"/>
                  </a:lnTo>
                  <a:lnTo>
                    <a:pt x="76012" y="22910"/>
                  </a:lnTo>
                  <a:lnTo>
                    <a:pt x="76033" y="23058"/>
                  </a:lnTo>
                  <a:lnTo>
                    <a:pt x="76056" y="23205"/>
                  </a:lnTo>
                  <a:lnTo>
                    <a:pt x="76080" y="23353"/>
                  </a:lnTo>
                  <a:lnTo>
                    <a:pt x="76107" y="23501"/>
                  </a:lnTo>
                  <a:lnTo>
                    <a:pt x="76136" y="23649"/>
                  </a:lnTo>
                  <a:lnTo>
                    <a:pt x="76171" y="23797"/>
                  </a:lnTo>
                  <a:lnTo>
                    <a:pt x="76212" y="23944"/>
                  </a:lnTo>
                  <a:lnTo>
                    <a:pt x="76258" y="24092"/>
                  </a:lnTo>
                  <a:lnTo>
                    <a:pt x="76310" y="24240"/>
                  </a:lnTo>
                  <a:lnTo>
                    <a:pt x="76371" y="24388"/>
                  </a:lnTo>
                  <a:lnTo>
                    <a:pt x="76439" y="24536"/>
                  </a:lnTo>
                  <a:lnTo>
                    <a:pt x="76516" y="24683"/>
                  </a:lnTo>
                  <a:lnTo>
                    <a:pt x="76600" y="24831"/>
                  </a:lnTo>
                  <a:lnTo>
                    <a:pt x="76695" y="24979"/>
                  </a:lnTo>
                  <a:lnTo>
                    <a:pt x="76800" y="25127"/>
                  </a:lnTo>
                  <a:lnTo>
                    <a:pt x="76912" y="25275"/>
                  </a:lnTo>
                  <a:lnTo>
                    <a:pt x="77034" y="25423"/>
                  </a:lnTo>
                  <a:lnTo>
                    <a:pt x="77167" y="25570"/>
                  </a:lnTo>
                  <a:lnTo>
                    <a:pt x="77309" y="25718"/>
                  </a:lnTo>
                  <a:lnTo>
                    <a:pt x="77458" y="25866"/>
                  </a:lnTo>
                  <a:lnTo>
                    <a:pt x="77616" y="26014"/>
                  </a:lnTo>
                  <a:lnTo>
                    <a:pt x="77784" y="26162"/>
                  </a:lnTo>
                  <a:lnTo>
                    <a:pt x="77959" y="26309"/>
                  </a:lnTo>
                  <a:lnTo>
                    <a:pt x="78140" y="26457"/>
                  </a:lnTo>
                  <a:lnTo>
                    <a:pt x="78327" y="26605"/>
                  </a:lnTo>
                  <a:lnTo>
                    <a:pt x="78521" y="26753"/>
                  </a:lnTo>
                  <a:lnTo>
                    <a:pt x="78719" y="26901"/>
                  </a:lnTo>
                  <a:lnTo>
                    <a:pt x="78920" y="27048"/>
                  </a:lnTo>
                  <a:lnTo>
                    <a:pt x="79124" y="27196"/>
                  </a:lnTo>
                  <a:lnTo>
                    <a:pt x="79330" y="27344"/>
                  </a:lnTo>
                  <a:lnTo>
                    <a:pt x="79536" y="27492"/>
                  </a:lnTo>
                  <a:lnTo>
                    <a:pt x="79741" y="27640"/>
                  </a:lnTo>
                  <a:lnTo>
                    <a:pt x="79946" y="27787"/>
                  </a:lnTo>
                  <a:lnTo>
                    <a:pt x="80146" y="27935"/>
                  </a:lnTo>
                  <a:lnTo>
                    <a:pt x="80343" y="28083"/>
                  </a:lnTo>
                  <a:lnTo>
                    <a:pt x="80535" y="28231"/>
                  </a:lnTo>
                  <a:lnTo>
                    <a:pt x="80721" y="28379"/>
                  </a:lnTo>
                  <a:lnTo>
                    <a:pt x="80898" y="28526"/>
                  </a:lnTo>
                  <a:lnTo>
                    <a:pt x="81066" y="28674"/>
                  </a:lnTo>
                  <a:lnTo>
                    <a:pt x="81225" y="28822"/>
                  </a:lnTo>
                  <a:lnTo>
                    <a:pt x="81375" y="28970"/>
                  </a:lnTo>
                  <a:lnTo>
                    <a:pt x="81510" y="29118"/>
                  </a:lnTo>
                  <a:lnTo>
                    <a:pt x="81632" y="29266"/>
                  </a:lnTo>
                  <a:lnTo>
                    <a:pt x="81743" y="29413"/>
                  </a:lnTo>
                  <a:lnTo>
                    <a:pt x="81840" y="29561"/>
                  </a:lnTo>
                  <a:lnTo>
                    <a:pt x="81981" y="29857"/>
                  </a:lnTo>
                  <a:lnTo>
                    <a:pt x="82030" y="30005"/>
                  </a:lnTo>
                  <a:lnTo>
                    <a:pt x="82063" y="30152"/>
                  </a:lnTo>
                  <a:lnTo>
                    <a:pt x="82073" y="30300"/>
                  </a:lnTo>
                  <a:lnTo>
                    <a:pt x="82068" y="30448"/>
                  </a:lnTo>
                  <a:lnTo>
                    <a:pt x="82047" y="30596"/>
                  </a:lnTo>
                  <a:lnTo>
                    <a:pt x="82008" y="30744"/>
                  </a:lnTo>
                  <a:lnTo>
                    <a:pt x="81947" y="30891"/>
                  </a:lnTo>
                  <a:lnTo>
                    <a:pt x="81869" y="31039"/>
                  </a:lnTo>
                  <a:lnTo>
                    <a:pt x="81776" y="31187"/>
                  </a:lnTo>
                  <a:lnTo>
                    <a:pt x="81665" y="31335"/>
                  </a:lnTo>
                  <a:lnTo>
                    <a:pt x="81533" y="31483"/>
                  </a:lnTo>
                  <a:lnTo>
                    <a:pt x="81385" y="31630"/>
                  </a:lnTo>
                  <a:lnTo>
                    <a:pt x="81222" y="31778"/>
                  </a:lnTo>
                  <a:lnTo>
                    <a:pt x="81043" y="31926"/>
                  </a:lnTo>
                  <a:lnTo>
                    <a:pt x="80845" y="32074"/>
                  </a:lnTo>
                  <a:lnTo>
                    <a:pt x="80634" y="32222"/>
                  </a:lnTo>
                  <a:lnTo>
                    <a:pt x="80410" y="32369"/>
                  </a:lnTo>
                  <a:lnTo>
                    <a:pt x="80171" y="32517"/>
                  </a:lnTo>
                  <a:lnTo>
                    <a:pt x="79917" y="32665"/>
                  </a:lnTo>
                  <a:lnTo>
                    <a:pt x="79652" y="32813"/>
                  </a:lnTo>
                  <a:lnTo>
                    <a:pt x="79377" y="32961"/>
                  </a:lnTo>
                  <a:lnTo>
                    <a:pt x="79091" y="33109"/>
                  </a:lnTo>
                  <a:lnTo>
                    <a:pt x="78793" y="33256"/>
                  </a:lnTo>
                  <a:lnTo>
                    <a:pt x="78487" y="33404"/>
                  </a:lnTo>
                  <a:lnTo>
                    <a:pt x="78174" y="33552"/>
                  </a:lnTo>
                  <a:lnTo>
                    <a:pt x="77853" y="33700"/>
                  </a:lnTo>
                  <a:lnTo>
                    <a:pt x="77525" y="33848"/>
                  </a:lnTo>
                  <a:lnTo>
                    <a:pt x="77192" y="33995"/>
                  </a:lnTo>
                  <a:lnTo>
                    <a:pt x="76855" y="34143"/>
                  </a:lnTo>
                  <a:lnTo>
                    <a:pt x="76513" y="34291"/>
                  </a:lnTo>
                  <a:lnTo>
                    <a:pt x="76168" y="34439"/>
                  </a:lnTo>
                  <a:lnTo>
                    <a:pt x="75822" y="34587"/>
                  </a:lnTo>
                  <a:lnTo>
                    <a:pt x="75473" y="34734"/>
                  </a:lnTo>
                  <a:lnTo>
                    <a:pt x="75125" y="34882"/>
                  </a:lnTo>
                  <a:lnTo>
                    <a:pt x="74776" y="35030"/>
                  </a:lnTo>
                  <a:lnTo>
                    <a:pt x="74428" y="35178"/>
                  </a:lnTo>
                  <a:lnTo>
                    <a:pt x="74082" y="35326"/>
                  </a:lnTo>
                  <a:lnTo>
                    <a:pt x="73738" y="35473"/>
                  </a:lnTo>
                  <a:lnTo>
                    <a:pt x="73397" y="35621"/>
                  </a:lnTo>
                  <a:lnTo>
                    <a:pt x="73059" y="35769"/>
                  </a:lnTo>
                  <a:lnTo>
                    <a:pt x="72724" y="35917"/>
                  </a:lnTo>
                  <a:lnTo>
                    <a:pt x="72394" y="36065"/>
                  </a:lnTo>
                  <a:lnTo>
                    <a:pt x="72070" y="36213"/>
                  </a:lnTo>
                  <a:lnTo>
                    <a:pt x="71750" y="36360"/>
                  </a:lnTo>
                  <a:lnTo>
                    <a:pt x="71435" y="36508"/>
                  </a:lnTo>
                  <a:lnTo>
                    <a:pt x="71127" y="36656"/>
                  </a:lnTo>
                  <a:lnTo>
                    <a:pt x="70826" y="36804"/>
                  </a:lnTo>
                  <a:lnTo>
                    <a:pt x="70530" y="36952"/>
                  </a:lnTo>
                  <a:lnTo>
                    <a:pt x="70240" y="37099"/>
                  </a:lnTo>
                  <a:lnTo>
                    <a:pt x="69958" y="37247"/>
                  </a:lnTo>
                  <a:lnTo>
                    <a:pt x="69683" y="37395"/>
                  </a:lnTo>
                  <a:lnTo>
                    <a:pt x="69414" y="37543"/>
                  </a:lnTo>
                  <a:lnTo>
                    <a:pt x="69151" y="37691"/>
                  </a:lnTo>
                  <a:lnTo>
                    <a:pt x="68896" y="37838"/>
                  </a:lnTo>
                  <a:lnTo>
                    <a:pt x="68648" y="37986"/>
                  </a:lnTo>
                  <a:lnTo>
                    <a:pt x="68406" y="38134"/>
                  </a:lnTo>
                  <a:lnTo>
                    <a:pt x="68170" y="38282"/>
                  </a:lnTo>
                  <a:lnTo>
                    <a:pt x="67940" y="38430"/>
                  </a:lnTo>
                  <a:lnTo>
                    <a:pt x="67718" y="38577"/>
                  </a:lnTo>
                  <a:lnTo>
                    <a:pt x="67500" y="38725"/>
                  </a:lnTo>
                  <a:lnTo>
                    <a:pt x="67287" y="38873"/>
                  </a:lnTo>
                  <a:lnTo>
                    <a:pt x="67080" y="39021"/>
                  </a:lnTo>
                  <a:lnTo>
                    <a:pt x="66879" y="39169"/>
                  </a:lnTo>
                  <a:lnTo>
                    <a:pt x="66681" y="39316"/>
                  </a:lnTo>
                  <a:lnTo>
                    <a:pt x="66468" y="39480"/>
                  </a:lnTo>
                  <a:lnTo>
                    <a:pt x="66299" y="39612"/>
                  </a:lnTo>
                  <a:lnTo>
                    <a:pt x="66115" y="39760"/>
                  </a:lnTo>
                  <a:lnTo>
                    <a:pt x="65933" y="39908"/>
                  </a:lnTo>
                  <a:lnTo>
                    <a:pt x="65754" y="40056"/>
                  </a:lnTo>
                  <a:lnTo>
                    <a:pt x="65578" y="40203"/>
                  </a:lnTo>
                  <a:lnTo>
                    <a:pt x="65406" y="40351"/>
                  </a:lnTo>
                  <a:lnTo>
                    <a:pt x="65235" y="40499"/>
                  </a:lnTo>
                  <a:lnTo>
                    <a:pt x="65066" y="40647"/>
                  </a:lnTo>
                  <a:lnTo>
                    <a:pt x="64899" y="40795"/>
                  </a:lnTo>
                  <a:lnTo>
                    <a:pt x="64735" y="40942"/>
                  </a:lnTo>
                  <a:lnTo>
                    <a:pt x="64571" y="41090"/>
                  </a:lnTo>
                  <a:lnTo>
                    <a:pt x="64409" y="41238"/>
                  </a:lnTo>
                  <a:lnTo>
                    <a:pt x="64248" y="41386"/>
                  </a:lnTo>
                  <a:lnTo>
                    <a:pt x="64088" y="41534"/>
                  </a:lnTo>
                  <a:lnTo>
                    <a:pt x="63929" y="41681"/>
                  </a:lnTo>
                  <a:lnTo>
                    <a:pt x="63770" y="41829"/>
                  </a:lnTo>
                  <a:lnTo>
                    <a:pt x="63613" y="41977"/>
                  </a:lnTo>
                  <a:lnTo>
                    <a:pt x="63456" y="42125"/>
                  </a:lnTo>
                  <a:lnTo>
                    <a:pt x="63299" y="42273"/>
                  </a:lnTo>
                  <a:lnTo>
                    <a:pt x="63143" y="42420"/>
                  </a:lnTo>
                  <a:lnTo>
                    <a:pt x="62988" y="42568"/>
                  </a:lnTo>
                  <a:lnTo>
                    <a:pt x="62833" y="42716"/>
                  </a:lnTo>
                  <a:lnTo>
                    <a:pt x="62679" y="42864"/>
                  </a:lnTo>
                  <a:lnTo>
                    <a:pt x="62525" y="43012"/>
                  </a:lnTo>
                  <a:lnTo>
                    <a:pt x="62371" y="43159"/>
                  </a:lnTo>
                  <a:lnTo>
                    <a:pt x="62218" y="43307"/>
                  </a:lnTo>
                  <a:lnTo>
                    <a:pt x="62065" y="43455"/>
                  </a:lnTo>
                  <a:lnTo>
                    <a:pt x="61912" y="43603"/>
                  </a:lnTo>
                  <a:lnTo>
                    <a:pt x="61759" y="43751"/>
                  </a:lnTo>
                  <a:lnTo>
                    <a:pt x="61606" y="43899"/>
                  </a:lnTo>
                  <a:lnTo>
                    <a:pt x="61454" y="44046"/>
                  </a:lnTo>
                  <a:lnTo>
                    <a:pt x="61301" y="44194"/>
                  </a:lnTo>
                  <a:lnTo>
                    <a:pt x="61149" y="44342"/>
                  </a:lnTo>
                  <a:lnTo>
                    <a:pt x="60996" y="44490"/>
                  </a:lnTo>
                  <a:lnTo>
                    <a:pt x="60843" y="44638"/>
                  </a:lnTo>
                  <a:lnTo>
                    <a:pt x="60689" y="44785"/>
                  </a:lnTo>
                  <a:lnTo>
                    <a:pt x="60535" y="44933"/>
                  </a:lnTo>
                  <a:lnTo>
                    <a:pt x="60380" y="45081"/>
                  </a:lnTo>
                  <a:lnTo>
                    <a:pt x="60225" y="45229"/>
                  </a:lnTo>
                  <a:lnTo>
                    <a:pt x="60068" y="45377"/>
                  </a:lnTo>
                  <a:lnTo>
                    <a:pt x="59911" y="45524"/>
                  </a:lnTo>
                  <a:lnTo>
                    <a:pt x="59752" y="45672"/>
                  </a:lnTo>
                  <a:lnTo>
                    <a:pt x="59592" y="45820"/>
                  </a:lnTo>
                  <a:lnTo>
                    <a:pt x="59431" y="45968"/>
                  </a:lnTo>
                  <a:lnTo>
                    <a:pt x="59267" y="46116"/>
                  </a:lnTo>
                  <a:lnTo>
                    <a:pt x="59103" y="46263"/>
                  </a:lnTo>
                  <a:lnTo>
                    <a:pt x="58937" y="46411"/>
                  </a:lnTo>
                  <a:lnTo>
                    <a:pt x="58769" y="46559"/>
                  </a:lnTo>
                  <a:lnTo>
                    <a:pt x="58599" y="46707"/>
                  </a:lnTo>
                  <a:lnTo>
                    <a:pt x="58427" y="46855"/>
                  </a:lnTo>
                  <a:lnTo>
                    <a:pt x="58254" y="47003"/>
                  </a:lnTo>
                  <a:lnTo>
                    <a:pt x="58080" y="47150"/>
                  </a:lnTo>
                  <a:lnTo>
                    <a:pt x="57903" y="47298"/>
                  </a:lnTo>
                  <a:lnTo>
                    <a:pt x="57724" y="47446"/>
                  </a:lnTo>
                  <a:lnTo>
                    <a:pt x="57544" y="47594"/>
                  </a:lnTo>
                  <a:lnTo>
                    <a:pt x="57363" y="47742"/>
                  </a:lnTo>
                  <a:lnTo>
                    <a:pt x="57181" y="47889"/>
                  </a:lnTo>
                  <a:lnTo>
                    <a:pt x="56997" y="48037"/>
                  </a:lnTo>
                  <a:lnTo>
                    <a:pt x="56813" y="48185"/>
                  </a:lnTo>
                  <a:lnTo>
                    <a:pt x="56628" y="48333"/>
                  </a:lnTo>
                  <a:lnTo>
                    <a:pt x="56443" y="48481"/>
                  </a:lnTo>
                  <a:lnTo>
                    <a:pt x="56257" y="48628"/>
                  </a:lnTo>
                  <a:lnTo>
                    <a:pt x="56072" y="48776"/>
                  </a:lnTo>
                  <a:lnTo>
                    <a:pt x="55887" y="48924"/>
                  </a:lnTo>
                  <a:lnTo>
                    <a:pt x="55703" y="49072"/>
                  </a:lnTo>
                  <a:lnTo>
                    <a:pt x="55520" y="49220"/>
                  </a:lnTo>
                  <a:lnTo>
                    <a:pt x="55338" y="49367"/>
                  </a:lnTo>
                  <a:lnTo>
                    <a:pt x="55158" y="49515"/>
                  </a:lnTo>
                  <a:lnTo>
                    <a:pt x="54980" y="49663"/>
                  </a:lnTo>
                  <a:lnTo>
                    <a:pt x="54805" y="49811"/>
                  </a:lnTo>
                  <a:lnTo>
                    <a:pt x="54631" y="49959"/>
                  </a:lnTo>
                  <a:lnTo>
                    <a:pt x="54461" y="50106"/>
                  </a:lnTo>
                  <a:lnTo>
                    <a:pt x="54294" y="50254"/>
                  </a:lnTo>
                  <a:lnTo>
                    <a:pt x="54130" y="50402"/>
                  </a:lnTo>
                  <a:lnTo>
                    <a:pt x="53970" y="50550"/>
                  </a:lnTo>
                  <a:lnTo>
                    <a:pt x="53813" y="50698"/>
                  </a:lnTo>
                  <a:lnTo>
                    <a:pt x="53661" y="50846"/>
                  </a:lnTo>
                  <a:lnTo>
                    <a:pt x="53512" y="50993"/>
                  </a:lnTo>
                  <a:lnTo>
                    <a:pt x="53367" y="51141"/>
                  </a:lnTo>
                  <a:lnTo>
                    <a:pt x="53226" y="51289"/>
                  </a:lnTo>
                  <a:lnTo>
                    <a:pt x="53090" y="51437"/>
                  </a:lnTo>
                  <a:lnTo>
                    <a:pt x="52958" y="51585"/>
                  </a:lnTo>
                  <a:lnTo>
                    <a:pt x="52830" y="51732"/>
                  </a:lnTo>
                  <a:lnTo>
                    <a:pt x="52705" y="51880"/>
                  </a:lnTo>
                  <a:lnTo>
                    <a:pt x="52586" y="52028"/>
                  </a:lnTo>
                  <a:lnTo>
                    <a:pt x="52469" y="52176"/>
                  </a:lnTo>
                  <a:lnTo>
                    <a:pt x="52356" y="52324"/>
                  </a:lnTo>
                  <a:lnTo>
                    <a:pt x="52247" y="52471"/>
                  </a:lnTo>
                  <a:lnTo>
                    <a:pt x="52141" y="52619"/>
                  </a:lnTo>
                  <a:lnTo>
                    <a:pt x="52038" y="52767"/>
                  </a:lnTo>
                  <a:lnTo>
                    <a:pt x="51937" y="52915"/>
                  </a:lnTo>
                  <a:lnTo>
                    <a:pt x="51839" y="53063"/>
                  </a:lnTo>
                  <a:lnTo>
                    <a:pt x="51744" y="53210"/>
                  </a:lnTo>
                  <a:lnTo>
                    <a:pt x="51650" y="53358"/>
                  </a:lnTo>
                  <a:lnTo>
                    <a:pt x="51558" y="53506"/>
                  </a:lnTo>
                  <a:lnTo>
                    <a:pt x="51467" y="53654"/>
                  </a:lnTo>
                  <a:lnTo>
                    <a:pt x="51377" y="53802"/>
                  </a:lnTo>
                  <a:lnTo>
                    <a:pt x="51287" y="53949"/>
                  </a:lnTo>
                  <a:lnTo>
                    <a:pt x="51199" y="54097"/>
                  </a:lnTo>
                  <a:lnTo>
                    <a:pt x="51110" y="54245"/>
                  </a:lnTo>
                  <a:lnTo>
                    <a:pt x="51021" y="54393"/>
                  </a:lnTo>
                  <a:lnTo>
                    <a:pt x="50932" y="54541"/>
                  </a:lnTo>
                  <a:lnTo>
                    <a:pt x="50843" y="54689"/>
                  </a:lnTo>
                  <a:lnTo>
                    <a:pt x="50752" y="54836"/>
                  </a:lnTo>
                  <a:lnTo>
                    <a:pt x="50661" y="54984"/>
                  </a:lnTo>
                  <a:lnTo>
                    <a:pt x="50569" y="55132"/>
                  </a:lnTo>
                  <a:lnTo>
                    <a:pt x="50475" y="55280"/>
                  </a:lnTo>
                  <a:lnTo>
                    <a:pt x="50380" y="55428"/>
                  </a:lnTo>
                  <a:lnTo>
                    <a:pt x="50284" y="55575"/>
                  </a:lnTo>
                  <a:lnTo>
                    <a:pt x="50186" y="55723"/>
                  </a:lnTo>
                  <a:lnTo>
                    <a:pt x="50087" y="55871"/>
                  </a:lnTo>
                  <a:lnTo>
                    <a:pt x="49986" y="56019"/>
                  </a:lnTo>
                  <a:lnTo>
                    <a:pt x="49884" y="56167"/>
                  </a:lnTo>
                  <a:lnTo>
                    <a:pt x="49780" y="56314"/>
                  </a:lnTo>
                  <a:lnTo>
                    <a:pt x="49675" y="56462"/>
                  </a:lnTo>
                  <a:lnTo>
                    <a:pt x="49568" y="56610"/>
                  </a:lnTo>
                  <a:lnTo>
                    <a:pt x="49460" y="56758"/>
                  </a:lnTo>
                  <a:lnTo>
                    <a:pt x="49351" y="56906"/>
                  </a:lnTo>
                  <a:lnTo>
                    <a:pt x="49241" y="57053"/>
                  </a:lnTo>
                  <a:lnTo>
                    <a:pt x="49130" y="57201"/>
                  </a:lnTo>
                  <a:lnTo>
                    <a:pt x="49018" y="57349"/>
                  </a:lnTo>
                  <a:lnTo>
                    <a:pt x="48906" y="57497"/>
                  </a:lnTo>
                  <a:lnTo>
                    <a:pt x="48793" y="57645"/>
                  </a:lnTo>
                  <a:lnTo>
                    <a:pt x="48679" y="57793"/>
                  </a:lnTo>
                  <a:lnTo>
                    <a:pt x="48566" y="57940"/>
                  </a:lnTo>
                  <a:lnTo>
                    <a:pt x="48452" y="58088"/>
                  </a:lnTo>
                  <a:lnTo>
                    <a:pt x="48339" y="58236"/>
                  </a:lnTo>
                  <a:lnTo>
                    <a:pt x="48225" y="58384"/>
                  </a:lnTo>
                  <a:lnTo>
                    <a:pt x="48112" y="58532"/>
                  </a:lnTo>
                  <a:lnTo>
                    <a:pt x="48000" y="58679"/>
                  </a:lnTo>
                  <a:lnTo>
                    <a:pt x="47888" y="58827"/>
                  </a:lnTo>
                  <a:lnTo>
                    <a:pt x="47777" y="58975"/>
                  </a:lnTo>
                  <a:lnTo>
                    <a:pt x="47666" y="59123"/>
                  </a:lnTo>
                  <a:lnTo>
                    <a:pt x="47557" y="59271"/>
                  </a:lnTo>
                  <a:lnTo>
                    <a:pt x="47448" y="59418"/>
                  </a:lnTo>
                  <a:lnTo>
                    <a:pt x="47341" y="59566"/>
                  </a:lnTo>
                  <a:lnTo>
                    <a:pt x="47235" y="59714"/>
                  </a:lnTo>
                  <a:lnTo>
                    <a:pt x="47131" y="59862"/>
                  </a:lnTo>
                  <a:lnTo>
                    <a:pt x="47027" y="60010"/>
                  </a:lnTo>
                  <a:lnTo>
                    <a:pt x="46925" y="60157"/>
                  </a:lnTo>
                  <a:lnTo>
                    <a:pt x="46824" y="60305"/>
                  </a:lnTo>
                  <a:lnTo>
                    <a:pt x="46725" y="60453"/>
                  </a:lnTo>
                  <a:lnTo>
                    <a:pt x="46627" y="60601"/>
                  </a:lnTo>
                  <a:lnTo>
                    <a:pt x="46530" y="60749"/>
                  </a:lnTo>
                  <a:lnTo>
                    <a:pt x="46435" y="60896"/>
                  </a:lnTo>
                  <a:lnTo>
                    <a:pt x="46341" y="61044"/>
                  </a:lnTo>
                  <a:lnTo>
                    <a:pt x="46249" y="61192"/>
                  </a:lnTo>
                  <a:lnTo>
                    <a:pt x="46158" y="61340"/>
                  </a:lnTo>
                  <a:lnTo>
                    <a:pt x="46068" y="61488"/>
                  </a:lnTo>
                  <a:lnTo>
                    <a:pt x="45980" y="61636"/>
                  </a:lnTo>
                  <a:lnTo>
                    <a:pt x="45892" y="61783"/>
                  </a:lnTo>
                  <a:lnTo>
                    <a:pt x="45806" y="61931"/>
                  </a:lnTo>
                  <a:lnTo>
                    <a:pt x="45721" y="62079"/>
                  </a:lnTo>
                  <a:lnTo>
                    <a:pt x="45638" y="62227"/>
                  </a:lnTo>
                  <a:lnTo>
                    <a:pt x="45555" y="62375"/>
                  </a:lnTo>
                  <a:lnTo>
                    <a:pt x="45473" y="62522"/>
                  </a:lnTo>
                  <a:lnTo>
                    <a:pt x="45392" y="62670"/>
                  </a:lnTo>
                  <a:lnTo>
                    <a:pt x="45312" y="62818"/>
                  </a:lnTo>
                  <a:lnTo>
                    <a:pt x="45232" y="62966"/>
                  </a:lnTo>
                  <a:lnTo>
                    <a:pt x="45153" y="63114"/>
                  </a:lnTo>
                  <a:lnTo>
                    <a:pt x="45076" y="63261"/>
                  </a:lnTo>
                  <a:lnTo>
                    <a:pt x="44998" y="63409"/>
                  </a:lnTo>
                  <a:lnTo>
                    <a:pt x="44921" y="63557"/>
                  </a:lnTo>
                  <a:lnTo>
                    <a:pt x="44845" y="63705"/>
                  </a:lnTo>
                  <a:lnTo>
                    <a:pt x="44769" y="63853"/>
                  </a:lnTo>
                  <a:lnTo>
                    <a:pt x="44694" y="64000"/>
                  </a:lnTo>
                  <a:lnTo>
                    <a:pt x="44619" y="64148"/>
                  </a:lnTo>
                  <a:lnTo>
                    <a:pt x="44544" y="64296"/>
                  </a:lnTo>
                  <a:lnTo>
                    <a:pt x="44470" y="64444"/>
                  </a:lnTo>
                  <a:lnTo>
                    <a:pt x="44396" y="64592"/>
                  </a:lnTo>
                  <a:lnTo>
                    <a:pt x="44323" y="64739"/>
                  </a:lnTo>
                  <a:lnTo>
                    <a:pt x="44250" y="64887"/>
                  </a:lnTo>
                  <a:lnTo>
                    <a:pt x="44177" y="65035"/>
                  </a:lnTo>
                  <a:lnTo>
                    <a:pt x="44104" y="65183"/>
                  </a:lnTo>
                  <a:lnTo>
                    <a:pt x="44032" y="65331"/>
                  </a:lnTo>
                  <a:lnTo>
                    <a:pt x="43961" y="65479"/>
                  </a:lnTo>
                  <a:lnTo>
                    <a:pt x="43890" y="65626"/>
                  </a:lnTo>
                  <a:lnTo>
                    <a:pt x="43819" y="65774"/>
                  </a:lnTo>
                  <a:lnTo>
                    <a:pt x="43749" y="65922"/>
                  </a:lnTo>
                  <a:lnTo>
                    <a:pt x="43679" y="66070"/>
                  </a:lnTo>
                  <a:lnTo>
                    <a:pt x="43610" y="66218"/>
                  </a:lnTo>
                  <a:lnTo>
                    <a:pt x="43542" y="66365"/>
                  </a:lnTo>
                  <a:lnTo>
                    <a:pt x="43474" y="66513"/>
                  </a:lnTo>
                  <a:lnTo>
                    <a:pt x="43408" y="66661"/>
                  </a:lnTo>
                  <a:lnTo>
                    <a:pt x="43342" y="66809"/>
                  </a:lnTo>
                  <a:lnTo>
                    <a:pt x="43277" y="66957"/>
                  </a:lnTo>
                  <a:lnTo>
                    <a:pt x="43213" y="67104"/>
                  </a:lnTo>
                  <a:lnTo>
                    <a:pt x="43150" y="67252"/>
                  </a:lnTo>
                  <a:lnTo>
                    <a:pt x="43089" y="67400"/>
                  </a:lnTo>
                  <a:lnTo>
                    <a:pt x="43028" y="67548"/>
                  </a:lnTo>
                  <a:lnTo>
                    <a:pt x="42969" y="67696"/>
                  </a:lnTo>
                  <a:lnTo>
                    <a:pt x="42911" y="67843"/>
                  </a:lnTo>
                  <a:lnTo>
                    <a:pt x="42855" y="67991"/>
                  </a:lnTo>
                  <a:lnTo>
                    <a:pt x="42799" y="68139"/>
                  </a:lnTo>
                  <a:lnTo>
                    <a:pt x="42746" y="68287"/>
                  </a:lnTo>
                  <a:lnTo>
                    <a:pt x="42694" y="68435"/>
                  </a:lnTo>
                  <a:lnTo>
                    <a:pt x="42643" y="68583"/>
                  </a:lnTo>
                  <a:lnTo>
                    <a:pt x="42594" y="68730"/>
                  </a:lnTo>
                  <a:lnTo>
                    <a:pt x="42546" y="68878"/>
                  </a:lnTo>
                  <a:lnTo>
                    <a:pt x="42501" y="69026"/>
                  </a:lnTo>
                  <a:lnTo>
                    <a:pt x="42457" y="69174"/>
                  </a:lnTo>
                  <a:lnTo>
                    <a:pt x="42414" y="69322"/>
                  </a:lnTo>
                  <a:lnTo>
                    <a:pt x="42373" y="69469"/>
                  </a:lnTo>
                  <a:lnTo>
                    <a:pt x="42334" y="69617"/>
                  </a:lnTo>
                  <a:lnTo>
                    <a:pt x="42297" y="69765"/>
                  </a:lnTo>
                  <a:lnTo>
                    <a:pt x="42261" y="69913"/>
                  </a:lnTo>
                  <a:lnTo>
                    <a:pt x="42226" y="70061"/>
                  </a:lnTo>
                  <a:lnTo>
                    <a:pt x="42194" y="70208"/>
                  </a:lnTo>
                  <a:lnTo>
                    <a:pt x="42163" y="70356"/>
                  </a:lnTo>
                  <a:lnTo>
                    <a:pt x="42133" y="70504"/>
                  </a:lnTo>
                  <a:lnTo>
                    <a:pt x="42105" y="70652"/>
                  </a:lnTo>
                  <a:lnTo>
                    <a:pt x="42079" y="70800"/>
                  </a:lnTo>
                  <a:lnTo>
                    <a:pt x="42054" y="70947"/>
                  </a:lnTo>
                  <a:lnTo>
                    <a:pt x="42030" y="71095"/>
                  </a:lnTo>
                  <a:lnTo>
                    <a:pt x="42007" y="71243"/>
                  </a:lnTo>
                  <a:lnTo>
                    <a:pt x="41986" y="71391"/>
                  </a:lnTo>
                  <a:lnTo>
                    <a:pt x="41967" y="71539"/>
                  </a:lnTo>
                  <a:lnTo>
                    <a:pt x="41948" y="71686"/>
                  </a:lnTo>
                  <a:lnTo>
                    <a:pt x="41930" y="71834"/>
                  </a:lnTo>
                  <a:lnTo>
                    <a:pt x="41914" y="71982"/>
                  </a:lnTo>
                  <a:lnTo>
                    <a:pt x="41898" y="72130"/>
                  </a:lnTo>
                  <a:lnTo>
                    <a:pt x="41883" y="72278"/>
                  </a:lnTo>
                  <a:lnTo>
                    <a:pt x="41869" y="72426"/>
                  </a:lnTo>
                  <a:lnTo>
                    <a:pt x="41856" y="72573"/>
                  </a:lnTo>
                  <a:lnTo>
                    <a:pt x="41844" y="72721"/>
                  </a:lnTo>
                  <a:lnTo>
                    <a:pt x="41832" y="72869"/>
                  </a:lnTo>
                  <a:lnTo>
                    <a:pt x="41821" y="73017"/>
                  </a:lnTo>
                  <a:lnTo>
                    <a:pt x="41810" y="73165"/>
                  </a:lnTo>
                  <a:lnTo>
                    <a:pt x="41799" y="73312"/>
                  </a:lnTo>
                  <a:lnTo>
                    <a:pt x="41789" y="73460"/>
                  </a:lnTo>
                  <a:lnTo>
                    <a:pt x="41779" y="73608"/>
                  </a:lnTo>
                  <a:lnTo>
                    <a:pt x="41769" y="73756"/>
                  </a:lnTo>
                  <a:lnTo>
                    <a:pt x="41760" y="73904"/>
                  </a:lnTo>
                  <a:lnTo>
                    <a:pt x="41750" y="74051"/>
                  </a:lnTo>
                  <a:lnTo>
                    <a:pt x="41740" y="74199"/>
                  </a:lnTo>
                  <a:lnTo>
                    <a:pt x="41730" y="74347"/>
                  </a:lnTo>
                  <a:lnTo>
                    <a:pt x="41720" y="74495"/>
                  </a:lnTo>
                  <a:lnTo>
                    <a:pt x="41710" y="74643"/>
                  </a:lnTo>
                  <a:lnTo>
                    <a:pt x="41700" y="74790"/>
                  </a:lnTo>
                  <a:lnTo>
                    <a:pt x="41689" y="74938"/>
                  </a:lnTo>
                  <a:lnTo>
                    <a:pt x="41678" y="75086"/>
                  </a:lnTo>
                  <a:lnTo>
                    <a:pt x="41667" y="75234"/>
                  </a:lnTo>
                  <a:lnTo>
                    <a:pt x="41655" y="75382"/>
                  </a:lnTo>
                  <a:lnTo>
                    <a:pt x="41643" y="75529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9" name="pg32">
              <a:extLst>
                <a:ext uri="{FF2B5EF4-FFF2-40B4-BE49-F238E27FC236}">
                  <a16:creationId xmlns:a16="http://schemas.microsoft.com/office/drawing/2014/main" id="{6B3DC016-E607-C5C8-76E7-CD2FE07B4D90}"/>
                </a:ext>
              </a:extLst>
            </p:cNvPr>
            <p:cNvSpPr/>
            <p:nvPr/>
          </p:nvSpPr>
          <p:spPr>
            <a:xfrm>
              <a:off x="5045635" y="2133752"/>
              <a:ext cx="122240" cy="156242"/>
            </a:xfrm>
            <a:custGeom>
              <a:avLst/>
              <a:gdLst/>
              <a:ahLst/>
              <a:cxnLst/>
              <a:rect l="0" t="0" r="0" b="0"/>
              <a:pathLst>
                <a:path w="122240" h="156242">
                  <a:moveTo>
                    <a:pt x="60564" y="156242"/>
                  </a:moveTo>
                  <a:lnTo>
                    <a:pt x="60568" y="155936"/>
                  </a:lnTo>
                  <a:lnTo>
                    <a:pt x="60580" y="155631"/>
                  </a:lnTo>
                  <a:lnTo>
                    <a:pt x="60600" y="155325"/>
                  </a:lnTo>
                  <a:lnTo>
                    <a:pt x="60628" y="155019"/>
                  </a:lnTo>
                  <a:lnTo>
                    <a:pt x="60662" y="154713"/>
                  </a:lnTo>
                  <a:lnTo>
                    <a:pt x="60699" y="154408"/>
                  </a:lnTo>
                  <a:lnTo>
                    <a:pt x="60740" y="154102"/>
                  </a:lnTo>
                  <a:lnTo>
                    <a:pt x="60782" y="153796"/>
                  </a:lnTo>
                  <a:lnTo>
                    <a:pt x="60823" y="153490"/>
                  </a:lnTo>
                  <a:lnTo>
                    <a:pt x="60864" y="153185"/>
                  </a:lnTo>
                  <a:lnTo>
                    <a:pt x="60903" y="152879"/>
                  </a:lnTo>
                  <a:lnTo>
                    <a:pt x="60938" y="152573"/>
                  </a:lnTo>
                  <a:lnTo>
                    <a:pt x="60971" y="152267"/>
                  </a:lnTo>
                  <a:lnTo>
                    <a:pt x="60999" y="151962"/>
                  </a:lnTo>
                  <a:lnTo>
                    <a:pt x="61023" y="151656"/>
                  </a:lnTo>
                  <a:lnTo>
                    <a:pt x="61044" y="151350"/>
                  </a:lnTo>
                  <a:lnTo>
                    <a:pt x="61061" y="151044"/>
                  </a:lnTo>
                  <a:lnTo>
                    <a:pt x="61075" y="150739"/>
                  </a:lnTo>
                  <a:lnTo>
                    <a:pt x="61086" y="150433"/>
                  </a:lnTo>
                  <a:lnTo>
                    <a:pt x="61095" y="150127"/>
                  </a:lnTo>
                  <a:lnTo>
                    <a:pt x="61102" y="149821"/>
                  </a:lnTo>
                  <a:lnTo>
                    <a:pt x="61107" y="149515"/>
                  </a:lnTo>
                  <a:lnTo>
                    <a:pt x="61110" y="149210"/>
                  </a:lnTo>
                  <a:lnTo>
                    <a:pt x="61113" y="148904"/>
                  </a:lnTo>
                  <a:lnTo>
                    <a:pt x="61115" y="148598"/>
                  </a:lnTo>
                  <a:lnTo>
                    <a:pt x="61117" y="148292"/>
                  </a:lnTo>
                  <a:lnTo>
                    <a:pt x="61117" y="147987"/>
                  </a:lnTo>
                  <a:lnTo>
                    <a:pt x="61118" y="147681"/>
                  </a:lnTo>
                  <a:lnTo>
                    <a:pt x="61118" y="147375"/>
                  </a:lnTo>
                  <a:lnTo>
                    <a:pt x="61118" y="147069"/>
                  </a:lnTo>
                  <a:lnTo>
                    <a:pt x="61118" y="146764"/>
                  </a:lnTo>
                  <a:lnTo>
                    <a:pt x="61117" y="146458"/>
                  </a:lnTo>
                  <a:lnTo>
                    <a:pt x="61116" y="146152"/>
                  </a:lnTo>
                  <a:lnTo>
                    <a:pt x="61115" y="145846"/>
                  </a:lnTo>
                  <a:lnTo>
                    <a:pt x="61113" y="145541"/>
                  </a:lnTo>
                  <a:lnTo>
                    <a:pt x="61110" y="145235"/>
                  </a:lnTo>
                  <a:lnTo>
                    <a:pt x="61107" y="144929"/>
                  </a:lnTo>
                  <a:lnTo>
                    <a:pt x="61101" y="144623"/>
                  </a:lnTo>
                  <a:lnTo>
                    <a:pt x="61095" y="144318"/>
                  </a:lnTo>
                  <a:lnTo>
                    <a:pt x="61086" y="144012"/>
                  </a:lnTo>
                  <a:lnTo>
                    <a:pt x="61075" y="143706"/>
                  </a:lnTo>
                  <a:lnTo>
                    <a:pt x="61060" y="143400"/>
                  </a:lnTo>
                  <a:lnTo>
                    <a:pt x="61043" y="143095"/>
                  </a:lnTo>
                  <a:lnTo>
                    <a:pt x="61022" y="142789"/>
                  </a:lnTo>
                  <a:lnTo>
                    <a:pt x="60998" y="142483"/>
                  </a:lnTo>
                  <a:lnTo>
                    <a:pt x="60969" y="142177"/>
                  </a:lnTo>
                  <a:lnTo>
                    <a:pt x="60937" y="141872"/>
                  </a:lnTo>
                  <a:lnTo>
                    <a:pt x="60902" y="141566"/>
                  </a:lnTo>
                  <a:lnTo>
                    <a:pt x="60863" y="141260"/>
                  </a:lnTo>
                  <a:lnTo>
                    <a:pt x="60822" y="140954"/>
                  </a:lnTo>
                  <a:lnTo>
                    <a:pt x="60780" y="140648"/>
                  </a:lnTo>
                  <a:lnTo>
                    <a:pt x="60738" y="140343"/>
                  </a:lnTo>
                  <a:lnTo>
                    <a:pt x="60698" y="140037"/>
                  </a:lnTo>
                  <a:lnTo>
                    <a:pt x="60660" y="139731"/>
                  </a:lnTo>
                  <a:lnTo>
                    <a:pt x="60627" y="139425"/>
                  </a:lnTo>
                  <a:lnTo>
                    <a:pt x="60599" y="139120"/>
                  </a:lnTo>
                  <a:lnTo>
                    <a:pt x="60579" y="138814"/>
                  </a:lnTo>
                  <a:lnTo>
                    <a:pt x="60566" y="138508"/>
                  </a:lnTo>
                  <a:lnTo>
                    <a:pt x="60563" y="138202"/>
                  </a:lnTo>
                  <a:lnTo>
                    <a:pt x="60568" y="137897"/>
                  </a:lnTo>
                  <a:lnTo>
                    <a:pt x="60581" y="137591"/>
                  </a:lnTo>
                  <a:lnTo>
                    <a:pt x="60602" y="137285"/>
                  </a:lnTo>
                  <a:lnTo>
                    <a:pt x="60629" y="136979"/>
                  </a:lnTo>
                  <a:lnTo>
                    <a:pt x="60663" y="136674"/>
                  </a:lnTo>
                  <a:lnTo>
                    <a:pt x="60700" y="136368"/>
                  </a:lnTo>
                  <a:lnTo>
                    <a:pt x="60741" y="136062"/>
                  </a:lnTo>
                  <a:lnTo>
                    <a:pt x="60783" y="135756"/>
                  </a:lnTo>
                  <a:lnTo>
                    <a:pt x="60825" y="135451"/>
                  </a:lnTo>
                  <a:lnTo>
                    <a:pt x="60866" y="135145"/>
                  </a:lnTo>
                  <a:lnTo>
                    <a:pt x="60904" y="134839"/>
                  </a:lnTo>
                  <a:lnTo>
                    <a:pt x="60939" y="134533"/>
                  </a:lnTo>
                  <a:lnTo>
                    <a:pt x="60971" y="134228"/>
                  </a:lnTo>
                  <a:lnTo>
                    <a:pt x="61000" y="133922"/>
                  </a:lnTo>
                  <a:lnTo>
                    <a:pt x="61024" y="133616"/>
                  </a:lnTo>
                  <a:lnTo>
                    <a:pt x="61045" y="133310"/>
                  </a:lnTo>
                  <a:lnTo>
                    <a:pt x="61062" y="133005"/>
                  </a:lnTo>
                  <a:lnTo>
                    <a:pt x="61076" y="132699"/>
                  </a:lnTo>
                  <a:lnTo>
                    <a:pt x="61086" y="132393"/>
                  </a:lnTo>
                  <a:lnTo>
                    <a:pt x="61095" y="132087"/>
                  </a:lnTo>
                  <a:lnTo>
                    <a:pt x="61102" y="131781"/>
                  </a:lnTo>
                  <a:lnTo>
                    <a:pt x="61107" y="131476"/>
                  </a:lnTo>
                  <a:lnTo>
                    <a:pt x="61111" y="131170"/>
                  </a:lnTo>
                  <a:lnTo>
                    <a:pt x="61113" y="130864"/>
                  </a:lnTo>
                  <a:lnTo>
                    <a:pt x="61115" y="130558"/>
                  </a:lnTo>
                  <a:lnTo>
                    <a:pt x="61117" y="130253"/>
                  </a:lnTo>
                  <a:lnTo>
                    <a:pt x="61118" y="129947"/>
                  </a:lnTo>
                  <a:lnTo>
                    <a:pt x="61118" y="129641"/>
                  </a:lnTo>
                  <a:lnTo>
                    <a:pt x="61119" y="129335"/>
                  </a:lnTo>
                  <a:lnTo>
                    <a:pt x="61119" y="129030"/>
                  </a:lnTo>
                  <a:lnTo>
                    <a:pt x="61119" y="128724"/>
                  </a:lnTo>
                  <a:lnTo>
                    <a:pt x="61119" y="128418"/>
                  </a:lnTo>
                  <a:lnTo>
                    <a:pt x="61119" y="128112"/>
                  </a:lnTo>
                  <a:lnTo>
                    <a:pt x="61119" y="127807"/>
                  </a:lnTo>
                  <a:lnTo>
                    <a:pt x="61119" y="127501"/>
                  </a:lnTo>
                  <a:lnTo>
                    <a:pt x="61119" y="127195"/>
                  </a:lnTo>
                  <a:lnTo>
                    <a:pt x="61120" y="126889"/>
                  </a:lnTo>
                  <a:lnTo>
                    <a:pt x="61120" y="126584"/>
                  </a:lnTo>
                  <a:lnTo>
                    <a:pt x="61120" y="126278"/>
                  </a:lnTo>
                  <a:lnTo>
                    <a:pt x="61120" y="125972"/>
                  </a:lnTo>
                  <a:lnTo>
                    <a:pt x="61120" y="125666"/>
                  </a:lnTo>
                  <a:lnTo>
                    <a:pt x="61120" y="125361"/>
                  </a:lnTo>
                  <a:lnTo>
                    <a:pt x="61120" y="125055"/>
                  </a:lnTo>
                  <a:lnTo>
                    <a:pt x="61120" y="124749"/>
                  </a:lnTo>
                  <a:lnTo>
                    <a:pt x="61120" y="124443"/>
                  </a:lnTo>
                  <a:lnTo>
                    <a:pt x="61120" y="124138"/>
                  </a:lnTo>
                  <a:lnTo>
                    <a:pt x="61120" y="123832"/>
                  </a:lnTo>
                  <a:lnTo>
                    <a:pt x="61120" y="123526"/>
                  </a:lnTo>
                  <a:lnTo>
                    <a:pt x="61120" y="123220"/>
                  </a:lnTo>
                  <a:lnTo>
                    <a:pt x="61120" y="122914"/>
                  </a:lnTo>
                  <a:lnTo>
                    <a:pt x="61120" y="122609"/>
                  </a:lnTo>
                  <a:lnTo>
                    <a:pt x="61120" y="122303"/>
                  </a:lnTo>
                  <a:lnTo>
                    <a:pt x="61120" y="121997"/>
                  </a:lnTo>
                  <a:lnTo>
                    <a:pt x="61120" y="121691"/>
                  </a:lnTo>
                  <a:lnTo>
                    <a:pt x="61120" y="121386"/>
                  </a:lnTo>
                  <a:lnTo>
                    <a:pt x="61120" y="121080"/>
                  </a:lnTo>
                  <a:lnTo>
                    <a:pt x="61120" y="120774"/>
                  </a:lnTo>
                  <a:lnTo>
                    <a:pt x="61120" y="120468"/>
                  </a:lnTo>
                  <a:lnTo>
                    <a:pt x="61120" y="120163"/>
                  </a:lnTo>
                  <a:lnTo>
                    <a:pt x="61120" y="119857"/>
                  </a:lnTo>
                  <a:lnTo>
                    <a:pt x="61120" y="119551"/>
                  </a:lnTo>
                  <a:lnTo>
                    <a:pt x="61120" y="119245"/>
                  </a:lnTo>
                  <a:lnTo>
                    <a:pt x="61120" y="118940"/>
                  </a:lnTo>
                  <a:lnTo>
                    <a:pt x="61120" y="118634"/>
                  </a:lnTo>
                  <a:lnTo>
                    <a:pt x="61120" y="118328"/>
                  </a:lnTo>
                  <a:lnTo>
                    <a:pt x="61120" y="118022"/>
                  </a:lnTo>
                  <a:lnTo>
                    <a:pt x="61120" y="117717"/>
                  </a:lnTo>
                  <a:lnTo>
                    <a:pt x="61120" y="117411"/>
                  </a:lnTo>
                  <a:lnTo>
                    <a:pt x="61120" y="117105"/>
                  </a:lnTo>
                  <a:lnTo>
                    <a:pt x="61120" y="116799"/>
                  </a:lnTo>
                  <a:lnTo>
                    <a:pt x="61120" y="116494"/>
                  </a:lnTo>
                  <a:lnTo>
                    <a:pt x="61120" y="116188"/>
                  </a:lnTo>
                  <a:lnTo>
                    <a:pt x="61120" y="115882"/>
                  </a:lnTo>
                  <a:lnTo>
                    <a:pt x="61120" y="115576"/>
                  </a:lnTo>
                  <a:lnTo>
                    <a:pt x="61120" y="115271"/>
                  </a:lnTo>
                  <a:lnTo>
                    <a:pt x="61120" y="114965"/>
                  </a:lnTo>
                  <a:lnTo>
                    <a:pt x="61120" y="114659"/>
                  </a:lnTo>
                  <a:lnTo>
                    <a:pt x="61120" y="114353"/>
                  </a:lnTo>
                  <a:lnTo>
                    <a:pt x="61120" y="114047"/>
                  </a:lnTo>
                  <a:lnTo>
                    <a:pt x="61120" y="113742"/>
                  </a:lnTo>
                  <a:lnTo>
                    <a:pt x="61120" y="113436"/>
                  </a:lnTo>
                  <a:lnTo>
                    <a:pt x="61120" y="113130"/>
                  </a:lnTo>
                  <a:lnTo>
                    <a:pt x="61120" y="112824"/>
                  </a:lnTo>
                  <a:lnTo>
                    <a:pt x="61120" y="112519"/>
                  </a:lnTo>
                  <a:lnTo>
                    <a:pt x="61120" y="112213"/>
                  </a:lnTo>
                  <a:lnTo>
                    <a:pt x="61120" y="111907"/>
                  </a:lnTo>
                  <a:lnTo>
                    <a:pt x="61120" y="111601"/>
                  </a:lnTo>
                  <a:lnTo>
                    <a:pt x="61120" y="111296"/>
                  </a:lnTo>
                  <a:lnTo>
                    <a:pt x="61120" y="110990"/>
                  </a:lnTo>
                  <a:lnTo>
                    <a:pt x="61120" y="110684"/>
                  </a:lnTo>
                  <a:lnTo>
                    <a:pt x="61120" y="110378"/>
                  </a:lnTo>
                  <a:lnTo>
                    <a:pt x="61120" y="110073"/>
                  </a:lnTo>
                  <a:lnTo>
                    <a:pt x="61120" y="109767"/>
                  </a:lnTo>
                  <a:lnTo>
                    <a:pt x="61120" y="109461"/>
                  </a:lnTo>
                  <a:lnTo>
                    <a:pt x="61120" y="109155"/>
                  </a:lnTo>
                  <a:lnTo>
                    <a:pt x="61120" y="108850"/>
                  </a:lnTo>
                  <a:lnTo>
                    <a:pt x="61120" y="108544"/>
                  </a:lnTo>
                  <a:lnTo>
                    <a:pt x="61120" y="108238"/>
                  </a:lnTo>
                  <a:lnTo>
                    <a:pt x="61120" y="107932"/>
                  </a:lnTo>
                  <a:lnTo>
                    <a:pt x="61120" y="107627"/>
                  </a:lnTo>
                  <a:lnTo>
                    <a:pt x="61120" y="107321"/>
                  </a:lnTo>
                  <a:lnTo>
                    <a:pt x="61120" y="107015"/>
                  </a:lnTo>
                  <a:lnTo>
                    <a:pt x="61120" y="106709"/>
                  </a:lnTo>
                  <a:lnTo>
                    <a:pt x="61120" y="106404"/>
                  </a:lnTo>
                  <a:lnTo>
                    <a:pt x="61120" y="106098"/>
                  </a:lnTo>
                  <a:lnTo>
                    <a:pt x="61120" y="105792"/>
                  </a:lnTo>
                  <a:lnTo>
                    <a:pt x="61120" y="105486"/>
                  </a:lnTo>
                  <a:lnTo>
                    <a:pt x="61120" y="105180"/>
                  </a:lnTo>
                  <a:lnTo>
                    <a:pt x="61120" y="104875"/>
                  </a:lnTo>
                  <a:lnTo>
                    <a:pt x="61120" y="104569"/>
                  </a:lnTo>
                  <a:lnTo>
                    <a:pt x="61120" y="104263"/>
                  </a:lnTo>
                  <a:lnTo>
                    <a:pt x="61120" y="103957"/>
                  </a:lnTo>
                  <a:lnTo>
                    <a:pt x="61120" y="103652"/>
                  </a:lnTo>
                  <a:lnTo>
                    <a:pt x="61120" y="103346"/>
                  </a:lnTo>
                  <a:lnTo>
                    <a:pt x="61120" y="103040"/>
                  </a:lnTo>
                  <a:lnTo>
                    <a:pt x="61120" y="102734"/>
                  </a:lnTo>
                  <a:lnTo>
                    <a:pt x="61120" y="102429"/>
                  </a:lnTo>
                  <a:lnTo>
                    <a:pt x="61120" y="102123"/>
                  </a:lnTo>
                  <a:lnTo>
                    <a:pt x="61120" y="101817"/>
                  </a:lnTo>
                  <a:lnTo>
                    <a:pt x="61120" y="101511"/>
                  </a:lnTo>
                  <a:lnTo>
                    <a:pt x="61120" y="101206"/>
                  </a:lnTo>
                  <a:lnTo>
                    <a:pt x="61120" y="100900"/>
                  </a:lnTo>
                  <a:lnTo>
                    <a:pt x="61120" y="100594"/>
                  </a:lnTo>
                  <a:lnTo>
                    <a:pt x="61120" y="100288"/>
                  </a:lnTo>
                  <a:lnTo>
                    <a:pt x="61120" y="99983"/>
                  </a:lnTo>
                  <a:lnTo>
                    <a:pt x="61120" y="99677"/>
                  </a:lnTo>
                  <a:lnTo>
                    <a:pt x="61120" y="99371"/>
                  </a:lnTo>
                  <a:lnTo>
                    <a:pt x="61120" y="99065"/>
                  </a:lnTo>
                  <a:lnTo>
                    <a:pt x="61120" y="98760"/>
                  </a:lnTo>
                  <a:lnTo>
                    <a:pt x="61120" y="98454"/>
                  </a:lnTo>
                  <a:lnTo>
                    <a:pt x="61120" y="98148"/>
                  </a:lnTo>
                  <a:lnTo>
                    <a:pt x="61120" y="97842"/>
                  </a:lnTo>
                  <a:lnTo>
                    <a:pt x="61120" y="97537"/>
                  </a:lnTo>
                  <a:lnTo>
                    <a:pt x="61120" y="97231"/>
                  </a:lnTo>
                  <a:lnTo>
                    <a:pt x="61120" y="96925"/>
                  </a:lnTo>
                  <a:lnTo>
                    <a:pt x="61120" y="96619"/>
                  </a:lnTo>
                  <a:lnTo>
                    <a:pt x="61120" y="96313"/>
                  </a:lnTo>
                  <a:lnTo>
                    <a:pt x="61120" y="96008"/>
                  </a:lnTo>
                  <a:lnTo>
                    <a:pt x="61120" y="95702"/>
                  </a:lnTo>
                  <a:lnTo>
                    <a:pt x="61119" y="95396"/>
                  </a:lnTo>
                  <a:lnTo>
                    <a:pt x="61119" y="95090"/>
                  </a:lnTo>
                  <a:lnTo>
                    <a:pt x="61119" y="94785"/>
                  </a:lnTo>
                  <a:lnTo>
                    <a:pt x="61119" y="94479"/>
                  </a:lnTo>
                  <a:lnTo>
                    <a:pt x="61119" y="94173"/>
                  </a:lnTo>
                  <a:lnTo>
                    <a:pt x="61119" y="93867"/>
                  </a:lnTo>
                  <a:lnTo>
                    <a:pt x="61119" y="93562"/>
                  </a:lnTo>
                  <a:lnTo>
                    <a:pt x="61118" y="93256"/>
                  </a:lnTo>
                  <a:lnTo>
                    <a:pt x="61118" y="92950"/>
                  </a:lnTo>
                  <a:lnTo>
                    <a:pt x="61117" y="92644"/>
                  </a:lnTo>
                  <a:lnTo>
                    <a:pt x="61116" y="92339"/>
                  </a:lnTo>
                  <a:lnTo>
                    <a:pt x="61114" y="92033"/>
                  </a:lnTo>
                  <a:lnTo>
                    <a:pt x="61111" y="91727"/>
                  </a:lnTo>
                  <a:lnTo>
                    <a:pt x="61106" y="91421"/>
                  </a:lnTo>
                  <a:lnTo>
                    <a:pt x="61101" y="91116"/>
                  </a:lnTo>
                  <a:lnTo>
                    <a:pt x="61093" y="90810"/>
                  </a:lnTo>
                  <a:lnTo>
                    <a:pt x="61082" y="90504"/>
                  </a:lnTo>
                  <a:lnTo>
                    <a:pt x="61068" y="90198"/>
                  </a:lnTo>
                  <a:lnTo>
                    <a:pt x="61050" y="89893"/>
                  </a:lnTo>
                  <a:lnTo>
                    <a:pt x="61027" y="89587"/>
                  </a:lnTo>
                  <a:lnTo>
                    <a:pt x="60999" y="89281"/>
                  </a:lnTo>
                  <a:lnTo>
                    <a:pt x="60963" y="88975"/>
                  </a:lnTo>
                  <a:lnTo>
                    <a:pt x="60920" y="88670"/>
                  </a:lnTo>
                  <a:lnTo>
                    <a:pt x="60870" y="88364"/>
                  </a:lnTo>
                  <a:lnTo>
                    <a:pt x="60812" y="88058"/>
                  </a:lnTo>
                  <a:lnTo>
                    <a:pt x="60746" y="87752"/>
                  </a:lnTo>
                  <a:lnTo>
                    <a:pt x="60673" y="87446"/>
                  </a:lnTo>
                  <a:lnTo>
                    <a:pt x="60594" y="87141"/>
                  </a:lnTo>
                  <a:lnTo>
                    <a:pt x="60510" y="86835"/>
                  </a:lnTo>
                  <a:lnTo>
                    <a:pt x="60423" y="86529"/>
                  </a:lnTo>
                  <a:lnTo>
                    <a:pt x="60335" y="86223"/>
                  </a:lnTo>
                  <a:lnTo>
                    <a:pt x="60248" y="85918"/>
                  </a:lnTo>
                  <a:lnTo>
                    <a:pt x="60166" y="85612"/>
                  </a:lnTo>
                  <a:lnTo>
                    <a:pt x="60089" y="85306"/>
                  </a:lnTo>
                  <a:lnTo>
                    <a:pt x="60019" y="85000"/>
                  </a:lnTo>
                  <a:lnTo>
                    <a:pt x="59958" y="84695"/>
                  </a:lnTo>
                  <a:lnTo>
                    <a:pt x="59905" y="84389"/>
                  </a:lnTo>
                  <a:lnTo>
                    <a:pt x="59860" y="84083"/>
                  </a:lnTo>
                  <a:lnTo>
                    <a:pt x="59822" y="83777"/>
                  </a:lnTo>
                  <a:lnTo>
                    <a:pt x="59788" y="83472"/>
                  </a:lnTo>
                  <a:lnTo>
                    <a:pt x="59754" y="83166"/>
                  </a:lnTo>
                  <a:lnTo>
                    <a:pt x="59716" y="82860"/>
                  </a:lnTo>
                  <a:lnTo>
                    <a:pt x="59672" y="82554"/>
                  </a:lnTo>
                  <a:lnTo>
                    <a:pt x="59616" y="82249"/>
                  </a:lnTo>
                  <a:lnTo>
                    <a:pt x="59547" y="81943"/>
                  </a:lnTo>
                  <a:lnTo>
                    <a:pt x="59462" y="81637"/>
                  </a:lnTo>
                  <a:lnTo>
                    <a:pt x="59360" y="81331"/>
                  </a:lnTo>
                  <a:lnTo>
                    <a:pt x="59243" y="81026"/>
                  </a:lnTo>
                  <a:lnTo>
                    <a:pt x="59110" y="80720"/>
                  </a:lnTo>
                  <a:lnTo>
                    <a:pt x="58968" y="80414"/>
                  </a:lnTo>
                  <a:lnTo>
                    <a:pt x="58821" y="80108"/>
                  </a:lnTo>
                  <a:lnTo>
                    <a:pt x="58677" y="79803"/>
                  </a:lnTo>
                  <a:lnTo>
                    <a:pt x="58542" y="79497"/>
                  </a:lnTo>
                  <a:lnTo>
                    <a:pt x="58422" y="79191"/>
                  </a:lnTo>
                  <a:lnTo>
                    <a:pt x="58323" y="78885"/>
                  </a:lnTo>
                  <a:lnTo>
                    <a:pt x="58251" y="78579"/>
                  </a:lnTo>
                  <a:lnTo>
                    <a:pt x="58208" y="78274"/>
                  </a:lnTo>
                  <a:lnTo>
                    <a:pt x="58200" y="77968"/>
                  </a:lnTo>
                  <a:lnTo>
                    <a:pt x="58225" y="77662"/>
                  </a:lnTo>
                  <a:lnTo>
                    <a:pt x="58279" y="77356"/>
                  </a:lnTo>
                  <a:lnTo>
                    <a:pt x="58358" y="77051"/>
                  </a:lnTo>
                  <a:lnTo>
                    <a:pt x="58455" y="76745"/>
                  </a:lnTo>
                  <a:lnTo>
                    <a:pt x="58565" y="76439"/>
                  </a:lnTo>
                  <a:lnTo>
                    <a:pt x="58680" y="76133"/>
                  </a:lnTo>
                  <a:lnTo>
                    <a:pt x="58794" y="75828"/>
                  </a:lnTo>
                  <a:lnTo>
                    <a:pt x="58901" y="75522"/>
                  </a:lnTo>
                  <a:lnTo>
                    <a:pt x="58995" y="75216"/>
                  </a:lnTo>
                  <a:lnTo>
                    <a:pt x="59071" y="74910"/>
                  </a:lnTo>
                  <a:lnTo>
                    <a:pt x="59131" y="74605"/>
                  </a:lnTo>
                  <a:lnTo>
                    <a:pt x="59173" y="74299"/>
                  </a:lnTo>
                  <a:lnTo>
                    <a:pt x="59202" y="73993"/>
                  </a:lnTo>
                  <a:lnTo>
                    <a:pt x="59219" y="73687"/>
                  </a:lnTo>
                  <a:lnTo>
                    <a:pt x="59229" y="73382"/>
                  </a:lnTo>
                  <a:lnTo>
                    <a:pt x="59238" y="73076"/>
                  </a:lnTo>
                  <a:lnTo>
                    <a:pt x="59250" y="72770"/>
                  </a:lnTo>
                  <a:lnTo>
                    <a:pt x="59270" y="72464"/>
                  </a:lnTo>
                  <a:lnTo>
                    <a:pt x="59303" y="72159"/>
                  </a:lnTo>
                  <a:lnTo>
                    <a:pt x="59351" y="71853"/>
                  </a:lnTo>
                  <a:lnTo>
                    <a:pt x="59416" y="71547"/>
                  </a:lnTo>
                  <a:lnTo>
                    <a:pt x="59496" y="71241"/>
                  </a:lnTo>
                  <a:lnTo>
                    <a:pt x="59592" y="70936"/>
                  </a:lnTo>
                  <a:lnTo>
                    <a:pt x="59702" y="70630"/>
                  </a:lnTo>
                  <a:lnTo>
                    <a:pt x="59821" y="70324"/>
                  </a:lnTo>
                  <a:lnTo>
                    <a:pt x="59948" y="70018"/>
                  </a:lnTo>
                  <a:lnTo>
                    <a:pt x="60078" y="69712"/>
                  </a:lnTo>
                  <a:lnTo>
                    <a:pt x="60207" y="69407"/>
                  </a:lnTo>
                  <a:lnTo>
                    <a:pt x="60332" y="69101"/>
                  </a:lnTo>
                  <a:lnTo>
                    <a:pt x="60449" y="68795"/>
                  </a:lnTo>
                  <a:lnTo>
                    <a:pt x="60558" y="68489"/>
                  </a:lnTo>
                  <a:lnTo>
                    <a:pt x="60656" y="68184"/>
                  </a:lnTo>
                  <a:lnTo>
                    <a:pt x="60742" y="67878"/>
                  </a:lnTo>
                  <a:lnTo>
                    <a:pt x="60816" y="67572"/>
                  </a:lnTo>
                  <a:lnTo>
                    <a:pt x="60878" y="67266"/>
                  </a:lnTo>
                  <a:lnTo>
                    <a:pt x="60928" y="66961"/>
                  </a:lnTo>
                  <a:lnTo>
                    <a:pt x="60966" y="66655"/>
                  </a:lnTo>
                  <a:lnTo>
                    <a:pt x="60994" y="66349"/>
                  </a:lnTo>
                  <a:lnTo>
                    <a:pt x="61013" y="66043"/>
                  </a:lnTo>
                  <a:lnTo>
                    <a:pt x="61024" y="65738"/>
                  </a:lnTo>
                  <a:lnTo>
                    <a:pt x="61028" y="65432"/>
                  </a:lnTo>
                  <a:lnTo>
                    <a:pt x="61024" y="65126"/>
                  </a:lnTo>
                  <a:lnTo>
                    <a:pt x="61014" y="64820"/>
                  </a:lnTo>
                  <a:lnTo>
                    <a:pt x="60998" y="64515"/>
                  </a:lnTo>
                  <a:lnTo>
                    <a:pt x="60975" y="64209"/>
                  </a:lnTo>
                  <a:lnTo>
                    <a:pt x="60948" y="63903"/>
                  </a:lnTo>
                  <a:lnTo>
                    <a:pt x="60916" y="63597"/>
                  </a:lnTo>
                  <a:lnTo>
                    <a:pt x="60879" y="63292"/>
                  </a:lnTo>
                  <a:lnTo>
                    <a:pt x="60840" y="62986"/>
                  </a:lnTo>
                  <a:lnTo>
                    <a:pt x="60799" y="62680"/>
                  </a:lnTo>
                  <a:lnTo>
                    <a:pt x="60756" y="62374"/>
                  </a:lnTo>
                  <a:lnTo>
                    <a:pt x="60714" y="62069"/>
                  </a:lnTo>
                  <a:lnTo>
                    <a:pt x="60674" y="61763"/>
                  </a:lnTo>
                  <a:lnTo>
                    <a:pt x="60636" y="61457"/>
                  </a:lnTo>
                  <a:lnTo>
                    <a:pt x="60603" y="61151"/>
                  </a:lnTo>
                  <a:lnTo>
                    <a:pt x="60576" y="60845"/>
                  </a:lnTo>
                  <a:lnTo>
                    <a:pt x="60555" y="60540"/>
                  </a:lnTo>
                  <a:lnTo>
                    <a:pt x="60540" y="60234"/>
                  </a:lnTo>
                  <a:lnTo>
                    <a:pt x="60531" y="59928"/>
                  </a:lnTo>
                  <a:lnTo>
                    <a:pt x="60529" y="59622"/>
                  </a:lnTo>
                  <a:lnTo>
                    <a:pt x="60533" y="59317"/>
                  </a:lnTo>
                  <a:lnTo>
                    <a:pt x="60540" y="59011"/>
                  </a:lnTo>
                  <a:lnTo>
                    <a:pt x="60551" y="58705"/>
                  </a:lnTo>
                  <a:lnTo>
                    <a:pt x="60563" y="58399"/>
                  </a:lnTo>
                  <a:lnTo>
                    <a:pt x="60574" y="58094"/>
                  </a:lnTo>
                  <a:lnTo>
                    <a:pt x="60583" y="57788"/>
                  </a:lnTo>
                  <a:lnTo>
                    <a:pt x="60589" y="57482"/>
                  </a:lnTo>
                  <a:lnTo>
                    <a:pt x="60591" y="57176"/>
                  </a:lnTo>
                  <a:lnTo>
                    <a:pt x="60589" y="56871"/>
                  </a:lnTo>
                  <a:lnTo>
                    <a:pt x="60581" y="56565"/>
                  </a:lnTo>
                  <a:lnTo>
                    <a:pt x="60569" y="56259"/>
                  </a:lnTo>
                  <a:lnTo>
                    <a:pt x="60552" y="55953"/>
                  </a:lnTo>
                  <a:lnTo>
                    <a:pt x="60531" y="55648"/>
                  </a:lnTo>
                  <a:lnTo>
                    <a:pt x="60507" y="55342"/>
                  </a:lnTo>
                  <a:lnTo>
                    <a:pt x="60479" y="55036"/>
                  </a:lnTo>
                  <a:lnTo>
                    <a:pt x="60449" y="54730"/>
                  </a:lnTo>
                  <a:lnTo>
                    <a:pt x="60415" y="54425"/>
                  </a:lnTo>
                  <a:lnTo>
                    <a:pt x="60376" y="54119"/>
                  </a:lnTo>
                  <a:lnTo>
                    <a:pt x="60332" y="53813"/>
                  </a:lnTo>
                  <a:lnTo>
                    <a:pt x="60280" y="53507"/>
                  </a:lnTo>
                  <a:lnTo>
                    <a:pt x="60216" y="53202"/>
                  </a:lnTo>
                  <a:lnTo>
                    <a:pt x="60137" y="52896"/>
                  </a:lnTo>
                  <a:lnTo>
                    <a:pt x="60042" y="52590"/>
                  </a:lnTo>
                  <a:lnTo>
                    <a:pt x="59927" y="52284"/>
                  </a:lnTo>
                  <a:lnTo>
                    <a:pt x="59792" y="51978"/>
                  </a:lnTo>
                  <a:lnTo>
                    <a:pt x="59635" y="51673"/>
                  </a:lnTo>
                  <a:lnTo>
                    <a:pt x="59456" y="51367"/>
                  </a:lnTo>
                  <a:lnTo>
                    <a:pt x="59257" y="51061"/>
                  </a:lnTo>
                  <a:lnTo>
                    <a:pt x="59042" y="50755"/>
                  </a:lnTo>
                  <a:lnTo>
                    <a:pt x="58812" y="50450"/>
                  </a:lnTo>
                  <a:lnTo>
                    <a:pt x="58574" y="50144"/>
                  </a:lnTo>
                  <a:lnTo>
                    <a:pt x="58335" y="49838"/>
                  </a:lnTo>
                  <a:lnTo>
                    <a:pt x="58100" y="49532"/>
                  </a:lnTo>
                  <a:lnTo>
                    <a:pt x="57873" y="49227"/>
                  </a:lnTo>
                  <a:lnTo>
                    <a:pt x="57657" y="48921"/>
                  </a:lnTo>
                  <a:lnTo>
                    <a:pt x="57454" y="48615"/>
                  </a:lnTo>
                  <a:lnTo>
                    <a:pt x="57261" y="48309"/>
                  </a:lnTo>
                  <a:lnTo>
                    <a:pt x="57076" y="48004"/>
                  </a:lnTo>
                  <a:lnTo>
                    <a:pt x="56889" y="47698"/>
                  </a:lnTo>
                  <a:lnTo>
                    <a:pt x="56689" y="47392"/>
                  </a:lnTo>
                  <a:lnTo>
                    <a:pt x="56462" y="47086"/>
                  </a:lnTo>
                  <a:lnTo>
                    <a:pt x="56196" y="46781"/>
                  </a:lnTo>
                  <a:lnTo>
                    <a:pt x="55877" y="46475"/>
                  </a:lnTo>
                  <a:lnTo>
                    <a:pt x="55494" y="46169"/>
                  </a:lnTo>
                  <a:lnTo>
                    <a:pt x="55037" y="45863"/>
                  </a:lnTo>
                  <a:lnTo>
                    <a:pt x="54503" y="45558"/>
                  </a:lnTo>
                  <a:lnTo>
                    <a:pt x="53890" y="45252"/>
                  </a:lnTo>
                  <a:lnTo>
                    <a:pt x="53200" y="44946"/>
                  </a:lnTo>
                  <a:lnTo>
                    <a:pt x="52447" y="44640"/>
                  </a:lnTo>
                  <a:lnTo>
                    <a:pt x="51656" y="44335"/>
                  </a:lnTo>
                  <a:lnTo>
                    <a:pt x="50849" y="44029"/>
                  </a:lnTo>
                  <a:lnTo>
                    <a:pt x="50052" y="43723"/>
                  </a:lnTo>
                  <a:lnTo>
                    <a:pt x="49288" y="43417"/>
                  </a:lnTo>
                  <a:lnTo>
                    <a:pt x="48582" y="43111"/>
                  </a:lnTo>
                  <a:lnTo>
                    <a:pt x="47952" y="42806"/>
                  </a:lnTo>
                  <a:lnTo>
                    <a:pt x="47410" y="42500"/>
                  </a:lnTo>
                  <a:lnTo>
                    <a:pt x="46968" y="42194"/>
                  </a:lnTo>
                  <a:lnTo>
                    <a:pt x="46618" y="41888"/>
                  </a:lnTo>
                  <a:lnTo>
                    <a:pt x="46334" y="41583"/>
                  </a:lnTo>
                  <a:lnTo>
                    <a:pt x="46088" y="41277"/>
                  </a:lnTo>
                  <a:lnTo>
                    <a:pt x="45846" y="40971"/>
                  </a:lnTo>
                  <a:lnTo>
                    <a:pt x="45571" y="40665"/>
                  </a:lnTo>
                  <a:lnTo>
                    <a:pt x="45224" y="40360"/>
                  </a:lnTo>
                  <a:lnTo>
                    <a:pt x="44768" y="40054"/>
                  </a:lnTo>
                  <a:lnTo>
                    <a:pt x="44172" y="39748"/>
                  </a:lnTo>
                  <a:lnTo>
                    <a:pt x="43402" y="39442"/>
                  </a:lnTo>
                  <a:lnTo>
                    <a:pt x="42449" y="39137"/>
                  </a:lnTo>
                  <a:lnTo>
                    <a:pt x="41336" y="38831"/>
                  </a:lnTo>
                  <a:lnTo>
                    <a:pt x="40090" y="38525"/>
                  </a:lnTo>
                  <a:lnTo>
                    <a:pt x="38747" y="38219"/>
                  </a:lnTo>
                  <a:lnTo>
                    <a:pt x="37356" y="37914"/>
                  </a:lnTo>
                  <a:lnTo>
                    <a:pt x="35971" y="37608"/>
                  </a:lnTo>
                  <a:lnTo>
                    <a:pt x="34648" y="37302"/>
                  </a:lnTo>
                  <a:lnTo>
                    <a:pt x="33440" y="36996"/>
                  </a:lnTo>
                  <a:lnTo>
                    <a:pt x="32407" y="36691"/>
                  </a:lnTo>
                  <a:lnTo>
                    <a:pt x="31587" y="36385"/>
                  </a:lnTo>
                  <a:lnTo>
                    <a:pt x="30973" y="36079"/>
                  </a:lnTo>
                  <a:lnTo>
                    <a:pt x="30552" y="35773"/>
                  </a:lnTo>
                  <a:lnTo>
                    <a:pt x="30290" y="35468"/>
                  </a:lnTo>
                  <a:lnTo>
                    <a:pt x="30138" y="35162"/>
                  </a:lnTo>
                  <a:lnTo>
                    <a:pt x="30031" y="34856"/>
                  </a:lnTo>
                  <a:lnTo>
                    <a:pt x="29897" y="34550"/>
                  </a:lnTo>
                  <a:lnTo>
                    <a:pt x="29660" y="34244"/>
                  </a:lnTo>
                  <a:lnTo>
                    <a:pt x="29230" y="33939"/>
                  </a:lnTo>
                  <a:lnTo>
                    <a:pt x="28533" y="33633"/>
                  </a:lnTo>
                  <a:lnTo>
                    <a:pt x="27551" y="33327"/>
                  </a:lnTo>
                  <a:lnTo>
                    <a:pt x="26275" y="33021"/>
                  </a:lnTo>
                  <a:lnTo>
                    <a:pt x="24724" y="32716"/>
                  </a:lnTo>
                  <a:lnTo>
                    <a:pt x="22941" y="32410"/>
                  </a:lnTo>
                  <a:lnTo>
                    <a:pt x="20992" y="32104"/>
                  </a:lnTo>
                  <a:lnTo>
                    <a:pt x="18963" y="31798"/>
                  </a:lnTo>
                  <a:lnTo>
                    <a:pt x="16952" y="31493"/>
                  </a:lnTo>
                  <a:lnTo>
                    <a:pt x="15078" y="31187"/>
                  </a:lnTo>
                  <a:lnTo>
                    <a:pt x="13463" y="30881"/>
                  </a:lnTo>
                  <a:lnTo>
                    <a:pt x="12172" y="30575"/>
                  </a:lnTo>
                  <a:lnTo>
                    <a:pt x="11254" y="30270"/>
                  </a:lnTo>
                  <a:lnTo>
                    <a:pt x="10869" y="30046"/>
                  </a:lnTo>
                  <a:lnTo>
                    <a:pt x="10727" y="29964"/>
                  </a:lnTo>
                  <a:lnTo>
                    <a:pt x="10580" y="29658"/>
                  </a:lnTo>
                  <a:lnTo>
                    <a:pt x="10767" y="29352"/>
                  </a:lnTo>
                  <a:lnTo>
                    <a:pt x="11217" y="29047"/>
                  </a:lnTo>
                  <a:lnTo>
                    <a:pt x="11831" y="28741"/>
                  </a:lnTo>
                  <a:lnTo>
                    <a:pt x="12491" y="28435"/>
                  </a:lnTo>
                  <a:lnTo>
                    <a:pt x="13048" y="28129"/>
                  </a:lnTo>
                  <a:lnTo>
                    <a:pt x="13389" y="27824"/>
                  </a:lnTo>
                  <a:lnTo>
                    <a:pt x="13428" y="27518"/>
                  </a:lnTo>
                  <a:lnTo>
                    <a:pt x="13105" y="27212"/>
                  </a:lnTo>
                  <a:lnTo>
                    <a:pt x="12395" y="26906"/>
                  </a:lnTo>
                  <a:lnTo>
                    <a:pt x="11309" y="26601"/>
                  </a:lnTo>
                  <a:lnTo>
                    <a:pt x="9892" y="26295"/>
                  </a:lnTo>
                  <a:lnTo>
                    <a:pt x="8224" y="25989"/>
                  </a:lnTo>
                  <a:lnTo>
                    <a:pt x="6412" y="25683"/>
                  </a:lnTo>
                  <a:lnTo>
                    <a:pt x="4615" y="25377"/>
                  </a:lnTo>
                  <a:lnTo>
                    <a:pt x="2975" y="25072"/>
                  </a:lnTo>
                  <a:lnTo>
                    <a:pt x="1611" y="24766"/>
                  </a:lnTo>
                  <a:lnTo>
                    <a:pt x="621" y="24460"/>
                  </a:lnTo>
                  <a:lnTo>
                    <a:pt x="45" y="24037"/>
                  </a:lnTo>
                  <a:lnTo>
                    <a:pt x="0" y="23849"/>
                  </a:lnTo>
                  <a:lnTo>
                    <a:pt x="394" y="23543"/>
                  </a:lnTo>
                  <a:lnTo>
                    <a:pt x="1211" y="23237"/>
                  </a:lnTo>
                  <a:lnTo>
                    <a:pt x="2383" y="22931"/>
                  </a:lnTo>
                  <a:lnTo>
                    <a:pt x="3771" y="22626"/>
                  </a:lnTo>
                  <a:lnTo>
                    <a:pt x="5213" y="22320"/>
                  </a:lnTo>
                  <a:lnTo>
                    <a:pt x="6575" y="22014"/>
                  </a:lnTo>
                  <a:lnTo>
                    <a:pt x="7735" y="21708"/>
                  </a:lnTo>
                  <a:lnTo>
                    <a:pt x="8591" y="21403"/>
                  </a:lnTo>
                  <a:lnTo>
                    <a:pt x="9074" y="21097"/>
                  </a:lnTo>
                  <a:lnTo>
                    <a:pt x="9149" y="20791"/>
                  </a:lnTo>
                  <a:lnTo>
                    <a:pt x="8821" y="20485"/>
                  </a:lnTo>
                  <a:lnTo>
                    <a:pt x="8121" y="20180"/>
                  </a:lnTo>
                  <a:lnTo>
                    <a:pt x="7158" y="19874"/>
                  </a:lnTo>
                  <a:lnTo>
                    <a:pt x="6086" y="19568"/>
                  </a:lnTo>
                  <a:lnTo>
                    <a:pt x="5045" y="19262"/>
                  </a:lnTo>
                  <a:lnTo>
                    <a:pt x="4178" y="18957"/>
                  </a:lnTo>
                  <a:lnTo>
                    <a:pt x="3620" y="18651"/>
                  </a:lnTo>
                  <a:lnTo>
                    <a:pt x="3486" y="18345"/>
                  </a:lnTo>
                  <a:lnTo>
                    <a:pt x="3906" y="18027"/>
                  </a:lnTo>
                  <a:lnTo>
                    <a:pt x="4827" y="17734"/>
                  </a:lnTo>
                  <a:lnTo>
                    <a:pt x="6416" y="17428"/>
                  </a:lnTo>
                  <a:lnTo>
                    <a:pt x="8617" y="17122"/>
                  </a:lnTo>
                  <a:lnTo>
                    <a:pt x="11312" y="16816"/>
                  </a:lnTo>
                  <a:lnTo>
                    <a:pt x="14407" y="16510"/>
                  </a:lnTo>
                  <a:lnTo>
                    <a:pt x="17793" y="16205"/>
                  </a:lnTo>
                  <a:lnTo>
                    <a:pt x="21349" y="15899"/>
                  </a:lnTo>
                  <a:lnTo>
                    <a:pt x="24956" y="15593"/>
                  </a:lnTo>
                  <a:lnTo>
                    <a:pt x="28499" y="15287"/>
                  </a:lnTo>
                  <a:lnTo>
                    <a:pt x="31880" y="14982"/>
                  </a:lnTo>
                  <a:lnTo>
                    <a:pt x="34999" y="14676"/>
                  </a:lnTo>
                  <a:lnTo>
                    <a:pt x="37784" y="14370"/>
                  </a:lnTo>
                  <a:lnTo>
                    <a:pt x="40234" y="14064"/>
                  </a:lnTo>
                  <a:lnTo>
                    <a:pt x="42349" y="13759"/>
                  </a:lnTo>
                  <a:lnTo>
                    <a:pt x="44144" y="13453"/>
                  </a:lnTo>
                  <a:lnTo>
                    <a:pt x="45652" y="13147"/>
                  </a:lnTo>
                  <a:lnTo>
                    <a:pt x="46912" y="12841"/>
                  </a:lnTo>
                  <a:lnTo>
                    <a:pt x="47970" y="12536"/>
                  </a:lnTo>
                  <a:lnTo>
                    <a:pt x="48873" y="12230"/>
                  </a:lnTo>
                  <a:lnTo>
                    <a:pt x="49661" y="11924"/>
                  </a:lnTo>
                  <a:lnTo>
                    <a:pt x="50376" y="11618"/>
                  </a:lnTo>
                  <a:lnTo>
                    <a:pt x="51054" y="11313"/>
                  </a:lnTo>
                  <a:lnTo>
                    <a:pt x="51711" y="11007"/>
                  </a:lnTo>
                  <a:lnTo>
                    <a:pt x="52356" y="10701"/>
                  </a:lnTo>
                  <a:lnTo>
                    <a:pt x="52991" y="10395"/>
                  </a:lnTo>
                  <a:lnTo>
                    <a:pt x="53612" y="10090"/>
                  </a:lnTo>
                  <a:lnTo>
                    <a:pt x="54211" y="9784"/>
                  </a:lnTo>
                  <a:lnTo>
                    <a:pt x="54779" y="9478"/>
                  </a:lnTo>
                  <a:lnTo>
                    <a:pt x="55302" y="9172"/>
                  </a:lnTo>
                  <a:lnTo>
                    <a:pt x="55769" y="8867"/>
                  </a:lnTo>
                  <a:lnTo>
                    <a:pt x="56179" y="8561"/>
                  </a:lnTo>
                  <a:lnTo>
                    <a:pt x="56530" y="8255"/>
                  </a:lnTo>
                  <a:lnTo>
                    <a:pt x="56824" y="7949"/>
                  </a:lnTo>
                  <a:lnTo>
                    <a:pt x="57067" y="7643"/>
                  </a:lnTo>
                  <a:lnTo>
                    <a:pt x="57264" y="7338"/>
                  </a:lnTo>
                  <a:lnTo>
                    <a:pt x="57426" y="7032"/>
                  </a:lnTo>
                  <a:lnTo>
                    <a:pt x="57563" y="6726"/>
                  </a:lnTo>
                  <a:lnTo>
                    <a:pt x="57683" y="6420"/>
                  </a:lnTo>
                  <a:lnTo>
                    <a:pt x="57799" y="6115"/>
                  </a:lnTo>
                  <a:lnTo>
                    <a:pt x="57919" y="5809"/>
                  </a:lnTo>
                  <a:lnTo>
                    <a:pt x="58046" y="5503"/>
                  </a:lnTo>
                  <a:lnTo>
                    <a:pt x="58183" y="5197"/>
                  </a:lnTo>
                  <a:lnTo>
                    <a:pt x="58330" y="4892"/>
                  </a:lnTo>
                  <a:lnTo>
                    <a:pt x="58486" y="4586"/>
                  </a:lnTo>
                  <a:lnTo>
                    <a:pt x="58647" y="4280"/>
                  </a:lnTo>
                  <a:lnTo>
                    <a:pt x="58810" y="3974"/>
                  </a:lnTo>
                  <a:lnTo>
                    <a:pt x="58968" y="3669"/>
                  </a:lnTo>
                  <a:lnTo>
                    <a:pt x="59117" y="3363"/>
                  </a:lnTo>
                  <a:lnTo>
                    <a:pt x="59252" y="3057"/>
                  </a:lnTo>
                  <a:lnTo>
                    <a:pt x="59371" y="2751"/>
                  </a:lnTo>
                  <a:lnTo>
                    <a:pt x="59473" y="2446"/>
                  </a:lnTo>
                  <a:lnTo>
                    <a:pt x="59558" y="2140"/>
                  </a:lnTo>
                  <a:lnTo>
                    <a:pt x="59627" y="1834"/>
                  </a:lnTo>
                  <a:lnTo>
                    <a:pt x="59682" y="1528"/>
                  </a:lnTo>
                  <a:lnTo>
                    <a:pt x="59726" y="1223"/>
                  </a:lnTo>
                  <a:lnTo>
                    <a:pt x="59762" y="917"/>
                  </a:lnTo>
                  <a:lnTo>
                    <a:pt x="59796" y="611"/>
                  </a:lnTo>
                  <a:lnTo>
                    <a:pt x="59831" y="305"/>
                  </a:lnTo>
                  <a:lnTo>
                    <a:pt x="59870" y="0"/>
                  </a:lnTo>
                  <a:lnTo>
                    <a:pt x="62369" y="0"/>
                  </a:lnTo>
                  <a:lnTo>
                    <a:pt x="62408" y="305"/>
                  </a:lnTo>
                  <a:lnTo>
                    <a:pt x="62443" y="611"/>
                  </a:lnTo>
                  <a:lnTo>
                    <a:pt x="62477" y="917"/>
                  </a:lnTo>
                  <a:lnTo>
                    <a:pt x="62513" y="1223"/>
                  </a:lnTo>
                  <a:lnTo>
                    <a:pt x="62557" y="1528"/>
                  </a:lnTo>
                  <a:lnTo>
                    <a:pt x="62612" y="1834"/>
                  </a:lnTo>
                  <a:lnTo>
                    <a:pt x="62681" y="2140"/>
                  </a:lnTo>
                  <a:lnTo>
                    <a:pt x="62766" y="2446"/>
                  </a:lnTo>
                  <a:lnTo>
                    <a:pt x="62868" y="2751"/>
                  </a:lnTo>
                  <a:lnTo>
                    <a:pt x="62987" y="3057"/>
                  </a:lnTo>
                  <a:lnTo>
                    <a:pt x="63122" y="3363"/>
                  </a:lnTo>
                  <a:lnTo>
                    <a:pt x="63271" y="3669"/>
                  </a:lnTo>
                  <a:lnTo>
                    <a:pt x="63429" y="3974"/>
                  </a:lnTo>
                  <a:lnTo>
                    <a:pt x="63592" y="4280"/>
                  </a:lnTo>
                  <a:lnTo>
                    <a:pt x="63753" y="4586"/>
                  </a:lnTo>
                  <a:lnTo>
                    <a:pt x="63909" y="4892"/>
                  </a:lnTo>
                  <a:lnTo>
                    <a:pt x="64057" y="5197"/>
                  </a:lnTo>
                  <a:lnTo>
                    <a:pt x="64194" y="5503"/>
                  </a:lnTo>
                  <a:lnTo>
                    <a:pt x="64320" y="5809"/>
                  </a:lnTo>
                  <a:lnTo>
                    <a:pt x="64440" y="6115"/>
                  </a:lnTo>
                  <a:lnTo>
                    <a:pt x="64556" y="6420"/>
                  </a:lnTo>
                  <a:lnTo>
                    <a:pt x="64676" y="6726"/>
                  </a:lnTo>
                  <a:lnTo>
                    <a:pt x="64813" y="7032"/>
                  </a:lnTo>
                  <a:lnTo>
                    <a:pt x="64975" y="7338"/>
                  </a:lnTo>
                  <a:lnTo>
                    <a:pt x="65172" y="7643"/>
                  </a:lnTo>
                  <a:lnTo>
                    <a:pt x="65415" y="7949"/>
                  </a:lnTo>
                  <a:lnTo>
                    <a:pt x="65709" y="8255"/>
                  </a:lnTo>
                  <a:lnTo>
                    <a:pt x="66060" y="8561"/>
                  </a:lnTo>
                  <a:lnTo>
                    <a:pt x="66470" y="8867"/>
                  </a:lnTo>
                  <a:lnTo>
                    <a:pt x="66937" y="9172"/>
                  </a:lnTo>
                  <a:lnTo>
                    <a:pt x="67460" y="9478"/>
                  </a:lnTo>
                  <a:lnTo>
                    <a:pt x="68028" y="9784"/>
                  </a:lnTo>
                  <a:lnTo>
                    <a:pt x="68628" y="10090"/>
                  </a:lnTo>
                  <a:lnTo>
                    <a:pt x="69248" y="10395"/>
                  </a:lnTo>
                  <a:lnTo>
                    <a:pt x="69883" y="10701"/>
                  </a:lnTo>
                  <a:lnTo>
                    <a:pt x="70528" y="11007"/>
                  </a:lnTo>
                  <a:lnTo>
                    <a:pt x="71185" y="11313"/>
                  </a:lnTo>
                  <a:lnTo>
                    <a:pt x="71863" y="11618"/>
                  </a:lnTo>
                  <a:lnTo>
                    <a:pt x="72579" y="11924"/>
                  </a:lnTo>
                  <a:lnTo>
                    <a:pt x="73366" y="12230"/>
                  </a:lnTo>
                  <a:lnTo>
                    <a:pt x="74269" y="12536"/>
                  </a:lnTo>
                  <a:lnTo>
                    <a:pt x="75327" y="12841"/>
                  </a:lnTo>
                  <a:lnTo>
                    <a:pt x="76587" y="13147"/>
                  </a:lnTo>
                  <a:lnTo>
                    <a:pt x="78095" y="13453"/>
                  </a:lnTo>
                  <a:lnTo>
                    <a:pt x="79890" y="13759"/>
                  </a:lnTo>
                  <a:lnTo>
                    <a:pt x="82005" y="14064"/>
                  </a:lnTo>
                  <a:lnTo>
                    <a:pt x="84455" y="14370"/>
                  </a:lnTo>
                  <a:lnTo>
                    <a:pt x="87240" y="14676"/>
                  </a:lnTo>
                  <a:lnTo>
                    <a:pt x="90359" y="14982"/>
                  </a:lnTo>
                  <a:lnTo>
                    <a:pt x="93740" y="15287"/>
                  </a:lnTo>
                  <a:lnTo>
                    <a:pt x="97284" y="15593"/>
                  </a:lnTo>
                  <a:lnTo>
                    <a:pt x="100890" y="15899"/>
                  </a:lnTo>
                  <a:lnTo>
                    <a:pt x="104446" y="16205"/>
                  </a:lnTo>
                  <a:lnTo>
                    <a:pt x="107832" y="16510"/>
                  </a:lnTo>
                  <a:lnTo>
                    <a:pt x="110928" y="16816"/>
                  </a:lnTo>
                  <a:lnTo>
                    <a:pt x="113622" y="17122"/>
                  </a:lnTo>
                  <a:lnTo>
                    <a:pt x="115823" y="17428"/>
                  </a:lnTo>
                  <a:lnTo>
                    <a:pt x="117412" y="17734"/>
                  </a:lnTo>
                  <a:lnTo>
                    <a:pt x="118370" y="18039"/>
                  </a:lnTo>
                  <a:lnTo>
                    <a:pt x="118753" y="18345"/>
                  </a:lnTo>
                  <a:lnTo>
                    <a:pt x="118620" y="18651"/>
                  </a:lnTo>
                  <a:lnTo>
                    <a:pt x="118061" y="18957"/>
                  </a:lnTo>
                  <a:lnTo>
                    <a:pt x="117194" y="19262"/>
                  </a:lnTo>
                  <a:lnTo>
                    <a:pt x="116153" y="19568"/>
                  </a:lnTo>
                  <a:lnTo>
                    <a:pt x="115081" y="19874"/>
                  </a:lnTo>
                  <a:lnTo>
                    <a:pt x="114118" y="20180"/>
                  </a:lnTo>
                  <a:lnTo>
                    <a:pt x="113418" y="20485"/>
                  </a:lnTo>
                  <a:lnTo>
                    <a:pt x="113090" y="20791"/>
                  </a:lnTo>
                  <a:lnTo>
                    <a:pt x="113165" y="21097"/>
                  </a:lnTo>
                  <a:lnTo>
                    <a:pt x="113648" y="21403"/>
                  </a:lnTo>
                  <a:lnTo>
                    <a:pt x="114504" y="21708"/>
                  </a:lnTo>
                  <a:lnTo>
                    <a:pt x="115664" y="22014"/>
                  </a:lnTo>
                  <a:lnTo>
                    <a:pt x="117026" y="22320"/>
                  </a:lnTo>
                  <a:lnTo>
                    <a:pt x="118468" y="22626"/>
                  </a:lnTo>
                  <a:lnTo>
                    <a:pt x="119856" y="22931"/>
                  </a:lnTo>
                  <a:lnTo>
                    <a:pt x="121028" y="23237"/>
                  </a:lnTo>
                  <a:lnTo>
                    <a:pt x="121845" y="23543"/>
                  </a:lnTo>
                  <a:lnTo>
                    <a:pt x="122240" y="23849"/>
                  </a:lnTo>
                  <a:lnTo>
                    <a:pt x="122166" y="24154"/>
                  </a:lnTo>
                  <a:lnTo>
                    <a:pt x="121618" y="24460"/>
                  </a:lnTo>
                  <a:lnTo>
                    <a:pt x="120628" y="24766"/>
                  </a:lnTo>
                  <a:lnTo>
                    <a:pt x="119264" y="25072"/>
                  </a:lnTo>
                  <a:lnTo>
                    <a:pt x="117624" y="25377"/>
                  </a:lnTo>
                  <a:lnTo>
                    <a:pt x="115827" y="25683"/>
                  </a:lnTo>
                  <a:lnTo>
                    <a:pt x="114015" y="25989"/>
                  </a:lnTo>
                  <a:lnTo>
                    <a:pt x="112347" y="26295"/>
                  </a:lnTo>
                  <a:lnTo>
                    <a:pt x="110930" y="26601"/>
                  </a:lnTo>
                  <a:lnTo>
                    <a:pt x="109844" y="26906"/>
                  </a:lnTo>
                  <a:lnTo>
                    <a:pt x="109134" y="27212"/>
                  </a:lnTo>
                  <a:lnTo>
                    <a:pt x="108811" y="27518"/>
                  </a:lnTo>
                  <a:lnTo>
                    <a:pt x="108850" y="27824"/>
                  </a:lnTo>
                  <a:lnTo>
                    <a:pt x="109191" y="28129"/>
                  </a:lnTo>
                  <a:lnTo>
                    <a:pt x="109748" y="28435"/>
                  </a:lnTo>
                  <a:lnTo>
                    <a:pt x="110408" y="28741"/>
                  </a:lnTo>
                  <a:lnTo>
                    <a:pt x="111022" y="29047"/>
                  </a:lnTo>
                  <a:lnTo>
                    <a:pt x="111472" y="29352"/>
                  </a:lnTo>
                  <a:lnTo>
                    <a:pt x="111659" y="29658"/>
                  </a:lnTo>
                  <a:lnTo>
                    <a:pt x="111512" y="29964"/>
                  </a:lnTo>
                  <a:lnTo>
                    <a:pt x="111370" y="30046"/>
                  </a:lnTo>
                  <a:lnTo>
                    <a:pt x="110985" y="30270"/>
                  </a:lnTo>
                  <a:lnTo>
                    <a:pt x="110067" y="30575"/>
                  </a:lnTo>
                  <a:lnTo>
                    <a:pt x="108776" y="30881"/>
                  </a:lnTo>
                  <a:lnTo>
                    <a:pt x="107161" y="31187"/>
                  </a:lnTo>
                  <a:lnTo>
                    <a:pt x="105287" y="31493"/>
                  </a:lnTo>
                  <a:lnTo>
                    <a:pt x="103276" y="31798"/>
                  </a:lnTo>
                  <a:lnTo>
                    <a:pt x="101247" y="32104"/>
                  </a:lnTo>
                  <a:lnTo>
                    <a:pt x="99298" y="32410"/>
                  </a:lnTo>
                  <a:lnTo>
                    <a:pt x="97515" y="32716"/>
                  </a:lnTo>
                  <a:lnTo>
                    <a:pt x="95964" y="33021"/>
                  </a:lnTo>
                  <a:lnTo>
                    <a:pt x="94688" y="33327"/>
                  </a:lnTo>
                  <a:lnTo>
                    <a:pt x="93706" y="33633"/>
                  </a:lnTo>
                  <a:lnTo>
                    <a:pt x="93009" y="33939"/>
                  </a:lnTo>
                  <a:lnTo>
                    <a:pt x="92579" y="34244"/>
                  </a:lnTo>
                  <a:lnTo>
                    <a:pt x="92342" y="34550"/>
                  </a:lnTo>
                  <a:lnTo>
                    <a:pt x="92208" y="34856"/>
                  </a:lnTo>
                  <a:lnTo>
                    <a:pt x="92101" y="35162"/>
                  </a:lnTo>
                  <a:lnTo>
                    <a:pt x="91949" y="35468"/>
                  </a:lnTo>
                  <a:lnTo>
                    <a:pt x="91687" y="35773"/>
                  </a:lnTo>
                  <a:lnTo>
                    <a:pt x="91266" y="36079"/>
                  </a:lnTo>
                  <a:lnTo>
                    <a:pt x="90652" y="36385"/>
                  </a:lnTo>
                  <a:lnTo>
                    <a:pt x="89832" y="36691"/>
                  </a:lnTo>
                  <a:lnTo>
                    <a:pt x="88799" y="36996"/>
                  </a:lnTo>
                  <a:lnTo>
                    <a:pt x="87591" y="37302"/>
                  </a:lnTo>
                  <a:lnTo>
                    <a:pt x="86268" y="37608"/>
                  </a:lnTo>
                  <a:lnTo>
                    <a:pt x="84883" y="37914"/>
                  </a:lnTo>
                  <a:lnTo>
                    <a:pt x="83492" y="38219"/>
                  </a:lnTo>
                  <a:lnTo>
                    <a:pt x="82149" y="38525"/>
                  </a:lnTo>
                  <a:lnTo>
                    <a:pt x="80903" y="38831"/>
                  </a:lnTo>
                  <a:lnTo>
                    <a:pt x="79790" y="39137"/>
                  </a:lnTo>
                  <a:lnTo>
                    <a:pt x="78837" y="39442"/>
                  </a:lnTo>
                  <a:lnTo>
                    <a:pt x="78068" y="39748"/>
                  </a:lnTo>
                  <a:lnTo>
                    <a:pt x="77471" y="40054"/>
                  </a:lnTo>
                  <a:lnTo>
                    <a:pt x="77015" y="40360"/>
                  </a:lnTo>
                  <a:lnTo>
                    <a:pt x="76668" y="40665"/>
                  </a:lnTo>
                  <a:lnTo>
                    <a:pt x="76393" y="40971"/>
                  </a:lnTo>
                  <a:lnTo>
                    <a:pt x="76151" y="41277"/>
                  </a:lnTo>
                  <a:lnTo>
                    <a:pt x="75905" y="41583"/>
                  </a:lnTo>
                  <a:lnTo>
                    <a:pt x="75621" y="41888"/>
                  </a:lnTo>
                  <a:lnTo>
                    <a:pt x="75271" y="42194"/>
                  </a:lnTo>
                  <a:lnTo>
                    <a:pt x="74829" y="42500"/>
                  </a:lnTo>
                  <a:lnTo>
                    <a:pt x="74287" y="42806"/>
                  </a:lnTo>
                  <a:lnTo>
                    <a:pt x="73657" y="43111"/>
                  </a:lnTo>
                  <a:lnTo>
                    <a:pt x="72951" y="43417"/>
                  </a:lnTo>
                  <a:lnTo>
                    <a:pt x="72187" y="43723"/>
                  </a:lnTo>
                  <a:lnTo>
                    <a:pt x="71390" y="44029"/>
                  </a:lnTo>
                  <a:lnTo>
                    <a:pt x="70583" y="44335"/>
                  </a:lnTo>
                  <a:lnTo>
                    <a:pt x="69792" y="44640"/>
                  </a:lnTo>
                  <a:lnTo>
                    <a:pt x="69039" y="44946"/>
                  </a:lnTo>
                  <a:lnTo>
                    <a:pt x="68349" y="45252"/>
                  </a:lnTo>
                  <a:lnTo>
                    <a:pt x="67736" y="45558"/>
                  </a:lnTo>
                  <a:lnTo>
                    <a:pt x="67202" y="45863"/>
                  </a:lnTo>
                  <a:lnTo>
                    <a:pt x="66745" y="46169"/>
                  </a:lnTo>
                  <a:lnTo>
                    <a:pt x="66362" y="46475"/>
                  </a:lnTo>
                  <a:lnTo>
                    <a:pt x="66043" y="46781"/>
                  </a:lnTo>
                  <a:lnTo>
                    <a:pt x="65777" y="47086"/>
                  </a:lnTo>
                  <a:lnTo>
                    <a:pt x="65550" y="47392"/>
                  </a:lnTo>
                  <a:lnTo>
                    <a:pt x="65350" y="47698"/>
                  </a:lnTo>
                  <a:lnTo>
                    <a:pt x="65163" y="48004"/>
                  </a:lnTo>
                  <a:lnTo>
                    <a:pt x="64978" y="48309"/>
                  </a:lnTo>
                  <a:lnTo>
                    <a:pt x="64785" y="48615"/>
                  </a:lnTo>
                  <a:lnTo>
                    <a:pt x="64582" y="48921"/>
                  </a:lnTo>
                  <a:lnTo>
                    <a:pt x="64366" y="49227"/>
                  </a:lnTo>
                  <a:lnTo>
                    <a:pt x="64139" y="49532"/>
                  </a:lnTo>
                  <a:lnTo>
                    <a:pt x="63904" y="49838"/>
                  </a:lnTo>
                  <a:lnTo>
                    <a:pt x="63665" y="50144"/>
                  </a:lnTo>
                  <a:lnTo>
                    <a:pt x="63427" y="50450"/>
                  </a:lnTo>
                  <a:lnTo>
                    <a:pt x="63197" y="50755"/>
                  </a:lnTo>
                  <a:lnTo>
                    <a:pt x="62982" y="51061"/>
                  </a:lnTo>
                  <a:lnTo>
                    <a:pt x="62783" y="51367"/>
                  </a:lnTo>
                  <a:lnTo>
                    <a:pt x="62604" y="51673"/>
                  </a:lnTo>
                  <a:lnTo>
                    <a:pt x="62447" y="51978"/>
                  </a:lnTo>
                  <a:lnTo>
                    <a:pt x="62312" y="52284"/>
                  </a:lnTo>
                  <a:lnTo>
                    <a:pt x="62197" y="52590"/>
                  </a:lnTo>
                  <a:lnTo>
                    <a:pt x="62102" y="52896"/>
                  </a:lnTo>
                  <a:lnTo>
                    <a:pt x="62023" y="53202"/>
                  </a:lnTo>
                  <a:lnTo>
                    <a:pt x="61959" y="53507"/>
                  </a:lnTo>
                  <a:lnTo>
                    <a:pt x="61907" y="53813"/>
                  </a:lnTo>
                  <a:lnTo>
                    <a:pt x="61863" y="54119"/>
                  </a:lnTo>
                  <a:lnTo>
                    <a:pt x="61824" y="54425"/>
                  </a:lnTo>
                  <a:lnTo>
                    <a:pt x="61790" y="54730"/>
                  </a:lnTo>
                  <a:lnTo>
                    <a:pt x="61760" y="55036"/>
                  </a:lnTo>
                  <a:lnTo>
                    <a:pt x="61732" y="55342"/>
                  </a:lnTo>
                  <a:lnTo>
                    <a:pt x="61708" y="55648"/>
                  </a:lnTo>
                  <a:lnTo>
                    <a:pt x="61687" y="55953"/>
                  </a:lnTo>
                  <a:lnTo>
                    <a:pt x="61670" y="56259"/>
                  </a:lnTo>
                  <a:lnTo>
                    <a:pt x="61658" y="56565"/>
                  </a:lnTo>
                  <a:lnTo>
                    <a:pt x="61650" y="56871"/>
                  </a:lnTo>
                  <a:lnTo>
                    <a:pt x="61648" y="57176"/>
                  </a:lnTo>
                  <a:lnTo>
                    <a:pt x="61650" y="57482"/>
                  </a:lnTo>
                  <a:lnTo>
                    <a:pt x="61656" y="57788"/>
                  </a:lnTo>
                  <a:lnTo>
                    <a:pt x="61665" y="58094"/>
                  </a:lnTo>
                  <a:lnTo>
                    <a:pt x="61676" y="58399"/>
                  </a:lnTo>
                  <a:lnTo>
                    <a:pt x="61688" y="58705"/>
                  </a:lnTo>
                  <a:lnTo>
                    <a:pt x="61699" y="59011"/>
                  </a:lnTo>
                  <a:lnTo>
                    <a:pt x="61706" y="59317"/>
                  </a:lnTo>
                  <a:lnTo>
                    <a:pt x="61710" y="59622"/>
                  </a:lnTo>
                  <a:lnTo>
                    <a:pt x="61708" y="59928"/>
                  </a:lnTo>
                  <a:lnTo>
                    <a:pt x="61699" y="60234"/>
                  </a:lnTo>
                  <a:lnTo>
                    <a:pt x="61685" y="60540"/>
                  </a:lnTo>
                  <a:lnTo>
                    <a:pt x="61663" y="60845"/>
                  </a:lnTo>
                  <a:lnTo>
                    <a:pt x="61636" y="61151"/>
                  </a:lnTo>
                  <a:lnTo>
                    <a:pt x="61603" y="61457"/>
                  </a:lnTo>
                  <a:lnTo>
                    <a:pt x="61565" y="61763"/>
                  </a:lnTo>
                  <a:lnTo>
                    <a:pt x="61525" y="62069"/>
                  </a:lnTo>
                  <a:lnTo>
                    <a:pt x="61483" y="62374"/>
                  </a:lnTo>
                  <a:lnTo>
                    <a:pt x="61440" y="62680"/>
                  </a:lnTo>
                  <a:lnTo>
                    <a:pt x="61399" y="62986"/>
                  </a:lnTo>
                  <a:lnTo>
                    <a:pt x="61360" y="63292"/>
                  </a:lnTo>
                  <a:lnTo>
                    <a:pt x="61324" y="63597"/>
                  </a:lnTo>
                  <a:lnTo>
                    <a:pt x="61291" y="63903"/>
                  </a:lnTo>
                  <a:lnTo>
                    <a:pt x="61264" y="64209"/>
                  </a:lnTo>
                  <a:lnTo>
                    <a:pt x="61241" y="64515"/>
                  </a:lnTo>
                  <a:lnTo>
                    <a:pt x="61225" y="64820"/>
                  </a:lnTo>
                  <a:lnTo>
                    <a:pt x="61215" y="65126"/>
                  </a:lnTo>
                  <a:lnTo>
                    <a:pt x="61211" y="65432"/>
                  </a:lnTo>
                  <a:lnTo>
                    <a:pt x="61215" y="65738"/>
                  </a:lnTo>
                  <a:lnTo>
                    <a:pt x="61226" y="66043"/>
                  </a:lnTo>
                  <a:lnTo>
                    <a:pt x="61245" y="66349"/>
                  </a:lnTo>
                  <a:lnTo>
                    <a:pt x="61273" y="66655"/>
                  </a:lnTo>
                  <a:lnTo>
                    <a:pt x="61311" y="66961"/>
                  </a:lnTo>
                  <a:lnTo>
                    <a:pt x="61361" y="67266"/>
                  </a:lnTo>
                  <a:lnTo>
                    <a:pt x="61423" y="67572"/>
                  </a:lnTo>
                  <a:lnTo>
                    <a:pt x="61497" y="67878"/>
                  </a:lnTo>
                  <a:lnTo>
                    <a:pt x="61583" y="68184"/>
                  </a:lnTo>
                  <a:lnTo>
                    <a:pt x="61681" y="68489"/>
                  </a:lnTo>
                  <a:lnTo>
                    <a:pt x="61790" y="68795"/>
                  </a:lnTo>
                  <a:lnTo>
                    <a:pt x="61907" y="69101"/>
                  </a:lnTo>
                  <a:lnTo>
                    <a:pt x="62032" y="69407"/>
                  </a:lnTo>
                  <a:lnTo>
                    <a:pt x="62161" y="69712"/>
                  </a:lnTo>
                  <a:lnTo>
                    <a:pt x="62291" y="70018"/>
                  </a:lnTo>
                  <a:lnTo>
                    <a:pt x="62418" y="70324"/>
                  </a:lnTo>
                  <a:lnTo>
                    <a:pt x="62537" y="70630"/>
                  </a:lnTo>
                  <a:lnTo>
                    <a:pt x="62647" y="70936"/>
                  </a:lnTo>
                  <a:lnTo>
                    <a:pt x="62743" y="71241"/>
                  </a:lnTo>
                  <a:lnTo>
                    <a:pt x="62823" y="71547"/>
                  </a:lnTo>
                  <a:lnTo>
                    <a:pt x="62888" y="71853"/>
                  </a:lnTo>
                  <a:lnTo>
                    <a:pt x="62936" y="72159"/>
                  </a:lnTo>
                  <a:lnTo>
                    <a:pt x="62969" y="72464"/>
                  </a:lnTo>
                  <a:lnTo>
                    <a:pt x="62989" y="72770"/>
                  </a:lnTo>
                  <a:lnTo>
                    <a:pt x="63001" y="73076"/>
                  </a:lnTo>
                  <a:lnTo>
                    <a:pt x="63010" y="73382"/>
                  </a:lnTo>
                  <a:lnTo>
                    <a:pt x="63020" y="73687"/>
                  </a:lnTo>
                  <a:lnTo>
                    <a:pt x="63037" y="73993"/>
                  </a:lnTo>
                  <a:lnTo>
                    <a:pt x="63066" y="74299"/>
                  </a:lnTo>
                  <a:lnTo>
                    <a:pt x="63108" y="74605"/>
                  </a:lnTo>
                  <a:lnTo>
                    <a:pt x="63168" y="74910"/>
                  </a:lnTo>
                  <a:lnTo>
                    <a:pt x="63244" y="75216"/>
                  </a:lnTo>
                  <a:lnTo>
                    <a:pt x="63338" y="75522"/>
                  </a:lnTo>
                  <a:lnTo>
                    <a:pt x="63445" y="75828"/>
                  </a:lnTo>
                  <a:lnTo>
                    <a:pt x="63559" y="76133"/>
                  </a:lnTo>
                  <a:lnTo>
                    <a:pt x="63674" y="76439"/>
                  </a:lnTo>
                  <a:lnTo>
                    <a:pt x="63784" y="76745"/>
                  </a:lnTo>
                  <a:lnTo>
                    <a:pt x="63881" y="77051"/>
                  </a:lnTo>
                  <a:lnTo>
                    <a:pt x="63960" y="77356"/>
                  </a:lnTo>
                  <a:lnTo>
                    <a:pt x="64014" y="77662"/>
                  </a:lnTo>
                  <a:lnTo>
                    <a:pt x="64039" y="77968"/>
                  </a:lnTo>
                  <a:lnTo>
                    <a:pt x="64031" y="78274"/>
                  </a:lnTo>
                  <a:lnTo>
                    <a:pt x="63989" y="78579"/>
                  </a:lnTo>
                  <a:lnTo>
                    <a:pt x="63916" y="78885"/>
                  </a:lnTo>
                  <a:lnTo>
                    <a:pt x="63817" y="79191"/>
                  </a:lnTo>
                  <a:lnTo>
                    <a:pt x="63697" y="79497"/>
                  </a:lnTo>
                  <a:lnTo>
                    <a:pt x="63562" y="79803"/>
                  </a:lnTo>
                  <a:lnTo>
                    <a:pt x="63418" y="80108"/>
                  </a:lnTo>
                  <a:lnTo>
                    <a:pt x="63271" y="80414"/>
                  </a:lnTo>
                  <a:lnTo>
                    <a:pt x="63129" y="80720"/>
                  </a:lnTo>
                  <a:lnTo>
                    <a:pt x="62996" y="81026"/>
                  </a:lnTo>
                  <a:lnTo>
                    <a:pt x="62879" y="81331"/>
                  </a:lnTo>
                  <a:lnTo>
                    <a:pt x="62777" y="81637"/>
                  </a:lnTo>
                  <a:lnTo>
                    <a:pt x="62692" y="81943"/>
                  </a:lnTo>
                  <a:lnTo>
                    <a:pt x="62623" y="82249"/>
                  </a:lnTo>
                  <a:lnTo>
                    <a:pt x="62567" y="82554"/>
                  </a:lnTo>
                  <a:lnTo>
                    <a:pt x="62523" y="82860"/>
                  </a:lnTo>
                  <a:lnTo>
                    <a:pt x="62485" y="83166"/>
                  </a:lnTo>
                  <a:lnTo>
                    <a:pt x="62451" y="83472"/>
                  </a:lnTo>
                  <a:lnTo>
                    <a:pt x="62417" y="83777"/>
                  </a:lnTo>
                  <a:lnTo>
                    <a:pt x="62379" y="84083"/>
                  </a:lnTo>
                  <a:lnTo>
                    <a:pt x="62334" y="84389"/>
                  </a:lnTo>
                  <a:lnTo>
                    <a:pt x="62281" y="84695"/>
                  </a:lnTo>
                  <a:lnTo>
                    <a:pt x="62220" y="85000"/>
                  </a:lnTo>
                  <a:lnTo>
                    <a:pt x="62150" y="85306"/>
                  </a:lnTo>
                  <a:lnTo>
                    <a:pt x="62073" y="85612"/>
                  </a:lnTo>
                  <a:lnTo>
                    <a:pt x="61991" y="85918"/>
                  </a:lnTo>
                  <a:lnTo>
                    <a:pt x="61904" y="86223"/>
                  </a:lnTo>
                  <a:lnTo>
                    <a:pt x="61816" y="86529"/>
                  </a:lnTo>
                  <a:lnTo>
                    <a:pt x="61729" y="86835"/>
                  </a:lnTo>
                  <a:lnTo>
                    <a:pt x="61645" y="87141"/>
                  </a:lnTo>
                  <a:lnTo>
                    <a:pt x="61566" y="87446"/>
                  </a:lnTo>
                  <a:lnTo>
                    <a:pt x="61493" y="87752"/>
                  </a:lnTo>
                  <a:lnTo>
                    <a:pt x="61427" y="88058"/>
                  </a:lnTo>
                  <a:lnTo>
                    <a:pt x="61369" y="88364"/>
                  </a:lnTo>
                  <a:lnTo>
                    <a:pt x="61319" y="88670"/>
                  </a:lnTo>
                  <a:lnTo>
                    <a:pt x="61276" y="88975"/>
                  </a:lnTo>
                  <a:lnTo>
                    <a:pt x="61240" y="89281"/>
                  </a:lnTo>
                  <a:lnTo>
                    <a:pt x="61212" y="89587"/>
                  </a:lnTo>
                  <a:lnTo>
                    <a:pt x="61189" y="89893"/>
                  </a:lnTo>
                  <a:lnTo>
                    <a:pt x="61171" y="90198"/>
                  </a:lnTo>
                  <a:lnTo>
                    <a:pt x="61157" y="90504"/>
                  </a:lnTo>
                  <a:lnTo>
                    <a:pt x="61146" y="90810"/>
                  </a:lnTo>
                  <a:lnTo>
                    <a:pt x="61138" y="91116"/>
                  </a:lnTo>
                  <a:lnTo>
                    <a:pt x="61133" y="91421"/>
                  </a:lnTo>
                  <a:lnTo>
                    <a:pt x="61128" y="91727"/>
                  </a:lnTo>
                  <a:lnTo>
                    <a:pt x="61125" y="92033"/>
                  </a:lnTo>
                  <a:lnTo>
                    <a:pt x="61123" y="92339"/>
                  </a:lnTo>
                  <a:lnTo>
                    <a:pt x="61122" y="92644"/>
                  </a:lnTo>
                  <a:lnTo>
                    <a:pt x="61121" y="92950"/>
                  </a:lnTo>
                  <a:lnTo>
                    <a:pt x="61121" y="93256"/>
                  </a:lnTo>
                  <a:lnTo>
                    <a:pt x="61120" y="93562"/>
                  </a:lnTo>
                  <a:lnTo>
                    <a:pt x="61120" y="93867"/>
                  </a:lnTo>
                  <a:lnTo>
                    <a:pt x="61120" y="94173"/>
                  </a:lnTo>
                  <a:lnTo>
                    <a:pt x="61120" y="94479"/>
                  </a:lnTo>
                  <a:lnTo>
                    <a:pt x="61120" y="94785"/>
                  </a:lnTo>
                  <a:lnTo>
                    <a:pt x="61120" y="95090"/>
                  </a:lnTo>
                  <a:lnTo>
                    <a:pt x="61120" y="95396"/>
                  </a:lnTo>
                  <a:lnTo>
                    <a:pt x="61120" y="95702"/>
                  </a:lnTo>
                  <a:lnTo>
                    <a:pt x="61120" y="96008"/>
                  </a:lnTo>
                  <a:lnTo>
                    <a:pt x="61120" y="96313"/>
                  </a:lnTo>
                  <a:lnTo>
                    <a:pt x="61120" y="96619"/>
                  </a:lnTo>
                  <a:lnTo>
                    <a:pt x="61120" y="96925"/>
                  </a:lnTo>
                  <a:lnTo>
                    <a:pt x="61120" y="97231"/>
                  </a:lnTo>
                  <a:lnTo>
                    <a:pt x="61120" y="97537"/>
                  </a:lnTo>
                  <a:lnTo>
                    <a:pt x="61120" y="97842"/>
                  </a:lnTo>
                  <a:lnTo>
                    <a:pt x="61120" y="98148"/>
                  </a:lnTo>
                  <a:lnTo>
                    <a:pt x="61120" y="98454"/>
                  </a:lnTo>
                  <a:lnTo>
                    <a:pt x="61120" y="98760"/>
                  </a:lnTo>
                  <a:lnTo>
                    <a:pt x="61120" y="99065"/>
                  </a:lnTo>
                  <a:lnTo>
                    <a:pt x="61120" y="99371"/>
                  </a:lnTo>
                  <a:lnTo>
                    <a:pt x="61120" y="99677"/>
                  </a:lnTo>
                  <a:lnTo>
                    <a:pt x="61120" y="99983"/>
                  </a:lnTo>
                  <a:lnTo>
                    <a:pt x="61120" y="100288"/>
                  </a:lnTo>
                  <a:lnTo>
                    <a:pt x="61120" y="100594"/>
                  </a:lnTo>
                  <a:lnTo>
                    <a:pt x="61120" y="100900"/>
                  </a:lnTo>
                  <a:lnTo>
                    <a:pt x="61120" y="101206"/>
                  </a:lnTo>
                  <a:lnTo>
                    <a:pt x="61120" y="101511"/>
                  </a:lnTo>
                  <a:lnTo>
                    <a:pt x="61120" y="101817"/>
                  </a:lnTo>
                  <a:lnTo>
                    <a:pt x="61120" y="102123"/>
                  </a:lnTo>
                  <a:lnTo>
                    <a:pt x="61120" y="102429"/>
                  </a:lnTo>
                  <a:lnTo>
                    <a:pt x="61120" y="102734"/>
                  </a:lnTo>
                  <a:lnTo>
                    <a:pt x="61120" y="103040"/>
                  </a:lnTo>
                  <a:lnTo>
                    <a:pt x="61120" y="103346"/>
                  </a:lnTo>
                  <a:lnTo>
                    <a:pt x="61120" y="103652"/>
                  </a:lnTo>
                  <a:lnTo>
                    <a:pt x="61120" y="103957"/>
                  </a:lnTo>
                  <a:lnTo>
                    <a:pt x="61120" y="104263"/>
                  </a:lnTo>
                  <a:lnTo>
                    <a:pt x="61120" y="104569"/>
                  </a:lnTo>
                  <a:lnTo>
                    <a:pt x="61120" y="104875"/>
                  </a:lnTo>
                  <a:lnTo>
                    <a:pt x="61120" y="105180"/>
                  </a:lnTo>
                  <a:lnTo>
                    <a:pt x="61120" y="105486"/>
                  </a:lnTo>
                  <a:lnTo>
                    <a:pt x="61120" y="105792"/>
                  </a:lnTo>
                  <a:lnTo>
                    <a:pt x="61120" y="106098"/>
                  </a:lnTo>
                  <a:lnTo>
                    <a:pt x="61120" y="106404"/>
                  </a:lnTo>
                  <a:lnTo>
                    <a:pt x="61120" y="106709"/>
                  </a:lnTo>
                  <a:lnTo>
                    <a:pt x="61120" y="107015"/>
                  </a:lnTo>
                  <a:lnTo>
                    <a:pt x="61120" y="107321"/>
                  </a:lnTo>
                  <a:lnTo>
                    <a:pt x="61120" y="107627"/>
                  </a:lnTo>
                  <a:lnTo>
                    <a:pt x="61120" y="107932"/>
                  </a:lnTo>
                  <a:lnTo>
                    <a:pt x="61120" y="108238"/>
                  </a:lnTo>
                  <a:lnTo>
                    <a:pt x="61120" y="108544"/>
                  </a:lnTo>
                  <a:lnTo>
                    <a:pt x="61120" y="108850"/>
                  </a:lnTo>
                  <a:lnTo>
                    <a:pt x="61120" y="109155"/>
                  </a:lnTo>
                  <a:lnTo>
                    <a:pt x="61120" y="109461"/>
                  </a:lnTo>
                  <a:lnTo>
                    <a:pt x="61120" y="109767"/>
                  </a:lnTo>
                  <a:lnTo>
                    <a:pt x="61120" y="110073"/>
                  </a:lnTo>
                  <a:lnTo>
                    <a:pt x="61120" y="110378"/>
                  </a:lnTo>
                  <a:lnTo>
                    <a:pt x="61120" y="110684"/>
                  </a:lnTo>
                  <a:lnTo>
                    <a:pt x="61120" y="110990"/>
                  </a:lnTo>
                  <a:lnTo>
                    <a:pt x="61120" y="111296"/>
                  </a:lnTo>
                  <a:lnTo>
                    <a:pt x="61120" y="111601"/>
                  </a:lnTo>
                  <a:lnTo>
                    <a:pt x="61120" y="111907"/>
                  </a:lnTo>
                  <a:lnTo>
                    <a:pt x="61120" y="112213"/>
                  </a:lnTo>
                  <a:lnTo>
                    <a:pt x="61120" y="112519"/>
                  </a:lnTo>
                  <a:lnTo>
                    <a:pt x="61120" y="112824"/>
                  </a:lnTo>
                  <a:lnTo>
                    <a:pt x="61120" y="113130"/>
                  </a:lnTo>
                  <a:lnTo>
                    <a:pt x="61120" y="113436"/>
                  </a:lnTo>
                  <a:lnTo>
                    <a:pt x="61120" y="113742"/>
                  </a:lnTo>
                  <a:lnTo>
                    <a:pt x="61120" y="114047"/>
                  </a:lnTo>
                  <a:lnTo>
                    <a:pt x="61120" y="114353"/>
                  </a:lnTo>
                  <a:lnTo>
                    <a:pt x="61120" y="114659"/>
                  </a:lnTo>
                  <a:lnTo>
                    <a:pt x="61120" y="114965"/>
                  </a:lnTo>
                  <a:lnTo>
                    <a:pt x="61120" y="115271"/>
                  </a:lnTo>
                  <a:lnTo>
                    <a:pt x="61120" y="115576"/>
                  </a:lnTo>
                  <a:lnTo>
                    <a:pt x="61120" y="115882"/>
                  </a:lnTo>
                  <a:lnTo>
                    <a:pt x="61120" y="116188"/>
                  </a:lnTo>
                  <a:lnTo>
                    <a:pt x="61120" y="116494"/>
                  </a:lnTo>
                  <a:lnTo>
                    <a:pt x="61120" y="116799"/>
                  </a:lnTo>
                  <a:lnTo>
                    <a:pt x="61120" y="117105"/>
                  </a:lnTo>
                  <a:lnTo>
                    <a:pt x="61120" y="117411"/>
                  </a:lnTo>
                  <a:lnTo>
                    <a:pt x="61120" y="117717"/>
                  </a:lnTo>
                  <a:lnTo>
                    <a:pt x="61120" y="118022"/>
                  </a:lnTo>
                  <a:lnTo>
                    <a:pt x="61120" y="118328"/>
                  </a:lnTo>
                  <a:lnTo>
                    <a:pt x="61120" y="118634"/>
                  </a:lnTo>
                  <a:lnTo>
                    <a:pt x="61120" y="118940"/>
                  </a:lnTo>
                  <a:lnTo>
                    <a:pt x="61120" y="119245"/>
                  </a:lnTo>
                  <a:lnTo>
                    <a:pt x="61120" y="119551"/>
                  </a:lnTo>
                  <a:lnTo>
                    <a:pt x="61120" y="119857"/>
                  </a:lnTo>
                  <a:lnTo>
                    <a:pt x="61120" y="120163"/>
                  </a:lnTo>
                  <a:lnTo>
                    <a:pt x="61120" y="120468"/>
                  </a:lnTo>
                  <a:lnTo>
                    <a:pt x="61120" y="120774"/>
                  </a:lnTo>
                  <a:lnTo>
                    <a:pt x="61120" y="121080"/>
                  </a:lnTo>
                  <a:lnTo>
                    <a:pt x="61120" y="121386"/>
                  </a:lnTo>
                  <a:lnTo>
                    <a:pt x="61120" y="121691"/>
                  </a:lnTo>
                  <a:lnTo>
                    <a:pt x="61120" y="121997"/>
                  </a:lnTo>
                  <a:lnTo>
                    <a:pt x="61120" y="122303"/>
                  </a:lnTo>
                  <a:lnTo>
                    <a:pt x="61120" y="122609"/>
                  </a:lnTo>
                  <a:lnTo>
                    <a:pt x="61120" y="122914"/>
                  </a:lnTo>
                  <a:lnTo>
                    <a:pt x="61120" y="123220"/>
                  </a:lnTo>
                  <a:lnTo>
                    <a:pt x="61120" y="123526"/>
                  </a:lnTo>
                  <a:lnTo>
                    <a:pt x="61120" y="123832"/>
                  </a:lnTo>
                  <a:lnTo>
                    <a:pt x="61120" y="124138"/>
                  </a:lnTo>
                  <a:lnTo>
                    <a:pt x="61120" y="124443"/>
                  </a:lnTo>
                  <a:lnTo>
                    <a:pt x="61120" y="124749"/>
                  </a:lnTo>
                  <a:lnTo>
                    <a:pt x="61120" y="125055"/>
                  </a:lnTo>
                  <a:lnTo>
                    <a:pt x="61120" y="125361"/>
                  </a:lnTo>
                  <a:lnTo>
                    <a:pt x="61120" y="125666"/>
                  </a:lnTo>
                  <a:lnTo>
                    <a:pt x="61120" y="125972"/>
                  </a:lnTo>
                  <a:lnTo>
                    <a:pt x="61120" y="126278"/>
                  </a:lnTo>
                  <a:lnTo>
                    <a:pt x="61120" y="126584"/>
                  </a:lnTo>
                  <a:lnTo>
                    <a:pt x="61120" y="126889"/>
                  </a:lnTo>
                  <a:lnTo>
                    <a:pt x="61120" y="127195"/>
                  </a:lnTo>
                  <a:lnTo>
                    <a:pt x="61120" y="127501"/>
                  </a:lnTo>
                  <a:lnTo>
                    <a:pt x="61120" y="127807"/>
                  </a:lnTo>
                  <a:lnTo>
                    <a:pt x="61120" y="128112"/>
                  </a:lnTo>
                  <a:lnTo>
                    <a:pt x="61120" y="128418"/>
                  </a:lnTo>
                  <a:lnTo>
                    <a:pt x="61120" y="128724"/>
                  </a:lnTo>
                  <a:lnTo>
                    <a:pt x="61120" y="129030"/>
                  </a:lnTo>
                  <a:lnTo>
                    <a:pt x="61120" y="129335"/>
                  </a:lnTo>
                  <a:lnTo>
                    <a:pt x="61121" y="129641"/>
                  </a:lnTo>
                  <a:lnTo>
                    <a:pt x="61121" y="129947"/>
                  </a:lnTo>
                  <a:lnTo>
                    <a:pt x="61122" y="130253"/>
                  </a:lnTo>
                  <a:lnTo>
                    <a:pt x="61124" y="130558"/>
                  </a:lnTo>
                  <a:lnTo>
                    <a:pt x="61126" y="130864"/>
                  </a:lnTo>
                  <a:lnTo>
                    <a:pt x="61128" y="131170"/>
                  </a:lnTo>
                  <a:lnTo>
                    <a:pt x="61132" y="131476"/>
                  </a:lnTo>
                  <a:lnTo>
                    <a:pt x="61137" y="131781"/>
                  </a:lnTo>
                  <a:lnTo>
                    <a:pt x="61144" y="132087"/>
                  </a:lnTo>
                  <a:lnTo>
                    <a:pt x="61153" y="132393"/>
                  </a:lnTo>
                  <a:lnTo>
                    <a:pt x="61164" y="132699"/>
                  </a:lnTo>
                  <a:lnTo>
                    <a:pt x="61177" y="133005"/>
                  </a:lnTo>
                  <a:lnTo>
                    <a:pt x="61194" y="133310"/>
                  </a:lnTo>
                  <a:lnTo>
                    <a:pt x="61215" y="133616"/>
                  </a:lnTo>
                  <a:lnTo>
                    <a:pt x="61239" y="133922"/>
                  </a:lnTo>
                  <a:lnTo>
                    <a:pt x="61268" y="134228"/>
                  </a:lnTo>
                  <a:lnTo>
                    <a:pt x="61300" y="134533"/>
                  </a:lnTo>
                  <a:lnTo>
                    <a:pt x="61335" y="134839"/>
                  </a:lnTo>
                  <a:lnTo>
                    <a:pt x="61373" y="135145"/>
                  </a:lnTo>
                  <a:lnTo>
                    <a:pt x="61414" y="135451"/>
                  </a:lnTo>
                  <a:lnTo>
                    <a:pt x="61456" y="135756"/>
                  </a:lnTo>
                  <a:lnTo>
                    <a:pt x="61498" y="136062"/>
                  </a:lnTo>
                  <a:lnTo>
                    <a:pt x="61539" y="136368"/>
                  </a:lnTo>
                  <a:lnTo>
                    <a:pt x="61576" y="136674"/>
                  </a:lnTo>
                  <a:lnTo>
                    <a:pt x="61610" y="136979"/>
                  </a:lnTo>
                  <a:lnTo>
                    <a:pt x="61637" y="137285"/>
                  </a:lnTo>
                  <a:lnTo>
                    <a:pt x="61658" y="137591"/>
                  </a:lnTo>
                  <a:lnTo>
                    <a:pt x="61671" y="137897"/>
                  </a:lnTo>
                  <a:lnTo>
                    <a:pt x="61676" y="138202"/>
                  </a:lnTo>
                  <a:lnTo>
                    <a:pt x="61673" y="138508"/>
                  </a:lnTo>
                  <a:lnTo>
                    <a:pt x="61660" y="138814"/>
                  </a:lnTo>
                  <a:lnTo>
                    <a:pt x="61640" y="139120"/>
                  </a:lnTo>
                  <a:lnTo>
                    <a:pt x="61612" y="139425"/>
                  </a:lnTo>
                  <a:lnTo>
                    <a:pt x="61579" y="139731"/>
                  </a:lnTo>
                  <a:lnTo>
                    <a:pt x="61541" y="140037"/>
                  </a:lnTo>
                  <a:lnTo>
                    <a:pt x="61501" y="140343"/>
                  </a:lnTo>
                  <a:lnTo>
                    <a:pt x="61459" y="140648"/>
                  </a:lnTo>
                  <a:lnTo>
                    <a:pt x="61417" y="140954"/>
                  </a:lnTo>
                  <a:lnTo>
                    <a:pt x="61376" y="141260"/>
                  </a:lnTo>
                  <a:lnTo>
                    <a:pt x="61337" y="141566"/>
                  </a:lnTo>
                  <a:lnTo>
                    <a:pt x="61302" y="141872"/>
                  </a:lnTo>
                  <a:lnTo>
                    <a:pt x="61270" y="142177"/>
                  </a:lnTo>
                  <a:lnTo>
                    <a:pt x="61241" y="142483"/>
                  </a:lnTo>
                  <a:lnTo>
                    <a:pt x="61217" y="142789"/>
                  </a:lnTo>
                  <a:lnTo>
                    <a:pt x="61196" y="143095"/>
                  </a:lnTo>
                  <a:lnTo>
                    <a:pt x="61179" y="143400"/>
                  </a:lnTo>
                  <a:lnTo>
                    <a:pt x="61164" y="143706"/>
                  </a:lnTo>
                  <a:lnTo>
                    <a:pt x="61153" y="144012"/>
                  </a:lnTo>
                  <a:lnTo>
                    <a:pt x="61144" y="144318"/>
                  </a:lnTo>
                  <a:lnTo>
                    <a:pt x="61138" y="144623"/>
                  </a:lnTo>
                  <a:lnTo>
                    <a:pt x="61133" y="144929"/>
                  </a:lnTo>
                  <a:lnTo>
                    <a:pt x="61129" y="145235"/>
                  </a:lnTo>
                  <a:lnTo>
                    <a:pt x="61126" y="145541"/>
                  </a:lnTo>
                  <a:lnTo>
                    <a:pt x="61124" y="145846"/>
                  </a:lnTo>
                  <a:lnTo>
                    <a:pt x="61123" y="146152"/>
                  </a:lnTo>
                  <a:lnTo>
                    <a:pt x="61122" y="146458"/>
                  </a:lnTo>
                  <a:lnTo>
                    <a:pt x="61121" y="146764"/>
                  </a:lnTo>
                  <a:lnTo>
                    <a:pt x="61121" y="147069"/>
                  </a:lnTo>
                  <a:lnTo>
                    <a:pt x="61121" y="147375"/>
                  </a:lnTo>
                  <a:lnTo>
                    <a:pt x="61121" y="147681"/>
                  </a:lnTo>
                  <a:lnTo>
                    <a:pt x="61122" y="147987"/>
                  </a:lnTo>
                  <a:lnTo>
                    <a:pt x="61123" y="148292"/>
                  </a:lnTo>
                  <a:lnTo>
                    <a:pt x="61124" y="148598"/>
                  </a:lnTo>
                  <a:lnTo>
                    <a:pt x="61126" y="148904"/>
                  </a:lnTo>
                  <a:lnTo>
                    <a:pt x="61129" y="149210"/>
                  </a:lnTo>
                  <a:lnTo>
                    <a:pt x="61132" y="149515"/>
                  </a:lnTo>
                  <a:lnTo>
                    <a:pt x="61137" y="149821"/>
                  </a:lnTo>
                  <a:lnTo>
                    <a:pt x="61144" y="150127"/>
                  </a:lnTo>
                  <a:lnTo>
                    <a:pt x="61153" y="150433"/>
                  </a:lnTo>
                  <a:lnTo>
                    <a:pt x="61164" y="150739"/>
                  </a:lnTo>
                  <a:lnTo>
                    <a:pt x="61178" y="151044"/>
                  </a:lnTo>
                  <a:lnTo>
                    <a:pt x="61195" y="151350"/>
                  </a:lnTo>
                  <a:lnTo>
                    <a:pt x="61216" y="151656"/>
                  </a:lnTo>
                  <a:lnTo>
                    <a:pt x="61240" y="151962"/>
                  </a:lnTo>
                  <a:lnTo>
                    <a:pt x="61268" y="152267"/>
                  </a:lnTo>
                  <a:lnTo>
                    <a:pt x="61301" y="152573"/>
                  </a:lnTo>
                  <a:lnTo>
                    <a:pt x="61336" y="152879"/>
                  </a:lnTo>
                  <a:lnTo>
                    <a:pt x="61375" y="153185"/>
                  </a:lnTo>
                  <a:lnTo>
                    <a:pt x="61416" y="153490"/>
                  </a:lnTo>
                  <a:lnTo>
                    <a:pt x="61458" y="153796"/>
                  </a:lnTo>
                  <a:lnTo>
                    <a:pt x="61499" y="154102"/>
                  </a:lnTo>
                  <a:lnTo>
                    <a:pt x="61540" y="154408"/>
                  </a:lnTo>
                  <a:lnTo>
                    <a:pt x="61577" y="154713"/>
                  </a:lnTo>
                  <a:lnTo>
                    <a:pt x="61611" y="155019"/>
                  </a:lnTo>
                  <a:lnTo>
                    <a:pt x="61639" y="155325"/>
                  </a:lnTo>
                  <a:lnTo>
                    <a:pt x="61659" y="155631"/>
                  </a:lnTo>
                  <a:lnTo>
                    <a:pt x="61671" y="155936"/>
                  </a:lnTo>
                  <a:lnTo>
                    <a:pt x="61676" y="156242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0" name="pg33">
              <a:extLst>
                <a:ext uri="{FF2B5EF4-FFF2-40B4-BE49-F238E27FC236}">
                  <a16:creationId xmlns:a16="http://schemas.microsoft.com/office/drawing/2014/main" id="{CEB8194E-0B67-84F1-5C07-10E3BF507879}"/>
                </a:ext>
              </a:extLst>
            </p:cNvPr>
            <p:cNvSpPr/>
            <p:nvPr/>
          </p:nvSpPr>
          <p:spPr>
            <a:xfrm>
              <a:off x="5347956" y="2975059"/>
              <a:ext cx="394692" cy="66102"/>
            </a:xfrm>
            <a:custGeom>
              <a:avLst/>
              <a:gdLst/>
              <a:ahLst/>
              <a:cxnLst/>
              <a:rect l="0" t="0" r="0" b="0"/>
              <a:pathLst>
                <a:path w="394692" h="66102">
                  <a:moveTo>
                    <a:pt x="196230" y="66102"/>
                  </a:moveTo>
                  <a:lnTo>
                    <a:pt x="196237" y="65973"/>
                  </a:lnTo>
                  <a:lnTo>
                    <a:pt x="196256" y="65843"/>
                  </a:lnTo>
                  <a:lnTo>
                    <a:pt x="196286" y="65714"/>
                  </a:lnTo>
                  <a:lnTo>
                    <a:pt x="196327" y="65585"/>
                  </a:lnTo>
                  <a:lnTo>
                    <a:pt x="196376" y="65455"/>
                  </a:lnTo>
                  <a:lnTo>
                    <a:pt x="196434" y="65326"/>
                  </a:lnTo>
                  <a:lnTo>
                    <a:pt x="196498" y="65197"/>
                  </a:lnTo>
                  <a:lnTo>
                    <a:pt x="196566" y="65067"/>
                  </a:lnTo>
                  <a:lnTo>
                    <a:pt x="196637" y="64938"/>
                  </a:lnTo>
                  <a:lnTo>
                    <a:pt x="196709" y="64809"/>
                  </a:lnTo>
                  <a:lnTo>
                    <a:pt x="196779" y="64679"/>
                  </a:lnTo>
                  <a:lnTo>
                    <a:pt x="196848" y="64550"/>
                  </a:lnTo>
                  <a:lnTo>
                    <a:pt x="196913" y="64420"/>
                  </a:lnTo>
                  <a:lnTo>
                    <a:pt x="196974" y="64291"/>
                  </a:lnTo>
                  <a:lnTo>
                    <a:pt x="197030" y="64162"/>
                  </a:lnTo>
                  <a:lnTo>
                    <a:pt x="197080" y="64032"/>
                  </a:lnTo>
                  <a:lnTo>
                    <a:pt x="197124" y="63903"/>
                  </a:lnTo>
                  <a:lnTo>
                    <a:pt x="197164" y="63774"/>
                  </a:lnTo>
                  <a:lnTo>
                    <a:pt x="197198" y="63644"/>
                  </a:lnTo>
                  <a:lnTo>
                    <a:pt x="197227" y="63515"/>
                  </a:lnTo>
                  <a:lnTo>
                    <a:pt x="197251" y="63386"/>
                  </a:lnTo>
                  <a:lnTo>
                    <a:pt x="197272" y="63256"/>
                  </a:lnTo>
                  <a:lnTo>
                    <a:pt x="197288" y="63127"/>
                  </a:lnTo>
                  <a:lnTo>
                    <a:pt x="197301" y="62998"/>
                  </a:lnTo>
                  <a:lnTo>
                    <a:pt x="197312" y="62868"/>
                  </a:lnTo>
                  <a:lnTo>
                    <a:pt x="197320" y="62739"/>
                  </a:lnTo>
                  <a:lnTo>
                    <a:pt x="197327" y="62609"/>
                  </a:lnTo>
                  <a:lnTo>
                    <a:pt x="197332" y="62480"/>
                  </a:lnTo>
                  <a:lnTo>
                    <a:pt x="197336" y="62351"/>
                  </a:lnTo>
                  <a:lnTo>
                    <a:pt x="197339" y="62221"/>
                  </a:lnTo>
                  <a:lnTo>
                    <a:pt x="197341" y="62092"/>
                  </a:lnTo>
                  <a:lnTo>
                    <a:pt x="197342" y="61963"/>
                  </a:lnTo>
                  <a:lnTo>
                    <a:pt x="197343" y="61833"/>
                  </a:lnTo>
                  <a:lnTo>
                    <a:pt x="197344" y="61704"/>
                  </a:lnTo>
                  <a:lnTo>
                    <a:pt x="197344" y="61575"/>
                  </a:lnTo>
                  <a:lnTo>
                    <a:pt x="197345" y="61445"/>
                  </a:lnTo>
                  <a:lnTo>
                    <a:pt x="197345" y="61316"/>
                  </a:lnTo>
                  <a:lnTo>
                    <a:pt x="197345" y="61187"/>
                  </a:lnTo>
                  <a:lnTo>
                    <a:pt x="197345" y="61057"/>
                  </a:lnTo>
                  <a:lnTo>
                    <a:pt x="197346" y="60928"/>
                  </a:lnTo>
                  <a:lnTo>
                    <a:pt x="197346" y="60798"/>
                  </a:lnTo>
                  <a:lnTo>
                    <a:pt x="197346" y="60669"/>
                  </a:lnTo>
                  <a:lnTo>
                    <a:pt x="197346" y="60540"/>
                  </a:lnTo>
                  <a:lnTo>
                    <a:pt x="197346" y="60410"/>
                  </a:lnTo>
                  <a:lnTo>
                    <a:pt x="197346" y="60281"/>
                  </a:lnTo>
                  <a:lnTo>
                    <a:pt x="197346" y="60152"/>
                  </a:lnTo>
                  <a:lnTo>
                    <a:pt x="197346" y="60022"/>
                  </a:lnTo>
                  <a:lnTo>
                    <a:pt x="197346" y="59893"/>
                  </a:lnTo>
                  <a:lnTo>
                    <a:pt x="197346" y="59764"/>
                  </a:lnTo>
                  <a:lnTo>
                    <a:pt x="197345" y="59634"/>
                  </a:lnTo>
                  <a:lnTo>
                    <a:pt x="197345" y="59505"/>
                  </a:lnTo>
                  <a:lnTo>
                    <a:pt x="197345" y="59375"/>
                  </a:lnTo>
                  <a:lnTo>
                    <a:pt x="197345" y="59246"/>
                  </a:lnTo>
                  <a:lnTo>
                    <a:pt x="197345" y="59117"/>
                  </a:lnTo>
                  <a:lnTo>
                    <a:pt x="197344" y="58987"/>
                  </a:lnTo>
                  <a:lnTo>
                    <a:pt x="197343" y="58858"/>
                  </a:lnTo>
                  <a:lnTo>
                    <a:pt x="197342" y="58729"/>
                  </a:lnTo>
                  <a:lnTo>
                    <a:pt x="197340" y="58599"/>
                  </a:lnTo>
                  <a:lnTo>
                    <a:pt x="197337" y="58470"/>
                  </a:lnTo>
                  <a:lnTo>
                    <a:pt x="197333" y="58341"/>
                  </a:lnTo>
                  <a:lnTo>
                    <a:pt x="197327" y="58211"/>
                  </a:lnTo>
                  <a:lnTo>
                    <a:pt x="197319" y="58082"/>
                  </a:lnTo>
                  <a:lnTo>
                    <a:pt x="197308" y="57953"/>
                  </a:lnTo>
                  <a:lnTo>
                    <a:pt x="197293" y="57823"/>
                  </a:lnTo>
                  <a:lnTo>
                    <a:pt x="197274" y="57694"/>
                  </a:lnTo>
                  <a:lnTo>
                    <a:pt x="197248" y="57564"/>
                  </a:lnTo>
                  <a:lnTo>
                    <a:pt x="197215" y="57435"/>
                  </a:lnTo>
                  <a:lnTo>
                    <a:pt x="197173" y="57306"/>
                  </a:lnTo>
                  <a:lnTo>
                    <a:pt x="197119" y="57176"/>
                  </a:lnTo>
                  <a:lnTo>
                    <a:pt x="197050" y="57047"/>
                  </a:lnTo>
                  <a:lnTo>
                    <a:pt x="196965" y="56918"/>
                  </a:lnTo>
                  <a:lnTo>
                    <a:pt x="196862" y="56788"/>
                  </a:lnTo>
                  <a:lnTo>
                    <a:pt x="196737" y="56659"/>
                  </a:lnTo>
                  <a:lnTo>
                    <a:pt x="196590" y="56530"/>
                  </a:lnTo>
                  <a:lnTo>
                    <a:pt x="196419" y="56400"/>
                  </a:lnTo>
                  <a:lnTo>
                    <a:pt x="196221" y="56271"/>
                  </a:lnTo>
                  <a:lnTo>
                    <a:pt x="195995" y="56141"/>
                  </a:lnTo>
                  <a:lnTo>
                    <a:pt x="195739" y="56012"/>
                  </a:lnTo>
                  <a:lnTo>
                    <a:pt x="195457" y="55883"/>
                  </a:lnTo>
                  <a:lnTo>
                    <a:pt x="195151" y="55753"/>
                  </a:lnTo>
                  <a:lnTo>
                    <a:pt x="194824" y="55624"/>
                  </a:lnTo>
                  <a:lnTo>
                    <a:pt x="194482" y="55495"/>
                  </a:lnTo>
                  <a:lnTo>
                    <a:pt x="194128" y="55365"/>
                  </a:lnTo>
                  <a:lnTo>
                    <a:pt x="193771" y="55236"/>
                  </a:lnTo>
                  <a:lnTo>
                    <a:pt x="193417" y="55107"/>
                  </a:lnTo>
                  <a:lnTo>
                    <a:pt x="193078" y="54977"/>
                  </a:lnTo>
                  <a:lnTo>
                    <a:pt x="192762" y="54848"/>
                  </a:lnTo>
                  <a:lnTo>
                    <a:pt x="192478" y="54719"/>
                  </a:lnTo>
                  <a:lnTo>
                    <a:pt x="192232" y="54589"/>
                  </a:lnTo>
                  <a:lnTo>
                    <a:pt x="192032" y="54460"/>
                  </a:lnTo>
                  <a:lnTo>
                    <a:pt x="191884" y="54330"/>
                  </a:lnTo>
                  <a:lnTo>
                    <a:pt x="191793" y="54201"/>
                  </a:lnTo>
                  <a:lnTo>
                    <a:pt x="191769" y="54072"/>
                  </a:lnTo>
                  <a:lnTo>
                    <a:pt x="191809" y="53942"/>
                  </a:lnTo>
                  <a:lnTo>
                    <a:pt x="191909" y="53813"/>
                  </a:lnTo>
                  <a:lnTo>
                    <a:pt x="192065" y="53684"/>
                  </a:lnTo>
                  <a:lnTo>
                    <a:pt x="192272" y="53554"/>
                  </a:lnTo>
                  <a:lnTo>
                    <a:pt x="192524" y="53425"/>
                  </a:lnTo>
                  <a:lnTo>
                    <a:pt x="192814" y="53296"/>
                  </a:lnTo>
                  <a:lnTo>
                    <a:pt x="193135" y="53166"/>
                  </a:lnTo>
                  <a:lnTo>
                    <a:pt x="193478" y="53037"/>
                  </a:lnTo>
                  <a:lnTo>
                    <a:pt x="193831" y="52908"/>
                  </a:lnTo>
                  <a:lnTo>
                    <a:pt x="194186" y="52778"/>
                  </a:lnTo>
                  <a:lnTo>
                    <a:pt x="194534" y="52649"/>
                  </a:lnTo>
                  <a:lnTo>
                    <a:pt x="194869" y="52519"/>
                  </a:lnTo>
                  <a:lnTo>
                    <a:pt x="195186" y="52390"/>
                  </a:lnTo>
                  <a:lnTo>
                    <a:pt x="195480" y="52261"/>
                  </a:lnTo>
                  <a:lnTo>
                    <a:pt x="195744" y="52131"/>
                  </a:lnTo>
                  <a:lnTo>
                    <a:pt x="195973" y="52002"/>
                  </a:lnTo>
                  <a:lnTo>
                    <a:pt x="196167" y="51873"/>
                  </a:lnTo>
                  <a:lnTo>
                    <a:pt x="196326" y="51743"/>
                  </a:lnTo>
                  <a:lnTo>
                    <a:pt x="196448" y="51614"/>
                  </a:lnTo>
                  <a:lnTo>
                    <a:pt x="196532" y="51485"/>
                  </a:lnTo>
                  <a:lnTo>
                    <a:pt x="196577" y="51355"/>
                  </a:lnTo>
                  <a:lnTo>
                    <a:pt x="196581" y="51226"/>
                  </a:lnTo>
                  <a:lnTo>
                    <a:pt x="196540" y="51096"/>
                  </a:lnTo>
                  <a:lnTo>
                    <a:pt x="196449" y="50967"/>
                  </a:lnTo>
                  <a:lnTo>
                    <a:pt x="196310" y="50838"/>
                  </a:lnTo>
                  <a:lnTo>
                    <a:pt x="196122" y="50708"/>
                  </a:lnTo>
                  <a:lnTo>
                    <a:pt x="195880" y="50579"/>
                  </a:lnTo>
                  <a:lnTo>
                    <a:pt x="195584" y="50450"/>
                  </a:lnTo>
                  <a:lnTo>
                    <a:pt x="195231" y="50320"/>
                  </a:lnTo>
                  <a:lnTo>
                    <a:pt x="194820" y="50191"/>
                  </a:lnTo>
                  <a:lnTo>
                    <a:pt x="194345" y="50062"/>
                  </a:lnTo>
                  <a:lnTo>
                    <a:pt x="193811" y="49932"/>
                  </a:lnTo>
                  <a:lnTo>
                    <a:pt x="193225" y="49803"/>
                  </a:lnTo>
                  <a:lnTo>
                    <a:pt x="192593" y="49674"/>
                  </a:lnTo>
                  <a:lnTo>
                    <a:pt x="191925" y="49544"/>
                  </a:lnTo>
                  <a:lnTo>
                    <a:pt x="191229" y="49415"/>
                  </a:lnTo>
                  <a:lnTo>
                    <a:pt x="190518" y="49285"/>
                  </a:lnTo>
                  <a:lnTo>
                    <a:pt x="189806" y="49156"/>
                  </a:lnTo>
                  <a:lnTo>
                    <a:pt x="189114" y="49027"/>
                  </a:lnTo>
                  <a:lnTo>
                    <a:pt x="188460" y="48897"/>
                  </a:lnTo>
                  <a:lnTo>
                    <a:pt x="187862" y="48768"/>
                  </a:lnTo>
                  <a:lnTo>
                    <a:pt x="187334" y="48639"/>
                  </a:lnTo>
                  <a:lnTo>
                    <a:pt x="186892" y="48509"/>
                  </a:lnTo>
                  <a:lnTo>
                    <a:pt x="186549" y="48380"/>
                  </a:lnTo>
                  <a:lnTo>
                    <a:pt x="186315" y="48251"/>
                  </a:lnTo>
                  <a:lnTo>
                    <a:pt x="186200" y="48121"/>
                  </a:lnTo>
                  <a:lnTo>
                    <a:pt x="186225" y="47992"/>
                  </a:lnTo>
                  <a:lnTo>
                    <a:pt x="186371" y="47862"/>
                  </a:lnTo>
                  <a:lnTo>
                    <a:pt x="186632" y="47733"/>
                  </a:lnTo>
                  <a:lnTo>
                    <a:pt x="187000" y="47604"/>
                  </a:lnTo>
                  <a:lnTo>
                    <a:pt x="187462" y="47474"/>
                  </a:lnTo>
                  <a:lnTo>
                    <a:pt x="188006" y="47345"/>
                  </a:lnTo>
                  <a:lnTo>
                    <a:pt x="188615" y="47216"/>
                  </a:lnTo>
                  <a:lnTo>
                    <a:pt x="189274" y="47086"/>
                  </a:lnTo>
                  <a:lnTo>
                    <a:pt x="189960" y="46957"/>
                  </a:lnTo>
                  <a:lnTo>
                    <a:pt x="190651" y="46828"/>
                  </a:lnTo>
                  <a:lnTo>
                    <a:pt x="191327" y="46698"/>
                  </a:lnTo>
                  <a:lnTo>
                    <a:pt x="191971" y="46569"/>
                  </a:lnTo>
                  <a:lnTo>
                    <a:pt x="192567" y="46440"/>
                  </a:lnTo>
                  <a:lnTo>
                    <a:pt x="193097" y="46310"/>
                  </a:lnTo>
                  <a:lnTo>
                    <a:pt x="193546" y="46181"/>
                  </a:lnTo>
                  <a:lnTo>
                    <a:pt x="193885" y="46051"/>
                  </a:lnTo>
                  <a:lnTo>
                    <a:pt x="194094" y="45922"/>
                  </a:lnTo>
                  <a:lnTo>
                    <a:pt x="194159" y="45793"/>
                  </a:lnTo>
                  <a:lnTo>
                    <a:pt x="194058" y="45663"/>
                  </a:lnTo>
                  <a:lnTo>
                    <a:pt x="193765" y="45534"/>
                  </a:lnTo>
                  <a:lnTo>
                    <a:pt x="193250" y="45405"/>
                  </a:lnTo>
                  <a:lnTo>
                    <a:pt x="192480" y="45275"/>
                  </a:lnTo>
                  <a:lnTo>
                    <a:pt x="191416" y="45146"/>
                  </a:lnTo>
                  <a:lnTo>
                    <a:pt x="189965" y="45017"/>
                  </a:lnTo>
                  <a:lnTo>
                    <a:pt x="188099" y="44887"/>
                  </a:lnTo>
                  <a:lnTo>
                    <a:pt x="185784" y="44758"/>
                  </a:lnTo>
                  <a:lnTo>
                    <a:pt x="182974" y="44629"/>
                  </a:lnTo>
                  <a:lnTo>
                    <a:pt x="179624" y="44499"/>
                  </a:lnTo>
                  <a:lnTo>
                    <a:pt x="175696" y="44370"/>
                  </a:lnTo>
                  <a:lnTo>
                    <a:pt x="171162" y="44240"/>
                  </a:lnTo>
                  <a:lnTo>
                    <a:pt x="166002" y="44111"/>
                  </a:lnTo>
                  <a:lnTo>
                    <a:pt x="160113" y="43982"/>
                  </a:lnTo>
                  <a:lnTo>
                    <a:pt x="153632" y="43852"/>
                  </a:lnTo>
                  <a:lnTo>
                    <a:pt x="146613" y="43723"/>
                  </a:lnTo>
                  <a:lnTo>
                    <a:pt x="139137" y="43594"/>
                  </a:lnTo>
                  <a:lnTo>
                    <a:pt x="131304" y="43464"/>
                  </a:lnTo>
                  <a:lnTo>
                    <a:pt x="123242" y="43335"/>
                  </a:lnTo>
                  <a:lnTo>
                    <a:pt x="115099" y="43206"/>
                  </a:lnTo>
                  <a:lnTo>
                    <a:pt x="107054" y="43076"/>
                  </a:lnTo>
                  <a:lnTo>
                    <a:pt x="99370" y="42947"/>
                  </a:lnTo>
                  <a:lnTo>
                    <a:pt x="92228" y="42817"/>
                  </a:lnTo>
                  <a:lnTo>
                    <a:pt x="85816" y="42688"/>
                  </a:lnTo>
                  <a:lnTo>
                    <a:pt x="80311" y="42559"/>
                  </a:lnTo>
                  <a:lnTo>
                    <a:pt x="75869" y="42429"/>
                  </a:lnTo>
                  <a:lnTo>
                    <a:pt x="72626" y="42300"/>
                  </a:lnTo>
                  <a:lnTo>
                    <a:pt x="70684" y="42171"/>
                  </a:lnTo>
                  <a:lnTo>
                    <a:pt x="70218" y="42041"/>
                  </a:lnTo>
                  <a:lnTo>
                    <a:pt x="71274" y="41912"/>
                  </a:lnTo>
                  <a:lnTo>
                    <a:pt x="73677" y="41783"/>
                  </a:lnTo>
                  <a:lnTo>
                    <a:pt x="77349" y="41653"/>
                  </a:lnTo>
                  <a:lnTo>
                    <a:pt x="82176" y="41524"/>
                  </a:lnTo>
                  <a:lnTo>
                    <a:pt x="88015" y="41395"/>
                  </a:lnTo>
                  <a:lnTo>
                    <a:pt x="94702" y="41265"/>
                  </a:lnTo>
                  <a:lnTo>
                    <a:pt x="102054" y="41136"/>
                  </a:lnTo>
                  <a:lnTo>
                    <a:pt x="109902" y="41006"/>
                  </a:lnTo>
                  <a:lnTo>
                    <a:pt x="117973" y="40877"/>
                  </a:lnTo>
                  <a:lnTo>
                    <a:pt x="126061" y="40748"/>
                  </a:lnTo>
                  <a:lnTo>
                    <a:pt x="133998" y="40618"/>
                  </a:lnTo>
                  <a:lnTo>
                    <a:pt x="141635" y="40489"/>
                  </a:lnTo>
                  <a:lnTo>
                    <a:pt x="148845" y="40360"/>
                  </a:lnTo>
                  <a:lnTo>
                    <a:pt x="155520" y="40230"/>
                  </a:lnTo>
                  <a:lnTo>
                    <a:pt x="161574" y="40101"/>
                  </a:lnTo>
                  <a:lnTo>
                    <a:pt x="166825" y="39972"/>
                  </a:lnTo>
                  <a:lnTo>
                    <a:pt x="171320" y="39842"/>
                  </a:lnTo>
                  <a:lnTo>
                    <a:pt x="175046" y="39713"/>
                  </a:lnTo>
                  <a:lnTo>
                    <a:pt x="177986" y="39583"/>
                  </a:lnTo>
                  <a:lnTo>
                    <a:pt x="180125" y="39454"/>
                  </a:lnTo>
                  <a:lnTo>
                    <a:pt x="181453" y="39325"/>
                  </a:lnTo>
                  <a:lnTo>
                    <a:pt x="181955" y="39195"/>
                  </a:lnTo>
                  <a:lnTo>
                    <a:pt x="181593" y="39066"/>
                  </a:lnTo>
                  <a:lnTo>
                    <a:pt x="180226" y="38937"/>
                  </a:lnTo>
                  <a:lnTo>
                    <a:pt x="177949" y="38807"/>
                  </a:lnTo>
                  <a:lnTo>
                    <a:pt x="174726" y="38678"/>
                  </a:lnTo>
                  <a:lnTo>
                    <a:pt x="170523" y="38549"/>
                  </a:lnTo>
                  <a:lnTo>
                    <a:pt x="165306" y="38419"/>
                  </a:lnTo>
                  <a:lnTo>
                    <a:pt x="159052" y="38290"/>
                  </a:lnTo>
                  <a:lnTo>
                    <a:pt x="151747" y="38161"/>
                  </a:lnTo>
                  <a:lnTo>
                    <a:pt x="143335" y="38031"/>
                  </a:lnTo>
                  <a:lnTo>
                    <a:pt x="133814" y="37902"/>
                  </a:lnTo>
                  <a:lnTo>
                    <a:pt x="123379" y="37772"/>
                  </a:lnTo>
                  <a:lnTo>
                    <a:pt x="112146" y="37643"/>
                  </a:lnTo>
                  <a:lnTo>
                    <a:pt x="100264" y="37514"/>
                  </a:lnTo>
                  <a:lnTo>
                    <a:pt x="87920" y="37384"/>
                  </a:lnTo>
                  <a:lnTo>
                    <a:pt x="75333" y="37255"/>
                  </a:lnTo>
                  <a:lnTo>
                    <a:pt x="62755" y="37126"/>
                  </a:lnTo>
                  <a:lnTo>
                    <a:pt x="50530" y="36996"/>
                  </a:lnTo>
                  <a:lnTo>
                    <a:pt x="39033" y="36867"/>
                  </a:lnTo>
                  <a:lnTo>
                    <a:pt x="28540" y="36738"/>
                  </a:lnTo>
                  <a:lnTo>
                    <a:pt x="19333" y="36608"/>
                  </a:lnTo>
                  <a:lnTo>
                    <a:pt x="11673" y="36479"/>
                  </a:lnTo>
                  <a:lnTo>
                    <a:pt x="5785" y="36349"/>
                  </a:lnTo>
                  <a:lnTo>
                    <a:pt x="1850" y="36220"/>
                  </a:lnTo>
                  <a:lnTo>
                    <a:pt x="0" y="36091"/>
                  </a:lnTo>
                  <a:lnTo>
                    <a:pt x="165" y="36055"/>
                  </a:lnTo>
                  <a:lnTo>
                    <a:pt x="606" y="35961"/>
                  </a:lnTo>
                  <a:lnTo>
                    <a:pt x="3411" y="35832"/>
                  </a:lnTo>
                  <a:lnTo>
                    <a:pt x="8248" y="35703"/>
                  </a:lnTo>
                  <a:lnTo>
                    <a:pt x="14962" y="35573"/>
                  </a:lnTo>
                  <a:lnTo>
                    <a:pt x="23352" y="35444"/>
                  </a:lnTo>
                  <a:lnTo>
                    <a:pt x="33178" y="35315"/>
                  </a:lnTo>
                  <a:lnTo>
                    <a:pt x="44167" y="35185"/>
                  </a:lnTo>
                  <a:lnTo>
                    <a:pt x="56032" y="35056"/>
                  </a:lnTo>
                  <a:lnTo>
                    <a:pt x="68490" y="34927"/>
                  </a:lnTo>
                  <a:lnTo>
                    <a:pt x="81111" y="34797"/>
                  </a:lnTo>
                  <a:lnTo>
                    <a:pt x="93629" y="34668"/>
                  </a:lnTo>
                  <a:lnTo>
                    <a:pt x="105810" y="34538"/>
                  </a:lnTo>
                  <a:lnTo>
                    <a:pt x="117450" y="34409"/>
                  </a:lnTo>
                  <a:lnTo>
                    <a:pt x="128383" y="34280"/>
                  </a:lnTo>
                  <a:lnTo>
                    <a:pt x="138477" y="34150"/>
                  </a:lnTo>
                  <a:lnTo>
                    <a:pt x="147593" y="34021"/>
                  </a:lnTo>
                  <a:lnTo>
                    <a:pt x="155589" y="33892"/>
                  </a:lnTo>
                  <a:lnTo>
                    <a:pt x="162577" y="33762"/>
                  </a:lnTo>
                  <a:lnTo>
                    <a:pt x="168571" y="33633"/>
                  </a:lnTo>
                  <a:lnTo>
                    <a:pt x="173603" y="33504"/>
                  </a:lnTo>
                  <a:lnTo>
                    <a:pt x="177715" y="33374"/>
                  </a:lnTo>
                  <a:lnTo>
                    <a:pt x="180960" y="33245"/>
                  </a:lnTo>
                  <a:lnTo>
                    <a:pt x="183391" y="33116"/>
                  </a:lnTo>
                  <a:lnTo>
                    <a:pt x="185005" y="32986"/>
                  </a:lnTo>
                  <a:lnTo>
                    <a:pt x="185867" y="32857"/>
                  </a:lnTo>
                  <a:lnTo>
                    <a:pt x="186087" y="32727"/>
                  </a:lnTo>
                  <a:lnTo>
                    <a:pt x="185704" y="32598"/>
                  </a:lnTo>
                  <a:lnTo>
                    <a:pt x="184751" y="32469"/>
                  </a:lnTo>
                  <a:lnTo>
                    <a:pt x="183258" y="32339"/>
                  </a:lnTo>
                  <a:lnTo>
                    <a:pt x="181253" y="32210"/>
                  </a:lnTo>
                  <a:lnTo>
                    <a:pt x="178766" y="32081"/>
                  </a:lnTo>
                  <a:lnTo>
                    <a:pt x="175776" y="31951"/>
                  </a:lnTo>
                  <a:lnTo>
                    <a:pt x="172366" y="31822"/>
                  </a:lnTo>
                  <a:lnTo>
                    <a:pt x="168608" y="31693"/>
                  </a:lnTo>
                  <a:lnTo>
                    <a:pt x="164560" y="31563"/>
                  </a:lnTo>
                  <a:lnTo>
                    <a:pt x="160291" y="31434"/>
                  </a:lnTo>
                  <a:lnTo>
                    <a:pt x="155882" y="31304"/>
                  </a:lnTo>
                  <a:lnTo>
                    <a:pt x="151422" y="31175"/>
                  </a:lnTo>
                  <a:lnTo>
                    <a:pt x="147009" y="31046"/>
                  </a:lnTo>
                  <a:lnTo>
                    <a:pt x="142799" y="30916"/>
                  </a:lnTo>
                  <a:lnTo>
                    <a:pt x="138897" y="30787"/>
                  </a:lnTo>
                  <a:lnTo>
                    <a:pt x="135405" y="30658"/>
                  </a:lnTo>
                  <a:lnTo>
                    <a:pt x="132423" y="30528"/>
                  </a:lnTo>
                  <a:lnTo>
                    <a:pt x="130036" y="30399"/>
                  </a:lnTo>
                  <a:lnTo>
                    <a:pt x="128316" y="30270"/>
                  </a:lnTo>
                  <a:lnTo>
                    <a:pt x="127318" y="30140"/>
                  </a:lnTo>
                  <a:lnTo>
                    <a:pt x="127103" y="30011"/>
                  </a:lnTo>
                  <a:lnTo>
                    <a:pt x="127762" y="29882"/>
                  </a:lnTo>
                  <a:lnTo>
                    <a:pt x="129163" y="29752"/>
                  </a:lnTo>
                  <a:lnTo>
                    <a:pt x="131260" y="29623"/>
                  </a:lnTo>
                  <a:lnTo>
                    <a:pt x="133986" y="29493"/>
                  </a:lnTo>
                  <a:lnTo>
                    <a:pt x="137264" y="29364"/>
                  </a:lnTo>
                  <a:lnTo>
                    <a:pt x="141000" y="29235"/>
                  </a:lnTo>
                  <a:lnTo>
                    <a:pt x="145094" y="29105"/>
                  </a:lnTo>
                  <a:lnTo>
                    <a:pt x="149448" y="28976"/>
                  </a:lnTo>
                  <a:lnTo>
                    <a:pt x="153929" y="28847"/>
                  </a:lnTo>
                  <a:lnTo>
                    <a:pt x="158415" y="28717"/>
                  </a:lnTo>
                  <a:lnTo>
                    <a:pt x="162817" y="28588"/>
                  </a:lnTo>
                  <a:lnTo>
                    <a:pt x="167059" y="28459"/>
                  </a:lnTo>
                  <a:lnTo>
                    <a:pt x="171075" y="28329"/>
                  </a:lnTo>
                  <a:lnTo>
                    <a:pt x="174813" y="28200"/>
                  </a:lnTo>
                  <a:lnTo>
                    <a:pt x="178235" y="28070"/>
                  </a:lnTo>
                  <a:lnTo>
                    <a:pt x="181276" y="27941"/>
                  </a:lnTo>
                  <a:lnTo>
                    <a:pt x="183940" y="27812"/>
                  </a:lnTo>
                  <a:lnTo>
                    <a:pt x="186252" y="27682"/>
                  </a:lnTo>
                  <a:lnTo>
                    <a:pt x="188222" y="27553"/>
                  </a:lnTo>
                  <a:lnTo>
                    <a:pt x="189865" y="27424"/>
                  </a:lnTo>
                  <a:lnTo>
                    <a:pt x="191201" y="27294"/>
                  </a:lnTo>
                  <a:lnTo>
                    <a:pt x="192249" y="27165"/>
                  </a:lnTo>
                  <a:lnTo>
                    <a:pt x="193033" y="27036"/>
                  </a:lnTo>
                  <a:lnTo>
                    <a:pt x="193540" y="26906"/>
                  </a:lnTo>
                  <a:lnTo>
                    <a:pt x="193827" y="26777"/>
                  </a:lnTo>
                  <a:lnTo>
                    <a:pt x="193914" y="26648"/>
                  </a:lnTo>
                  <a:lnTo>
                    <a:pt x="193818" y="26518"/>
                  </a:lnTo>
                  <a:lnTo>
                    <a:pt x="193551" y="26389"/>
                  </a:lnTo>
                  <a:lnTo>
                    <a:pt x="193126" y="26259"/>
                  </a:lnTo>
                  <a:lnTo>
                    <a:pt x="192553" y="26130"/>
                  </a:lnTo>
                  <a:lnTo>
                    <a:pt x="191841" y="26001"/>
                  </a:lnTo>
                  <a:lnTo>
                    <a:pt x="190988" y="25871"/>
                  </a:lnTo>
                  <a:lnTo>
                    <a:pt x="190029" y="25742"/>
                  </a:lnTo>
                  <a:lnTo>
                    <a:pt x="188980" y="25613"/>
                  </a:lnTo>
                  <a:lnTo>
                    <a:pt x="187860" y="25483"/>
                  </a:lnTo>
                  <a:lnTo>
                    <a:pt x="186689" y="25354"/>
                  </a:lnTo>
                  <a:lnTo>
                    <a:pt x="185492" y="25225"/>
                  </a:lnTo>
                  <a:lnTo>
                    <a:pt x="184295" y="25095"/>
                  </a:lnTo>
                  <a:lnTo>
                    <a:pt x="183128" y="24966"/>
                  </a:lnTo>
                  <a:lnTo>
                    <a:pt x="182034" y="24837"/>
                  </a:lnTo>
                  <a:lnTo>
                    <a:pt x="181039" y="24707"/>
                  </a:lnTo>
                  <a:lnTo>
                    <a:pt x="180169" y="24578"/>
                  </a:lnTo>
                  <a:lnTo>
                    <a:pt x="179450" y="24448"/>
                  </a:lnTo>
                  <a:lnTo>
                    <a:pt x="178903" y="24319"/>
                  </a:lnTo>
                  <a:lnTo>
                    <a:pt x="178545" y="24190"/>
                  </a:lnTo>
                  <a:lnTo>
                    <a:pt x="178388" y="24060"/>
                  </a:lnTo>
                  <a:lnTo>
                    <a:pt x="178457" y="23931"/>
                  </a:lnTo>
                  <a:lnTo>
                    <a:pt x="178747" y="23802"/>
                  </a:lnTo>
                  <a:lnTo>
                    <a:pt x="179231" y="23672"/>
                  </a:lnTo>
                  <a:lnTo>
                    <a:pt x="179893" y="23543"/>
                  </a:lnTo>
                  <a:lnTo>
                    <a:pt x="180714" y="23414"/>
                  </a:lnTo>
                  <a:lnTo>
                    <a:pt x="181670" y="23284"/>
                  </a:lnTo>
                  <a:lnTo>
                    <a:pt x="182734" y="23155"/>
                  </a:lnTo>
                  <a:lnTo>
                    <a:pt x="183880" y="23025"/>
                  </a:lnTo>
                  <a:lnTo>
                    <a:pt x="185079" y="22896"/>
                  </a:lnTo>
                  <a:lnTo>
                    <a:pt x="186292" y="22767"/>
                  </a:lnTo>
                  <a:lnTo>
                    <a:pt x="187492" y="22637"/>
                  </a:lnTo>
                  <a:lnTo>
                    <a:pt x="188658" y="22508"/>
                  </a:lnTo>
                  <a:lnTo>
                    <a:pt x="189769" y="22379"/>
                  </a:lnTo>
                  <a:lnTo>
                    <a:pt x="190811" y="22249"/>
                  </a:lnTo>
                  <a:lnTo>
                    <a:pt x="191771" y="22120"/>
                  </a:lnTo>
                  <a:lnTo>
                    <a:pt x="192640" y="21991"/>
                  </a:lnTo>
                  <a:lnTo>
                    <a:pt x="193396" y="21861"/>
                  </a:lnTo>
                  <a:lnTo>
                    <a:pt x="194054" y="21732"/>
                  </a:lnTo>
                  <a:lnTo>
                    <a:pt x="194617" y="21603"/>
                  </a:lnTo>
                  <a:lnTo>
                    <a:pt x="195086" y="21473"/>
                  </a:lnTo>
                  <a:lnTo>
                    <a:pt x="195465" y="21344"/>
                  </a:lnTo>
                  <a:lnTo>
                    <a:pt x="195760" y="21214"/>
                  </a:lnTo>
                  <a:lnTo>
                    <a:pt x="195975" y="21085"/>
                  </a:lnTo>
                  <a:lnTo>
                    <a:pt x="196113" y="20956"/>
                  </a:lnTo>
                  <a:lnTo>
                    <a:pt x="196172" y="20826"/>
                  </a:lnTo>
                  <a:lnTo>
                    <a:pt x="196166" y="20697"/>
                  </a:lnTo>
                  <a:lnTo>
                    <a:pt x="196099" y="20568"/>
                  </a:lnTo>
                  <a:lnTo>
                    <a:pt x="195973" y="20438"/>
                  </a:lnTo>
                  <a:lnTo>
                    <a:pt x="195790" y="20309"/>
                  </a:lnTo>
                  <a:lnTo>
                    <a:pt x="195554" y="20180"/>
                  </a:lnTo>
                  <a:lnTo>
                    <a:pt x="195266" y="20050"/>
                  </a:lnTo>
                  <a:lnTo>
                    <a:pt x="194927" y="19921"/>
                  </a:lnTo>
                  <a:lnTo>
                    <a:pt x="194541" y="19791"/>
                  </a:lnTo>
                  <a:lnTo>
                    <a:pt x="194118" y="19662"/>
                  </a:lnTo>
                  <a:lnTo>
                    <a:pt x="193664" y="19533"/>
                  </a:lnTo>
                  <a:lnTo>
                    <a:pt x="193186" y="19403"/>
                  </a:lnTo>
                  <a:lnTo>
                    <a:pt x="192695" y="19274"/>
                  </a:lnTo>
                  <a:lnTo>
                    <a:pt x="192199" y="19145"/>
                  </a:lnTo>
                  <a:lnTo>
                    <a:pt x="191710" y="19015"/>
                  </a:lnTo>
                  <a:lnTo>
                    <a:pt x="191244" y="18886"/>
                  </a:lnTo>
                  <a:lnTo>
                    <a:pt x="190814" y="18757"/>
                  </a:lnTo>
                  <a:lnTo>
                    <a:pt x="190431" y="18627"/>
                  </a:lnTo>
                  <a:lnTo>
                    <a:pt x="190106" y="18498"/>
                  </a:lnTo>
                  <a:lnTo>
                    <a:pt x="189848" y="18369"/>
                  </a:lnTo>
                  <a:lnTo>
                    <a:pt x="189665" y="18239"/>
                  </a:lnTo>
                  <a:lnTo>
                    <a:pt x="189562" y="18110"/>
                  </a:lnTo>
                  <a:lnTo>
                    <a:pt x="189544" y="17980"/>
                  </a:lnTo>
                  <a:lnTo>
                    <a:pt x="189624" y="17851"/>
                  </a:lnTo>
                  <a:lnTo>
                    <a:pt x="189788" y="17722"/>
                  </a:lnTo>
                  <a:lnTo>
                    <a:pt x="190028" y="17592"/>
                  </a:lnTo>
                  <a:lnTo>
                    <a:pt x="190338" y="17463"/>
                  </a:lnTo>
                  <a:lnTo>
                    <a:pt x="190707" y="17334"/>
                  </a:lnTo>
                  <a:lnTo>
                    <a:pt x="191126" y="17204"/>
                  </a:lnTo>
                  <a:lnTo>
                    <a:pt x="191584" y="17075"/>
                  </a:lnTo>
                  <a:lnTo>
                    <a:pt x="192069" y="16946"/>
                  </a:lnTo>
                  <a:lnTo>
                    <a:pt x="192567" y="16816"/>
                  </a:lnTo>
                  <a:lnTo>
                    <a:pt x="193066" y="16687"/>
                  </a:lnTo>
                  <a:lnTo>
                    <a:pt x="193554" y="16558"/>
                  </a:lnTo>
                  <a:lnTo>
                    <a:pt x="194023" y="16428"/>
                  </a:lnTo>
                  <a:lnTo>
                    <a:pt x="194467" y="16299"/>
                  </a:lnTo>
                  <a:lnTo>
                    <a:pt x="194880" y="16169"/>
                  </a:lnTo>
                  <a:lnTo>
                    <a:pt x="195258" y="16040"/>
                  </a:lnTo>
                  <a:lnTo>
                    <a:pt x="195595" y="15911"/>
                  </a:lnTo>
                  <a:lnTo>
                    <a:pt x="195890" y="15781"/>
                  </a:lnTo>
                  <a:lnTo>
                    <a:pt x="196146" y="15652"/>
                  </a:lnTo>
                  <a:lnTo>
                    <a:pt x="196366" y="15523"/>
                  </a:lnTo>
                  <a:lnTo>
                    <a:pt x="196551" y="15393"/>
                  </a:lnTo>
                  <a:lnTo>
                    <a:pt x="196703" y="15264"/>
                  </a:lnTo>
                  <a:lnTo>
                    <a:pt x="196826" y="15135"/>
                  </a:lnTo>
                  <a:lnTo>
                    <a:pt x="196922" y="15005"/>
                  </a:lnTo>
                  <a:lnTo>
                    <a:pt x="196992" y="14876"/>
                  </a:lnTo>
                  <a:lnTo>
                    <a:pt x="197039" y="14746"/>
                  </a:lnTo>
                  <a:lnTo>
                    <a:pt x="197068" y="14617"/>
                  </a:lnTo>
                  <a:lnTo>
                    <a:pt x="197081" y="14488"/>
                  </a:lnTo>
                  <a:lnTo>
                    <a:pt x="197079" y="14358"/>
                  </a:lnTo>
                  <a:lnTo>
                    <a:pt x="197065" y="14229"/>
                  </a:lnTo>
                  <a:lnTo>
                    <a:pt x="197039" y="14100"/>
                  </a:lnTo>
                  <a:lnTo>
                    <a:pt x="197003" y="13970"/>
                  </a:lnTo>
                  <a:lnTo>
                    <a:pt x="196957" y="13841"/>
                  </a:lnTo>
                  <a:lnTo>
                    <a:pt x="196903" y="13712"/>
                  </a:lnTo>
                  <a:lnTo>
                    <a:pt x="196843" y="13582"/>
                  </a:lnTo>
                  <a:lnTo>
                    <a:pt x="196778" y="13453"/>
                  </a:lnTo>
                  <a:lnTo>
                    <a:pt x="196710" y="13324"/>
                  </a:lnTo>
                  <a:lnTo>
                    <a:pt x="196640" y="13194"/>
                  </a:lnTo>
                  <a:lnTo>
                    <a:pt x="196571" y="13065"/>
                  </a:lnTo>
                  <a:lnTo>
                    <a:pt x="196503" y="12935"/>
                  </a:lnTo>
                  <a:lnTo>
                    <a:pt x="196439" y="12806"/>
                  </a:lnTo>
                  <a:lnTo>
                    <a:pt x="196381" y="12677"/>
                  </a:lnTo>
                  <a:lnTo>
                    <a:pt x="196331" y="12547"/>
                  </a:lnTo>
                  <a:lnTo>
                    <a:pt x="196289" y="12418"/>
                  </a:lnTo>
                  <a:lnTo>
                    <a:pt x="196258" y="12289"/>
                  </a:lnTo>
                  <a:lnTo>
                    <a:pt x="196238" y="12159"/>
                  </a:lnTo>
                  <a:lnTo>
                    <a:pt x="196230" y="12030"/>
                  </a:lnTo>
                  <a:lnTo>
                    <a:pt x="196235" y="11901"/>
                  </a:lnTo>
                  <a:lnTo>
                    <a:pt x="196253" y="11771"/>
                  </a:lnTo>
                  <a:lnTo>
                    <a:pt x="196283" y="11642"/>
                  </a:lnTo>
                  <a:lnTo>
                    <a:pt x="196323" y="11512"/>
                  </a:lnTo>
                  <a:lnTo>
                    <a:pt x="196372" y="11383"/>
                  </a:lnTo>
                  <a:lnTo>
                    <a:pt x="196429" y="11254"/>
                  </a:lnTo>
                  <a:lnTo>
                    <a:pt x="196492" y="11124"/>
                  </a:lnTo>
                  <a:lnTo>
                    <a:pt x="196560" y="10995"/>
                  </a:lnTo>
                  <a:lnTo>
                    <a:pt x="196631" y="10866"/>
                  </a:lnTo>
                  <a:lnTo>
                    <a:pt x="196702" y="10736"/>
                  </a:lnTo>
                  <a:lnTo>
                    <a:pt x="196773" y="10607"/>
                  </a:lnTo>
                  <a:lnTo>
                    <a:pt x="196841" y="10478"/>
                  </a:lnTo>
                  <a:lnTo>
                    <a:pt x="196907" y="10348"/>
                  </a:lnTo>
                  <a:lnTo>
                    <a:pt x="196968" y="10219"/>
                  </a:lnTo>
                  <a:lnTo>
                    <a:pt x="197024" y="10090"/>
                  </a:lnTo>
                  <a:lnTo>
                    <a:pt x="197076" y="9960"/>
                  </a:lnTo>
                  <a:lnTo>
                    <a:pt x="197121" y="9831"/>
                  </a:lnTo>
                  <a:lnTo>
                    <a:pt x="197160" y="9701"/>
                  </a:lnTo>
                  <a:lnTo>
                    <a:pt x="197195" y="9572"/>
                  </a:lnTo>
                  <a:lnTo>
                    <a:pt x="197224" y="9443"/>
                  </a:lnTo>
                  <a:lnTo>
                    <a:pt x="197249" y="9313"/>
                  </a:lnTo>
                  <a:lnTo>
                    <a:pt x="197270" y="9184"/>
                  </a:lnTo>
                  <a:lnTo>
                    <a:pt x="197287" y="9055"/>
                  </a:lnTo>
                  <a:lnTo>
                    <a:pt x="197300" y="8925"/>
                  </a:lnTo>
                  <a:lnTo>
                    <a:pt x="197311" y="8796"/>
                  </a:lnTo>
                  <a:lnTo>
                    <a:pt x="197320" y="8667"/>
                  </a:lnTo>
                  <a:lnTo>
                    <a:pt x="197326" y="8537"/>
                  </a:lnTo>
                  <a:lnTo>
                    <a:pt x="197331" y="8408"/>
                  </a:lnTo>
                  <a:lnTo>
                    <a:pt x="197335" y="8279"/>
                  </a:lnTo>
                  <a:lnTo>
                    <a:pt x="197338" y="8149"/>
                  </a:lnTo>
                  <a:lnTo>
                    <a:pt x="197340" y="8020"/>
                  </a:lnTo>
                  <a:lnTo>
                    <a:pt x="197342" y="7890"/>
                  </a:lnTo>
                  <a:lnTo>
                    <a:pt x="197343" y="7761"/>
                  </a:lnTo>
                  <a:lnTo>
                    <a:pt x="197344" y="7632"/>
                  </a:lnTo>
                  <a:lnTo>
                    <a:pt x="197344" y="7502"/>
                  </a:lnTo>
                  <a:lnTo>
                    <a:pt x="197345" y="7373"/>
                  </a:lnTo>
                  <a:lnTo>
                    <a:pt x="197345" y="7244"/>
                  </a:lnTo>
                  <a:lnTo>
                    <a:pt x="197345" y="7114"/>
                  </a:lnTo>
                  <a:lnTo>
                    <a:pt x="197345" y="6985"/>
                  </a:lnTo>
                  <a:lnTo>
                    <a:pt x="197346" y="6856"/>
                  </a:lnTo>
                  <a:lnTo>
                    <a:pt x="197346" y="6726"/>
                  </a:lnTo>
                  <a:lnTo>
                    <a:pt x="197346" y="6597"/>
                  </a:lnTo>
                  <a:lnTo>
                    <a:pt x="197346" y="6467"/>
                  </a:lnTo>
                  <a:lnTo>
                    <a:pt x="197346" y="6338"/>
                  </a:lnTo>
                  <a:lnTo>
                    <a:pt x="197346" y="6209"/>
                  </a:lnTo>
                  <a:lnTo>
                    <a:pt x="197346" y="6079"/>
                  </a:lnTo>
                  <a:lnTo>
                    <a:pt x="197346" y="5950"/>
                  </a:lnTo>
                  <a:lnTo>
                    <a:pt x="197346" y="5821"/>
                  </a:lnTo>
                  <a:lnTo>
                    <a:pt x="197346" y="5691"/>
                  </a:lnTo>
                  <a:lnTo>
                    <a:pt x="197346" y="5562"/>
                  </a:lnTo>
                  <a:lnTo>
                    <a:pt x="197346" y="5433"/>
                  </a:lnTo>
                  <a:lnTo>
                    <a:pt x="197346" y="5303"/>
                  </a:lnTo>
                  <a:lnTo>
                    <a:pt x="197346" y="5174"/>
                  </a:lnTo>
                  <a:lnTo>
                    <a:pt x="197345" y="5045"/>
                  </a:lnTo>
                  <a:lnTo>
                    <a:pt x="197345" y="4915"/>
                  </a:lnTo>
                  <a:lnTo>
                    <a:pt x="197345" y="4786"/>
                  </a:lnTo>
                  <a:lnTo>
                    <a:pt x="197345" y="4656"/>
                  </a:lnTo>
                  <a:lnTo>
                    <a:pt x="197344" y="4527"/>
                  </a:lnTo>
                  <a:lnTo>
                    <a:pt x="197344" y="4398"/>
                  </a:lnTo>
                  <a:lnTo>
                    <a:pt x="197343" y="4268"/>
                  </a:lnTo>
                  <a:lnTo>
                    <a:pt x="197342" y="4139"/>
                  </a:lnTo>
                  <a:lnTo>
                    <a:pt x="197341" y="4010"/>
                  </a:lnTo>
                  <a:lnTo>
                    <a:pt x="197339" y="3880"/>
                  </a:lnTo>
                  <a:lnTo>
                    <a:pt x="197336" y="3751"/>
                  </a:lnTo>
                  <a:lnTo>
                    <a:pt x="197332" y="3622"/>
                  </a:lnTo>
                  <a:lnTo>
                    <a:pt x="197327" y="3492"/>
                  </a:lnTo>
                  <a:lnTo>
                    <a:pt x="197320" y="3363"/>
                  </a:lnTo>
                  <a:lnTo>
                    <a:pt x="197312" y="3233"/>
                  </a:lnTo>
                  <a:lnTo>
                    <a:pt x="197301" y="3104"/>
                  </a:lnTo>
                  <a:lnTo>
                    <a:pt x="197288" y="2975"/>
                  </a:lnTo>
                  <a:lnTo>
                    <a:pt x="197272" y="2845"/>
                  </a:lnTo>
                  <a:lnTo>
                    <a:pt x="197251" y="2716"/>
                  </a:lnTo>
                  <a:lnTo>
                    <a:pt x="197227" y="2587"/>
                  </a:lnTo>
                  <a:lnTo>
                    <a:pt x="197198" y="2457"/>
                  </a:lnTo>
                  <a:lnTo>
                    <a:pt x="197164" y="2328"/>
                  </a:lnTo>
                  <a:lnTo>
                    <a:pt x="197124" y="2199"/>
                  </a:lnTo>
                  <a:lnTo>
                    <a:pt x="197080" y="2069"/>
                  </a:lnTo>
                  <a:lnTo>
                    <a:pt x="197030" y="1940"/>
                  </a:lnTo>
                  <a:lnTo>
                    <a:pt x="196974" y="1811"/>
                  </a:lnTo>
                  <a:lnTo>
                    <a:pt x="196913" y="1681"/>
                  </a:lnTo>
                  <a:lnTo>
                    <a:pt x="196848" y="1552"/>
                  </a:lnTo>
                  <a:lnTo>
                    <a:pt x="196779" y="1422"/>
                  </a:lnTo>
                  <a:lnTo>
                    <a:pt x="196709" y="1293"/>
                  </a:lnTo>
                  <a:lnTo>
                    <a:pt x="196637" y="1164"/>
                  </a:lnTo>
                  <a:lnTo>
                    <a:pt x="196566" y="1034"/>
                  </a:lnTo>
                  <a:lnTo>
                    <a:pt x="196498" y="905"/>
                  </a:lnTo>
                  <a:lnTo>
                    <a:pt x="196434" y="776"/>
                  </a:lnTo>
                  <a:lnTo>
                    <a:pt x="196376" y="646"/>
                  </a:lnTo>
                  <a:lnTo>
                    <a:pt x="196327" y="517"/>
                  </a:lnTo>
                  <a:lnTo>
                    <a:pt x="196286" y="388"/>
                  </a:lnTo>
                  <a:lnTo>
                    <a:pt x="196256" y="258"/>
                  </a:lnTo>
                  <a:lnTo>
                    <a:pt x="196237" y="129"/>
                  </a:lnTo>
                  <a:lnTo>
                    <a:pt x="196230" y="0"/>
                  </a:lnTo>
                  <a:lnTo>
                    <a:pt x="198461" y="0"/>
                  </a:lnTo>
                  <a:lnTo>
                    <a:pt x="198454" y="129"/>
                  </a:lnTo>
                  <a:lnTo>
                    <a:pt x="198435" y="258"/>
                  </a:lnTo>
                  <a:lnTo>
                    <a:pt x="198405" y="388"/>
                  </a:lnTo>
                  <a:lnTo>
                    <a:pt x="198365" y="517"/>
                  </a:lnTo>
                  <a:lnTo>
                    <a:pt x="198315" y="646"/>
                  </a:lnTo>
                  <a:lnTo>
                    <a:pt x="198257" y="776"/>
                  </a:lnTo>
                  <a:lnTo>
                    <a:pt x="198194" y="905"/>
                  </a:lnTo>
                  <a:lnTo>
                    <a:pt x="198125" y="1034"/>
                  </a:lnTo>
                  <a:lnTo>
                    <a:pt x="198054" y="1164"/>
                  </a:lnTo>
                  <a:lnTo>
                    <a:pt x="197983" y="1293"/>
                  </a:lnTo>
                  <a:lnTo>
                    <a:pt x="197912" y="1422"/>
                  </a:lnTo>
                  <a:lnTo>
                    <a:pt x="197844" y="1552"/>
                  </a:lnTo>
                  <a:lnTo>
                    <a:pt x="197779" y="1681"/>
                  </a:lnTo>
                  <a:lnTo>
                    <a:pt x="197718" y="1811"/>
                  </a:lnTo>
                  <a:lnTo>
                    <a:pt x="197662" y="1940"/>
                  </a:lnTo>
                  <a:lnTo>
                    <a:pt x="197612" y="2069"/>
                  </a:lnTo>
                  <a:lnTo>
                    <a:pt x="197567" y="2199"/>
                  </a:lnTo>
                  <a:lnTo>
                    <a:pt x="197528" y="2328"/>
                  </a:lnTo>
                  <a:lnTo>
                    <a:pt x="197494" y="2457"/>
                  </a:lnTo>
                  <a:lnTo>
                    <a:pt x="197465" y="2587"/>
                  </a:lnTo>
                  <a:lnTo>
                    <a:pt x="197440" y="2716"/>
                  </a:lnTo>
                  <a:lnTo>
                    <a:pt x="197420" y="2845"/>
                  </a:lnTo>
                  <a:lnTo>
                    <a:pt x="197403" y="2975"/>
                  </a:lnTo>
                  <a:lnTo>
                    <a:pt x="197390" y="3104"/>
                  </a:lnTo>
                  <a:lnTo>
                    <a:pt x="197379" y="3233"/>
                  </a:lnTo>
                  <a:lnTo>
                    <a:pt x="197371" y="3363"/>
                  </a:lnTo>
                  <a:lnTo>
                    <a:pt x="197365" y="3492"/>
                  </a:lnTo>
                  <a:lnTo>
                    <a:pt x="197360" y="3622"/>
                  </a:lnTo>
                  <a:lnTo>
                    <a:pt x="197356" y="3751"/>
                  </a:lnTo>
                  <a:lnTo>
                    <a:pt x="197353" y="3880"/>
                  </a:lnTo>
                  <a:lnTo>
                    <a:pt x="197351" y="4010"/>
                  </a:lnTo>
                  <a:lnTo>
                    <a:pt x="197349" y="4139"/>
                  </a:lnTo>
                  <a:lnTo>
                    <a:pt x="197348" y="4268"/>
                  </a:lnTo>
                  <a:lnTo>
                    <a:pt x="197347" y="4398"/>
                  </a:lnTo>
                  <a:lnTo>
                    <a:pt x="197347" y="4527"/>
                  </a:lnTo>
                  <a:lnTo>
                    <a:pt x="197346" y="4656"/>
                  </a:lnTo>
                  <a:lnTo>
                    <a:pt x="197346" y="4786"/>
                  </a:lnTo>
                  <a:lnTo>
                    <a:pt x="197346" y="4915"/>
                  </a:lnTo>
                  <a:lnTo>
                    <a:pt x="197346" y="5045"/>
                  </a:lnTo>
                  <a:lnTo>
                    <a:pt x="197346" y="5174"/>
                  </a:lnTo>
                  <a:lnTo>
                    <a:pt x="197346" y="5303"/>
                  </a:lnTo>
                  <a:lnTo>
                    <a:pt x="197346" y="5433"/>
                  </a:lnTo>
                  <a:lnTo>
                    <a:pt x="197346" y="5562"/>
                  </a:lnTo>
                  <a:lnTo>
                    <a:pt x="197346" y="5691"/>
                  </a:lnTo>
                  <a:lnTo>
                    <a:pt x="197346" y="5821"/>
                  </a:lnTo>
                  <a:lnTo>
                    <a:pt x="197346" y="5950"/>
                  </a:lnTo>
                  <a:lnTo>
                    <a:pt x="197346" y="6079"/>
                  </a:lnTo>
                  <a:lnTo>
                    <a:pt x="197346" y="6209"/>
                  </a:lnTo>
                  <a:lnTo>
                    <a:pt x="197346" y="6338"/>
                  </a:lnTo>
                  <a:lnTo>
                    <a:pt x="197346" y="6467"/>
                  </a:lnTo>
                  <a:lnTo>
                    <a:pt x="197346" y="6597"/>
                  </a:lnTo>
                  <a:lnTo>
                    <a:pt x="197346" y="6726"/>
                  </a:lnTo>
                  <a:lnTo>
                    <a:pt x="197346" y="6856"/>
                  </a:lnTo>
                  <a:lnTo>
                    <a:pt x="197346" y="6985"/>
                  </a:lnTo>
                  <a:lnTo>
                    <a:pt x="197346" y="7114"/>
                  </a:lnTo>
                  <a:lnTo>
                    <a:pt x="197346" y="7244"/>
                  </a:lnTo>
                  <a:lnTo>
                    <a:pt x="197346" y="7373"/>
                  </a:lnTo>
                  <a:lnTo>
                    <a:pt x="197347" y="7502"/>
                  </a:lnTo>
                  <a:lnTo>
                    <a:pt x="197347" y="7632"/>
                  </a:lnTo>
                  <a:lnTo>
                    <a:pt x="197348" y="7761"/>
                  </a:lnTo>
                  <a:lnTo>
                    <a:pt x="197349" y="7890"/>
                  </a:lnTo>
                  <a:lnTo>
                    <a:pt x="197351" y="8020"/>
                  </a:lnTo>
                  <a:lnTo>
                    <a:pt x="197353" y="8149"/>
                  </a:lnTo>
                  <a:lnTo>
                    <a:pt x="197356" y="8279"/>
                  </a:lnTo>
                  <a:lnTo>
                    <a:pt x="197360" y="8408"/>
                  </a:lnTo>
                  <a:lnTo>
                    <a:pt x="197365" y="8537"/>
                  </a:lnTo>
                  <a:lnTo>
                    <a:pt x="197372" y="8667"/>
                  </a:lnTo>
                  <a:lnTo>
                    <a:pt x="197380" y="8796"/>
                  </a:lnTo>
                  <a:lnTo>
                    <a:pt x="197391" y="8925"/>
                  </a:lnTo>
                  <a:lnTo>
                    <a:pt x="197405" y="9055"/>
                  </a:lnTo>
                  <a:lnTo>
                    <a:pt x="197422" y="9184"/>
                  </a:lnTo>
                  <a:lnTo>
                    <a:pt x="197442" y="9313"/>
                  </a:lnTo>
                  <a:lnTo>
                    <a:pt x="197467" y="9443"/>
                  </a:lnTo>
                  <a:lnTo>
                    <a:pt x="197497" y="9572"/>
                  </a:lnTo>
                  <a:lnTo>
                    <a:pt x="197531" y="9701"/>
                  </a:lnTo>
                  <a:lnTo>
                    <a:pt x="197571" y="9831"/>
                  </a:lnTo>
                  <a:lnTo>
                    <a:pt x="197616" y="9960"/>
                  </a:lnTo>
                  <a:lnTo>
                    <a:pt x="197667" y="10090"/>
                  </a:lnTo>
                  <a:lnTo>
                    <a:pt x="197723" y="10219"/>
                  </a:lnTo>
                  <a:lnTo>
                    <a:pt x="197785" y="10348"/>
                  </a:lnTo>
                  <a:lnTo>
                    <a:pt x="197850" y="10478"/>
                  </a:lnTo>
                  <a:lnTo>
                    <a:pt x="197918" y="10607"/>
                  </a:lnTo>
                  <a:lnTo>
                    <a:pt x="197989" y="10736"/>
                  </a:lnTo>
                  <a:lnTo>
                    <a:pt x="198061" y="10866"/>
                  </a:lnTo>
                  <a:lnTo>
                    <a:pt x="198131" y="10995"/>
                  </a:lnTo>
                  <a:lnTo>
                    <a:pt x="198199" y="11124"/>
                  </a:lnTo>
                  <a:lnTo>
                    <a:pt x="198262" y="11254"/>
                  </a:lnTo>
                  <a:lnTo>
                    <a:pt x="198319" y="11383"/>
                  </a:lnTo>
                  <a:lnTo>
                    <a:pt x="198368" y="11512"/>
                  </a:lnTo>
                  <a:lnTo>
                    <a:pt x="198408" y="11642"/>
                  </a:lnTo>
                  <a:lnTo>
                    <a:pt x="198438" y="11771"/>
                  </a:lnTo>
                  <a:lnTo>
                    <a:pt x="198456" y="11901"/>
                  </a:lnTo>
                  <a:lnTo>
                    <a:pt x="198461" y="12030"/>
                  </a:lnTo>
                  <a:lnTo>
                    <a:pt x="198453" y="12159"/>
                  </a:lnTo>
                  <a:lnTo>
                    <a:pt x="198433" y="12289"/>
                  </a:lnTo>
                  <a:lnTo>
                    <a:pt x="198402" y="12418"/>
                  </a:lnTo>
                  <a:lnTo>
                    <a:pt x="198361" y="12547"/>
                  </a:lnTo>
                  <a:lnTo>
                    <a:pt x="198310" y="12677"/>
                  </a:lnTo>
                  <a:lnTo>
                    <a:pt x="198253" y="12806"/>
                  </a:lnTo>
                  <a:lnTo>
                    <a:pt x="198189" y="12935"/>
                  </a:lnTo>
                  <a:lnTo>
                    <a:pt x="198121" y="13065"/>
                  </a:lnTo>
                  <a:lnTo>
                    <a:pt x="198051" y="13194"/>
                  </a:lnTo>
                  <a:lnTo>
                    <a:pt x="197981" y="13324"/>
                  </a:lnTo>
                  <a:lnTo>
                    <a:pt x="197913" y="13453"/>
                  </a:lnTo>
                  <a:lnTo>
                    <a:pt x="197849" y="13582"/>
                  </a:lnTo>
                  <a:lnTo>
                    <a:pt x="197789" y="13712"/>
                  </a:lnTo>
                  <a:lnTo>
                    <a:pt x="197735" y="13841"/>
                  </a:lnTo>
                  <a:lnTo>
                    <a:pt x="197689" y="13970"/>
                  </a:lnTo>
                  <a:lnTo>
                    <a:pt x="197652" y="14100"/>
                  </a:lnTo>
                  <a:lnTo>
                    <a:pt x="197626" y="14229"/>
                  </a:lnTo>
                  <a:lnTo>
                    <a:pt x="197612" y="14358"/>
                  </a:lnTo>
                  <a:lnTo>
                    <a:pt x="197610" y="14488"/>
                  </a:lnTo>
                  <a:lnTo>
                    <a:pt x="197623" y="14617"/>
                  </a:lnTo>
                  <a:lnTo>
                    <a:pt x="197652" y="14746"/>
                  </a:lnTo>
                  <a:lnTo>
                    <a:pt x="197700" y="14876"/>
                  </a:lnTo>
                  <a:lnTo>
                    <a:pt x="197769" y="15005"/>
                  </a:lnTo>
                  <a:lnTo>
                    <a:pt x="197865" y="15135"/>
                  </a:lnTo>
                  <a:lnTo>
                    <a:pt x="197988" y="15264"/>
                  </a:lnTo>
                  <a:lnTo>
                    <a:pt x="198140" y="15393"/>
                  </a:lnTo>
                  <a:lnTo>
                    <a:pt x="198325" y="15523"/>
                  </a:lnTo>
                  <a:lnTo>
                    <a:pt x="198545" y="15652"/>
                  </a:lnTo>
                  <a:lnTo>
                    <a:pt x="198801" y="15781"/>
                  </a:lnTo>
                  <a:lnTo>
                    <a:pt x="199096" y="15911"/>
                  </a:lnTo>
                  <a:lnTo>
                    <a:pt x="199433" y="16040"/>
                  </a:lnTo>
                  <a:lnTo>
                    <a:pt x="199811" y="16169"/>
                  </a:lnTo>
                  <a:lnTo>
                    <a:pt x="200224" y="16299"/>
                  </a:lnTo>
                  <a:lnTo>
                    <a:pt x="200668" y="16428"/>
                  </a:lnTo>
                  <a:lnTo>
                    <a:pt x="201138" y="16558"/>
                  </a:lnTo>
                  <a:lnTo>
                    <a:pt x="201626" y="16687"/>
                  </a:lnTo>
                  <a:lnTo>
                    <a:pt x="202124" y="16816"/>
                  </a:lnTo>
                  <a:lnTo>
                    <a:pt x="202623" y="16946"/>
                  </a:lnTo>
                  <a:lnTo>
                    <a:pt x="203107" y="17075"/>
                  </a:lnTo>
                  <a:lnTo>
                    <a:pt x="203565" y="17204"/>
                  </a:lnTo>
                  <a:lnTo>
                    <a:pt x="203984" y="17334"/>
                  </a:lnTo>
                  <a:lnTo>
                    <a:pt x="204354" y="17463"/>
                  </a:lnTo>
                  <a:lnTo>
                    <a:pt x="204663" y="17592"/>
                  </a:lnTo>
                  <a:lnTo>
                    <a:pt x="204903" y="17722"/>
                  </a:lnTo>
                  <a:lnTo>
                    <a:pt x="205067" y="17851"/>
                  </a:lnTo>
                  <a:lnTo>
                    <a:pt x="205147" y="17980"/>
                  </a:lnTo>
                  <a:lnTo>
                    <a:pt x="205129" y="18110"/>
                  </a:lnTo>
                  <a:lnTo>
                    <a:pt x="205027" y="18239"/>
                  </a:lnTo>
                  <a:lnTo>
                    <a:pt x="204843" y="18369"/>
                  </a:lnTo>
                  <a:lnTo>
                    <a:pt x="204585" y="18498"/>
                  </a:lnTo>
                  <a:lnTo>
                    <a:pt x="204260" y="18627"/>
                  </a:lnTo>
                  <a:lnTo>
                    <a:pt x="203877" y="18757"/>
                  </a:lnTo>
                  <a:lnTo>
                    <a:pt x="203447" y="18886"/>
                  </a:lnTo>
                  <a:lnTo>
                    <a:pt x="202981" y="19015"/>
                  </a:lnTo>
                  <a:lnTo>
                    <a:pt x="202492" y="19145"/>
                  </a:lnTo>
                  <a:lnTo>
                    <a:pt x="201996" y="19274"/>
                  </a:lnTo>
                  <a:lnTo>
                    <a:pt x="201505" y="19403"/>
                  </a:lnTo>
                  <a:lnTo>
                    <a:pt x="201028" y="19533"/>
                  </a:lnTo>
                  <a:lnTo>
                    <a:pt x="200573" y="19662"/>
                  </a:lnTo>
                  <a:lnTo>
                    <a:pt x="200150" y="19791"/>
                  </a:lnTo>
                  <a:lnTo>
                    <a:pt x="199764" y="19921"/>
                  </a:lnTo>
                  <a:lnTo>
                    <a:pt x="199425" y="20050"/>
                  </a:lnTo>
                  <a:lnTo>
                    <a:pt x="199137" y="20180"/>
                  </a:lnTo>
                  <a:lnTo>
                    <a:pt x="198901" y="20309"/>
                  </a:lnTo>
                  <a:lnTo>
                    <a:pt x="198719" y="20438"/>
                  </a:lnTo>
                  <a:lnTo>
                    <a:pt x="198592" y="20568"/>
                  </a:lnTo>
                  <a:lnTo>
                    <a:pt x="198525" y="20697"/>
                  </a:lnTo>
                  <a:lnTo>
                    <a:pt x="198519" y="20826"/>
                  </a:lnTo>
                  <a:lnTo>
                    <a:pt x="198579" y="20956"/>
                  </a:lnTo>
                  <a:lnTo>
                    <a:pt x="198716" y="21085"/>
                  </a:lnTo>
                  <a:lnTo>
                    <a:pt x="198931" y="21214"/>
                  </a:lnTo>
                  <a:lnTo>
                    <a:pt x="199226" y="21344"/>
                  </a:lnTo>
                  <a:lnTo>
                    <a:pt x="199606" y="21473"/>
                  </a:lnTo>
                  <a:lnTo>
                    <a:pt x="200075" y="21603"/>
                  </a:lnTo>
                  <a:lnTo>
                    <a:pt x="200637" y="21732"/>
                  </a:lnTo>
                  <a:lnTo>
                    <a:pt x="201295" y="21861"/>
                  </a:lnTo>
                  <a:lnTo>
                    <a:pt x="202052" y="21991"/>
                  </a:lnTo>
                  <a:lnTo>
                    <a:pt x="202921" y="22120"/>
                  </a:lnTo>
                  <a:lnTo>
                    <a:pt x="203880" y="22249"/>
                  </a:lnTo>
                  <a:lnTo>
                    <a:pt x="204922" y="22379"/>
                  </a:lnTo>
                  <a:lnTo>
                    <a:pt x="206034" y="22508"/>
                  </a:lnTo>
                  <a:lnTo>
                    <a:pt x="207199" y="22637"/>
                  </a:lnTo>
                  <a:lnTo>
                    <a:pt x="208400" y="22767"/>
                  </a:lnTo>
                  <a:lnTo>
                    <a:pt x="209613" y="22896"/>
                  </a:lnTo>
                  <a:lnTo>
                    <a:pt x="210812" y="23025"/>
                  </a:lnTo>
                  <a:lnTo>
                    <a:pt x="211957" y="23155"/>
                  </a:lnTo>
                  <a:lnTo>
                    <a:pt x="213022" y="23284"/>
                  </a:lnTo>
                  <a:lnTo>
                    <a:pt x="213978" y="23414"/>
                  </a:lnTo>
                  <a:lnTo>
                    <a:pt x="214799" y="23543"/>
                  </a:lnTo>
                  <a:lnTo>
                    <a:pt x="215461" y="23672"/>
                  </a:lnTo>
                  <a:lnTo>
                    <a:pt x="215944" y="23802"/>
                  </a:lnTo>
                  <a:lnTo>
                    <a:pt x="216234" y="23931"/>
                  </a:lnTo>
                  <a:lnTo>
                    <a:pt x="216304" y="24060"/>
                  </a:lnTo>
                  <a:lnTo>
                    <a:pt x="216146" y="24190"/>
                  </a:lnTo>
                  <a:lnTo>
                    <a:pt x="215788" y="24319"/>
                  </a:lnTo>
                  <a:lnTo>
                    <a:pt x="215241" y="24448"/>
                  </a:lnTo>
                  <a:lnTo>
                    <a:pt x="214522" y="24578"/>
                  </a:lnTo>
                  <a:lnTo>
                    <a:pt x="213652" y="24707"/>
                  </a:lnTo>
                  <a:lnTo>
                    <a:pt x="212657" y="24837"/>
                  </a:lnTo>
                  <a:lnTo>
                    <a:pt x="211563" y="24966"/>
                  </a:lnTo>
                  <a:lnTo>
                    <a:pt x="210397" y="25095"/>
                  </a:lnTo>
                  <a:lnTo>
                    <a:pt x="209199" y="25225"/>
                  </a:lnTo>
                  <a:lnTo>
                    <a:pt x="208002" y="25354"/>
                  </a:lnTo>
                  <a:lnTo>
                    <a:pt x="206831" y="25483"/>
                  </a:lnTo>
                  <a:lnTo>
                    <a:pt x="205711" y="25613"/>
                  </a:lnTo>
                  <a:lnTo>
                    <a:pt x="204662" y="25742"/>
                  </a:lnTo>
                  <a:lnTo>
                    <a:pt x="203703" y="25871"/>
                  </a:lnTo>
                  <a:lnTo>
                    <a:pt x="202850" y="26001"/>
                  </a:lnTo>
                  <a:lnTo>
                    <a:pt x="202139" y="26130"/>
                  </a:lnTo>
                  <a:lnTo>
                    <a:pt x="201566" y="26259"/>
                  </a:lnTo>
                  <a:lnTo>
                    <a:pt x="201140" y="26389"/>
                  </a:lnTo>
                  <a:lnTo>
                    <a:pt x="200873" y="26518"/>
                  </a:lnTo>
                  <a:lnTo>
                    <a:pt x="200777" y="26648"/>
                  </a:lnTo>
                  <a:lnTo>
                    <a:pt x="200864" y="26777"/>
                  </a:lnTo>
                  <a:lnTo>
                    <a:pt x="201151" y="26906"/>
                  </a:lnTo>
                  <a:lnTo>
                    <a:pt x="201659" y="27036"/>
                  </a:lnTo>
                  <a:lnTo>
                    <a:pt x="202442" y="27165"/>
                  </a:lnTo>
                  <a:lnTo>
                    <a:pt x="203491" y="27294"/>
                  </a:lnTo>
                  <a:lnTo>
                    <a:pt x="204826" y="27424"/>
                  </a:lnTo>
                  <a:lnTo>
                    <a:pt x="206469" y="27553"/>
                  </a:lnTo>
                  <a:lnTo>
                    <a:pt x="208439" y="27682"/>
                  </a:lnTo>
                  <a:lnTo>
                    <a:pt x="210751" y="27812"/>
                  </a:lnTo>
                  <a:lnTo>
                    <a:pt x="213416" y="27941"/>
                  </a:lnTo>
                  <a:lnTo>
                    <a:pt x="216456" y="28070"/>
                  </a:lnTo>
                  <a:lnTo>
                    <a:pt x="219879" y="28200"/>
                  </a:lnTo>
                  <a:lnTo>
                    <a:pt x="223617" y="28329"/>
                  </a:lnTo>
                  <a:lnTo>
                    <a:pt x="227633" y="28459"/>
                  </a:lnTo>
                  <a:lnTo>
                    <a:pt x="231874" y="28588"/>
                  </a:lnTo>
                  <a:lnTo>
                    <a:pt x="236277" y="28717"/>
                  </a:lnTo>
                  <a:lnTo>
                    <a:pt x="240762" y="28847"/>
                  </a:lnTo>
                  <a:lnTo>
                    <a:pt x="245244" y="28976"/>
                  </a:lnTo>
                  <a:lnTo>
                    <a:pt x="249597" y="29105"/>
                  </a:lnTo>
                  <a:lnTo>
                    <a:pt x="253691" y="29235"/>
                  </a:lnTo>
                  <a:lnTo>
                    <a:pt x="257427" y="29364"/>
                  </a:lnTo>
                  <a:lnTo>
                    <a:pt x="260705" y="29493"/>
                  </a:lnTo>
                  <a:lnTo>
                    <a:pt x="263432" y="29623"/>
                  </a:lnTo>
                  <a:lnTo>
                    <a:pt x="265528" y="29752"/>
                  </a:lnTo>
                  <a:lnTo>
                    <a:pt x="266929" y="29882"/>
                  </a:lnTo>
                  <a:lnTo>
                    <a:pt x="267588" y="30011"/>
                  </a:lnTo>
                  <a:lnTo>
                    <a:pt x="267373" y="30140"/>
                  </a:lnTo>
                  <a:lnTo>
                    <a:pt x="266376" y="30270"/>
                  </a:lnTo>
                  <a:lnTo>
                    <a:pt x="264656" y="30399"/>
                  </a:lnTo>
                  <a:lnTo>
                    <a:pt x="262268" y="30528"/>
                  </a:lnTo>
                  <a:lnTo>
                    <a:pt x="259286" y="30658"/>
                  </a:lnTo>
                  <a:lnTo>
                    <a:pt x="255795" y="30787"/>
                  </a:lnTo>
                  <a:lnTo>
                    <a:pt x="251892" y="30916"/>
                  </a:lnTo>
                  <a:lnTo>
                    <a:pt x="247682" y="31046"/>
                  </a:lnTo>
                  <a:lnTo>
                    <a:pt x="243269" y="31175"/>
                  </a:lnTo>
                  <a:lnTo>
                    <a:pt x="238809" y="31304"/>
                  </a:lnTo>
                  <a:lnTo>
                    <a:pt x="234400" y="31434"/>
                  </a:lnTo>
                  <a:lnTo>
                    <a:pt x="230131" y="31563"/>
                  </a:lnTo>
                  <a:lnTo>
                    <a:pt x="226083" y="31693"/>
                  </a:lnTo>
                  <a:lnTo>
                    <a:pt x="222325" y="31822"/>
                  </a:lnTo>
                  <a:lnTo>
                    <a:pt x="218916" y="31951"/>
                  </a:lnTo>
                  <a:lnTo>
                    <a:pt x="215925" y="32081"/>
                  </a:lnTo>
                  <a:lnTo>
                    <a:pt x="213438" y="32210"/>
                  </a:lnTo>
                  <a:lnTo>
                    <a:pt x="211434" y="32339"/>
                  </a:lnTo>
                  <a:lnTo>
                    <a:pt x="209941" y="32469"/>
                  </a:lnTo>
                  <a:lnTo>
                    <a:pt x="208987" y="32598"/>
                  </a:lnTo>
                  <a:lnTo>
                    <a:pt x="208604" y="32727"/>
                  </a:lnTo>
                  <a:lnTo>
                    <a:pt x="208824" y="32857"/>
                  </a:lnTo>
                  <a:lnTo>
                    <a:pt x="209687" y="32986"/>
                  </a:lnTo>
                  <a:lnTo>
                    <a:pt x="211300" y="33116"/>
                  </a:lnTo>
                  <a:lnTo>
                    <a:pt x="213732" y="33245"/>
                  </a:lnTo>
                  <a:lnTo>
                    <a:pt x="216976" y="33374"/>
                  </a:lnTo>
                  <a:lnTo>
                    <a:pt x="221088" y="33504"/>
                  </a:lnTo>
                  <a:lnTo>
                    <a:pt x="226120" y="33633"/>
                  </a:lnTo>
                  <a:lnTo>
                    <a:pt x="232114" y="33762"/>
                  </a:lnTo>
                  <a:lnTo>
                    <a:pt x="239102" y="33892"/>
                  </a:lnTo>
                  <a:lnTo>
                    <a:pt x="247098" y="34021"/>
                  </a:lnTo>
                  <a:lnTo>
                    <a:pt x="256214" y="34150"/>
                  </a:lnTo>
                  <a:lnTo>
                    <a:pt x="266308" y="34280"/>
                  </a:lnTo>
                  <a:lnTo>
                    <a:pt x="277241" y="34409"/>
                  </a:lnTo>
                  <a:lnTo>
                    <a:pt x="288882" y="34538"/>
                  </a:lnTo>
                  <a:lnTo>
                    <a:pt x="301062" y="34668"/>
                  </a:lnTo>
                  <a:lnTo>
                    <a:pt x="313581" y="34797"/>
                  </a:lnTo>
                  <a:lnTo>
                    <a:pt x="326201" y="34927"/>
                  </a:lnTo>
                  <a:lnTo>
                    <a:pt x="338659" y="35056"/>
                  </a:lnTo>
                  <a:lnTo>
                    <a:pt x="350524" y="35185"/>
                  </a:lnTo>
                  <a:lnTo>
                    <a:pt x="361514" y="35315"/>
                  </a:lnTo>
                  <a:lnTo>
                    <a:pt x="371339" y="35444"/>
                  </a:lnTo>
                  <a:lnTo>
                    <a:pt x="379730" y="35573"/>
                  </a:lnTo>
                  <a:lnTo>
                    <a:pt x="386444" y="35703"/>
                  </a:lnTo>
                  <a:lnTo>
                    <a:pt x="391280" y="35832"/>
                  </a:lnTo>
                  <a:lnTo>
                    <a:pt x="394085" y="35961"/>
                  </a:lnTo>
                  <a:lnTo>
                    <a:pt x="394526" y="36055"/>
                  </a:lnTo>
                  <a:lnTo>
                    <a:pt x="394692" y="36091"/>
                  </a:lnTo>
                  <a:lnTo>
                    <a:pt x="392841" y="36220"/>
                  </a:lnTo>
                  <a:lnTo>
                    <a:pt x="388906" y="36349"/>
                  </a:lnTo>
                  <a:lnTo>
                    <a:pt x="383018" y="36479"/>
                  </a:lnTo>
                  <a:lnTo>
                    <a:pt x="375358" y="36608"/>
                  </a:lnTo>
                  <a:lnTo>
                    <a:pt x="366152" y="36738"/>
                  </a:lnTo>
                  <a:lnTo>
                    <a:pt x="355658" y="36867"/>
                  </a:lnTo>
                  <a:lnTo>
                    <a:pt x="344161" y="36996"/>
                  </a:lnTo>
                  <a:lnTo>
                    <a:pt x="331937" y="37126"/>
                  </a:lnTo>
                  <a:lnTo>
                    <a:pt x="319358" y="37255"/>
                  </a:lnTo>
                  <a:lnTo>
                    <a:pt x="306772" y="37384"/>
                  </a:lnTo>
                  <a:lnTo>
                    <a:pt x="294427" y="37514"/>
                  </a:lnTo>
                  <a:lnTo>
                    <a:pt x="282545" y="37643"/>
                  </a:lnTo>
                  <a:lnTo>
                    <a:pt x="271312" y="37772"/>
                  </a:lnTo>
                  <a:lnTo>
                    <a:pt x="260877" y="37902"/>
                  </a:lnTo>
                  <a:lnTo>
                    <a:pt x="251356" y="38031"/>
                  </a:lnTo>
                  <a:lnTo>
                    <a:pt x="242944" y="38161"/>
                  </a:lnTo>
                  <a:lnTo>
                    <a:pt x="235640" y="38290"/>
                  </a:lnTo>
                  <a:lnTo>
                    <a:pt x="229386" y="38419"/>
                  </a:lnTo>
                  <a:lnTo>
                    <a:pt x="224169" y="38549"/>
                  </a:lnTo>
                  <a:lnTo>
                    <a:pt x="219965" y="38678"/>
                  </a:lnTo>
                  <a:lnTo>
                    <a:pt x="216742" y="38807"/>
                  </a:lnTo>
                  <a:lnTo>
                    <a:pt x="214465" y="38937"/>
                  </a:lnTo>
                  <a:lnTo>
                    <a:pt x="213098" y="39066"/>
                  </a:lnTo>
                  <a:lnTo>
                    <a:pt x="212737" y="39195"/>
                  </a:lnTo>
                  <a:lnTo>
                    <a:pt x="213238" y="39325"/>
                  </a:lnTo>
                  <a:lnTo>
                    <a:pt x="214566" y="39454"/>
                  </a:lnTo>
                  <a:lnTo>
                    <a:pt x="216706" y="39583"/>
                  </a:lnTo>
                  <a:lnTo>
                    <a:pt x="219645" y="39713"/>
                  </a:lnTo>
                  <a:lnTo>
                    <a:pt x="223371" y="39842"/>
                  </a:lnTo>
                  <a:lnTo>
                    <a:pt x="227867" y="39972"/>
                  </a:lnTo>
                  <a:lnTo>
                    <a:pt x="233118" y="40101"/>
                  </a:lnTo>
                  <a:lnTo>
                    <a:pt x="239172" y="40230"/>
                  </a:lnTo>
                  <a:lnTo>
                    <a:pt x="245846" y="40360"/>
                  </a:lnTo>
                  <a:lnTo>
                    <a:pt x="253056" y="40489"/>
                  </a:lnTo>
                  <a:lnTo>
                    <a:pt x="260694" y="40618"/>
                  </a:lnTo>
                  <a:lnTo>
                    <a:pt x="268631" y="40748"/>
                  </a:lnTo>
                  <a:lnTo>
                    <a:pt x="276718" y="40877"/>
                  </a:lnTo>
                  <a:lnTo>
                    <a:pt x="284790" y="41006"/>
                  </a:lnTo>
                  <a:lnTo>
                    <a:pt x="292638" y="41136"/>
                  </a:lnTo>
                  <a:lnTo>
                    <a:pt x="299989" y="41265"/>
                  </a:lnTo>
                  <a:lnTo>
                    <a:pt x="306676" y="41395"/>
                  </a:lnTo>
                  <a:lnTo>
                    <a:pt x="312516" y="41524"/>
                  </a:lnTo>
                  <a:lnTo>
                    <a:pt x="317342" y="41653"/>
                  </a:lnTo>
                  <a:lnTo>
                    <a:pt x="321014" y="41783"/>
                  </a:lnTo>
                  <a:lnTo>
                    <a:pt x="323418" y="41912"/>
                  </a:lnTo>
                  <a:lnTo>
                    <a:pt x="324389" y="42065"/>
                  </a:lnTo>
                  <a:lnTo>
                    <a:pt x="324008" y="42171"/>
                  </a:lnTo>
                  <a:lnTo>
                    <a:pt x="322065" y="42300"/>
                  </a:lnTo>
                  <a:lnTo>
                    <a:pt x="318822" y="42429"/>
                  </a:lnTo>
                  <a:lnTo>
                    <a:pt x="314381" y="42559"/>
                  </a:lnTo>
                  <a:lnTo>
                    <a:pt x="308875" y="42688"/>
                  </a:lnTo>
                  <a:lnTo>
                    <a:pt x="302463" y="42817"/>
                  </a:lnTo>
                  <a:lnTo>
                    <a:pt x="295321" y="42947"/>
                  </a:lnTo>
                  <a:lnTo>
                    <a:pt x="287638" y="43076"/>
                  </a:lnTo>
                  <a:lnTo>
                    <a:pt x="279593" y="43206"/>
                  </a:lnTo>
                  <a:lnTo>
                    <a:pt x="271449" y="43335"/>
                  </a:lnTo>
                  <a:lnTo>
                    <a:pt x="263387" y="43464"/>
                  </a:lnTo>
                  <a:lnTo>
                    <a:pt x="255555" y="43594"/>
                  </a:lnTo>
                  <a:lnTo>
                    <a:pt x="248078" y="43723"/>
                  </a:lnTo>
                  <a:lnTo>
                    <a:pt x="241059" y="43852"/>
                  </a:lnTo>
                  <a:lnTo>
                    <a:pt x="234578" y="43982"/>
                  </a:lnTo>
                  <a:lnTo>
                    <a:pt x="228689" y="44111"/>
                  </a:lnTo>
                  <a:lnTo>
                    <a:pt x="223530" y="44240"/>
                  </a:lnTo>
                  <a:lnTo>
                    <a:pt x="218995" y="44370"/>
                  </a:lnTo>
                  <a:lnTo>
                    <a:pt x="215068" y="44499"/>
                  </a:lnTo>
                  <a:lnTo>
                    <a:pt x="211718" y="44629"/>
                  </a:lnTo>
                  <a:lnTo>
                    <a:pt x="208907" y="44758"/>
                  </a:lnTo>
                  <a:lnTo>
                    <a:pt x="206593" y="44887"/>
                  </a:lnTo>
                  <a:lnTo>
                    <a:pt x="204727" y="45017"/>
                  </a:lnTo>
                  <a:lnTo>
                    <a:pt x="203275" y="45146"/>
                  </a:lnTo>
                  <a:lnTo>
                    <a:pt x="202212" y="45275"/>
                  </a:lnTo>
                  <a:lnTo>
                    <a:pt x="201441" y="45405"/>
                  </a:lnTo>
                  <a:lnTo>
                    <a:pt x="200927" y="45534"/>
                  </a:lnTo>
                  <a:lnTo>
                    <a:pt x="200634" y="45663"/>
                  </a:lnTo>
                  <a:lnTo>
                    <a:pt x="200533" y="45793"/>
                  </a:lnTo>
                  <a:lnTo>
                    <a:pt x="200598" y="45922"/>
                  </a:lnTo>
                  <a:lnTo>
                    <a:pt x="200806" y="46051"/>
                  </a:lnTo>
                  <a:lnTo>
                    <a:pt x="201146" y="46181"/>
                  </a:lnTo>
                  <a:lnTo>
                    <a:pt x="201594" y="46310"/>
                  </a:lnTo>
                  <a:lnTo>
                    <a:pt x="202125" y="46440"/>
                  </a:lnTo>
                  <a:lnTo>
                    <a:pt x="202720" y="46569"/>
                  </a:lnTo>
                  <a:lnTo>
                    <a:pt x="203365" y="46698"/>
                  </a:lnTo>
                  <a:lnTo>
                    <a:pt x="204041" y="46828"/>
                  </a:lnTo>
                  <a:lnTo>
                    <a:pt x="204731" y="46957"/>
                  </a:lnTo>
                  <a:lnTo>
                    <a:pt x="205418" y="47086"/>
                  </a:lnTo>
                  <a:lnTo>
                    <a:pt x="206076" y="47216"/>
                  </a:lnTo>
                  <a:lnTo>
                    <a:pt x="206685" y="47345"/>
                  </a:lnTo>
                  <a:lnTo>
                    <a:pt x="207229" y="47474"/>
                  </a:lnTo>
                  <a:lnTo>
                    <a:pt x="207692" y="47604"/>
                  </a:lnTo>
                  <a:lnTo>
                    <a:pt x="208059" y="47733"/>
                  </a:lnTo>
                  <a:lnTo>
                    <a:pt x="208320" y="47862"/>
                  </a:lnTo>
                  <a:lnTo>
                    <a:pt x="208466" y="47992"/>
                  </a:lnTo>
                  <a:lnTo>
                    <a:pt x="208492" y="48121"/>
                  </a:lnTo>
                  <a:lnTo>
                    <a:pt x="208377" y="48251"/>
                  </a:lnTo>
                  <a:lnTo>
                    <a:pt x="208143" y="48380"/>
                  </a:lnTo>
                  <a:lnTo>
                    <a:pt x="207800" y="48509"/>
                  </a:lnTo>
                  <a:lnTo>
                    <a:pt x="207358" y="48639"/>
                  </a:lnTo>
                  <a:lnTo>
                    <a:pt x="206830" y="48768"/>
                  </a:lnTo>
                  <a:lnTo>
                    <a:pt x="206231" y="48897"/>
                  </a:lnTo>
                  <a:lnTo>
                    <a:pt x="205577" y="49027"/>
                  </a:lnTo>
                  <a:lnTo>
                    <a:pt x="204885" y="49156"/>
                  </a:lnTo>
                  <a:lnTo>
                    <a:pt x="204173" y="49285"/>
                  </a:lnTo>
                  <a:lnTo>
                    <a:pt x="203463" y="49415"/>
                  </a:lnTo>
                  <a:lnTo>
                    <a:pt x="202767" y="49544"/>
                  </a:lnTo>
                  <a:lnTo>
                    <a:pt x="202098" y="49674"/>
                  </a:lnTo>
                  <a:lnTo>
                    <a:pt x="201467" y="49803"/>
                  </a:lnTo>
                  <a:lnTo>
                    <a:pt x="200880" y="49932"/>
                  </a:lnTo>
                  <a:lnTo>
                    <a:pt x="200346" y="50062"/>
                  </a:lnTo>
                  <a:lnTo>
                    <a:pt x="199871" y="50191"/>
                  </a:lnTo>
                  <a:lnTo>
                    <a:pt x="199460" y="50320"/>
                  </a:lnTo>
                  <a:lnTo>
                    <a:pt x="199107" y="50450"/>
                  </a:lnTo>
                  <a:lnTo>
                    <a:pt x="198811" y="50579"/>
                  </a:lnTo>
                  <a:lnTo>
                    <a:pt x="198570" y="50708"/>
                  </a:lnTo>
                  <a:lnTo>
                    <a:pt x="198381" y="50838"/>
                  </a:lnTo>
                  <a:lnTo>
                    <a:pt x="198243" y="50967"/>
                  </a:lnTo>
                  <a:lnTo>
                    <a:pt x="198152" y="51096"/>
                  </a:lnTo>
                  <a:lnTo>
                    <a:pt x="198110" y="51226"/>
                  </a:lnTo>
                  <a:lnTo>
                    <a:pt x="198114" y="51355"/>
                  </a:lnTo>
                  <a:lnTo>
                    <a:pt x="198159" y="51485"/>
                  </a:lnTo>
                  <a:lnTo>
                    <a:pt x="198243" y="51614"/>
                  </a:lnTo>
                  <a:lnTo>
                    <a:pt x="198365" y="51743"/>
                  </a:lnTo>
                  <a:lnTo>
                    <a:pt x="198524" y="51873"/>
                  </a:lnTo>
                  <a:lnTo>
                    <a:pt x="198719" y="52002"/>
                  </a:lnTo>
                  <a:lnTo>
                    <a:pt x="198947" y="52131"/>
                  </a:lnTo>
                  <a:lnTo>
                    <a:pt x="199212" y="52261"/>
                  </a:lnTo>
                  <a:lnTo>
                    <a:pt x="199505" y="52390"/>
                  </a:lnTo>
                  <a:lnTo>
                    <a:pt x="199822" y="52519"/>
                  </a:lnTo>
                  <a:lnTo>
                    <a:pt x="200157" y="52649"/>
                  </a:lnTo>
                  <a:lnTo>
                    <a:pt x="200506" y="52778"/>
                  </a:lnTo>
                  <a:lnTo>
                    <a:pt x="200860" y="52908"/>
                  </a:lnTo>
                  <a:lnTo>
                    <a:pt x="201213" y="53037"/>
                  </a:lnTo>
                  <a:lnTo>
                    <a:pt x="201557" y="53166"/>
                  </a:lnTo>
                  <a:lnTo>
                    <a:pt x="201877" y="53296"/>
                  </a:lnTo>
                  <a:lnTo>
                    <a:pt x="202167" y="53425"/>
                  </a:lnTo>
                  <a:lnTo>
                    <a:pt x="202419" y="53554"/>
                  </a:lnTo>
                  <a:lnTo>
                    <a:pt x="202626" y="53684"/>
                  </a:lnTo>
                  <a:lnTo>
                    <a:pt x="202782" y="53813"/>
                  </a:lnTo>
                  <a:lnTo>
                    <a:pt x="202882" y="53942"/>
                  </a:lnTo>
                  <a:lnTo>
                    <a:pt x="202922" y="54072"/>
                  </a:lnTo>
                  <a:lnTo>
                    <a:pt x="202898" y="54201"/>
                  </a:lnTo>
                  <a:lnTo>
                    <a:pt x="202807" y="54330"/>
                  </a:lnTo>
                  <a:lnTo>
                    <a:pt x="202660" y="54460"/>
                  </a:lnTo>
                  <a:lnTo>
                    <a:pt x="202460" y="54589"/>
                  </a:lnTo>
                  <a:lnTo>
                    <a:pt x="202214" y="54719"/>
                  </a:lnTo>
                  <a:lnTo>
                    <a:pt x="201929" y="54848"/>
                  </a:lnTo>
                  <a:lnTo>
                    <a:pt x="201613" y="54977"/>
                  </a:lnTo>
                  <a:lnTo>
                    <a:pt x="201274" y="55107"/>
                  </a:lnTo>
                  <a:lnTo>
                    <a:pt x="200921" y="55236"/>
                  </a:lnTo>
                  <a:lnTo>
                    <a:pt x="200563" y="55365"/>
                  </a:lnTo>
                  <a:lnTo>
                    <a:pt x="200210" y="55495"/>
                  </a:lnTo>
                  <a:lnTo>
                    <a:pt x="199867" y="55624"/>
                  </a:lnTo>
                  <a:lnTo>
                    <a:pt x="199541" y="55753"/>
                  </a:lnTo>
                  <a:lnTo>
                    <a:pt x="199235" y="55883"/>
                  </a:lnTo>
                  <a:lnTo>
                    <a:pt x="198952" y="56012"/>
                  </a:lnTo>
                  <a:lnTo>
                    <a:pt x="198696" y="56141"/>
                  </a:lnTo>
                  <a:lnTo>
                    <a:pt x="198470" y="56271"/>
                  </a:lnTo>
                  <a:lnTo>
                    <a:pt x="198272" y="56400"/>
                  </a:lnTo>
                  <a:lnTo>
                    <a:pt x="198101" y="56530"/>
                  </a:lnTo>
                  <a:lnTo>
                    <a:pt x="197954" y="56659"/>
                  </a:lnTo>
                  <a:lnTo>
                    <a:pt x="197830" y="56788"/>
                  </a:lnTo>
                  <a:lnTo>
                    <a:pt x="197726" y="56918"/>
                  </a:lnTo>
                  <a:lnTo>
                    <a:pt x="197641" y="57047"/>
                  </a:lnTo>
                  <a:lnTo>
                    <a:pt x="197572" y="57176"/>
                  </a:lnTo>
                  <a:lnTo>
                    <a:pt x="197519" y="57306"/>
                  </a:lnTo>
                  <a:lnTo>
                    <a:pt x="197476" y="57435"/>
                  </a:lnTo>
                  <a:lnTo>
                    <a:pt x="197443" y="57564"/>
                  </a:lnTo>
                  <a:lnTo>
                    <a:pt x="197417" y="57694"/>
                  </a:lnTo>
                  <a:lnTo>
                    <a:pt x="197398" y="57823"/>
                  </a:lnTo>
                  <a:lnTo>
                    <a:pt x="197383" y="57953"/>
                  </a:lnTo>
                  <a:lnTo>
                    <a:pt x="197372" y="58082"/>
                  </a:lnTo>
                  <a:lnTo>
                    <a:pt x="197364" y="58211"/>
                  </a:lnTo>
                  <a:lnTo>
                    <a:pt x="197359" y="58341"/>
                  </a:lnTo>
                  <a:lnTo>
                    <a:pt x="197355" y="58470"/>
                  </a:lnTo>
                  <a:lnTo>
                    <a:pt x="197352" y="58599"/>
                  </a:lnTo>
                  <a:lnTo>
                    <a:pt x="197350" y="58729"/>
                  </a:lnTo>
                  <a:lnTo>
                    <a:pt x="197348" y="58858"/>
                  </a:lnTo>
                  <a:lnTo>
                    <a:pt x="197347" y="58987"/>
                  </a:lnTo>
                  <a:lnTo>
                    <a:pt x="197347" y="59117"/>
                  </a:lnTo>
                  <a:lnTo>
                    <a:pt x="197346" y="59246"/>
                  </a:lnTo>
                  <a:lnTo>
                    <a:pt x="197346" y="59375"/>
                  </a:lnTo>
                  <a:lnTo>
                    <a:pt x="197346" y="59505"/>
                  </a:lnTo>
                  <a:lnTo>
                    <a:pt x="197346" y="59634"/>
                  </a:lnTo>
                  <a:lnTo>
                    <a:pt x="197346" y="59764"/>
                  </a:lnTo>
                  <a:lnTo>
                    <a:pt x="197346" y="59893"/>
                  </a:lnTo>
                  <a:lnTo>
                    <a:pt x="197346" y="60022"/>
                  </a:lnTo>
                  <a:lnTo>
                    <a:pt x="197346" y="60152"/>
                  </a:lnTo>
                  <a:lnTo>
                    <a:pt x="197346" y="60281"/>
                  </a:lnTo>
                  <a:lnTo>
                    <a:pt x="197346" y="60410"/>
                  </a:lnTo>
                  <a:lnTo>
                    <a:pt x="197346" y="60540"/>
                  </a:lnTo>
                  <a:lnTo>
                    <a:pt x="197346" y="60669"/>
                  </a:lnTo>
                  <a:lnTo>
                    <a:pt x="197346" y="60798"/>
                  </a:lnTo>
                  <a:lnTo>
                    <a:pt x="197346" y="60928"/>
                  </a:lnTo>
                  <a:lnTo>
                    <a:pt x="197346" y="61057"/>
                  </a:lnTo>
                  <a:lnTo>
                    <a:pt x="197346" y="61187"/>
                  </a:lnTo>
                  <a:lnTo>
                    <a:pt x="197346" y="61316"/>
                  </a:lnTo>
                  <a:lnTo>
                    <a:pt x="197346" y="61445"/>
                  </a:lnTo>
                  <a:lnTo>
                    <a:pt x="197347" y="61575"/>
                  </a:lnTo>
                  <a:lnTo>
                    <a:pt x="197347" y="61704"/>
                  </a:lnTo>
                  <a:lnTo>
                    <a:pt x="197348" y="61833"/>
                  </a:lnTo>
                  <a:lnTo>
                    <a:pt x="197349" y="61963"/>
                  </a:lnTo>
                  <a:lnTo>
                    <a:pt x="197351" y="62092"/>
                  </a:lnTo>
                  <a:lnTo>
                    <a:pt x="197353" y="62221"/>
                  </a:lnTo>
                  <a:lnTo>
                    <a:pt x="197356" y="62351"/>
                  </a:lnTo>
                  <a:lnTo>
                    <a:pt x="197360" y="62480"/>
                  </a:lnTo>
                  <a:lnTo>
                    <a:pt x="197365" y="62609"/>
                  </a:lnTo>
                  <a:lnTo>
                    <a:pt x="197371" y="62739"/>
                  </a:lnTo>
                  <a:lnTo>
                    <a:pt x="197379" y="62868"/>
                  </a:lnTo>
                  <a:lnTo>
                    <a:pt x="197390" y="62998"/>
                  </a:lnTo>
                  <a:lnTo>
                    <a:pt x="197403" y="63127"/>
                  </a:lnTo>
                  <a:lnTo>
                    <a:pt x="197420" y="63256"/>
                  </a:lnTo>
                  <a:lnTo>
                    <a:pt x="197440" y="63386"/>
                  </a:lnTo>
                  <a:lnTo>
                    <a:pt x="197465" y="63515"/>
                  </a:lnTo>
                  <a:lnTo>
                    <a:pt x="197494" y="63644"/>
                  </a:lnTo>
                  <a:lnTo>
                    <a:pt x="197528" y="63774"/>
                  </a:lnTo>
                  <a:lnTo>
                    <a:pt x="197567" y="63903"/>
                  </a:lnTo>
                  <a:lnTo>
                    <a:pt x="197612" y="64032"/>
                  </a:lnTo>
                  <a:lnTo>
                    <a:pt x="197662" y="64162"/>
                  </a:lnTo>
                  <a:lnTo>
                    <a:pt x="197718" y="64291"/>
                  </a:lnTo>
                  <a:lnTo>
                    <a:pt x="197779" y="64420"/>
                  </a:lnTo>
                  <a:lnTo>
                    <a:pt x="197844" y="64550"/>
                  </a:lnTo>
                  <a:lnTo>
                    <a:pt x="197912" y="64679"/>
                  </a:lnTo>
                  <a:lnTo>
                    <a:pt x="197983" y="64809"/>
                  </a:lnTo>
                  <a:lnTo>
                    <a:pt x="198054" y="64938"/>
                  </a:lnTo>
                  <a:lnTo>
                    <a:pt x="198125" y="65067"/>
                  </a:lnTo>
                  <a:lnTo>
                    <a:pt x="198194" y="65197"/>
                  </a:lnTo>
                  <a:lnTo>
                    <a:pt x="198257" y="65326"/>
                  </a:lnTo>
                  <a:lnTo>
                    <a:pt x="198315" y="65455"/>
                  </a:lnTo>
                  <a:lnTo>
                    <a:pt x="198365" y="65585"/>
                  </a:lnTo>
                  <a:lnTo>
                    <a:pt x="198405" y="65714"/>
                  </a:lnTo>
                  <a:lnTo>
                    <a:pt x="198435" y="65843"/>
                  </a:lnTo>
                  <a:lnTo>
                    <a:pt x="198454" y="65973"/>
                  </a:lnTo>
                  <a:lnTo>
                    <a:pt x="198461" y="66102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1" name="pg34">
              <a:extLst>
                <a:ext uri="{FF2B5EF4-FFF2-40B4-BE49-F238E27FC236}">
                  <a16:creationId xmlns:a16="http://schemas.microsoft.com/office/drawing/2014/main" id="{43DF83FB-F2F4-662A-5096-B99D8F61E94B}"/>
                </a:ext>
              </a:extLst>
            </p:cNvPr>
            <p:cNvSpPr/>
            <p:nvPr/>
          </p:nvSpPr>
          <p:spPr>
            <a:xfrm>
              <a:off x="5851077" y="2428209"/>
              <a:ext cx="265470" cy="66102"/>
            </a:xfrm>
            <a:custGeom>
              <a:avLst/>
              <a:gdLst/>
              <a:ahLst/>
              <a:cxnLst/>
              <a:rect l="0" t="0" r="0" b="0"/>
              <a:pathLst>
                <a:path w="265470" h="66102">
                  <a:moveTo>
                    <a:pt x="127335" y="66102"/>
                  </a:moveTo>
                  <a:lnTo>
                    <a:pt x="127367" y="65973"/>
                  </a:lnTo>
                  <a:lnTo>
                    <a:pt x="127457" y="65843"/>
                  </a:lnTo>
                  <a:lnTo>
                    <a:pt x="127604" y="65714"/>
                  </a:lnTo>
                  <a:lnTo>
                    <a:pt x="127802" y="65585"/>
                  </a:lnTo>
                  <a:lnTo>
                    <a:pt x="128046" y="65455"/>
                  </a:lnTo>
                  <a:lnTo>
                    <a:pt x="128331" y="65326"/>
                  </a:lnTo>
                  <a:lnTo>
                    <a:pt x="128647" y="65197"/>
                  </a:lnTo>
                  <a:lnTo>
                    <a:pt x="128982" y="65067"/>
                  </a:lnTo>
                  <a:lnTo>
                    <a:pt x="129326" y="64938"/>
                  </a:lnTo>
                  <a:lnTo>
                    <a:pt x="129674" y="64809"/>
                  </a:lnTo>
                  <a:lnTo>
                    <a:pt x="130015" y="64679"/>
                  </a:lnTo>
                  <a:lnTo>
                    <a:pt x="130345" y="64550"/>
                  </a:lnTo>
                  <a:lnTo>
                    <a:pt x="130656" y="64420"/>
                  </a:lnTo>
                  <a:lnTo>
                    <a:pt x="130939" y="64291"/>
                  </a:lnTo>
                  <a:lnTo>
                    <a:pt x="131192" y="64162"/>
                  </a:lnTo>
                  <a:lnTo>
                    <a:pt x="131412" y="64032"/>
                  </a:lnTo>
                  <a:lnTo>
                    <a:pt x="131597" y="63903"/>
                  </a:lnTo>
                  <a:lnTo>
                    <a:pt x="131744" y="63774"/>
                  </a:lnTo>
                  <a:lnTo>
                    <a:pt x="131851" y="63644"/>
                  </a:lnTo>
                  <a:lnTo>
                    <a:pt x="131917" y="63515"/>
                  </a:lnTo>
                  <a:lnTo>
                    <a:pt x="131938" y="63386"/>
                  </a:lnTo>
                  <a:lnTo>
                    <a:pt x="131906" y="63256"/>
                  </a:lnTo>
                  <a:lnTo>
                    <a:pt x="131821" y="63127"/>
                  </a:lnTo>
                  <a:lnTo>
                    <a:pt x="131682" y="62998"/>
                  </a:lnTo>
                  <a:lnTo>
                    <a:pt x="131484" y="62868"/>
                  </a:lnTo>
                  <a:lnTo>
                    <a:pt x="131223" y="62739"/>
                  </a:lnTo>
                  <a:lnTo>
                    <a:pt x="130894" y="62609"/>
                  </a:lnTo>
                  <a:lnTo>
                    <a:pt x="130493" y="62480"/>
                  </a:lnTo>
                  <a:lnTo>
                    <a:pt x="130017" y="62351"/>
                  </a:lnTo>
                  <a:lnTo>
                    <a:pt x="129450" y="62221"/>
                  </a:lnTo>
                  <a:lnTo>
                    <a:pt x="128804" y="62092"/>
                  </a:lnTo>
                  <a:lnTo>
                    <a:pt x="128082" y="61963"/>
                  </a:lnTo>
                  <a:lnTo>
                    <a:pt x="127288" y="61833"/>
                  </a:lnTo>
                  <a:lnTo>
                    <a:pt x="126429" y="61704"/>
                  </a:lnTo>
                  <a:lnTo>
                    <a:pt x="125516" y="61575"/>
                  </a:lnTo>
                  <a:lnTo>
                    <a:pt x="124562" y="61445"/>
                  </a:lnTo>
                  <a:lnTo>
                    <a:pt x="123583" y="61316"/>
                  </a:lnTo>
                  <a:lnTo>
                    <a:pt x="122603" y="61187"/>
                  </a:lnTo>
                  <a:lnTo>
                    <a:pt x="121648" y="61057"/>
                  </a:lnTo>
                  <a:lnTo>
                    <a:pt x="120740" y="60928"/>
                  </a:lnTo>
                  <a:lnTo>
                    <a:pt x="119903" y="60798"/>
                  </a:lnTo>
                  <a:lnTo>
                    <a:pt x="119160" y="60669"/>
                  </a:lnTo>
                  <a:lnTo>
                    <a:pt x="118532" y="60540"/>
                  </a:lnTo>
                  <a:lnTo>
                    <a:pt x="118039" y="60410"/>
                  </a:lnTo>
                  <a:lnTo>
                    <a:pt x="117707" y="60281"/>
                  </a:lnTo>
                  <a:lnTo>
                    <a:pt x="117554" y="60152"/>
                  </a:lnTo>
                  <a:lnTo>
                    <a:pt x="117569" y="60022"/>
                  </a:lnTo>
                  <a:lnTo>
                    <a:pt x="117752" y="59893"/>
                  </a:lnTo>
                  <a:lnTo>
                    <a:pt x="118095" y="59764"/>
                  </a:lnTo>
                  <a:lnTo>
                    <a:pt x="118588" y="59634"/>
                  </a:lnTo>
                  <a:lnTo>
                    <a:pt x="119217" y="59505"/>
                  </a:lnTo>
                  <a:lnTo>
                    <a:pt x="119963" y="59375"/>
                  </a:lnTo>
                  <a:lnTo>
                    <a:pt x="120812" y="59246"/>
                  </a:lnTo>
                  <a:lnTo>
                    <a:pt x="121732" y="59117"/>
                  </a:lnTo>
                  <a:lnTo>
                    <a:pt x="122691" y="58987"/>
                  </a:lnTo>
                  <a:lnTo>
                    <a:pt x="123667" y="58858"/>
                  </a:lnTo>
                  <a:lnTo>
                    <a:pt x="124639" y="58729"/>
                  </a:lnTo>
                  <a:lnTo>
                    <a:pt x="125586" y="58599"/>
                  </a:lnTo>
                  <a:lnTo>
                    <a:pt x="126492" y="58470"/>
                  </a:lnTo>
                  <a:lnTo>
                    <a:pt x="127342" y="58341"/>
                  </a:lnTo>
                  <a:lnTo>
                    <a:pt x="128113" y="58211"/>
                  </a:lnTo>
                  <a:lnTo>
                    <a:pt x="128803" y="58082"/>
                  </a:lnTo>
                  <a:lnTo>
                    <a:pt x="129408" y="57953"/>
                  </a:lnTo>
                  <a:lnTo>
                    <a:pt x="129925" y="57823"/>
                  </a:lnTo>
                  <a:lnTo>
                    <a:pt x="130353" y="57694"/>
                  </a:lnTo>
                  <a:lnTo>
                    <a:pt x="130691" y="57564"/>
                  </a:lnTo>
                  <a:lnTo>
                    <a:pt x="130938" y="57435"/>
                  </a:lnTo>
                  <a:lnTo>
                    <a:pt x="131095" y="57306"/>
                  </a:lnTo>
                  <a:lnTo>
                    <a:pt x="131145" y="57176"/>
                  </a:lnTo>
                  <a:lnTo>
                    <a:pt x="131103" y="57047"/>
                  </a:lnTo>
                  <a:lnTo>
                    <a:pt x="130967" y="56918"/>
                  </a:lnTo>
                  <a:lnTo>
                    <a:pt x="130735" y="56788"/>
                  </a:lnTo>
                  <a:lnTo>
                    <a:pt x="130404" y="56659"/>
                  </a:lnTo>
                  <a:lnTo>
                    <a:pt x="129971" y="56530"/>
                  </a:lnTo>
                  <a:lnTo>
                    <a:pt x="129434" y="56400"/>
                  </a:lnTo>
                  <a:lnTo>
                    <a:pt x="128787" y="56271"/>
                  </a:lnTo>
                  <a:lnTo>
                    <a:pt x="128018" y="56141"/>
                  </a:lnTo>
                  <a:lnTo>
                    <a:pt x="127145" y="56012"/>
                  </a:lnTo>
                  <a:lnTo>
                    <a:pt x="126174" y="55883"/>
                  </a:lnTo>
                  <a:lnTo>
                    <a:pt x="125112" y="55753"/>
                  </a:lnTo>
                  <a:lnTo>
                    <a:pt x="123973" y="55624"/>
                  </a:lnTo>
                  <a:lnTo>
                    <a:pt x="122773" y="55495"/>
                  </a:lnTo>
                  <a:lnTo>
                    <a:pt x="121529" y="55365"/>
                  </a:lnTo>
                  <a:lnTo>
                    <a:pt x="120267" y="55236"/>
                  </a:lnTo>
                  <a:lnTo>
                    <a:pt x="119022" y="55107"/>
                  </a:lnTo>
                  <a:lnTo>
                    <a:pt x="117824" y="54977"/>
                  </a:lnTo>
                  <a:lnTo>
                    <a:pt x="116705" y="54848"/>
                  </a:lnTo>
                  <a:lnTo>
                    <a:pt x="115693" y="54719"/>
                  </a:lnTo>
                  <a:lnTo>
                    <a:pt x="114818" y="54589"/>
                  </a:lnTo>
                  <a:lnTo>
                    <a:pt x="114105" y="54460"/>
                  </a:lnTo>
                  <a:lnTo>
                    <a:pt x="113575" y="54330"/>
                  </a:lnTo>
                  <a:lnTo>
                    <a:pt x="113267" y="54201"/>
                  </a:lnTo>
                  <a:lnTo>
                    <a:pt x="113190" y="54072"/>
                  </a:lnTo>
                  <a:lnTo>
                    <a:pt x="113329" y="53942"/>
                  </a:lnTo>
                  <a:lnTo>
                    <a:pt x="113679" y="53813"/>
                  </a:lnTo>
                  <a:lnTo>
                    <a:pt x="114228" y="53684"/>
                  </a:lnTo>
                  <a:lnTo>
                    <a:pt x="114960" y="53554"/>
                  </a:lnTo>
                  <a:lnTo>
                    <a:pt x="115853" y="53425"/>
                  </a:lnTo>
                  <a:lnTo>
                    <a:pt x="116881" y="53296"/>
                  </a:lnTo>
                  <a:lnTo>
                    <a:pt x="118024" y="53166"/>
                  </a:lnTo>
                  <a:lnTo>
                    <a:pt x="119235" y="53037"/>
                  </a:lnTo>
                  <a:lnTo>
                    <a:pt x="120479" y="52908"/>
                  </a:lnTo>
                  <a:lnTo>
                    <a:pt x="121726" y="52778"/>
                  </a:lnTo>
                  <a:lnTo>
                    <a:pt x="122949" y="52649"/>
                  </a:lnTo>
                  <a:lnTo>
                    <a:pt x="124124" y="52519"/>
                  </a:lnTo>
                  <a:lnTo>
                    <a:pt x="125228" y="52390"/>
                  </a:lnTo>
                  <a:lnTo>
                    <a:pt x="126243" y="52261"/>
                  </a:lnTo>
                  <a:lnTo>
                    <a:pt x="127131" y="52131"/>
                  </a:lnTo>
                  <a:lnTo>
                    <a:pt x="127895" y="52002"/>
                  </a:lnTo>
                  <a:lnTo>
                    <a:pt x="128525" y="51873"/>
                  </a:lnTo>
                  <a:lnTo>
                    <a:pt x="129011" y="51743"/>
                  </a:lnTo>
                  <a:lnTo>
                    <a:pt x="129345" y="51614"/>
                  </a:lnTo>
                  <a:lnTo>
                    <a:pt x="129516" y="51485"/>
                  </a:lnTo>
                  <a:lnTo>
                    <a:pt x="129514" y="51355"/>
                  </a:lnTo>
                  <a:lnTo>
                    <a:pt x="129322" y="51226"/>
                  </a:lnTo>
                  <a:lnTo>
                    <a:pt x="128895" y="51096"/>
                  </a:lnTo>
                  <a:lnTo>
                    <a:pt x="128244" y="50967"/>
                  </a:lnTo>
                  <a:lnTo>
                    <a:pt x="127351" y="50838"/>
                  </a:lnTo>
                  <a:lnTo>
                    <a:pt x="126196" y="50708"/>
                  </a:lnTo>
                  <a:lnTo>
                    <a:pt x="124758" y="50579"/>
                  </a:lnTo>
                  <a:lnTo>
                    <a:pt x="123022" y="50450"/>
                  </a:lnTo>
                  <a:lnTo>
                    <a:pt x="120970" y="50320"/>
                  </a:lnTo>
                  <a:lnTo>
                    <a:pt x="118574" y="50191"/>
                  </a:lnTo>
                  <a:lnTo>
                    <a:pt x="115811" y="50062"/>
                  </a:lnTo>
                  <a:lnTo>
                    <a:pt x="112728" y="49932"/>
                  </a:lnTo>
                  <a:lnTo>
                    <a:pt x="109347" y="49803"/>
                  </a:lnTo>
                  <a:lnTo>
                    <a:pt x="105700" y="49674"/>
                  </a:lnTo>
                  <a:lnTo>
                    <a:pt x="101832" y="49544"/>
                  </a:lnTo>
                  <a:lnTo>
                    <a:pt x="97801" y="49415"/>
                  </a:lnTo>
                  <a:lnTo>
                    <a:pt x="93675" y="49285"/>
                  </a:lnTo>
                  <a:lnTo>
                    <a:pt x="89544" y="49156"/>
                  </a:lnTo>
                  <a:lnTo>
                    <a:pt x="85528" y="49027"/>
                  </a:lnTo>
                  <a:lnTo>
                    <a:pt x="81727" y="48897"/>
                  </a:lnTo>
                  <a:lnTo>
                    <a:pt x="78239" y="48768"/>
                  </a:lnTo>
                  <a:lnTo>
                    <a:pt x="75159" y="48639"/>
                  </a:lnTo>
                  <a:lnTo>
                    <a:pt x="72574" y="48509"/>
                  </a:lnTo>
                  <a:lnTo>
                    <a:pt x="70563" y="48380"/>
                  </a:lnTo>
                  <a:lnTo>
                    <a:pt x="69189" y="48251"/>
                  </a:lnTo>
                  <a:lnTo>
                    <a:pt x="68583" y="48121"/>
                  </a:lnTo>
                  <a:lnTo>
                    <a:pt x="68726" y="47992"/>
                  </a:lnTo>
                  <a:lnTo>
                    <a:pt x="69570" y="47862"/>
                  </a:lnTo>
                  <a:lnTo>
                    <a:pt x="71088" y="47733"/>
                  </a:lnTo>
                  <a:lnTo>
                    <a:pt x="73230" y="47604"/>
                  </a:lnTo>
                  <a:lnTo>
                    <a:pt x="75933" y="47474"/>
                  </a:lnTo>
                  <a:lnTo>
                    <a:pt x="79118" y="47345"/>
                  </a:lnTo>
                  <a:lnTo>
                    <a:pt x="82695" y="47216"/>
                  </a:lnTo>
                  <a:lnTo>
                    <a:pt x="86590" y="47086"/>
                  </a:lnTo>
                  <a:lnTo>
                    <a:pt x="90644" y="46957"/>
                  </a:lnTo>
                  <a:lnTo>
                    <a:pt x="94753" y="46828"/>
                  </a:lnTo>
                  <a:lnTo>
                    <a:pt x="98829" y="46698"/>
                  </a:lnTo>
                  <a:lnTo>
                    <a:pt x="102786" y="46569"/>
                  </a:lnTo>
                  <a:lnTo>
                    <a:pt x="106554" y="46440"/>
                  </a:lnTo>
                  <a:lnTo>
                    <a:pt x="110069" y="46310"/>
                  </a:lnTo>
                  <a:lnTo>
                    <a:pt x="113275" y="46181"/>
                  </a:lnTo>
                  <a:lnTo>
                    <a:pt x="116074" y="46051"/>
                  </a:lnTo>
                  <a:lnTo>
                    <a:pt x="118487" y="45922"/>
                  </a:lnTo>
                  <a:lnTo>
                    <a:pt x="120496" y="45793"/>
                  </a:lnTo>
                  <a:lnTo>
                    <a:pt x="122084" y="45663"/>
                  </a:lnTo>
                  <a:lnTo>
                    <a:pt x="123237" y="45534"/>
                  </a:lnTo>
                  <a:lnTo>
                    <a:pt x="123942" y="45405"/>
                  </a:lnTo>
                  <a:lnTo>
                    <a:pt x="124183" y="45275"/>
                  </a:lnTo>
                  <a:lnTo>
                    <a:pt x="123921" y="45146"/>
                  </a:lnTo>
                  <a:lnTo>
                    <a:pt x="123082" y="45017"/>
                  </a:lnTo>
                  <a:lnTo>
                    <a:pt x="121702" y="44887"/>
                  </a:lnTo>
                  <a:lnTo>
                    <a:pt x="119747" y="44758"/>
                  </a:lnTo>
                  <a:lnTo>
                    <a:pt x="117186" y="44629"/>
                  </a:lnTo>
                  <a:lnTo>
                    <a:pt x="113988" y="44499"/>
                  </a:lnTo>
                  <a:lnTo>
                    <a:pt x="110125" y="44370"/>
                  </a:lnTo>
                  <a:lnTo>
                    <a:pt x="105576" y="44240"/>
                  </a:lnTo>
                  <a:lnTo>
                    <a:pt x="100279" y="44111"/>
                  </a:lnTo>
                  <a:lnTo>
                    <a:pt x="94229" y="43982"/>
                  </a:lnTo>
                  <a:lnTo>
                    <a:pt x="87530" y="43852"/>
                  </a:lnTo>
                  <a:lnTo>
                    <a:pt x="80243" y="43723"/>
                  </a:lnTo>
                  <a:lnTo>
                    <a:pt x="72451" y="43594"/>
                  </a:lnTo>
                  <a:lnTo>
                    <a:pt x="64263" y="43464"/>
                  </a:lnTo>
                  <a:lnTo>
                    <a:pt x="55813" y="43335"/>
                  </a:lnTo>
                  <a:lnTo>
                    <a:pt x="47259" y="43206"/>
                  </a:lnTo>
                  <a:lnTo>
                    <a:pt x="38814" y="43076"/>
                  </a:lnTo>
                  <a:lnTo>
                    <a:pt x="30729" y="42947"/>
                  </a:lnTo>
                  <a:lnTo>
                    <a:pt x="23202" y="42817"/>
                  </a:lnTo>
                  <a:lnTo>
                    <a:pt x="16434" y="42688"/>
                  </a:lnTo>
                  <a:lnTo>
                    <a:pt x="10615" y="42559"/>
                  </a:lnTo>
                  <a:lnTo>
                    <a:pt x="5914" y="42429"/>
                  </a:lnTo>
                  <a:lnTo>
                    <a:pt x="2475" y="42300"/>
                  </a:lnTo>
                  <a:lnTo>
                    <a:pt x="410" y="42171"/>
                  </a:lnTo>
                  <a:lnTo>
                    <a:pt x="0" y="42041"/>
                  </a:lnTo>
                  <a:lnTo>
                    <a:pt x="1103" y="41912"/>
                  </a:lnTo>
                  <a:lnTo>
                    <a:pt x="3630" y="41783"/>
                  </a:lnTo>
                  <a:lnTo>
                    <a:pt x="7499" y="41653"/>
                  </a:lnTo>
                  <a:lnTo>
                    <a:pt x="12589" y="41524"/>
                  </a:lnTo>
                  <a:lnTo>
                    <a:pt x="18750" y="41395"/>
                  </a:lnTo>
                  <a:lnTo>
                    <a:pt x="25805" y="41265"/>
                  </a:lnTo>
                  <a:lnTo>
                    <a:pt x="33563" y="41136"/>
                  </a:lnTo>
                  <a:lnTo>
                    <a:pt x="41852" y="41006"/>
                  </a:lnTo>
                  <a:lnTo>
                    <a:pt x="50351" y="40877"/>
                  </a:lnTo>
                  <a:lnTo>
                    <a:pt x="58869" y="40748"/>
                  </a:lnTo>
                  <a:lnTo>
                    <a:pt x="67232" y="40618"/>
                  </a:lnTo>
                  <a:lnTo>
                    <a:pt x="75286" y="40489"/>
                  </a:lnTo>
                  <a:lnTo>
                    <a:pt x="82903" y="40360"/>
                  </a:lnTo>
                  <a:lnTo>
                    <a:pt x="89977" y="40230"/>
                  </a:lnTo>
                  <a:lnTo>
                    <a:pt x="96404" y="40101"/>
                  </a:lnTo>
                  <a:lnTo>
                    <a:pt x="102048" y="39972"/>
                  </a:lnTo>
                  <a:lnTo>
                    <a:pt x="106976" y="39842"/>
                  </a:lnTo>
                  <a:lnTo>
                    <a:pt x="111182" y="39713"/>
                  </a:lnTo>
                  <a:lnTo>
                    <a:pt x="114671" y="39583"/>
                  </a:lnTo>
                  <a:lnTo>
                    <a:pt x="117458" y="39454"/>
                  </a:lnTo>
                  <a:lnTo>
                    <a:pt x="119560" y="39325"/>
                  </a:lnTo>
                  <a:lnTo>
                    <a:pt x="120998" y="39195"/>
                  </a:lnTo>
                  <a:lnTo>
                    <a:pt x="121751" y="39066"/>
                  </a:lnTo>
                  <a:lnTo>
                    <a:pt x="121813" y="38937"/>
                  </a:lnTo>
                  <a:lnTo>
                    <a:pt x="121262" y="38807"/>
                  </a:lnTo>
                  <a:lnTo>
                    <a:pt x="120102" y="38678"/>
                  </a:lnTo>
                  <a:lnTo>
                    <a:pt x="118337" y="38549"/>
                  </a:lnTo>
                  <a:lnTo>
                    <a:pt x="115968" y="38419"/>
                  </a:lnTo>
                  <a:lnTo>
                    <a:pt x="112997" y="38290"/>
                  </a:lnTo>
                  <a:lnTo>
                    <a:pt x="109430" y="38161"/>
                  </a:lnTo>
                  <a:lnTo>
                    <a:pt x="105227" y="38031"/>
                  </a:lnTo>
                  <a:lnTo>
                    <a:pt x="100435" y="37902"/>
                  </a:lnTo>
                  <a:lnTo>
                    <a:pt x="95144" y="37772"/>
                  </a:lnTo>
                  <a:lnTo>
                    <a:pt x="89416" y="37643"/>
                  </a:lnTo>
                  <a:lnTo>
                    <a:pt x="83333" y="37514"/>
                  </a:lnTo>
                  <a:lnTo>
                    <a:pt x="76993" y="37384"/>
                  </a:lnTo>
                  <a:lnTo>
                    <a:pt x="70512" y="37255"/>
                  </a:lnTo>
                  <a:lnTo>
                    <a:pt x="64021" y="37126"/>
                  </a:lnTo>
                  <a:lnTo>
                    <a:pt x="57711" y="36996"/>
                  </a:lnTo>
                  <a:lnTo>
                    <a:pt x="51764" y="36867"/>
                  </a:lnTo>
                  <a:lnTo>
                    <a:pt x="46329" y="36738"/>
                  </a:lnTo>
                  <a:lnTo>
                    <a:pt x="41555" y="36608"/>
                  </a:lnTo>
                  <a:lnTo>
                    <a:pt x="37580" y="36479"/>
                  </a:lnTo>
                  <a:lnTo>
                    <a:pt x="34522" y="36349"/>
                  </a:lnTo>
                  <a:lnTo>
                    <a:pt x="32477" y="36220"/>
                  </a:lnTo>
                  <a:lnTo>
                    <a:pt x="31605" y="36055"/>
                  </a:lnTo>
                  <a:lnTo>
                    <a:pt x="31848" y="35961"/>
                  </a:lnTo>
                  <a:lnTo>
                    <a:pt x="33301" y="35832"/>
                  </a:lnTo>
                  <a:lnTo>
                    <a:pt x="35808" y="35703"/>
                  </a:lnTo>
                  <a:lnTo>
                    <a:pt x="39290" y="35573"/>
                  </a:lnTo>
                  <a:lnTo>
                    <a:pt x="43639" y="35444"/>
                  </a:lnTo>
                  <a:lnTo>
                    <a:pt x="48731" y="35315"/>
                  </a:lnTo>
                  <a:lnTo>
                    <a:pt x="54422" y="35185"/>
                  </a:lnTo>
                  <a:lnTo>
                    <a:pt x="60566" y="35056"/>
                  </a:lnTo>
                  <a:lnTo>
                    <a:pt x="67002" y="34927"/>
                  </a:lnTo>
                  <a:lnTo>
                    <a:pt x="73516" y="34797"/>
                  </a:lnTo>
                  <a:lnTo>
                    <a:pt x="79968" y="34668"/>
                  </a:lnTo>
                  <a:lnTo>
                    <a:pt x="86237" y="34538"/>
                  </a:lnTo>
                  <a:lnTo>
                    <a:pt x="92218" y="34409"/>
                  </a:lnTo>
                  <a:lnTo>
                    <a:pt x="97824" y="34280"/>
                  </a:lnTo>
                  <a:lnTo>
                    <a:pt x="102989" y="34150"/>
                  </a:lnTo>
                  <a:lnTo>
                    <a:pt x="107636" y="34021"/>
                  </a:lnTo>
                  <a:lnTo>
                    <a:pt x="111701" y="33892"/>
                  </a:lnTo>
                  <a:lnTo>
                    <a:pt x="115239" y="33762"/>
                  </a:lnTo>
                  <a:lnTo>
                    <a:pt x="118256" y="33633"/>
                  </a:lnTo>
                  <a:lnTo>
                    <a:pt x="120768" y="33504"/>
                  </a:lnTo>
                  <a:lnTo>
                    <a:pt x="122798" y="33374"/>
                  </a:lnTo>
                  <a:lnTo>
                    <a:pt x="124369" y="33245"/>
                  </a:lnTo>
                  <a:lnTo>
                    <a:pt x="125509" y="33116"/>
                  </a:lnTo>
                  <a:lnTo>
                    <a:pt x="126210" y="32986"/>
                  </a:lnTo>
                  <a:lnTo>
                    <a:pt x="126503" y="32857"/>
                  </a:lnTo>
                  <a:lnTo>
                    <a:pt x="126441" y="32727"/>
                  </a:lnTo>
                  <a:lnTo>
                    <a:pt x="126041" y="32598"/>
                  </a:lnTo>
                  <a:lnTo>
                    <a:pt x="125315" y="32469"/>
                  </a:lnTo>
                  <a:lnTo>
                    <a:pt x="124275" y="32339"/>
                  </a:lnTo>
                  <a:lnTo>
                    <a:pt x="122934" y="32210"/>
                  </a:lnTo>
                  <a:lnTo>
                    <a:pt x="121304" y="32081"/>
                  </a:lnTo>
                  <a:lnTo>
                    <a:pt x="119369" y="31951"/>
                  </a:lnTo>
                  <a:lnTo>
                    <a:pt x="117174" y="31822"/>
                  </a:lnTo>
                  <a:lnTo>
                    <a:pt x="114762" y="31693"/>
                  </a:lnTo>
                  <a:lnTo>
                    <a:pt x="112167" y="31563"/>
                  </a:lnTo>
                  <a:lnTo>
                    <a:pt x="109433" y="31434"/>
                  </a:lnTo>
                  <a:lnTo>
                    <a:pt x="106608" y="31304"/>
                  </a:lnTo>
                  <a:lnTo>
                    <a:pt x="103751" y="31175"/>
                  </a:lnTo>
                  <a:lnTo>
                    <a:pt x="100923" y="31046"/>
                  </a:lnTo>
                  <a:lnTo>
                    <a:pt x="98220" y="30916"/>
                  </a:lnTo>
                  <a:lnTo>
                    <a:pt x="95715" y="30787"/>
                  </a:lnTo>
                  <a:lnTo>
                    <a:pt x="93473" y="30658"/>
                  </a:lnTo>
                  <a:lnTo>
                    <a:pt x="91557" y="30528"/>
                  </a:lnTo>
                  <a:lnTo>
                    <a:pt x="90023" y="30399"/>
                  </a:lnTo>
                  <a:lnTo>
                    <a:pt x="88918" y="30270"/>
                  </a:lnTo>
                  <a:lnTo>
                    <a:pt x="88278" y="30140"/>
                  </a:lnTo>
                  <a:lnTo>
                    <a:pt x="88131" y="30011"/>
                  </a:lnTo>
                  <a:lnTo>
                    <a:pt x="88556" y="29882"/>
                  </a:lnTo>
                  <a:lnTo>
                    <a:pt x="89458" y="29752"/>
                  </a:lnTo>
                  <a:lnTo>
                    <a:pt x="90806" y="29623"/>
                  </a:lnTo>
                  <a:lnTo>
                    <a:pt x="92559" y="29493"/>
                  </a:lnTo>
                  <a:lnTo>
                    <a:pt x="94664" y="29364"/>
                  </a:lnTo>
                  <a:lnTo>
                    <a:pt x="97061" y="29235"/>
                  </a:lnTo>
                  <a:lnTo>
                    <a:pt x="99685" y="29105"/>
                  </a:lnTo>
                  <a:lnTo>
                    <a:pt x="102469" y="28976"/>
                  </a:lnTo>
                  <a:lnTo>
                    <a:pt x="105334" y="28847"/>
                  </a:lnTo>
                  <a:lnTo>
                    <a:pt x="108197" y="28717"/>
                  </a:lnTo>
                  <a:lnTo>
                    <a:pt x="111000" y="28588"/>
                  </a:lnTo>
                  <a:lnTo>
                    <a:pt x="113693" y="28459"/>
                  </a:lnTo>
                  <a:lnTo>
                    <a:pt x="116234" y="28329"/>
                  </a:lnTo>
                  <a:lnTo>
                    <a:pt x="118590" y="28200"/>
                  </a:lnTo>
                  <a:lnTo>
                    <a:pt x="120733" y="28070"/>
                  </a:lnTo>
                  <a:lnTo>
                    <a:pt x="122630" y="27941"/>
                  </a:lnTo>
                  <a:lnTo>
                    <a:pt x="124263" y="27812"/>
                  </a:lnTo>
                  <a:lnTo>
                    <a:pt x="125654" y="27682"/>
                  </a:lnTo>
                  <a:lnTo>
                    <a:pt x="126806" y="27553"/>
                  </a:lnTo>
                  <a:lnTo>
                    <a:pt x="127724" y="27424"/>
                  </a:lnTo>
                  <a:lnTo>
                    <a:pt x="128415" y="27294"/>
                  </a:lnTo>
                  <a:lnTo>
                    <a:pt x="128887" y="27165"/>
                  </a:lnTo>
                  <a:lnTo>
                    <a:pt x="129145" y="27036"/>
                  </a:lnTo>
                  <a:lnTo>
                    <a:pt x="129176" y="26906"/>
                  </a:lnTo>
                  <a:lnTo>
                    <a:pt x="128991" y="26777"/>
                  </a:lnTo>
                  <a:lnTo>
                    <a:pt x="128608" y="26648"/>
                  </a:lnTo>
                  <a:lnTo>
                    <a:pt x="128026" y="26518"/>
                  </a:lnTo>
                  <a:lnTo>
                    <a:pt x="127248" y="26389"/>
                  </a:lnTo>
                  <a:lnTo>
                    <a:pt x="126274" y="26259"/>
                  </a:lnTo>
                  <a:lnTo>
                    <a:pt x="125107" y="26130"/>
                  </a:lnTo>
                  <a:lnTo>
                    <a:pt x="123752" y="26001"/>
                  </a:lnTo>
                  <a:lnTo>
                    <a:pt x="122194" y="25871"/>
                  </a:lnTo>
                  <a:lnTo>
                    <a:pt x="120472" y="25742"/>
                  </a:lnTo>
                  <a:lnTo>
                    <a:pt x="118610" y="25613"/>
                  </a:lnTo>
                  <a:lnTo>
                    <a:pt x="116638" y="25483"/>
                  </a:lnTo>
                  <a:lnTo>
                    <a:pt x="114587" y="25354"/>
                  </a:lnTo>
                  <a:lnTo>
                    <a:pt x="112497" y="25225"/>
                  </a:lnTo>
                  <a:lnTo>
                    <a:pt x="110410" y="25095"/>
                  </a:lnTo>
                  <a:lnTo>
                    <a:pt x="108373" y="24966"/>
                  </a:lnTo>
                  <a:lnTo>
                    <a:pt x="106467" y="24837"/>
                  </a:lnTo>
                  <a:lnTo>
                    <a:pt x="104732" y="24707"/>
                  </a:lnTo>
                  <a:lnTo>
                    <a:pt x="103218" y="24578"/>
                  </a:lnTo>
                  <a:lnTo>
                    <a:pt x="101967" y="24448"/>
                  </a:lnTo>
                  <a:lnTo>
                    <a:pt x="101016" y="24319"/>
                  </a:lnTo>
                  <a:lnTo>
                    <a:pt x="100394" y="24190"/>
                  </a:lnTo>
                  <a:lnTo>
                    <a:pt x="100123" y="24060"/>
                  </a:lnTo>
                  <a:lnTo>
                    <a:pt x="100224" y="23931"/>
                  </a:lnTo>
                  <a:lnTo>
                    <a:pt x="100732" y="23802"/>
                  </a:lnTo>
                  <a:lnTo>
                    <a:pt x="101577" y="23672"/>
                  </a:lnTo>
                  <a:lnTo>
                    <a:pt x="102733" y="23543"/>
                  </a:lnTo>
                  <a:lnTo>
                    <a:pt x="104164" y="23414"/>
                  </a:lnTo>
                  <a:lnTo>
                    <a:pt x="105828" y="23284"/>
                  </a:lnTo>
                  <a:lnTo>
                    <a:pt x="107679" y="23155"/>
                  </a:lnTo>
                  <a:lnTo>
                    <a:pt x="109667" y="23025"/>
                  </a:lnTo>
                  <a:lnTo>
                    <a:pt x="111743" y="22896"/>
                  </a:lnTo>
                  <a:lnTo>
                    <a:pt x="113846" y="22767"/>
                  </a:lnTo>
                  <a:lnTo>
                    <a:pt x="115923" y="22637"/>
                  </a:lnTo>
                  <a:lnTo>
                    <a:pt x="117936" y="22508"/>
                  </a:lnTo>
                  <a:lnTo>
                    <a:pt x="119850" y="22379"/>
                  </a:lnTo>
                  <a:lnTo>
                    <a:pt x="121640" y="22249"/>
                  </a:lnTo>
                  <a:lnTo>
                    <a:pt x="123285" y="22120"/>
                  </a:lnTo>
                  <a:lnTo>
                    <a:pt x="124768" y="21991"/>
                  </a:lnTo>
                  <a:lnTo>
                    <a:pt x="126066" y="21861"/>
                  </a:lnTo>
                  <a:lnTo>
                    <a:pt x="127177" y="21732"/>
                  </a:lnTo>
                  <a:lnTo>
                    <a:pt x="128117" y="21603"/>
                  </a:lnTo>
                  <a:lnTo>
                    <a:pt x="128890" y="21473"/>
                  </a:lnTo>
                  <a:lnTo>
                    <a:pt x="129503" y="21344"/>
                  </a:lnTo>
                  <a:lnTo>
                    <a:pt x="129962" y="21214"/>
                  </a:lnTo>
                  <a:lnTo>
                    <a:pt x="130274" y="21085"/>
                  </a:lnTo>
                  <a:lnTo>
                    <a:pt x="130447" y="20956"/>
                  </a:lnTo>
                  <a:lnTo>
                    <a:pt x="130469" y="20826"/>
                  </a:lnTo>
                  <a:lnTo>
                    <a:pt x="130357" y="20697"/>
                  </a:lnTo>
                  <a:lnTo>
                    <a:pt x="130121" y="20568"/>
                  </a:lnTo>
                  <a:lnTo>
                    <a:pt x="129763" y="20438"/>
                  </a:lnTo>
                  <a:lnTo>
                    <a:pt x="129286" y="20309"/>
                  </a:lnTo>
                  <a:lnTo>
                    <a:pt x="128693" y="20180"/>
                  </a:lnTo>
                  <a:lnTo>
                    <a:pt x="127987" y="20050"/>
                  </a:lnTo>
                  <a:lnTo>
                    <a:pt x="127172" y="19921"/>
                  </a:lnTo>
                  <a:lnTo>
                    <a:pt x="126243" y="19791"/>
                  </a:lnTo>
                  <a:lnTo>
                    <a:pt x="125226" y="19662"/>
                  </a:lnTo>
                  <a:lnTo>
                    <a:pt x="124138" y="19533"/>
                  </a:lnTo>
                  <a:lnTo>
                    <a:pt x="122996" y="19403"/>
                  </a:lnTo>
                  <a:lnTo>
                    <a:pt x="121820" y="19274"/>
                  </a:lnTo>
                  <a:lnTo>
                    <a:pt x="120635" y="19145"/>
                  </a:lnTo>
                  <a:lnTo>
                    <a:pt x="119466" y="19015"/>
                  </a:lnTo>
                  <a:lnTo>
                    <a:pt x="118344" y="18886"/>
                  </a:lnTo>
                  <a:lnTo>
                    <a:pt x="117313" y="18757"/>
                  </a:lnTo>
                  <a:lnTo>
                    <a:pt x="116395" y="18627"/>
                  </a:lnTo>
                  <a:lnTo>
                    <a:pt x="115616" y="18498"/>
                  </a:lnTo>
                  <a:lnTo>
                    <a:pt x="114999" y="18369"/>
                  </a:lnTo>
                  <a:lnTo>
                    <a:pt x="114561" y="18239"/>
                  </a:lnTo>
                  <a:lnTo>
                    <a:pt x="114318" y="18110"/>
                  </a:lnTo>
                  <a:lnTo>
                    <a:pt x="114277" y="17980"/>
                  </a:lnTo>
                  <a:lnTo>
                    <a:pt x="114452" y="17851"/>
                  </a:lnTo>
                  <a:lnTo>
                    <a:pt x="114847" y="17722"/>
                  </a:lnTo>
                  <a:lnTo>
                    <a:pt x="115427" y="17592"/>
                  </a:lnTo>
                  <a:lnTo>
                    <a:pt x="116171" y="17463"/>
                  </a:lnTo>
                  <a:lnTo>
                    <a:pt x="117059" y="17334"/>
                  </a:lnTo>
                  <a:lnTo>
                    <a:pt x="118064" y="17204"/>
                  </a:lnTo>
                  <a:lnTo>
                    <a:pt x="119159" y="17075"/>
                  </a:lnTo>
                  <a:lnTo>
                    <a:pt x="120316" y="16946"/>
                  </a:lnTo>
                  <a:lnTo>
                    <a:pt x="121507" y="16816"/>
                  </a:lnTo>
                  <a:lnTo>
                    <a:pt x="122696" y="16687"/>
                  </a:lnTo>
                  <a:lnTo>
                    <a:pt x="123857" y="16558"/>
                  </a:lnTo>
                  <a:lnTo>
                    <a:pt x="124972" y="16428"/>
                  </a:lnTo>
                  <a:lnTo>
                    <a:pt x="126023" y="16299"/>
                  </a:lnTo>
                  <a:lnTo>
                    <a:pt x="126997" y="16169"/>
                  </a:lnTo>
                  <a:lnTo>
                    <a:pt x="127886" y="16040"/>
                  </a:lnTo>
                  <a:lnTo>
                    <a:pt x="128682" y="15911"/>
                  </a:lnTo>
                  <a:lnTo>
                    <a:pt x="129373" y="15781"/>
                  </a:lnTo>
                  <a:lnTo>
                    <a:pt x="129965" y="15652"/>
                  </a:lnTo>
                  <a:lnTo>
                    <a:pt x="130466" y="15523"/>
                  </a:lnTo>
                  <a:lnTo>
                    <a:pt x="130881" y="15393"/>
                  </a:lnTo>
                  <a:lnTo>
                    <a:pt x="131216" y="15264"/>
                  </a:lnTo>
                  <a:lnTo>
                    <a:pt x="131475" y="15135"/>
                  </a:lnTo>
                  <a:lnTo>
                    <a:pt x="131665" y="15005"/>
                  </a:lnTo>
                  <a:lnTo>
                    <a:pt x="131791" y="14876"/>
                  </a:lnTo>
                  <a:lnTo>
                    <a:pt x="131849" y="14746"/>
                  </a:lnTo>
                  <a:lnTo>
                    <a:pt x="131854" y="14617"/>
                  </a:lnTo>
                  <a:lnTo>
                    <a:pt x="131810" y="14488"/>
                  </a:lnTo>
                  <a:lnTo>
                    <a:pt x="131720" y="14358"/>
                  </a:lnTo>
                  <a:lnTo>
                    <a:pt x="131587" y="14229"/>
                  </a:lnTo>
                  <a:lnTo>
                    <a:pt x="131414" y="14100"/>
                  </a:lnTo>
                  <a:lnTo>
                    <a:pt x="131203" y="13970"/>
                  </a:lnTo>
                  <a:lnTo>
                    <a:pt x="130956" y="13841"/>
                  </a:lnTo>
                  <a:lnTo>
                    <a:pt x="130675" y="13712"/>
                  </a:lnTo>
                  <a:lnTo>
                    <a:pt x="130369" y="13582"/>
                  </a:lnTo>
                  <a:lnTo>
                    <a:pt x="130043" y="13453"/>
                  </a:lnTo>
                  <a:lnTo>
                    <a:pt x="129703" y="13324"/>
                  </a:lnTo>
                  <a:lnTo>
                    <a:pt x="129357" y="13194"/>
                  </a:lnTo>
                  <a:lnTo>
                    <a:pt x="129011" y="13065"/>
                  </a:lnTo>
                  <a:lnTo>
                    <a:pt x="128675" y="12935"/>
                  </a:lnTo>
                  <a:lnTo>
                    <a:pt x="128358" y="12806"/>
                  </a:lnTo>
                  <a:lnTo>
                    <a:pt x="128072" y="12677"/>
                  </a:lnTo>
                  <a:lnTo>
                    <a:pt x="127824" y="12547"/>
                  </a:lnTo>
                  <a:lnTo>
                    <a:pt x="127621" y="12418"/>
                  </a:lnTo>
                  <a:lnTo>
                    <a:pt x="127468" y="12289"/>
                  </a:lnTo>
                  <a:lnTo>
                    <a:pt x="127371" y="12159"/>
                  </a:lnTo>
                  <a:lnTo>
                    <a:pt x="127333" y="12030"/>
                  </a:lnTo>
                  <a:lnTo>
                    <a:pt x="127354" y="11901"/>
                  </a:lnTo>
                  <a:lnTo>
                    <a:pt x="127439" y="11771"/>
                  </a:lnTo>
                  <a:lnTo>
                    <a:pt x="127587" y="11642"/>
                  </a:lnTo>
                  <a:lnTo>
                    <a:pt x="127785" y="11512"/>
                  </a:lnTo>
                  <a:lnTo>
                    <a:pt x="128028" y="11383"/>
                  </a:lnTo>
                  <a:lnTo>
                    <a:pt x="128309" y="11254"/>
                  </a:lnTo>
                  <a:lnTo>
                    <a:pt x="128620" y="11124"/>
                  </a:lnTo>
                  <a:lnTo>
                    <a:pt x="128953" y="10995"/>
                  </a:lnTo>
                  <a:lnTo>
                    <a:pt x="129300" y="10866"/>
                  </a:lnTo>
                  <a:lnTo>
                    <a:pt x="129651" y="10736"/>
                  </a:lnTo>
                  <a:lnTo>
                    <a:pt x="129998" y="10607"/>
                  </a:lnTo>
                  <a:lnTo>
                    <a:pt x="130333" y="10478"/>
                  </a:lnTo>
                  <a:lnTo>
                    <a:pt x="130652" y="10348"/>
                  </a:lnTo>
                  <a:lnTo>
                    <a:pt x="130950" y="10219"/>
                  </a:lnTo>
                  <a:lnTo>
                    <a:pt x="131224" y="10090"/>
                  </a:lnTo>
                  <a:lnTo>
                    <a:pt x="131473" y="9960"/>
                  </a:lnTo>
                  <a:lnTo>
                    <a:pt x="131695" y="9831"/>
                  </a:lnTo>
                  <a:lnTo>
                    <a:pt x="131887" y="9701"/>
                  </a:lnTo>
                  <a:lnTo>
                    <a:pt x="132052" y="9572"/>
                  </a:lnTo>
                  <a:lnTo>
                    <a:pt x="132193" y="9443"/>
                  </a:lnTo>
                  <a:lnTo>
                    <a:pt x="132312" y="9313"/>
                  </a:lnTo>
                  <a:lnTo>
                    <a:pt x="132411" y="9184"/>
                  </a:lnTo>
                  <a:lnTo>
                    <a:pt x="132492" y="9055"/>
                  </a:lnTo>
                  <a:lnTo>
                    <a:pt x="132558" y="8925"/>
                  </a:lnTo>
                  <a:lnTo>
                    <a:pt x="132610" y="8796"/>
                  </a:lnTo>
                  <a:lnTo>
                    <a:pt x="132650" y="8667"/>
                  </a:lnTo>
                  <a:lnTo>
                    <a:pt x="132681" y="8537"/>
                  </a:lnTo>
                  <a:lnTo>
                    <a:pt x="132705" y="8408"/>
                  </a:lnTo>
                  <a:lnTo>
                    <a:pt x="132723" y="8279"/>
                  </a:lnTo>
                  <a:lnTo>
                    <a:pt x="132737" y="8149"/>
                  </a:lnTo>
                  <a:lnTo>
                    <a:pt x="132747" y="8020"/>
                  </a:lnTo>
                  <a:lnTo>
                    <a:pt x="132755" y="7890"/>
                  </a:lnTo>
                  <a:lnTo>
                    <a:pt x="132760" y="7761"/>
                  </a:lnTo>
                  <a:lnTo>
                    <a:pt x="132764" y="7632"/>
                  </a:lnTo>
                  <a:lnTo>
                    <a:pt x="132766" y="7502"/>
                  </a:lnTo>
                  <a:lnTo>
                    <a:pt x="132768" y="7373"/>
                  </a:lnTo>
                  <a:lnTo>
                    <a:pt x="132769" y="7244"/>
                  </a:lnTo>
                  <a:lnTo>
                    <a:pt x="132770" y="7114"/>
                  </a:lnTo>
                  <a:lnTo>
                    <a:pt x="132771" y="6985"/>
                  </a:lnTo>
                  <a:lnTo>
                    <a:pt x="132771" y="6856"/>
                  </a:lnTo>
                  <a:lnTo>
                    <a:pt x="132771" y="6726"/>
                  </a:lnTo>
                  <a:lnTo>
                    <a:pt x="132772" y="6597"/>
                  </a:lnTo>
                  <a:lnTo>
                    <a:pt x="132772" y="6467"/>
                  </a:lnTo>
                  <a:lnTo>
                    <a:pt x="132772" y="6338"/>
                  </a:lnTo>
                  <a:lnTo>
                    <a:pt x="132772" y="6209"/>
                  </a:lnTo>
                  <a:lnTo>
                    <a:pt x="132772" y="6079"/>
                  </a:lnTo>
                  <a:lnTo>
                    <a:pt x="132772" y="5950"/>
                  </a:lnTo>
                  <a:lnTo>
                    <a:pt x="132772" y="5821"/>
                  </a:lnTo>
                  <a:lnTo>
                    <a:pt x="132772" y="5691"/>
                  </a:lnTo>
                  <a:lnTo>
                    <a:pt x="132772" y="5562"/>
                  </a:lnTo>
                  <a:lnTo>
                    <a:pt x="132772" y="5433"/>
                  </a:lnTo>
                  <a:lnTo>
                    <a:pt x="132772" y="5303"/>
                  </a:lnTo>
                  <a:lnTo>
                    <a:pt x="132771" y="5174"/>
                  </a:lnTo>
                  <a:lnTo>
                    <a:pt x="132771" y="5045"/>
                  </a:lnTo>
                  <a:lnTo>
                    <a:pt x="132771" y="4915"/>
                  </a:lnTo>
                  <a:lnTo>
                    <a:pt x="132770" y="4786"/>
                  </a:lnTo>
                  <a:lnTo>
                    <a:pt x="132769" y="4656"/>
                  </a:lnTo>
                  <a:lnTo>
                    <a:pt x="132768" y="4527"/>
                  </a:lnTo>
                  <a:lnTo>
                    <a:pt x="132766" y="4398"/>
                  </a:lnTo>
                  <a:lnTo>
                    <a:pt x="132763" y="4268"/>
                  </a:lnTo>
                  <a:lnTo>
                    <a:pt x="132759" y="4139"/>
                  </a:lnTo>
                  <a:lnTo>
                    <a:pt x="132753" y="4010"/>
                  </a:lnTo>
                  <a:lnTo>
                    <a:pt x="132745" y="3880"/>
                  </a:lnTo>
                  <a:lnTo>
                    <a:pt x="132735" y="3751"/>
                  </a:lnTo>
                  <a:lnTo>
                    <a:pt x="132721" y="3622"/>
                  </a:lnTo>
                  <a:lnTo>
                    <a:pt x="132701" y="3492"/>
                  </a:lnTo>
                  <a:lnTo>
                    <a:pt x="132677" y="3363"/>
                  </a:lnTo>
                  <a:lnTo>
                    <a:pt x="132645" y="3233"/>
                  </a:lnTo>
                  <a:lnTo>
                    <a:pt x="132604" y="3104"/>
                  </a:lnTo>
                  <a:lnTo>
                    <a:pt x="132553" y="2975"/>
                  </a:lnTo>
                  <a:lnTo>
                    <a:pt x="132491" y="2845"/>
                  </a:lnTo>
                  <a:lnTo>
                    <a:pt x="132414" y="2716"/>
                  </a:lnTo>
                  <a:lnTo>
                    <a:pt x="132319" y="2587"/>
                  </a:lnTo>
                  <a:lnTo>
                    <a:pt x="132207" y="2457"/>
                  </a:lnTo>
                  <a:lnTo>
                    <a:pt x="132075" y="2328"/>
                  </a:lnTo>
                  <a:lnTo>
                    <a:pt x="131922" y="2199"/>
                  </a:lnTo>
                  <a:lnTo>
                    <a:pt x="131748" y="2069"/>
                  </a:lnTo>
                  <a:lnTo>
                    <a:pt x="131553" y="1940"/>
                  </a:lnTo>
                  <a:lnTo>
                    <a:pt x="131337" y="1811"/>
                  </a:lnTo>
                  <a:lnTo>
                    <a:pt x="131100" y="1681"/>
                  </a:lnTo>
                  <a:lnTo>
                    <a:pt x="130845" y="1552"/>
                  </a:lnTo>
                  <a:lnTo>
                    <a:pt x="130577" y="1422"/>
                  </a:lnTo>
                  <a:lnTo>
                    <a:pt x="130300" y="1293"/>
                  </a:lnTo>
                  <a:lnTo>
                    <a:pt x="130020" y="1164"/>
                  </a:lnTo>
                  <a:lnTo>
                    <a:pt x="129742" y="1034"/>
                  </a:lnTo>
                  <a:lnTo>
                    <a:pt x="129474" y="905"/>
                  </a:lnTo>
                  <a:lnTo>
                    <a:pt x="129221" y="776"/>
                  </a:lnTo>
                  <a:lnTo>
                    <a:pt x="128992" y="646"/>
                  </a:lnTo>
                  <a:lnTo>
                    <a:pt x="128797" y="517"/>
                  </a:lnTo>
                  <a:lnTo>
                    <a:pt x="128638" y="388"/>
                  </a:lnTo>
                  <a:lnTo>
                    <a:pt x="128520" y="258"/>
                  </a:lnTo>
                  <a:lnTo>
                    <a:pt x="128448" y="129"/>
                  </a:lnTo>
                  <a:lnTo>
                    <a:pt x="128422" y="0"/>
                  </a:lnTo>
                  <a:lnTo>
                    <a:pt x="137122" y="0"/>
                  </a:lnTo>
                  <a:lnTo>
                    <a:pt x="137096" y="129"/>
                  </a:lnTo>
                  <a:lnTo>
                    <a:pt x="137023" y="258"/>
                  </a:lnTo>
                  <a:lnTo>
                    <a:pt x="136906" y="388"/>
                  </a:lnTo>
                  <a:lnTo>
                    <a:pt x="136747" y="517"/>
                  </a:lnTo>
                  <a:lnTo>
                    <a:pt x="136552" y="646"/>
                  </a:lnTo>
                  <a:lnTo>
                    <a:pt x="136323" y="776"/>
                  </a:lnTo>
                  <a:lnTo>
                    <a:pt x="136070" y="905"/>
                  </a:lnTo>
                  <a:lnTo>
                    <a:pt x="135801" y="1034"/>
                  </a:lnTo>
                  <a:lnTo>
                    <a:pt x="135524" y="1164"/>
                  </a:lnTo>
                  <a:lnTo>
                    <a:pt x="135244" y="1293"/>
                  </a:lnTo>
                  <a:lnTo>
                    <a:pt x="134967" y="1422"/>
                  </a:lnTo>
                  <a:lnTo>
                    <a:pt x="134699" y="1552"/>
                  </a:lnTo>
                  <a:lnTo>
                    <a:pt x="134444" y="1681"/>
                  </a:lnTo>
                  <a:lnTo>
                    <a:pt x="134207" y="1811"/>
                  </a:lnTo>
                  <a:lnTo>
                    <a:pt x="133991" y="1940"/>
                  </a:lnTo>
                  <a:lnTo>
                    <a:pt x="133796" y="2069"/>
                  </a:lnTo>
                  <a:lnTo>
                    <a:pt x="133622" y="2199"/>
                  </a:lnTo>
                  <a:lnTo>
                    <a:pt x="133469" y="2328"/>
                  </a:lnTo>
                  <a:lnTo>
                    <a:pt x="133337" y="2457"/>
                  </a:lnTo>
                  <a:lnTo>
                    <a:pt x="133224" y="2587"/>
                  </a:lnTo>
                  <a:lnTo>
                    <a:pt x="133130" y="2716"/>
                  </a:lnTo>
                  <a:lnTo>
                    <a:pt x="133053" y="2845"/>
                  </a:lnTo>
                  <a:lnTo>
                    <a:pt x="132990" y="2975"/>
                  </a:lnTo>
                  <a:lnTo>
                    <a:pt x="132940" y="3104"/>
                  </a:lnTo>
                  <a:lnTo>
                    <a:pt x="132899" y="3233"/>
                  </a:lnTo>
                  <a:lnTo>
                    <a:pt x="132867" y="3363"/>
                  </a:lnTo>
                  <a:lnTo>
                    <a:pt x="132842" y="3492"/>
                  </a:lnTo>
                  <a:lnTo>
                    <a:pt x="132823" y="3622"/>
                  </a:lnTo>
                  <a:lnTo>
                    <a:pt x="132809" y="3751"/>
                  </a:lnTo>
                  <a:lnTo>
                    <a:pt x="132799" y="3880"/>
                  </a:lnTo>
                  <a:lnTo>
                    <a:pt x="132791" y="4010"/>
                  </a:lnTo>
                  <a:lnTo>
                    <a:pt x="132785" y="4139"/>
                  </a:lnTo>
                  <a:lnTo>
                    <a:pt x="132781" y="4268"/>
                  </a:lnTo>
                  <a:lnTo>
                    <a:pt x="132778" y="4398"/>
                  </a:lnTo>
                  <a:lnTo>
                    <a:pt x="132776" y="4527"/>
                  </a:lnTo>
                  <a:lnTo>
                    <a:pt x="132775" y="4656"/>
                  </a:lnTo>
                  <a:lnTo>
                    <a:pt x="132774" y="4786"/>
                  </a:lnTo>
                  <a:lnTo>
                    <a:pt x="132773" y="4915"/>
                  </a:lnTo>
                  <a:lnTo>
                    <a:pt x="132773" y="5045"/>
                  </a:lnTo>
                  <a:lnTo>
                    <a:pt x="132772" y="5174"/>
                  </a:lnTo>
                  <a:lnTo>
                    <a:pt x="132772" y="5303"/>
                  </a:lnTo>
                  <a:lnTo>
                    <a:pt x="132772" y="5433"/>
                  </a:lnTo>
                  <a:lnTo>
                    <a:pt x="132772" y="5562"/>
                  </a:lnTo>
                  <a:lnTo>
                    <a:pt x="132772" y="5691"/>
                  </a:lnTo>
                  <a:lnTo>
                    <a:pt x="132772" y="5821"/>
                  </a:lnTo>
                  <a:lnTo>
                    <a:pt x="132772" y="5950"/>
                  </a:lnTo>
                  <a:lnTo>
                    <a:pt x="132772" y="6079"/>
                  </a:lnTo>
                  <a:lnTo>
                    <a:pt x="132772" y="6209"/>
                  </a:lnTo>
                  <a:lnTo>
                    <a:pt x="132772" y="6338"/>
                  </a:lnTo>
                  <a:lnTo>
                    <a:pt x="132772" y="6467"/>
                  </a:lnTo>
                  <a:lnTo>
                    <a:pt x="132772" y="6597"/>
                  </a:lnTo>
                  <a:lnTo>
                    <a:pt x="132772" y="6726"/>
                  </a:lnTo>
                  <a:lnTo>
                    <a:pt x="132773" y="6856"/>
                  </a:lnTo>
                  <a:lnTo>
                    <a:pt x="132773" y="6985"/>
                  </a:lnTo>
                  <a:lnTo>
                    <a:pt x="132774" y="7114"/>
                  </a:lnTo>
                  <a:lnTo>
                    <a:pt x="132774" y="7244"/>
                  </a:lnTo>
                  <a:lnTo>
                    <a:pt x="132776" y="7373"/>
                  </a:lnTo>
                  <a:lnTo>
                    <a:pt x="132777" y="7502"/>
                  </a:lnTo>
                  <a:lnTo>
                    <a:pt x="132780" y="7632"/>
                  </a:lnTo>
                  <a:lnTo>
                    <a:pt x="132784" y="7761"/>
                  </a:lnTo>
                  <a:lnTo>
                    <a:pt x="132789" y="7890"/>
                  </a:lnTo>
                  <a:lnTo>
                    <a:pt x="132796" y="8020"/>
                  </a:lnTo>
                  <a:lnTo>
                    <a:pt x="132807" y="8149"/>
                  </a:lnTo>
                  <a:lnTo>
                    <a:pt x="132820" y="8279"/>
                  </a:lnTo>
                  <a:lnTo>
                    <a:pt x="132839" y="8408"/>
                  </a:lnTo>
                  <a:lnTo>
                    <a:pt x="132863" y="8537"/>
                  </a:lnTo>
                  <a:lnTo>
                    <a:pt x="132894" y="8667"/>
                  </a:lnTo>
                  <a:lnTo>
                    <a:pt x="132933" y="8796"/>
                  </a:lnTo>
                  <a:lnTo>
                    <a:pt x="132986" y="8925"/>
                  </a:lnTo>
                  <a:lnTo>
                    <a:pt x="133052" y="9055"/>
                  </a:lnTo>
                  <a:lnTo>
                    <a:pt x="133133" y="9184"/>
                  </a:lnTo>
                  <a:lnTo>
                    <a:pt x="133232" y="9313"/>
                  </a:lnTo>
                  <a:lnTo>
                    <a:pt x="133351" y="9443"/>
                  </a:lnTo>
                  <a:lnTo>
                    <a:pt x="133492" y="9572"/>
                  </a:lnTo>
                  <a:lnTo>
                    <a:pt x="133657" y="9701"/>
                  </a:lnTo>
                  <a:lnTo>
                    <a:pt x="133849" y="9831"/>
                  </a:lnTo>
                  <a:lnTo>
                    <a:pt x="134071" y="9960"/>
                  </a:lnTo>
                  <a:lnTo>
                    <a:pt x="134320" y="10090"/>
                  </a:lnTo>
                  <a:lnTo>
                    <a:pt x="134594" y="10219"/>
                  </a:lnTo>
                  <a:lnTo>
                    <a:pt x="134892" y="10348"/>
                  </a:lnTo>
                  <a:lnTo>
                    <a:pt x="135211" y="10478"/>
                  </a:lnTo>
                  <a:lnTo>
                    <a:pt x="135546" y="10607"/>
                  </a:lnTo>
                  <a:lnTo>
                    <a:pt x="135893" y="10736"/>
                  </a:lnTo>
                  <a:lnTo>
                    <a:pt x="136244" y="10866"/>
                  </a:lnTo>
                  <a:lnTo>
                    <a:pt x="136590" y="10995"/>
                  </a:lnTo>
                  <a:lnTo>
                    <a:pt x="136923" y="11124"/>
                  </a:lnTo>
                  <a:lnTo>
                    <a:pt x="137235" y="11254"/>
                  </a:lnTo>
                  <a:lnTo>
                    <a:pt x="137516" y="11383"/>
                  </a:lnTo>
                  <a:lnTo>
                    <a:pt x="137759" y="11512"/>
                  </a:lnTo>
                  <a:lnTo>
                    <a:pt x="137957" y="11642"/>
                  </a:lnTo>
                  <a:lnTo>
                    <a:pt x="138104" y="11771"/>
                  </a:lnTo>
                  <a:lnTo>
                    <a:pt x="138190" y="11901"/>
                  </a:lnTo>
                  <a:lnTo>
                    <a:pt x="138211" y="12030"/>
                  </a:lnTo>
                  <a:lnTo>
                    <a:pt x="138173" y="12159"/>
                  </a:lnTo>
                  <a:lnTo>
                    <a:pt x="138076" y="12289"/>
                  </a:lnTo>
                  <a:lnTo>
                    <a:pt x="137923" y="12418"/>
                  </a:lnTo>
                  <a:lnTo>
                    <a:pt x="137720" y="12547"/>
                  </a:lnTo>
                  <a:lnTo>
                    <a:pt x="137472" y="12677"/>
                  </a:lnTo>
                  <a:lnTo>
                    <a:pt x="137186" y="12806"/>
                  </a:lnTo>
                  <a:lnTo>
                    <a:pt x="136869" y="12935"/>
                  </a:lnTo>
                  <a:lnTo>
                    <a:pt x="136532" y="13065"/>
                  </a:lnTo>
                  <a:lnTo>
                    <a:pt x="136187" y="13194"/>
                  </a:lnTo>
                  <a:lnTo>
                    <a:pt x="135841" y="13324"/>
                  </a:lnTo>
                  <a:lnTo>
                    <a:pt x="135501" y="13453"/>
                  </a:lnTo>
                  <a:lnTo>
                    <a:pt x="135175" y="13582"/>
                  </a:lnTo>
                  <a:lnTo>
                    <a:pt x="134869" y="13712"/>
                  </a:lnTo>
                  <a:lnTo>
                    <a:pt x="134587" y="13841"/>
                  </a:lnTo>
                  <a:lnTo>
                    <a:pt x="134341" y="13970"/>
                  </a:lnTo>
                  <a:lnTo>
                    <a:pt x="134130" y="14100"/>
                  </a:lnTo>
                  <a:lnTo>
                    <a:pt x="133957" y="14229"/>
                  </a:lnTo>
                  <a:lnTo>
                    <a:pt x="133824" y="14358"/>
                  </a:lnTo>
                  <a:lnTo>
                    <a:pt x="133733" y="14488"/>
                  </a:lnTo>
                  <a:lnTo>
                    <a:pt x="133689" y="14617"/>
                  </a:lnTo>
                  <a:lnTo>
                    <a:pt x="133694" y="14746"/>
                  </a:lnTo>
                  <a:lnTo>
                    <a:pt x="133753" y="14876"/>
                  </a:lnTo>
                  <a:lnTo>
                    <a:pt x="133879" y="15005"/>
                  </a:lnTo>
                  <a:lnTo>
                    <a:pt x="134069" y="15135"/>
                  </a:lnTo>
                  <a:lnTo>
                    <a:pt x="134328" y="15264"/>
                  </a:lnTo>
                  <a:lnTo>
                    <a:pt x="134662" y="15393"/>
                  </a:lnTo>
                  <a:lnTo>
                    <a:pt x="135078" y="15523"/>
                  </a:lnTo>
                  <a:lnTo>
                    <a:pt x="135579" y="15652"/>
                  </a:lnTo>
                  <a:lnTo>
                    <a:pt x="136171" y="15781"/>
                  </a:lnTo>
                  <a:lnTo>
                    <a:pt x="136862" y="15911"/>
                  </a:lnTo>
                  <a:lnTo>
                    <a:pt x="137658" y="16040"/>
                  </a:lnTo>
                  <a:lnTo>
                    <a:pt x="138547" y="16169"/>
                  </a:lnTo>
                  <a:lnTo>
                    <a:pt x="139521" y="16299"/>
                  </a:lnTo>
                  <a:lnTo>
                    <a:pt x="140572" y="16428"/>
                  </a:lnTo>
                  <a:lnTo>
                    <a:pt x="141687" y="16558"/>
                  </a:lnTo>
                  <a:lnTo>
                    <a:pt x="142848" y="16687"/>
                  </a:lnTo>
                  <a:lnTo>
                    <a:pt x="144037" y="16816"/>
                  </a:lnTo>
                  <a:lnTo>
                    <a:pt x="145227" y="16946"/>
                  </a:lnTo>
                  <a:lnTo>
                    <a:pt x="146384" y="17075"/>
                  </a:lnTo>
                  <a:lnTo>
                    <a:pt x="147480" y="17204"/>
                  </a:lnTo>
                  <a:lnTo>
                    <a:pt x="148485" y="17334"/>
                  </a:lnTo>
                  <a:lnTo>
                    <a:pt x="149372" y="17463"/>
                  </a:lnTo>
                  <a:lnTo>
                    <a:pt x="150117" y="17592"/>
                  </a:lnTo>
                  <a:lnTo>
                    <a:pt x="150696" y="17722"/>
                  </a:lnTo>
                  <a:lnTo>
                    <a:pt x="151092" y="17851"/>
                  </a:lnTo>
                  <a:lnTo>
                    <a:pt x="151267" y="17980"/>
                  </a:lnTo>
                  <a:lnTo>
                    <a:pt x="151226" y="18110"/>
                  </a:lnTo>
                  <a:lnTo>
                    <a:pt x="150983" y="18239"/>
                  </a:lnTo>
                  <a:lnTo>
                    <a:pt x="150545" y="18369"/>
                  </a:lnTo>
                  <a:lnTo>
                    <a:pt x="149928" y="18498"/>
                  </a:lnTo>
                  <a:lnTo>
                    <a:pt x="149149" y="18627"/>
                  </a:lnTo>
                  <a:lnTo>
                    <a:pt x="148231" y="18757"/>
                  </a:lnTo>
                  <a:lnTo>
                    <a:pt x="147200" y="18886"/>
                  </a:lnTo>
                  <a:lnTo>
                    <a:pt x="146078" y="19015"/>
                  </a:lnTo>
                  <a:lnTo>
                    <a:pt x="144909" y="19145"/>
                  </a:lnTo>
                  <a:lnTo>
                    <a:pt x="143724" y="19274"/>
                  </a:lnTo>
                  <a:lnTo>
                    <a:pt x="142548" y="19403"/>
                  </a:lnTo>
                  <a:lnTo>
                    <a:pt x="141406" y="19533"/>
                  </a:lnTo>
                  <a:lnTo>
                    <a:pt x="140318" y="19662"/>
                  </a:lnTo>
                  <a:lnTo>
                    <a:pt x="139301" y="19791"/>
                  </a:lnTo>
                  <a:lnTo>
                    <a:pt x="138372" y="19921"/>
                  </a:lnTo>
                  <a:lnTo>
                    <a:pt x="137557" y="20050"/>
                  </a:lnTo>
                  <a:lnTo>
                    <a:pt x="136851" y="20180"/>
                  </a:lnTo>
                  <a:lnTo>
                    <a:pt x="136258" y="20309"/>
                  </a:lnTo>
                  <a:lnTo>
                    <a:pt x="135781" y="20438"/>
                  </a:lnTo>
                  <a:lnTo>
                    <a:pt x="135423" y="20568"/>
                  </a:lnTo>
                  <a:lnTo>
                    <a:pt x="135187" y="20697"/>
                  </a:lnTo>
                  <a:lnTo>
                    <a:pt x="135075" y="20826"/>
                  </a:lnTo>
                  <a:lnTo>
                    <a:pt x="135097" y="20956"/>
                  </a:lnTo>
                  <a:lnTo>
                    <a:pt x="135269" y="21085"/>
                  </a:lnTo>
                  <a:lnTo>
                    <a:pt x="135582" y="21214"/>
                  </a:lnTo>
                  <a:lnTo>
                    <a:pt x="136041" y="21344"/>
                  </a:lnTo>
                  <a:lnTo>
                    <a:pt x="136654" y="21473"/>
                  </a:lnTo>
                  <a:lnTo>
                    <a:pt x="137427" y="21603"/>
                  </a:lnTo>
                  <a:lnTo>
                    <a:pt x="138367" y="21732"/>
                  </a:lnTo>
                  <a:lnTo>
                    <a:pt x="139478" y="21861"/>
                  </a:lnTo>
                  <a:lnTo>
                    <a:pt x="140775" y="21991"/>
                  </a:lnTo>
                  <a:lnTo>
                    <a:pt x="142259" y="22120"/>
                  </a:lnTo>
                  <a:lnTo>
                    <a:pt x="143903" y="22249"/>
                  </a:lnTo>
                  <a:lnTo>
                    <a:pt x="145693" y="22379"/>
                  </a:lnTo>
                  <a:lnTo>
                    <a:pt x="147608" y="22508"/>
                  </a:lnTo>
                  <a:lnTo>
                    <a:pt x="149620" y="22637"/>
                  </a:lnTo>
                  <a:lnTo>
                    <a:pt x="151698" y="22767"/>
                  </a:lnTo>
                  <a:lnTo>
                    <a:pt x="153801" y="22896"/>
                  </a:lnTo>
                  <a:lnTo>
                    <a:pt x="155877" y="23025"/>
                  </a:lnTo>
                  <a:lnTo>
                    <a:pt x="157865" y="23155"/>
                  </a:lnTo>
                  <a:lnTo>
                    <a:pt x="159716" y="23284"/>
                  </a:lnTo>
                  <a:lnTo>
                    <a:pt x="161380" y="23414"/>
                  </a:lnTo>
                  <a:lnTo>
                    <a:pt x="162811" y="23543"/>
                  </a:lnTo>
                  <a:lnTo>
                    <a:pt x="163967" y="23672"/>
                  </a:lnTo>
                  <a:lnTo>
                    <a:pt x="164812" y="23802"/>
                  </a:lnTo>
                  <a:lnTo>
                    <a:pt x="165320" y="23931"/>
                  </a:lnTo>
                  <a:lnTo>
                    <a:pt x="165421" y="24060"/>
                  </a:lnTo>
                  <a:lnTo>
                    <a:pt x="165150" y="24190"/>
                  </a:lnTo>
                  <a:lnTo>
                    <a:pt x="164528" y="24319"/>
                  </a:lnTo>
                  <a:lnTo>
                    <a:pt x="163577" y="24448"/>
                  </a:lnTo>
                  <a:lnTo>
                    <a:pt x="162326" y="24578"/>
                  </a:lnTo>
                  <a:lnTo>
                    <a:pt x="160811" y="24707"/>
                  </a:lnTo>
                  <a:lnTo>
                    <a:pt x="159077" y="24837"/>
                  </a:lnTo>
                  <a:lnTo>
                    <a:pt x="157171" y="24966"/>
                  </a:lnTo>
                  <a:lnTo>
                    <a:pt x="155134" y="25095"/>
                  </a:lnTo>
                  <a:lnTo>
                    <a:pt x="153047" y="25225"/>
                  </a:lnTo>
                  <a:lnTo>
                    <a:pt x="150956" y="25354"/>
                  </a:lnTo>
                  <a:lnTo>
                    <a:pt x="148906" y="25483"/>
                  </a:lnTo>
                  <a:lnTo>
                    <a:pt x="146933" y="25613"/>
                  </a:lnTo>
                  <a:lnTo>
                    <a:pt x="145072" y="25742"/>
                  </a:lnTo>
                  <a:lnTo>
                    <a:pt x="143349" y="25871"/>
                  </a:lnTo>
                  <a:lnTo>
                    <a:pt x="141792" y="26001"/>
                  </a:lnTo>
                  <a:lnTo>
                    <a:pt x="140437" y="26130"/>
                  </a:lnTo>
                  <a:lnTo>
                    <a:pt x="139270" y="26259"/>
                  </a:lnTo>
                  <a:lnTo>
                    <a:pt x="138296" y="26389"/>
                  </a:lnTo>
                  <a:lnTo>
                    <a:pt x="137518" y="26518"/>
                  </a:lnTo>
                  <a:lnTo>
                    <a:pt x="136936" y="26648"/>
                  </a:lnTo>
                  <a:lnTo>
                    <a:pt x="136553" y="26777"/>
                  </a:lnTo>
                  <a:lnTo>
                    <a:pt x="136368" y="26906"/>
                  </a:lnTo>
                  <a:lnTo>
                    <a:pt x="136398" y="27036"/>
                  </a:lnTo>
                  <a:lnTo>
                    <a:pt x="136657" y="27165"/>
                  </a:lnTo>
                  <a:lnTo>
                    <a:pt x="137129" y="27294"/>
                  </a:lnTo>
                  <a:lnTo>
                    <a:pt x="137820" y="27424"/>
                  </a:lnTo>
                  <a:lnTo>
                    <a:pt x="138738" y="27553"/>
                  </a:lnTo>
                  <a:lnTo>
                    <a:pt x="139890" y="27682"/>
                  </a:lnTo>
                  <a:lnTo>
                    <a:pt x="141281" y="27812"/>
                  </a:lnTo>
                  <a:lnTo>
                    <a:pt x="142914" y="27941"/>
                  </a:lnTo>
                  <a:lnTo>
                    <a:pt x="144810" y="28070"/>
                  </a:lnTo>
                  <a:lnTo>
                    <a:pt x="146954" y="28200"/>
                  </a:lnTo>
                  <a:lnTo>
                    <a:pt x="149309" y="28329"/>
                  </a:lnTo>
                  <a:lnTo>
                    <a:pt x="151851" y="28459"/>
                  </a:lnTo>
                  <a:lnTo>
                    <a:pt x="154544" y="28588"/>
                  </a:lnTo>
                  <a:lnTo>
                    <a:pt x="157347" y="28717"/>
                  </a:lnTo>
                  <a:lnTo>
                    <a:pt x="160210" y="28847"/>
                  </a:lnTo>
                  <a:lnTo>
                    <a:pt x="163075" y="28976"/>
                  </a:lnTo>
                  <a:lnTo>
                    <a:pt x="165859" y="29105"/>
                  </a:lnTo>
                  <a:lnTo>
                    <a:pt x="168482" y="29235"/>
                  </a:lnTo>
                  <a:lnTo>
                    <a:pt x="170879" y="29364"/>
                  </a:lnTo>
                  <a:lnTo>
                    <a:pt x="172985" y="29493"/>
                  </a:lnTo>
                  <a:lnTo>
                    <a:pt x="174737" y="29623"/>
                  </a:lnTo>
                  <a:lnTo>
                    <a:pt x="176086" y="29752"/>
                  </a:lnTo>
                  <a:lnTo>
                    <a:pt x="176988" y="29882"/>
                  </a:lnTo>
                  <a:lnTo>
                    <a:pt x="177413" y="30011"/>
                  </a:lnTo>
                  <a:lnTo>
                    <a:pt x="177266" y="30140"/>
                  </a:lnTo>
                  <a:lnTo>
                    <a:pt x="176625" y="30270"/>
                  </a:lnTo>
                  <a:lnTo>
                    <a:pt x="175521" y="30399"/>
                  </a:lnTo>
                  <a:lnTo>
                    <a:pt x="173987" y="30528"/>
                  </a:lnTo>
                  <a:lnTo>
                    <a:pt x="172071" y="30658"/>
                  </a:lnTo>
                  <a:lnTo>
                    <a:pt x="169829" y="30787"/>
                  </a:lnTo>
                  <a:lnTo>
                    <a:pt x="167324" y="30916"/>
                  </a:lnTo>
                  <a:lnTo>
                    <a:pt x="164621" y="31046"/>
                  </a:lnTo>
                  <a:lnTo>
                    <a:pt x="161793" y="31175"/>
                  </a:lnTo>
                  <a:lnTo>
                    <a:pt x="158935" y="31304"/>
                  </a:lnTo>
                  <a:lnTo>
                    <a:pt x="156111" y="31434"/>
                  </a:lnTo>
                  <a:lnTo>
                    <a:pt x="153377" y="31563"/>
                  </a:lnTo>
                  <a:lnTo>
                    <a:pt x="150782" y="31693"/>
                  </a:lnTo>
                  <a:lnTo>
                    <a:pt x="148370" y="31822"/>
                  </a:lnTo>
                  <a:lnTo>
                    <a:pt x="146175" y="31951"/>
                  </a:lnTo>
                  <a:lnTo>
                    <a:pt x="144240" y="32081"/>
                  </a:lnTo>
                  <a:lnTo>
                    <a:pt x="142610" y="32210"/>
                  </a:lnTo>
                  <a:lnTo>
                    <a:pt x="141268" y="32339"/>
                  </a:lnTo>
                  <a:lnTo>
                    <a:pt x="140229" y="32469"/>
                  </a:lnTo>
                  <a:lnTo>
                    <a:pt x="139503" y="32598"/>
                  </a:lnTo>
                  <a:lnTo>
                    <a:pt x="139102" y="32727"/>
                  </a:lnTo>
                  <a:lnTo>
                    <a:pt x="139041" y="32857"/>
                  </a:lnTo>
                  <a:lnTo>
                    <a:pt x="139334" y="32986"/>
                  </a:lnTo>
                  <a:lnTo>
                    <a:pt x="140035" y="33116"/>
                  </a:lnTo>
                  <a:lnTo>
                    <a:pt x="141174" y="33245"/>
                  </a:lnTo>
                  <a:lnTo>
                    <a:pt x="142746" y="33374"/>
                  </a:lnTo>
                  <a:lnTo>
                    <a:pt x="144775" y="33504"/>
                  </a:lnTo>
                  <a:lnTo>
                    <a:pt x="147288" y="33633"/>
                  </a:lnTo>
                  <a:lnTo>
                    <a:pt x="150305" y="33762"/>
                  </a:lnTo>
                  <a:lnTo>
                    <a:pt x="153842" y="33892"/>
                  </a:lnTo>
                  <a:lnTo>
                    <a:pt x="157907" y="34021"/>
                  </a:lnTo>
                  <a:lnTo>
                    <a:pt x="162555" y="34150"/>
                  </a:lnTo>
                  <a:lnTo>
                    <a:pt x="167719" y="34280"/>
                  </a:lnTo>
                  <a:lnTo>
                    <a:pt x="173326" y="34409"/>
                  </a:lnTo>
                  <a:lnTo>
                    <a:pt x="179307" y="34538"/>
                  </a:lnTo>
                  <a:lnTo>
                    <a:pt x="185576" y="34668"/>
                  </a:lnTo>
                  <a:lnTo>
                    <a:pt x="192028" y="34797"/>
                  </a:lnTo>
                  <a:lnTo>
                    <a:pt x="198541" y="34927"/>
                  </a:lnTo>
                  <a:lnTo>
                    <a:pt x="204978" y="35056"/>
                  </a:lnTo>
                  <a:lnTo>
                    <a:pt x="211122" y="35185"/>
                  </a:lnTo>
                  <a:lnTo>
                    <a:pt x="216813" y="35315"/>
                  </a:lnTo>
                  <a:lnTo>
                    <a:pt x="221905" y="35444"/>
                  </a:lnTo>
                  <a:lnTo>
                    <a:pt x="226254" y="35573"/>
                  </a:lnTo>
                  <a:lnTo>
                    <a:pt x="229735" y="35703"/>
                  </a:lnTo>
                  <a:lnTo>
                    <a:pt x="232243" y="35832"/>
                  </a:lnTo>
                  <a:lnTo>
                    <a:pt x="233695" y="35961"/>
                  </a:lnTo>
                  <a:lnTo>
                    <a:pt x="234031" y="36091"/>
                  </a:lnTo>
                  <a:lnTo>
                    <a:pt x="233067" y="36220"/>
                  </a:lnTo>
                  <a:lnTo>
                    <a:pt x="231022" y="36349"/>
                  </a:lnTo>
                  <a:lnTo>
                    <a:pt x="227963" y="36479"/>
                  </a:lnTo>
                  <a:lnTo>
                    <a:pt x="223988" y="36608"/>
                  </a:lnTo>
                  <a:lnTo>
                    <a:pt x="219215" y="36738"/>
                  </a:lnTo>
                  <a:lnTo>
                    <a:pt x="213780" y="36867"/>
                  </a:lnTo>
                  <a:lnTo>
                    <a:pt x="207833" y="36996"/>
                  </a:lnTo>
                  <a:lnTo>
                    <a:pt x="201523" y="37126"/>
                  </a:lnTo>
                  <a:lnTo>
                    <a:pt x="195032" y="37255"/>
                  </a:lnTo>
                  <a:lnTo>
                    <a:pt x="188551" y="37384"/>
                  </a:lnTo>
                  <a:lnTo>
                    <a:pt x="182211" y="37514"/>
                  </a:lnTo>
                  <a:lnTo>
                    <a:pt x="176127" y="37643"/>
                  </a:lnTo>
                  <a:lnTo>
                    <a:pt x="170400" y="37772"/>
                  </a:lnTo>
                  <a:lnTo>
                    <a:pt x="165109" y="37902"/>
                  </a:lnTo>
                  <a:lnTo>
                    <a:pt x="160317" y="38031"/>
                  </a:lnTo>
                  <a:lnTo>
                    <a:pt x="156114" y="38161"/>
                  </a:lnTo>
                  <a:lnTo>
                    <a:pt x="152547" y="38290"/>
                  </a:lnTo>
                  <a:lnTo>
                    <a:pt x="149576" y="38419"/>
                  </a:lnTo>
                  <a:lnTo>
                    <a:pt x="147207" y="38549"/>
                  </a:lnTo>
                  <a:lnTo>
                    <a:pt x="145442" y="38678"/>
                  </a:lnTo>
                  <a:lnTo>
                    <a:pt x="144282" y="38807"/>
                  </a:lnTo>
                  <a:lnTo>
                    <a:pt x="143731" y="38937"/>
                  </a:lnTo>
                  <a:lnTo>
                    <a:pt x="143792" y="39066"/>
                  </a:lnTo>
                  <a:lnTo>
                    <a:pt x="144546" y="39195"/>
                  </a:lnTo>
                  <a:lnTo>
                    <a:pt x="145984" y="39325"/>
                  </a:lnTo>
                  <a:lnTo>
                    <a:pt x="148086" y="39454"/>
                  </a:lnTo>
                  <a:lnTo>
                    <a:pt x="150873" y="39583"/>
                  </a:lnTo>
                  <a:lnTo>
                    <a:pt x="154362" y="39713"/>
                  </a:lnTo>
                  <a:lnTo>
                    <a:pt x="158568" y="39842"/>
                  </a:lnTo>
                  <a:lnTo>
                    <a:pt x="163495" y="39972"/>
                  </a:lnTo>
                  <a:lnTo>
                    <a:pt x="169140" y="40101"/>
                  </a:lnTo>
                  <a:lnTo>
                    <a:pt x="175567" y="40230"/>
                  </a:lnTo>
                  <a:lnTo>
                    <a:pt x="182640" y="40360"/>
                  </a:lnTo>
                  <a:lnTo>
                    <a:pt x="190257" y="40489"/>
                  </a:lnTo>
                  <a:lnTo>
                    <a:pt x="198312" y="40618"/>
                  </a:lnTo>
                  <a:lnTo>
                    <a:pt x="206675" y="40748"/>
                  </a:lnTo>
                  <a:lnTo>
                    <a:pt x="215193" y="40877"/>
                  </a:lnTo>
                  <a:lnTo>
                    <a:pt x="223691" y="41006"/>
                  </a:lnTo>
                  <a:lnTo>
                    <a:pt x="231981" y="41136"/>
                  </a:lnTo>
                  <a:lnTo>
                    <a:pt x="239738" y="41265"/>
                  </a:lnTo>
                  <a:lnTo>
                    <a:pt x="246794" y="41395"/>
                  </a:lnTo>
                  <a:lnTo>
                    <a:pt x="252955" y="41524"/>
                  </a:lnTo>
                  <a:lnTo>
                    <a:pt x="258045" y="41653"/>
                  </a:lnTo>
                  <a:lnTo>
                    <a:pt x="261913" y="41783"/>
                  </a:lnTo>
                  <a:lnTo>
                    <a:pt x="264441" y="41912"/>
                  </a:lnTo>
                  <a:lnTo>
                    <a:pt x="265470" y="42065"/>
                  </a:lnTo>
                  <a:lnTo>
                    <a:pt x="265133" y="42171"/>
                  </a:lnTo>
                  <a:lnTo>
                    <a:pt x="263069" y="42300"/>
                  </a:lnTo>
                  <a:lnTo>
                    <a:pt x="259630" y="42429"/>
                  </a:lnTo>
                  <a:lnTo>
                    <a:pt x="254929" y="42559"/>
                  </a:lnTo>
                  <a:lnTo>
                    <a:pt x="249109" y="42688"/>
                  </a:lnTo>
                  <a:lnTo>
                    <a:pt x="242342" y="42817"/>
                  </a:lnTo>
                  <a:lnTo>
                    <a:pt x="234815" y="42947"/>
                  </a:lnTo>
                  <a:lnTo>
                    <a:pt x="226730" y="43076"/>
                  </a:lnTo>
                  <a:lnTo>
                    <a:pt x="218285" y="43206"/>
                  </a:lnTo>
                  <a:lnTo>
                    <a:pt x="209730" y="43335"/>
                  </a:lnTo>
                  <a:lnTo>
                    <a:pt x="201281" y="43464"/>
                  </a:lnTo>
                  <a:lnTo>
                    <a:pt x="193093" y="43594"/>
                  </a:lnTo>
                  <a:lnTo>
                    <a:pt x="185301" y="43723"/>
                  </a:lnTo>
                  <a:lnTo>
                    <a:pt x="178013" y="43852"/>
                  </a:lnTo>
                  <a:lnTo>
                    <a:pt x="171315" y="43982"/>
                  </a:lnTo>
                  <a:lnTo>
                    <a:pt x="165265" y="44111"/>
                  </a:lnTo>
                  <a:lnTo>
                    <a:pt x="159967" y="44240"/>
                  </a:lnTo>
                  <a:lnTo>
                    <a:pt x="155418" y="44370"/>
                  </a:lnTo>
                  <a:lnTo>
                    <a:pt x="151555" y="44499"/>
                  </a:lnTo>
                  <a:lnTo>
                    <a:pt x="148357" y="44629"/>
                  </a:lnTo>
                  <a:lnTo>
                    <a:pt x="145797" y="44758"/>
                  </a:lnTo>
                  <a:lnTo>
                    <a:pt x="143842" y="44887"/>
                  </a:lnTo>
                  <a:lnTo>
                    <a:pt x="142461" y="45017"/>
                  </a:lnTo>
                  <a:lnTo>
                    <a:pt x="141623" y="45146"/>
                  </a:lnTo>
                  <a:lnTo>
                    <a:pt x="141361" y="45275"/>
                  </a:lnTo>
                  <a:lnTo>
                    <a:pt x="141602" y="45405"/>
                  </a:lnTo>
                  <a:lnTo>
                    <a:pt x="142306" y="45534"/>
                  </a:lnTo>
                  <a:lnTo>
                    <a:pt x="143460" y="45663"/>
                  </a:lnTo>
                  <a:lnTo>
                    <a:pt x="145048" y="45793"/>
                  </a:lnTo>
                  <a:lnTo>
                    <a:pt x="147056" y="45922"/>
                  </a:lnTo>
                  <a:lnTo>
                    <a:pt x="149470" y="46051"/>
                  </a:lnTo>
                  <a:lnTo>
                    <a:pt x="152268" y="46181"/>
                  </a:lnTo>
                  <a:lnTo>
                    <a:pt x="155475" y="46310"/>
                  </a:lnTo>
                  <a:lnTo>
                    <a:pt x="158990" y="46440"/>
                  </a:lnTo>
                  <a:lnTo>
                    <a:pt x="162758" y="46569"/>
                  </a:lnTo>
                  <a:lnTo>
                    <a:pt x="166715" y="46698"/>
                  </a:lnTo>
                  <a:lnTo>
                    <a:pt x="170790" y="46828"/>
                  </a:lnTo>
                  <a:lnTo>
                    <a:pt x="174900" y="46957"/>
                  </a:lnTo>
                  <a:lnTo>
                    <a:pt x="178954" y="47086"/>
                  </a:lnTo>
                  <a:lnTo>
                    <a:pt x="182849" y="47216"/>
                  </a:lnTo>
                  <a:lnTo>
                    <a:pt x="186426" y="47345"/>
                  </a:lnTo>
                  <a:lnTo>
                    <a:pt x="189611" y="47474"/>
                  </a:lnTo>
                  <a:lnTo>
                    <a:pt x="192314" y="47604"/>
                  </a:lnTo>
                  <a:lnTo>
                    <a:pt x="194456" y="47733"/>
                  </a:lnTo>
                  <a:lnTo>
                    <a:pt x="195974" y="47862"/>
                  </a:lnTo>
                  <a:lnTo>
                    <a:pt x="196818" y="47992"/>
                  </a:lnTo>
                  <a:lnTo>
                    <a:pt x="196960" y="48121"/>
                  </a:lnTo>
                  <a:lnTo>
                    <a:pt x="196354" y="48251"/>
                  </a:lnTo>
                  <a:lnTo>
                    <a:pt x="194981" y="48380"/>
                  </a:lnTo>
                  <a:lnTo>
                    <a:pt x="192970" y="48509"/>
                  </a:lnTo>
                  <a:lnTo>
                    <a:pt x="190385" y="48639"/>
                  </a:lnTo>
                  <a:lnTo>
                    <a:pt x="187305" y="48768"/>
                  </a:lnTo>
                  <a:lnTo>
                    <a:pt x="183817" y="48897"/>
                  </a:lnTo>
                  <a:lnTo>
                    <a:pt x="180016" y="49027"/>
                  </a:lnTo>
                  <a:lnTo>
                    <a:pt x="176000" y="49156"/>
                  </a:lnTo>
                  <a:lnTo>
                    <a:pt x="171869" y="49285"/>
                  </a:lnTo>
                  <a:lnTo>
                    <a:pt x="167743" y="49415"/>
                  </a:lnTo>
                  <a:lnTo>
                    <a:pt x="163712" y="49544"/>
                  </a:lnTo>
                  <a:lnTo>
                    <a:pt x="159844" y="49674"/>
                  </a:lnTo>
                  <a:lnTo>
                    <a:pt x="156197" y="49803"/>
                  </a:lnTo>
                  <a:lnTo>
                    <a:pt x="152816" y="49932"/>
                  </a:lnTo>
                  <a:lnTo>
                    <a:pt x="149733" y="50062"/>
                  </a:lnTo>
                  <a:lnTo>
                    <a:pt x="146969" y="50191"/>
                  </a:lnTo>
                  <a:lnTo>
                    <a:pt x="144574" y="50320"/>
                  </a:lnTo>
                  <a:lnTo>
                    <a:pt x="142522" y="50450"/>
                  </a:lnTo>
                  <a:lnTo>
                    <a:pt x="140785" y="50579"/>
                  </a:lnTo>
                  <a:lnTo>
                    <a:pt x="139348" y="50708"/>
                  </a:lnTo>
                  <a:lnTo>
                    <a:pt x="138193" y="50838"/>
                  </a:lnTo>
                  <a:lnTo>
                    <a:pt x="137299" y="50967"/>
                  </a:lnTo>
                  <a:lnTo>
                    <a:pt x="136649" y="51096"/>
                  </a:lnTo>
                  <a:lnTo>
                    <a:pt x="136222" y="51226"/>
                  </a:lnTo>
                  <a:lnTo>
                    <a:pt x="136030" y="51355"/>
                  </a:lnTo>
                  <a:lnTo>
                    <a:pt x="136028" y="51485"/>
                  </a:lnTo>
                  <a:lnTo>
                    <a:pt x="136199" y="51614"/>
                  </a:lnTo>
                  <a:lnTo>
                    <a:pt x="136532" y="51743"/>
                  </a:lnTo>
                  <a:lnTo>
                    <a:pt x="137019" y="51873"/>
                  </a:lnTo>
                  <a:lnTo>
                    <a:pt x="137649" y="52002"/>
                  </a:lnTo>
                  <a:lnTo>
                    <a:pt x="138413" y="52131"/>
                  </a:lnTo>
                  <a:lnTo>
                    <a:pt x="139301" y="52261"/>
                  </a:lnTo>
                  <a:lnTo>
                    <a:pt x="140316" y="52390"/>
                  </a:lnTo>
                  <a:lnTo>
                    <a:pt x="141420" y="52519"/>
                  </a:lnTo>
                  <a:lnTo>
                    <a:pt x="142594" y="52649"/>
                  </a:lnTo>
                  <a:lnTo>
                    <a:pt x="143818" y="52778"/>
                  </a:lnTo>
                  <a:lnTo>
                    <a:pt x="145065" y="52908"/>
                  </a:lnTo>
                  <a:lnTo>
                    <a:pt x="146309" y="53037"/>
                  </a:lnTo>
                  <a:lnTo>
                    <a:pt x="147520" y="53166"/>
                  </a:lnTo>
                  <a:lnTo>
                    <a:pt x="148663" y="53296"/>
                  </a:lnTo>
                  <a:lnTo>
                    <a:pt x="149691" y="53425"/>
                  </a:lnTo>
                  <a:lnTo>
                    <a:pt x="150584" y="53554"/>
                  </a:lnTo>
                  <a:lnTo>
                    <a:pt x="151316" y="53684"/>
                  </a:lnTo>
                  <a:lnTo>
                    <a:pt x="151865" y="53813"/>
                  </a:lnTo>
                  <a:lnTo>
                    <a:pt x="152215" y="53942"/>
                  </a:lnTo>
                  <a:lnTo>
                    <a:pt x="152353" y="54072"/>
                  </a:lnTo>
                  <a:lnTo>
                    <a:pt x="152276" y="54201"/>
                  </a:lnTo>
                  <a:lnTo>
                    <a:pt x="151969" y="54330"/>
                  </a:lnTo>
                  <a:lnTo>
                    <a:pt x="151439" y="54460"/>
                  </a:lnTo>
                  <a:lnTo>
                    <a:pt x="150726" y="54589"/>
                  </a:lnTo>
                  <a:lnTo>
                    <a:pt x="149850" y="54719"/>
                  </a:lnTo>
                  <a:lnTo>
                    <a:pt x="148839" y="54848"/>
                  </a:lnTo>
                  <a:lnTo>
                    <a:pt x="147720" y="54977"/>
                  </a:lnTo>
                  <a:lnTo>
                    <a:pt x="146522" y="55107"/>
                  </a:lnTo>
                  <a:lnTo>
                    <a:pt x="145277" y="55236"/>
                  </a:lnTo>
                  <a:lnTo>
                    <a:pt x="144015" y="55365"/>
                  </a:lnTo>
                  <a:lnTo>
                    <a:pt x="142771" y="55495"/>
                  </a:lnTo>
                  <a:lnTo>
                    <a:pt x="141570" y="55624"/>
                  </a:lnTo>
                  <a:lnTo>
                    <a:pt x="140431" y="55753"/>
                  </a:lnTo>
                  <a:lnTo>
                    <a:pt x="139370" y="55883"/>
                  </a:lnTo>
                  <a:lnTo>
                    <a:pt x="138398" y="56012"/>
                  </a:lnTo>
                  <a:lnTo>
                    <a:pt x="137526" y="56141"/>
                  </a:lnTo>
                  <a:lnTo>
                    <a:pt x="136757" y="56271"/>
                  </a:lnTo>
                  <a:lnTo>
                    <a:pt x="136110" y="56400"/>
                  </a:lnTo>
                  <a:lnTo>
                    <a:pt x="135572" y="56530"/>
                  </a:lnTo>
                  <a:lnTo>
                    <a:pt x="135140" y="56659"/>
                  </a:lnTo>
                  <a:lnTo>
                    <a:pt x="134809" y="56788"/>
                  </a:lnTo>
                  <a:lnTo>
                    <a:pt x="134577" y="56918"/>
                  </a:lnTo>
                  <a:lnTo>
                    <a:pt x="134441" y="57047"/>
                  </a:lnTo>
                  <a:lnTo>
                    <a:pt x="134399" y="57176"/>
                  </a:lnTo>
                  <a:lnTo>
                    <a:pt x="134449" y="57306"/>
                  </a:lnTo>
                  <a:lnTo>
                    <a:pt x="134606" y="57435"/>
                  </a:lnTo>
                  <a:lnTo>
                    <a:pt x="134853" y="57564"/>
                  </a:lnTo>
                  <a:lnTo>
                    <a:pt x="135191" y="57694"/>
                  </a:lnTo>
                  <a:lnTo>
                    <a:pt x="135619" y="57823"/>
                  </a:lnTo>
                  <a:lnTo>
                    <a:pt x="136136" y="57953"/>
                  </a:lnTo>
                  <a:lnTo>
                    <a:pt x="136741" y="58082"/>
                  </a:lnTo>
                  <a:lnTo>
                    <a:pt x="137430" y="58211"/>
                  </a:lnTo>
                  <a:lnTo>
                    <a:pt x="138201" y="58341"/>
                  </a:lnTo>
                  <a:lnTo>
                    <a:pt x="139051" y="58470"/>
                  </a:lnTo>
                  <a:lnTo>
                    <a:pt x="139958" y="58599"/>
                  </a:lnTo>
                  <a:lnTo>
                    <a:pt x="140905" y="58729"/>
                  </a:lnTo>
                  <a:lnTo>
                    <a:pt x="141877" y="58858"/>
                  </a:lnTo>
                  <a:lnTo>
                    <a:pt x="142853" y="58987"/>
                  </a:lnTo>
                  <a:lnTo>
                    <a:pt x="143812" y="59117"/>
                  </a:lnTo>
                  <a:lnTo>
                    <a:pt x="144731" y="59246"/>
                  </a:lnTo>
                  <a:lnTo>
                    <a:pt x="145581" y="59375"/>
                  </a:lnTo>
                  <a:lnTo>
                    <a:pt x="146327" y="59505"/>
                  </a:lnTo>
                  <a:lnTo>
                    <a:pt x="146956" y="59634"/>
                  </a:lnTo>
                  <a:lnTo>
                    <a:pt x="147449" y="59764"/>
                  </a:lnTo>
                  <a:lnTo>
                    <a:pt x="147792" y="59893"/>
                  </a:lnTo>
                  <a:lnTo>
                    <a:pt x="147974" y="60022"/>
                  </a:lnTo>
                  <a:lnTo>
                    <a:pt x="147990" y="60152"/>
                  </a:lnTo>
                  <a:lnTo>
                    <a:pt x="147837" y="60281"/>
                  </a:lnTo>
                  <a:lnTo>
                    <a:pt x="147505" y="60410"/>
                  </a:lnTo>
                  <a:lnTo>
                    <a:pt x="147011" y="60540"/>
                  </a:lnTo>
                  <a:lnTo>
                    <a:pt x="146384" y="60669"/>
                  </a:lnTo>
                  <a:lnTo>
                    <a:pt x="145641" y="60798"/>
                  </a:lnTo>
                  <a:lnTo>
                    <a:pt x="144804" y="60928"/>
                  </a:lnTo>
                  <a:lnTo>
                    <a:pt x="143896" y="61057"/>
                  </a:lnTo>
                  <a:lnTo>
                    <a:pt x="142941" y="61187"/>
                  </a:lnTo>
                  <a:lnTo>
                    <a:pt x="141961" y="61316"/>
                  </a:lnTo>
                  <a:lnTo>
                    <a:pt x="140981" y="61445"/>
                  </a:lnTo>
                  <a:lnTo>
                    <a:pt x="140027" y="61575"/>
                  </a:lnTo>
                  <a:lnTo>
                    <a:pt x="139115" y="61704"/>
                  </a:lnTo>
                  <a:lnTo>
                    <a:pt x="138256" y="61833"/>
                  </a:lnTo>
                  <a:lnTo>
                    <a:pt x="137462" y="61963"/>
                  </a:lnTo>
                  <a:lnTo>
                    <a:pt x="136740" y="62092"/>
                  </a:lnTo>
                  <a:lnTo>
                    <a:pt x="136094" y="62221"/>
                  </a:lnTo>
                  <a:lnTo>
                    <a:pt x="135527" y="62351"/>
                  </a:lnTo>
                  <a:lnTo>
                    <a:pt x="135050" y="62480"/>
                  </a:lnTo>
                  <a:lnTo>
                    <a:pt x="134650" y="62609"/>
                  </a:lnTo>
                  <a:lnTo>
                    <a:pt x="134321" y="62739"/>
                  </a:lnTo>
                  <a:lnTo>
                    <a:pt x="134060" y="62868"/>
                  </a:lnTo>
                  <a:lnTo>
                    <a:pt x="133862" y="62998"/>
                  </a:lnTo>
                  <a:lnTo>
                    <a:pt x="133723" y="63127"/>
                  </a:lnTo>
                  <a:lnTo>
                    <a:pt x="133638" y="63256"/>
                  </a:lnTo>
                  <a:lnTo>
                    <a:pt x="133605" y="63386"/>
                  </a:lnTo>
                  <a:lnTo>
                    <a:pt x="133627" y="63515"/>
                  </a:lnTo>
                  <a:lnTo>
                    <a:pt x="133693" y="63644"/>
                  </a:lnTo>
                  <a:lnTo>
                    <a:pt x="133800" y="63774"/>
                  </a:lnTo>
                  <a:lnTo>
                    <a:pt x="133947" y="63903"/>
                  </a:lnTo>
                  <a:lnTo>
                    <a:pt x="134132" y="64032"/>
                  </a:lnTo>
                  <a:lnTo>
                    <a:pt x="134352" y="64162"/>
                  </a:lnTo>
                  <a:lnTo>
                    <a:pt x="134605" y="64291"/>
                  </a:lnTo>
                  <a:lnTo>
                    <a:pt x="134888" y="64420"/>
                  </a:lnTo>
                  <a:lnTo>
                    <a:pt x="135199" y="64550"/>
                  </a:lnTo>
                  <a:lnTo>
                    <a:pt x="135529" y="64679"/>
                  </a:lnTo>
                  <a:lnTo>
                    <a:pt x="135870" y="64809"/>
                  </a:lnTo>
                  <a:lnTo>
                    <a:pt x="136217" y="64938"/>
                  </a:lnTo>
                  <a:lnTo>
                    <a:pt x="136562" y="65067"/>
                  </a:lnTo>
                  <a:lnTo>
                    <a:pt x="136897" y="65197"/>
                  </a:lnTo>
                  <a:lnTo>
                    <a:pt x="137213" y="65326"/>
                  </a:lnTo>
                  <a:lnTo>
                    <a:pt x="137498" y="65455"/>
                  </a:lnTo>
                  <a:lnTo>
                    <a:pt x="137741" y="65585"/>
                  </a:lnTo>
                  <a:lnTo>
                    <a:pt x="137940" y="65714"/>
                  </a:lnTo>
                  <a:lnTo>
                    <a:pt x="138086" y="65843"/>
                  </a:lnTo>
                  <a:lnTo>
                    <a:pt x="138177" y="65973"/>
                  </a:lnTo>
                  <a:lnTo>
                    <a:pt x="138209" y="66102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2" name="pg35">
              <a:extLst>
                <a:ext uri="{FF2B5EF4-FFF2-40B4-BE49-F238E27FC236}">
                  <a16:creationId xmlns:a16="http://schemas.microsoft.com/office/drawing/2014/main" id="{0EE9FC3E-3EA6-BD06-AF8C-C09C64C7A052}"/>
                </a:ext>
              </a:extLst>
            </p:cNvPr>
            <p:cNvSpPr/>
            <p:nvPr/>
          </p:nvSpPr>
          <p:spPr>
            <a:xfrm>
              <a:off x="6333019" y="3089236"/>
              <a:ext cx="178752" cy="54083"/>
            </a:xfrm>
            <a:custGeom>
              <a:avLst/>
              <a:gdLst/>
              <a:ahLst/>
              <a:cxnLst/>
              <a:rect l="0" t="0" r="0" b="0"/>
              <a:pathLst>
                <a:path w="178752" h="54083">
                  <a:moveTo>
                    <a:pt x="83569" y="54083"/>
                  </a:moveTo>
                  <a:lnTo>
                    <a:pt x="83413" y="53978"/>
                  </a:lnTo>
                  <a:lnTo>
                    <a:pt x="83252" y="53872"/>
                  </a:lnTo>
                  <a:lnTo>
                    <a:pt x="83081" y="53766"/>
                  </a:lnTo>
                  <a:lnTo>
                    <a:pt x="82903" y="53660"/>
                  </a:lnTo>
                  <a:lnTo>
                    <a:pt x="82716" y="53554"/>
                  </a:lnTo>
                  <a:lnTo>
                    <a:pt x="82519" y="53448"/>
                  </a:lnTo>
                  <a:lnTo>
                    <a:pt x="82306" y="53343"/>
                  </a:lnTo>
                  <a:lnTo>
                    <a:pt x="82082" y="53237"/>
                  </a:lnTo>
                  <a:lnTo>
                    <a:pt x="81846" y="53131"/>
                  </a:lnTo>
                  <a:lnTo>
                    <a:pt x="81594" y="53025"/>
                  </a:lnTo>
                  <a:lnTo>
                    <a:pt x="81322" y="52919"/>
                  </a:lnTo>
                  <a:lnTo>
                    <a:pt x="81035" y="52813"/>
                  </a:lnTo>
                  <a:lnTo>
                    <a:pt x="80731" y="52708"/>
                  </a:lnTo>
                  <a:lnTo>
                    <a:pt x="80404" y="52602"/>
                  </a:lnTo>
                  <a:lnTo>
                    <a:pt x="80055" y="52496"/>
                  </a:lnTo>
                  <a:lnTo>
                    <a:pt x="79687" y="52390"/>
                  </a:lnTo>
                  <a:lnTo>
                    <a:pt x="79300" y="52284"/>
                  </a:lnTo>
                  <a:lnTo>
                    <a:pt x="78883" y="52178"/>
                  </a:lnTo>
                  <a:lnTo>
                    <a:pt x="78444" y="52073"/>
                  </a:lnTo>
                  <a:lnTo>
                    <a:pt x="77984" y="51967"/>
                  </a:lnTo>
                  <a:lnTo>
                    <a:pt x="77502" y="51861"/>
                  </a:lnTo>
                  <a:lnTo>
                    <a:pt x="76989" y="51755"/>
                  </a:lnTo>
                  <a:lnTo>
                    <a:pt x="76454" y="51649"/>
                  </a:lnTo>
                  <a:lnTo>
                    <a:pt x="75899" y="51543"/>
                  </a:lnTo>
                  <a:lnTo>
                    <a:pt x="75321" y="51438"/>
                  </a:lnTo>
                  <a:lnTo>
                    <a:pt x="74716" y="51332"/>
                  </a:lnTo>
                  <a:lnTo>
                    <a:pt x="74092" y="51226"/>
                  </a:lnTo>
                  <a:lnTo>
                    <a:pt x="73451" y="51120"/>
                  </a:lnTo>
                  <a:lnTo>
                    <a:pt x="72789" y="51014"/>
                  </a:lnTo>
                  <a:lnTo>
                    <a:pt x="72107" y="50908"/>
                  </a:lnTo>
                  <a:lnTo>
                    <a:pt x="71413" y="50802"/>
                  </a:lnTo>
                  <a:lnTo>
                    <a:pt x="70705" y="50697"/>
                  </a:lnTo>
                  <a:lnTo>
                    <a:pt x="69984" y="50591"/>
                  </a:lnTo>
                  <a:lnTo>
                    <a:pt x="69254" y="50485"/>
                  </a:lnTo>
                  <a:lnTo>
                    <a:pt x="68517" y="50379"/>
                  </a:lnTo>
                  <a:lnTo>
                    <a:pt x="67775" y="50273"/>
                  </a:lnTo>
                  <a:lnTo>
                    <a:pt x="67031" y="50167"/>
                  </a:lnTo>
                  <a:lnTo>
                    <a:pt x="66287" y="50062"/>
                  </a:lnTo>
                  <a:lnTo>
                    <a:pt x="65546" y="49956"/>
                  </a:lnTo>
                  <a:lnTo>
                    <a:pt x="64809" y="49850"/>
                  </a:lnTo>
                  <a:lnTo>
                    <a:pt x="64082" y="49744"/>
                  </a:lnTo>
                  <a:lnTo>
                    <a:pt x="63365" y="49638"/>
                  </a:lnTo>
                  <a:lnTo>
                    <a:pt x="62658" y="49532"/>
                  </a:lnTo>
                  <a:lnTo>
                    <a:pt x="61966" y="49427"/>
                  </a:lnTo>
                  <a:lnTo>
                    <a:pt x="61294" y="49321"/>
                  </a:lnTo>
                  <a:lnTo>
                    <a:pt x="60639" y="49215"/>
                  </a:lnTo>
                  <a:lnTo>
                    <a:pt x="60000" y="49109"/>
                  </a:lnTo>
                  <a:lnTo>
                    <a:pt x="59386" y="49003"/>
                  </a:lnTo>
                  <a:lnTo>
                    <a:pt x="58797" y="48897"/>
                  </a:lnTo>
                  <a:lnTo>
                    <a:pt x="58227" y="48792"/>
                  </a:lnTo>
                  <a:lnTo>
                    <a:pt x="57678" y="48686"/>
                  </a:lnTo>
                  <a:lnTo>
                    <a:pt x="57159" y="48580"/>
                  </a:lnTo>
                  <a:lnTo>
                    <a:pt x="56661" y="48474"/>
                  </a:lnTo>
                  <a:lnTo>
                    <a:pt x="56183" y="48368"/>
                  </a:lnTo>
                  <a:lnTo>
                    <a:pt x="55724" y="48262"/>
                  </a:lnTo>
                  <a:lnTo>
                    <a:pt x="55291" y="48156"/>
                  </a:lnTo>
                  <a:lnTo>
                    <a:pt x="54874" y="48051"/>
                  </a:lnTo>
                  <a:lnTo>
                    <a:pt x="54469" y="47945"/>
                  </a:lnTo>
                  <a:lnTo>
                    <a:pt x="54078" y="47839"/>
                  </a:lnTo>
                  <a:lnTo>
                    <a:pt x="53698" y="47733"/>
                  </a:lnTo>
                  <a:lnTo>
                    <a:pt x="53322" y="47627"/>
                  </a:lnTo>
                  <a:lnTo>
                    <a:pt x="52949" y="47521"/>
                  </a:lnTo>
                  <a:lnTo>
                    <a:pt x="52576" y="47416"/>
                  </a:lnTo>
                  <a:lnTo>
                    <a:pt x="52194" y="47310"/>
                  </a:lnTo>
                  <a:lnTo>
                    <a:pt x="51803" y="47204"/>
                  </a:lnTo>
                  <a:lnTo>
                    <a:pt x="51400" y="47098"/>
                  </a:lnTo>
                  <a:lnTo>
                    <a:pt x="50974" y="46992"/>
                  </a:lnTo>
                  <a:lnTo>
                    <a:pt x="50521" y="46886"/>
                  </a:lnTo>
                  <a:lnTo>
                    <a:pt x="50043" y="46781"/>
                  </a:lnTo>
                  <a:lnTo>
                    <a:pt x="49536" y="46675"/>
                  </a:lnTo>
                  <a:lnTo>
                    <a:pt x="48979" y="46569"/>
                  </a:lnTo>
                  <a:lnTo>
                    <a:pt x="48381" y="46463"/>
                  </a:lnTo>
                  <a:lnTo>
                    <a:pt x="47742" y="46357"/>
                  </a:lnTo>
                  <a:lnTo>
                    <a:pt x="47058" y="46251"/>
                  </a:lnTo>
                  <a:lnTo>
                    <a:pt x="46301" y="46146"/>
                  </a:lnTo>
                  <a:lnTo>
                    <a:pt x="45493" y="46040"/>
                  </a:lnTo>
                  <a:lnTo>
                    <a:pt x="44633" y="45934"/>
                  </a:lnTo>
                  <a:lnTo>
                    <a:pt x="43711" y="45828"/>
                  </a:lnTo>
                  <a:lnTo>
                    <a:pt x="42710" y="45722"/>
                  </a:lnTo>
                  <a:lnTo>
                    <a:pt x="41653" y="45616"/>
                  </a:lnTo>
                  <a:lnTo>
                    <a:pt x="40538" y="45510"/>
                  </a:lnTo>
                  <a:lnTo>
                    <a:pt x="39352" y="45405"/>
                  </a:lnTo>
                  <a:lnTo>
                    <a:pt x="38095" y="45299"/>
                  </a:lnTo>
                  <a:lnTo>
                    <a:pt x="36784" y="45193"/>
                  </a:lnTo>
                  <a:lnTo>
                    <a:pt x="35421" y="45087"/>
                  </a:lnTo>
                  <a:lnTo>
                    <a:pt x="33990" y="44981"/>
                  </a:lnTo>
                  <a:lnTo>
                    <a:pt x="32507" y="44875"/>
                  </a:lnTo>
                  <a:lnTo>
                    <a:pt x="30983" y="44770"/>
                  </a:lnTo>
                  <a:lnTo>
                    <a:pt x="29422" y="44664"/>
                  </a:lnTo>
                  <a:lnTo>
                    <a:pt x="27813" y="44558"/>
                  </a:lnTo>
                  <a:lnTo>
                    <a:pt x="26180" y="44452"/>
                  </a:lnTo>
                  <a:lnTo>
                    <a:pt x="24528" y="44346"/>
                  </a:lnTo>
                  <a:lnTo>
                    <a:pt x="22861" y="44240"/>
                  </a:lnTo>
                  <a:lnTo>
                    <a:pt x="21187" y="44135"/>
                  </a:lnTo>
                  <a:lnTo>
                    <a:pt x="19519" y="44029"/>
                  </a:lnTo>
                  <a:lnTo>
                    <a:pt x="17860" y="43923"/>
                  </a:lnTo>
                  <a:lnTo>
                    <a:pt x="16221" y="43817"/>
                  </a:lnTo>
                  <a:lnTo>
                    <a:pt x="14620" y="43711"/>
                  </a:lnTo>
                  <a:lnTo>
                    <a:pt x="13055" y="43605"/>
                  </a:lnTo>
                  <a:lnTo>
                    <a:pt x="11532" y="43500"/>
                  </a:lnTo>
                  <a:lnTo>
                    <a:pt x="10076" y="43394"/>
                  </a:lnTo>
                  <a:lnTo>
                    <a:pt x="8694" y="43288"/>
                  </a:lnTo>
                  <a:lnTo>
                    <a:pt x="7379" y="43182"/>
                  </a:lnTo>
                  <a:lnTo>
                    <a:pt x="6136" y="43076"/>
                  </a:lnTo>
                  <a:lnTo>
                    <a:pt x="5010" y="42970"/>
                  </a:lnTo>
                  <a:lnTo>
                    <a:pt x="3983" y="42865"/>
                  </a:lnTo>
                  <a:lnTo>
                    <a:pt x="3049" y="42759"/>
                  </a:lnTo>
                  <a:lnTo>
                    <a:pt x="2212" y="42653"/>
                  </a:lnTo>
                  <a:lnTo>
                    <a:pt x="1535" y="42547"/>
                  </a:lnTo>
                  <a:lnTo>
                    <a:pt x="966" y="42441"/>
                  </a:lnTo>
                  <a:lnTo>
                    <a:pt x="506" y="42335"/>
                  </a:lnTo>
                  <a:lnTo>
                    <a:pt x="172" y="42229"/>
                  </a:lnTo>
                  <a:lnTo>
                    <a:pt x="0" y="41912"/>
                  </a:lnTo>
                  <a:lnTo>
                    <a:pt x="198" y="41806"/>
                  </a:lnTo>
                  <a:lnTo>
                    <a:pt x="541" y="41700"/>
                  </a:lnTo>
                  <a:lnTo>
                    <a:pt x="991" y="41594"/>
                  </a:lnTo>
                  <a:lnTo>
                    <a:pt x="1546" y="41489"/>
                  </a:lnTo>
                  <a:lnTo>
                    <a:pt x="2241" y="41383"/>
                  </a:lnTo>
                  <a:lnTo>
                    <a:pt x="3047" y="41277"/>
                  </a:lnTo>
                  <a:lnTo>
                    <a:pt x="3942" y="41171"/>
                  </a:lnTo>
                  <a:lnTo>
                    <a:pt x="4922" y="41065"/>
                  </a:lnTo>
                  <a:lnTo>
                    <a:pt x="6019" y="40959"/>
                  </a:lnTo>
                  <a:lnTo>
                    <a:pt x="7186" y="40854"/>
                  </a:lnTo>
                  <a:lnTo>
                    <a:pt x="8415" y="40748"/>
                  </a:lnTo>
                  <a:lnTo>
                    <a:pt x="9705" y="40642"/>
                  </a:lnTo>
                  <a:lnTo>
                    <a:pt x="11063" y="40536"/>
                  </a:lnTo>
                  <a:lnTo>
                    <a:pt x="12455" y="40430"/>
                  </a:lnTo>
                  <a:lnTo>
                    <a:pt x="13878" y="40324"/>
                  </a:lnTo>
                  <a:lnTo>
                    <a:pt x="15327" y="40219"/>
                  </a:lnTo>
                  <a:lnTo>
                    <a:pt x="16793" y="40113"/>
                  </a:lnTo>
                  <a:lnTo>
                    <a:pt x="18261" y="40007"/>
                  </a:lnTo>
                  <a:lnTo>
                    <a:pt x="19727" y="39901"/>
                  </a:lnTo>
                  <a:lnTo>
                    <a:pt x="21181" y="39795"/>
                  </a:lnTo>
                  <a:lnTo>
                    <a:pt x="22610" y="39689"/>
                  </a:lnTo>
                  <a:lnTo>
                    <a:pt x="24013" y="39583"/>
                  </a:lnTo>
                  <a:lnTo>
                    <a:pt x="25387" y="39478"/>
                  </a:lnTo>
                  <a:lnTo>
                    <a:pt x="26710" y="39372"/>
                  </a:lnTo>
                  <a:lnTo>
                    <a:pt x="27983" y="39266"/>
                  </a:lnTo>
                  <a:lnTo>
                    <a:pt x="29211" y="39160"/>
                  </a:lnTo>
                  <a:lnTo>
                    <a:pt x="30390" y="39054"/>
                  </a:lnTo>
                  <a:lnTo>
                    <a:pt x="31488" y="38948"/>
                  </a:lnTo>
                  <a:lnTo>
                    <a:pt x="32528" y="38843"/>
                  </a:lnTo>
                  <a:lnTo>
                    <a:pt x="33512" y="38737"/>
                  </a:lnTo>
                  <a:lnTo>
                    <a:pt x="34432" y="38631"/>
                  </a:lnTo>
                  <a:lnTo>
                    <a:pt x="35268" y="38525"/>
                  </a:lnTo>
                  <a:lnTo>
                    <a:pt x="36045" y="38419"/>
                  </a:lnTo>
                  <a:lnTo>
                    <a:pt x="36766" y="38313"/>
                  </a:lnTo>
                  <a:lnTo>
                    <a:pt x="37418" y="38208"/>
                  </a:lnTo>
                  <a:lnTo>
                    <a:pt x="38000" y="38102"/>
                  </a:lnTo>
                  <a:lnTo>
                    <a:pt x="38531" y="37996"/>
                  </a:lnTo>
                  <a:lnTo>
                    <a:pt x="39014" y="37890"/>
                  </a:lnTo>
                  <a:lnTo>
                    <a:pt x="39437" y="37784"/>
                  </a:lnTo>
                  <a:lnTo>
                    <a:pt x="39812" y="37678"/>
                  </a:lnTo>
                  <a:lnTo>
                    <a:pt x="40152" y="37573"/>
                  </a:lnTo>
                  <a:lnTo>
                    <a:pt x="40458" y="37467"/>
                  </a:lnTo>
                  <a:lnTo>
                    <a:pt x="40723" y="37361"/>
                  </a:lnTo>
                  <a:lnTo>
                    <a:pt x="40966" y="37255"/>
                  </a:lnTo>
                  <a:lnTo>
                    <a:pt x="41191" y="37149"/>
                  </a:lnTo>
                  <a:lnTo>
                    <a:pt x="41400" y="37043"/>
                  </a:lnTo>
                  <a:lnTo>
                    <a:pt x="41597" y="36937"/>
                  </a:lnTo>
                  <a:lnTo>
                    <a:pt x="41790" y="36832"/>
                  </a:lnTo>
                  <a:lnTo>
                    <a:pt x="41984" y="36726"/>
                  </a:lnTo>
                  <a:lnTo>
                    <a:pt x="42181" y="36620"/>
                  </a:lnTo>
                  <a:lnTo>
                    <a:pt x="42389" y="36514"/>
                  </a:lnTo>
                  <a:lnTo>
                    <a:pt x="42610" y="36408"/>
                  </a:lnTo>
                  <a:lnTo>
                    <a:pt x="42845" y="36302"/>
                  </a:lnTo>
                  <a:lnTo>
                    <a:pt x="43102" y="36197"/>
                  </a:lnTo>
                  <a:lnTo>
                    <a:pt x="43384" y="36091"/>
                  </a:lnTo>
                  <a:lnTo>
                    <a:pt x="43688" y="35985"/>
                  </a:lnTo>
                  <a:lnTo>
                    <a:pt x="44015" y="35879"/>
                  </a:lnTo>
                  <a:lnTo>
                    <a:pt x="44375" y="35773"/>
                  </a:lnTo>
                  <a:lnTo>
                    <a:pt x="44764" y="35667"/>
                  </a:lnTo>
                  <a:lnTo>
                    <a:pt x="45178" y="35562"/>
                  </a:lnTo>
                  <a:lnTo>
                    <a:pt x="45616" y="35456"/>
                  </a:lnTo>
                  <a:lnTo>
                    <a:pt x="46091" y="35350"/>
                  </a:lnTo>
                  <a:lnTo>
                    <a:pt x="46588" y="35244"/>
                  </a:lnTo>
                  <a:lnTo>
                    <a:pt x="47106" y="35138"/>
                  </a:lnTo>
                  <a:lnTo>
                    <a:pt x="47647" y="35032"/>
                  </a:lnTo>
                  <a:lnTo>
                    <a:pt x="48212" y="34927"/>
                  </a:lnTo>
                  <a:lnTo>
                    <a:pt x="48791" y="34821"/>
                  </a:lnTo>
                  <a:lnTo>
                    <a:pt x="49382" y="34715"/>
                  </a:lnTo>
                  <a:lnTo>
                    <a:pt x="49985" y="34609"/>
                  </a:lnTo>
                  <a:lnTo>
                    <a:pt x="50597" y="34503"/>
                  </a:lnTo>
                  <a:lnTo>
                    <a:pt x="51210" y="34397"/>
                  </a:lnTo>
                  <a:lnTo>
                    <a:pt x="51824" y="34292"/>
                  </a:lnTo>
                  <a:lnTo>
                    <a:pt x="52434" y="34186"/>
                  </a:lnTo>
                  <a:lnTo>
                    <a:pt x="53035" y="34080"/>
                  </a:lnTo>
                  <a:lnTo>
                    <a:pt x="53626" y="33974"/>
                  </a:lnTo>
                  <a:lnTo>
                    <a:pt x="54205" y="33868"/>
                  </a:lnTo>
                  <a:lnTo>
                    <a:pt x="54762" y="33762"/>
                  </a:lnTo>
                  <a:lnTo>
                    <a:pt x="55298" y="33656"/>
                  </a:lnTo>
                  <a:lnTo>
                    <a:pt x="55812" y="33551"/>
                  </a:lnTo>
                  <a:lnTo>
                    <a:pt x="56305" y="33445"/>
                  </a:lnTo>
                  <a:lnTo>
                    <a:pt x="56758" y="33339"/>
                  </a:lnTo>
                  <a:lnTo>
                    <a:pt x="57184" y="33233"/>
                  </a:lnTo>
                  <a:lnTo>
                    <a:pt x="57582" y="33127"/>
                  </a:lnTo>
                  <a:lnTo>
                    <a:pt x="57948" y="33021"/>
                  </a:lnTo>
                  <a:lnTo>
                    <a:pt x="58270" y="32916"/>
                  </a:lnTo>
                  <a:lnTo>
                    <a:pt x="58563" y="32810"/>
                  </a:lnTo>
                  <a:lnTo>
                    <a:pt x="58825" y="32704"/>
                  </a:lnTo>
                  <a:lnTo>
                    <a:pt x="59049" y="32598"/>
                  </a:lnTo>
                  <a:lnTo>
                    <a:pt x="59235" y="32492"/>
                  </a:lnTo>
                  <a:lnTo>
                    <a:pt x="59393" y="32386"/>
                  </a:lnTo>
                  <a:lnTo>
                    <a:pt x="59783" y="29846"/>
                  </a:lnTo>
                  <a:lnTo>
                    <a:pt x="59936" y="29740"/>
                  </a:lnTo>
                  <a:lnTo>
                    <a:pt x="60109" y="29635"/>
                  </a:lnTo>
                  <a:lnTo>
                    <a:pt x="60300" y="29529"/>
                  </a:lnTo>
                  <a:lnTo>
                    <a:pt x="60513" y="29423"/>
                  </a:lnTo>
                  <a:lnTo>
                    <a:pt x="60751" y="29317"/>
                  </a:lnTo>
                  <a:lnTo>
                    <a:pt x="61004" y="29211"/>
                  </a:lnTo>
                  <a:lnTo>
                    <a:pt x="61273" y="29105"/>
                  </a:lnTo>
                  <a:lnTo>
                    <a:pt x="61558" y="29000"/>
                  </a:lnTo>
                  <a:lnTo>
                    <a:pt x="61858" y="28894"/>
                  </a:lnTo>
                  <a:lnTo>
                    <a:pt x="62166" y="28788"/>
                  </a:lnTo>
                  <a:lnTo>
                    <a:pt x="62482" y="28682"/>
                  </a:lnTo>
                  <a:lnTo>
                    <a:pt x="62806" y="28576"/>
                  </a:lnTo>
                  <a:lnTo>
                    <a:pt x="63132" y="28470"/>
                  </a:lnTo>
                  <a:lnTo>
                    <a:pt x="63458" y="28364"/>
                  </a:lnTo>
                  <a:lnTo>
                    <a:pt x="63782" y="28259"/>
                  </a:lnTo>
                  <a:lnTo>
                    <a:pt x="64101" y="28153"/>
                  </a:lnTo>
                  <a:lnTo>
                    <a:pt x="64412" y="28047"/>
                  </a:lnTo>
                  <a:lnTo>
                    <a:pt x="64714" y="27941"/>
                  </a:lnTo>
                  <a:lnTo>
                    <a:pt x="65006" y="27835"/>
                  </a:lnTo>
                  <a:lnTo>
                    <a:pt x="65278" y="27729"/>
                  </a:lnTo>
                  <a:lnTo>
                    <a:pt x="65536" y="27624"/>
                  </a:lnTo>
                  <a:lnTo>
                    <a:pt x="65777" y="27518"/>
                  </a:lnTo>
                  <a:lnTo>
                    <a:pt x="65999" y="27412"/>
                  </a:lnTo>
                  <a:lnTo>
                    <a:pt x="66194" y="27306"/>
                  </a:lnTo>
                  <a:lnTo>
                    <a:pt x="66370" y="27200"/>
                  </a:lnTo>
                  <a:lnTo>
                    <a:pt x="66526" y="27094"/>
                  </a:lnTo>
                  <a:lnTo>
                    <a:pt x="65943" y="23919"/>
                  </a:lnTo>
                  <a:lnTo>
                    <a:pt x="66080" y="23813"/>
                  </a:lnTo>
                  <a:lnTo>
                    <a:pt x="66250" y="23708"/>
                  </a:lnTo>
                  <a:lnTo>
                    <a:pt x="66442" y="23602"/>
                  </a:lnTo>
                  <a:lnTo>
                    <a:pt x="66658" y="23496"/>
                  </a:lnTo>
                  <a:lnTo>
                    <a:pt x="66901" y="23390"/>
                  </a:lnTo>
                  <a:lnTo>
                    <a:pt x="67172" y="23284"/>
                  </a:lnTo>
                  <a:lnTo>
                    <a:pt x="67463" y="23178"/>
                  </a:lnTo>
                  <a:lnTo>
                    <a:pt x="67774" y="23073"/>
                  </a:lnTo>
                  <a:lnTo>
                    <a:pt x="68110" y="22967"/>
                  </a:lnTo>
                  <a:lnTo>
                    <a:pt x="68465" y="22861"/>
                  </a:lnTo>
                  <a:lnTo>
                    <a:pt x="68835" y="22755"/>
                  </a:lnTo>
                  <a:lnTo>
                    <a:pt x="69219" y="22649"/>
                  </a:lnTo>
                  <a:lnTo>
                    <a:pt x="69621" y="22543"/>
                  </a:lnTo>
                  <a:lnTo>
                    <a:pt x="70033" y="22437"/>
                  </a:lnTo>
                  <a:lnTo>
                    <a:pt x="70453" y="22332"/>
                  </a:lnTo>
                  <a:lnTo>
                    <a:pt x="70879" y="22226"/>
                  </a:lnTo>
                  <a:lnTo>
                    <a:pt x="71312" y="22120"/>
                  </a:lnTo>
                  <a:lnTo>
                    <a:pt x="71747" y="22014"/>
                  </a:lnTo>
                  <a:lnTo>
                    <a:pt x="72182" y="21908"/>
                  </a:lnTo>
                  <a:lnTo>
                    <a:pt x="72617" y="21802"/>
                  </a:lnTo>
                  <a:lnTo>
                    <a:pt x="73046" y="21697"/>
                  </a:lnTo>
                  <a:lnTo>
                    <a:pt x="73470" y="21591"/>
                  </a:lnTo>
                  <a:lnTo>
                    <a:pt x="73888" y="21485"/>
                  </a:lnTo>
                  <a:lnTo>
                    <a:pt x="74296" y="21379"/>
                  </a:lnTo>
                  <a:lnTo>
                    <a:pt x="74693" y="21273"/>
                  </a:lnTo>
                  <a:lnTo>
                    <a:pt x="75078" y="21167"/>
                  </a:lnTo>
                  <a:lnTo>
                    <a:pt x="75453" y="21062"/>
                  </a:lnTo>
                  <a:lnTo>
                    <a:pt x="75809" y="20956"/>
                  </a:lnTo>
                  <a:lnTo>
                    <a:pt x="76151" y="20850"/>
                  </a:lnTo>
                  <a:lnTo>
                    <a:pt x="76479" y="20744"/>
                  </a:lnTo>
                  <a:lnTo>
                    <a:pt x="76792" y="20638"/>
                  </a:lnTo>
                  <a:lnTo>
                    <a:pt x="77084" y="20532"/>
                  </a:lnTo>
                  <a:lnTo>
                    <a:pt x="77360" y="20427"/>
                  </a:lnTo>
                  <a:lnTo>
                    <a:pt x="77622" y="20321"/>
                  </a:lnTo>
                  <a:lnTo>
                    <a:pt x="77867" y="20215"/>
                  </a:lnTo>
                  <a:lnTo>
                    <a:pt x="78092" y="20109"/>
                  </a:lnTo>
                  <a:lnTo>
                    <a:pt x="78303" y="20003"/>
                  </a:lnTo>
                  <a:lnTo>
                    <a:pt x="78501" y="19897"/>
                  </a:lnTo>
                  <a:lnTo>
                    <a:pt x="78683" y="19791"/>
                  </a:lnTo>
                  <a:lnTo>
                    <a:pt x="78850" y="19686"/>
                  </a:lnTo>
                  <a:lnTo>
                    <a:pt x="79006" y="19580"/>
                  </a:lnTo>
                  <a:lnTo>
                    <a:pt x="79151" y="19474"/>
                  </a:lnTo>
                  <a:lnTo>
                    <a:pt x="81237" y="17357"/>
                  </a:lnTo>
                  <a:lnTo>
                    <a:pt x="81365" y="17251"/>
                  </a:lnTo>
                  <a:lnTo>
                    <a:pt x="81498" y="17146"/>
                  </a:lnTo>
                  <a:lnTo>
                    <a:pt x="81634" y="17040"/>
                  </a:lnTo>
                  <a:lnTo>
                    <a:pt x="81777" y="16934"/>
                  </a:lnTo>
                  <a:lnTo>
                    <a:pt x="81923" y="16828"/>
                  </a:lnTo>
                  <a:lnTo>
                    <a:pt x="82072" y="16722"/>
                  </a:lnTo>
                  <a:lnTo>
                    <a:pt x="82224" y="16616"/>
                  </a:lnTo>
                  <a:lnTo>
                    <a:pt x="82379" y="16510"/>
                  </a:lnTo>
                  <a:lnTo>
                    <a:pt x="82536" y="16405"/>
                  </a:lnTo>
                  <a:lnTo>
                    <a:pt x="82695" y="16299"/>
                  </a:lnTo>
                  <a:lnTo>
                    <a:pt x="82855" y="16193"/>
                  </a:lnTo>
                  <a:lnTo>
                    <a:pt x="83014" y="16087"/>
                  </a:lnTo>
                  <a:lnTo>
                    <a:pt x="83174" y="15981"/>
                  </a:lnTo>
                  <a:lnTo>
                    <a:pt x="83332" y="15875"/>
                  </a:lnTo>
                  <a:lnTo>
                    <a:pt x="83489" y="15770"/>
                  </a:lnTo>
                  <a:lnTo>
                    <a:pt x="83643" y="15664"/>
                  </a:lnTo>
                  <a:lnTo>
                    <a:pt x="83794" y="15558"/>
                  </a:lnTo>
                  <a:lnTo>
                    <a:pt x="83943" y="15452"/>
                  </a:lnTo>
                  <a:lnTo>
                    <a:pt x="84087" y="15346"/>
                  </a:lnTo>
                  <a:lnTo>
                    <a:pt x="84227" y="15240"/>
                  </a:lnTo>
                  <a:lnTo>
                    <a:pt x="84362" y="15135"/>
                  </a:lnTo>
                  <a:lnTo>
                    <a:pt x="88777" y="0"/>
                  </a:lnTo>
                  <a:lnTo>
                    <a:pt x="94259" y="15029"/>
                  </a:lnTo>
                  <a:lnTo>
                    <a:pt x="94391" y="15135"/>
                  </a:lnTo>
                  <a:lnTo>
                    <a:pt x="94526" y="15240"/>
                  </a:lnTo>
                  <a:lnTo>
                    <a:pt x="94666" y="15346"/>
                  </a:lnTo>
                  <a:lnTo>
                    <a:pt x="94810" y="15452"/>
                  </a:lnTo>
                  <a:lnTo>
                    <a:pt x="94958" y="15558"/>
                  </a:lnTo>
                  <a:lnTo>
                    <a:pt x="95110" y="15664"/>
                  </a:lnTo>
                  <a:lnTo>
                    <a:pt x="95264" y="15770"/>
                  </a:lnTo>
                  <a:lnTo>
                    <a:pt x="95421" y="15875"/>
                  </a:lnTo>
                  <a:lnTo>
                    <a:pt x="95579" y="15981"/>
                  </a:lnTo>
                  <a:lnTo>
                    <a:pt x="95739" y="16087"/>
                  </a:lnTo>
                  <a:lnTo>
                    <a:pt x="95898" y="16193"/>
                  </a:lnTo>
                  <a:lnTo>
                    <a:pt x="96058" y="16299"/>
                  </a:lnTo>
                  <a:lnTo>
                    <a:pt x="96216" y="16405"/>
                  </a:lnTo>
                  <a:lnTo>
                    <a:pt x="96374" y="16510"/>
                  </a:lnTo>
                  <a:lnTo>
                    <a:pt x="96529" y="16616"/>
                  </a:lnTo>
                  <a:lnTo>
                    <a:pt x="96681" y="16722"/>
                  </a:lnTo>
                  <a:lnTo>
                    <a:pt x="96830" y="16828"/>
                  </a:lnTo>
                  <a:lnTo>
                    <a:pt x="96976" y="16934"/>
                  </a:lnTo>
                  <a:lnTo>
                    <a:pt x="97119" y="17040"/>
                  </a:lnTo>
                  <a:lnTo>
                    <a:pt x="97255" y="17146"/>
                  </a:lnTo>
                  <a:lnTo>
                    <a:pt x="97388" y="17251"/>
                  </a:lnTo>
                  <a:lnTo>
                    <a:pt x="99469" y="19368"/>
                  </a:lnTo>
                  <a:lnTo>
                    <a:pt x="99602" y="19474"/>
                  </a:lnTo>
                  <a:lnTo>
                    <a:pt x="99747" y="19580"/>
                  </a:lnTo>
                  <a:lnTo>
                    <a:pt x="99903" y="19686"/>
                  </a:lnTo>
                  <a:lnTo>
                    <a:pt x="100070" y="19791"/>
                  </a:lnTo>
                  <a:lnTo>
                    <a:pt x="100252" y="19897"/>
                  </a:lnTo>
                  <a:lnTo>
                    <a:pt x="100450" y="20003"/>
                  </a:lnTo>
                  <a:lnTo>
                    <a:pt x="100661" y="20109"/>
                  </a:lnTo>
                  <a:lnTo>
                    <a:pt x="100886" y="20215"/>
                  </a:lnTo>
                  <a:lnTo>
                    <a:pt x="101131" y="20321"/>
                  </a:lnTo>
                  <a:lnTo>
                    <a:pt x="101393" y="20427"/>
                  </a:lnTo>
                  <a:lnTo>
                    <a:pt x="101669" y="20532"/>
                  </a:lnTo>
                  <a:lnTo>
                    <a:pt x="101960" y="20638"/>
                  </a:lnTo>
                  <a:lnTo>
                    <a:pt x="102274" y="20744"/>
                  </a:lnTo>
                  <a:lnTo>
                    <a:pt x="102602" y="20850"/>
                  </a:lnTo>
                  <a:lnTo>
                    <a:pt x="102943" y="20956"/>
                  </a:lnTo>
                  <a:lnTo>
                    <a:pt x="103300" y="21062"/>
                  </a:lnTo>
                  <a:lnTo>
                    <a:pt x="103675" y="21167"/>
                  </a:lnTo>
                  <a:lnTo>
                    <a:pt x="104060" y="21273"/>
                  </a:lnTo>
                  <a:lnTo>
                    <a:pt x="104456" y="21379"/>
                  </a:lnTo>
                  <a:lnTo>
                    <a:pt x="104865" y="21485"/>
                  </a:lnTo>
                  <a:lnTo>
                    <a:pt x="105283" y="21591"/>
                  </a:lnTo>
                  <a:lnTo>
                    <a:pt x="105707" y="21697"/>
                  </a:lnTo>
                  <a:lnTo>
                    <a:pt x="106136" y="21802"/>
                  </a:lnTo>
                  <a:lnTo>
                    <a:pt x="106571" y="21908"/>
                  </a:lnTo>
                  <a:lnTo>
                    <a:pt x="107006" y="22014"/>
                  </a:lnTo>
                  <a:lnTo>
                    <a:pt x="107441" y="22120"/>
                  </a:lnTo>
                  <a:lnTo>
                    <a:pt x="107874" y="22226"/>
                  </a:lnTo>
                  <a:lnTo>
                    <a:pt x="108300" y="22332"/>
                  </a:lnTo>
                  <a:lnTo>
                    <a:pt x="108720" y="22437"/>
                  </a:lnTo>
                  <a:lnTo>
                    <a:pt x="109132" y="22543"/>
                  </a:lnTo>
                  <a:lnTo>
                    <a:pt x="109534" y="22649"/>
                  </a:lnTo>
                  <a:lnTo>
                    <a:pt x="109918" y="22755"/>
                  </a:lnTo>
                  <a:lnTo>
                    <a:pt x="110288" y="22861"/>
                  </a:lnTo>
                  <a:lnTo>
                    <a:pt x="110643" y="22967"/>
                  </a:lnTo>
                  <a:lnTo>
                    <a:pt x="110979" y="23073"/>
                  </a:lnTo>
                  <a:lnTo>
                    <a:pt x="111290" y="23178"/>
                  </a:lnTo>
                  <a:lnTo>
                    <a:pt x="111581" y="23284"/>
                  </a:lnTo>
                  <a:lnTo>
                    <a:pt x="111852" y="23390"/>
                  </a:lnTo>
                  <a:lnTo>
                    <a:pt x="112095" y="23496"/>
                  </a:lnTo>
                  <a:lnTo>
                    <a:pt x="112311" y="23602"/>
                  </a:lnTo>
                  <a:lnTo>
                    <a:pt x="112503" y="23708"/>
                  </a:lnTo>
                  <a:lnTo>
                    <a:pt x="112673" y="23813"/>
                  </a:lnTo>
                  <a:lnTo>
                    <a:pt x="112098" y="26989"/>
                  </a:lnTo>
                  <a:lnTo>
                    <a:pt x="112227" y="27094"/>
                  </a:lnTo>
                  <a:lnTo>
                    <a:pt x="112383" y="27200"/>
                  </a:lnTo>
                  <a:lnTo>
                    <a:pt x="112559" y="27306"/>
                  </a:lnTo>
                  <a:lnTo>
                    <a:pt x="112754" y="27412"/>
                  </a:lnTo>
                  <a:lnTo>
                    <a:pt x="112976" y="27518"/>
                  </a:lnTo>
                  <a:lnTo>
                    <a:pt x="113217" y="27624"/>
                  </a:lnTo>
                  <a:lnTo>
                    <a:pt x="113475" y="27729"/>
                  </a:lnTo>
                  <a:lnTo>
                    <a:pt x="113747" y="27835"/>
                  </a:lnTo>
                  <a:lnTo>
                    <a:pt x="114039" y="27941"/>
                  </a:lnTo>
                  <a:lnTo>
                    <a:pt x="114341" y="28047"/>
                  </a:lnTo>
                  <a:lnTo>
                    <a:pt x="114652" y="28153"/>
                  </a:lnTo>
                  <a:lnTo>
                    <a:pt x="114970" y="28259"/>
                  </a:lnTo>
                  <a:lnTo>
                    <a:pt x="115295" y="28364"/>
                  </a:lnTo>
                  <a:lnTo>
                    <a:pt x="115621" y="28470"/>
                  </a:lnTo>
                  <a:lnTo>
                    <a:pt x="115947" y="28576"/>
                  </a:lnTo>
                  <a:lnTo>
                    <a:pt x="116271" y="28682"/>
                  </a:lnTo>
                  <a:lnTo>
                    <a:pt x="116587" y="28788"/>
                  </a:lnTo>
                  <a:lnTo>
                    <a:pt x="116895" y="28894"/>
                  </a:lnTo>
                  <a:lnTo>
                    <a:pt x="117195" y="29000"/>
                  </a:lnTo>
                  <a:lnTo>
                    <a:pt x="117480" y="29105"/>
                  </a:lnTo>
                  <a:lnTo>
                    <a:pt x="117749" y="29211"/>
                  </a:lnTo>
                  <a:lnTo>
                    <a:pt x="118002" y="29317"/>
                  </a:lnTo>
                  <a:lnTo>
                    <a:pt x="118240" y="29423"/>
                  </a:lnTo>
                  <a:lnTo>
                    <a:pt x="118453" y="29529"/>
                  </a:lnTo>
                  <a:lnTo>
                    <a:pt x="118644" y="29635"/>
                  </a:lnTo>
                  <a:lnTo>
                    <a:pt x="118817" y="29740"/>
                  </a:lnTo>
                  <a:lnTo>
                    <a:pt x="119229" y="32281"/>
                  </a:lnTo>
                  <a:lnTo>
                    <a:pt x="119360" y="32386"/>
                  </a:lnTo>
                  <a:lnTo>
                    <a:pt x="119517" y="32492"/>
                  </a:lnTo>
                  <a:lnTo>
                    <a:pt x="119704" y="32598"/>
                  </a:lnTo>
                  <a:lnTo>
                    <a:pt x="119928" y="32704"/>
                  </a:lnTo>
                  <a:lnTo>
                    <a:pt x="120190" y="32810"/>
                  </a:lnTo>
                  <a:lnTo>
                    <a:pt x="120482" y="32916"/>
                  </a:lnTo>
                  <a:lnTo>
                    <a:pt x="120805" y="33021"/>
                  </a:lnTo>
                  <a:lnTo>
                    <a:pt x="121171" y="33127"/>
                  </a:lnTo>
                  <a:lnTo>
                    <a:pt x="121569" y="33233"/>
                  </a:lnTo>
                  <a:lnTo>
                    <a:pt x="121995" y="33339"/>
                  </a:lnTo>
                  <a:lnTo>
                    <a:pt x="122448" y="33445"/>
                  </a:lnTo>
                  <a:lnTo>
                    <a:pt x="122940" y="33551"/>
                  </a:lnTo>
                  <a:lnTo>
                    <a:pt x="123455" y="33656"/>
                  </a:lnTo>
                  <a:lnTo>
                    <a:pt x="123991" y="33762"/>
                  </a:lnTo>
                  <a:lnTo>
                    <a:pt x="124548" y="33868"/>
                  </a:lnTo>
                  <a:lnTo>
                    <a:pt x="125127" y="33974"/>
                  </a:lnTo>
                  <a:lnTo>
                    <a:pt x="125718" y="34080"/>
                  </a:lnTo>
                  <a:lnTo>
                    <a:pt x="126319" y="34186"/>
                  </a:lnTo>
                  <a:lnTo>
                    <a:pt x="126929" y="34292"/>
                  </a:lnTo>
                  <a:lnTo>
                    <a:pt x="127543" y="34397"/>
                  </a:lnTo>
                  <a:lnTo>
                    <a:pt x="128156" y="34503"/>
                  </a:lnTo>
                  <a:lnTo>
                    <a:pt x="128767" y="34609"/>
                  </a:lnTo>
                  <a:lnTo>
                    <a:pt x="129371" y="34715"/>
                  </a:lnTo>
                  <a:lnTo>
                    <a:pt x="129962" y="34821"/>
                  </a:lnTo>
                  <a:lnTo>
                    <a:pt x="130541" y="34927"/>
                  </a:lnTo>
                  <a:lnTo>
                    <a:pt x="131106" y="35032"/>
                  </a:lnTo>
                  <a:lnTo>
                    <a:pt x="131646" y="35138"/>
                  </a:lnTo>
                  <a:lnTo>
                    <a:pt x="132165" y="35244"/>
                  </a:lnTo>
                  <a:lnTo>
                    <a:pt x="132662" y="35350"/>
                  </a:lnTo>
                  <a:lnTo>
                    <a:pt x="133137" y="35456"/>
                  </a:lnTo>
                  <a:lnTo>
                    <a:pt x="133575" y="35562"/>
                  </a:lnTo>
                  <a:lnTo>
                    <a:pt x="133989" y="35667"/>
                  </a:lnTo>
                  <a:lnTo>
                    <a:pt x="134378" y="35773"/>
                  </a:lnTo>
                  <a:lnTo>
                    <a:pt x="134738" y="35879"/>
                  </a:lnTo>
                  <a:lnTo>
                    <a:pt x="135065" y="35985"/>
                  </a:lnTo>
                  <a:lnTo>
                    <a:pt x="135369" y="36091"/>
                  </a:lnTo>
                  <a:lnTo>
                    <a:pt x="135651" y="36197"/>
                  </a:lnTo>
                  <a:lnTo>
                    <a:pt x="135908" y="36302"/>
                  </a:lnTo>
                  <a:lnTo>
                    <a:pt x="136143" y="36408"/>
                  </a:lnTo>
                  <a:lnTo>
                    <a:pt x="136364" y="36514"/>
                  </a:lnTo>
                  <a:lnTo>
                    <a:pt x="136572" y="36620"/>
                  </a:lnTo>
                  <a:lnTo>
                    <a:pt x="136769" y="36726"/>
                  </a:lnTo>
                  <a:lnTo>
                    <a:pt x="136963" y="36832"/>
                  </a:lnTo>
                  <a:lnTo>
                    <a:pt x="137156" y="36937"/>
                  </a:lnTo>
                  <a:lnTo>
                    <a:pt x="137353" y="37043"/>
                  </a:lnTo>
                  <a:lnTo>
                    <a:pt x="137562" y="37149"/>
                  </a:lnTo>
                  <a:lnTo>
                    <a:pt x="137787" y="37255"/>
                  </a:lnTo>
                  <a:lnTo>
                    <a:pt x="138029" y="37361"/>
                  </a:lnTo>
                  <a:lnTo>
                    <a:pt x="138295" y="37467"/>
                  </a:lnTo>
                  <a:lnTo>
                    <a:pt x="138601" y="37573"/>
                  </a:lnTo>
                  <a:lnTo>
                    <a:pt x="138941" y="37678"/>
                  </a:lnTo>
                  <a:lnTo>
                    <a:pt x="139316" y="37784"/>
                  </a:lnTo>
                  <a:lnTo>
                    <a:pt x="139739" y="37890"/>
                  </a:lnTo>
                  <a:lnTo>
                    <a:pt x="140222" y="37996"/>
                  </a:lnTo>
                  <a:lnTo>
                    <a:pt x="140753" y="38102"/>
                  </a:lnTo>
                  <a:lnTo>
                    <a:pt x="141335" y="38208"/>
                  </a:lnTo>
                  <a:lnTo>
                    <a:pt x="141987" y="38313"/>
                  </a:lnTo>
                  <a:lnTo>
                    <a:pt x="142707" y="38419"/>
                  </a:lnTo>
                  <a:lnTo>
                    <a:pt x="143485" y="38525"/>
                  </a:lnTo>
                  <a:lnTo>
                    <a:pt x="144321" y="38631"/>
                  </a:lnTo>
                  <a:lnTo>
                    <a:pt x="145240" y="38737"/>
                  </a:lnTo>
                  <a:lnTo>
                    <a:pt x="146224" y="38843"/>
                  </a:lnTo>
                  <a:lnTo>
                    <a:pt x="147265" y="38948"/>
                  </a:lnTo>
                  <a:lnTo>
                    <a:pt x="148362" y="39054"/>
                  </a:lnTo>
                  <a:lnTo>
                    <a:pt x="149542" y="39160"/>
                  </a:lnTo>
                  <a:lnTo>
                    <a:pt x="150769" y="39266"/>
                  </a:lnTo>
                  <a:lnTo>
                    <a:pt x="152043" y="39372"/>
                  </a:lnTo>
                  <a:lnTo>
                    <a:pt x="153366" y="39478"/>
                  </a:lnTo>
                  <a:lnTo>
                    <a:pt x="154740" y="39583"/>
                  </a:lnTo>
                  <a:lnTo>
                    <a:pt x="156143" y="39689"/>
                  </a:lnTo>
                  <a:lnTo>
                    <a:pt x="157572" y="39795"/>
                  </a:lnTo>
                  <a:lnTo>
                    <a:pt x="159026" y="39901"/>
                  </a:lnTo>
                  <a:lnTo>
                    <a:pt x="160492" y="40007"/>
                  </a:lnTo>
                  <a:lnTo>
                    <a:pt x="161960" y="40113"/>
                  </a:lnTo>
                  <a:lnTo>
                    <a:pt x="163425" y="40219"/>
                  </a:lnTo>
                  <a:lnTo>
                    <a:pt x="164875" y="40324"/>
                  </a:lnTo>
                  <a:lnTo>
                    <a:pt x="166298" y="40430"/>
                  </a:lnTo>
                  <a:lnTo>
                    <a:pt x="167690" y="40536"/>
                  </a:lnTo>
                  <a:lnTo>
                    <a:pt x="169048" y="40642"/>
                  </a:lnTo>
                  <a:lnTo>
                    <a:pt x="170338" y="40748"/>
                  </a:lnTo>
                  <a:lnTo>
                    <a:pt x="171567" y="40854"/>
                  </a:lnTo>
                  <a:lnTo>
                    <a:pt x="172734" y="40959"/>
                  </a:lnTo>
                  <a:lnTo>
                    <a:pt x="173831" y="41065"/>
                  </a:lnTo>
                  <a:lnTo>
                    <a:pt x="174811" y="41171"/>
                  </a:lnTo>
                  <a:lnTo>
                    <a:pt x="175706" y="41277"/>
                  </a:lnTo>
                  <a:lnTo>
                    <a:pt x="176512" y="41383"/>
                  </a:lnTo>
                  <a:lnTo>
                    <a:pt x="177207" y="41489"/>
                  </a:lnTo>
                  <a:lnTo>
                    <a:pt x="177762" y="41594"/>
                  </a:lnTo>
                  <a:lnTo>
                    <a:pt x="178212" y="41700"/>
                  </a:lnTo>
                  <a:lnTo>
                    <a:pt x="178555" y="41806"/>
                  </a:lnTo>
                  <a:lnTo>
                    <a:pt x="178752" y="42124"/>
                  </a:lnTo>
                  <a:lnTo>
                    <a:pt x="178580" y="42229"/>
                  </a:lnTo>
                  <a:lnTo>
                    <a:pt x="178247" y="42335"/>
                  </a:lnTo>
                  <a:lnTo>
                    <a:pt x="177787" y="42441"/>
                  </a:lnTo>
                  <a:lnTo>
                    <a:pt x="177218" y="42547"/>
                  </a:lnTo>
                  <a:lnTo>
                    <a:pt x="176540" y="42653"/>
                  </a:lnTo>
                  <a:lnTo>
                    <a:pt x="175704" y="42759"/>
                  </a:lnTo>
                  <a:lnTo>
                    <a:pt x="174770" y="42865"/>
                  </a:lnTo>
                  <a:lnTo>
                    <a:pt x="173742" y="42970"/>
                  </a:lnTo>
                  <a:lnTo>
                    <a:pt x="172617" y="43076"/>
                  </a:lnTo>
                  <a:lnTo>
                    <a:pt x="171374" y="43182"/>
                  </a:lnTo>
                  <a:lnTo>
                    <a:pt x="170059" y="43288"/>
                  </a:lnTo>
                  <a:lnTo>
                    <a:pt x="168677" y="43394"/>
                  </a:lnTo>
                  <a:lnTo>
                    <a:pt x="167221" y="43500"/>
                  </a:lnTo>
                  <a:lnTo>
                    <a:pt x="165698" y="43605"/>
                  </a:lnTo>
                  <a:lnTo>
                    <a:pt x="164133" y="43711"/>
                  </a:lnTo>
                  <a:lnTo>
                    <a:pt x="162532" y="43817"/>
                  </a:lnTo>
                  <a:lnTo>
                    <a:pt x="160893" y="43923"/>
                  </a:lnTo>
                  <a:lnTo>
                    <a:pt x="159234" y="44029"/>
                  </a:lnTo>
                  <a:lnTo>
                    <a:pt x="157565" y="44135"/>
                  </a:lnTo>
                  <a:lnTo>
                    <a:pt x="155892" y="44240"/>
                  </a:lnTo>
                  <a:lnTo>
                    <a:pt x="154225" y="44346"/>
                  </a:lnTo>
                  <a:lnTo>
                    <a:pt x="152573" y="44452"/>
                  </a:lnTo>
                  <a:lnTo>
                    <a:pt x="150940" y="44558"/>
                  </a:lnTo>
                  <a:lnTo>
                    <a:pt x="149331" y="44664"/>
                  </a:lnTo>
                  <a:lnTo>
                    <a:pt x="147770" y="44770"/>
                  </a:lnTo>
                  <a:lnTo>
                    <a:pt x="146246" y="44875"/>
                  </a:lnTo>
                  <a:lnTo>
                    <a:pt x="144763" y="44981"/>
                  </a:lnTo>
                  <a:lnTo>
                    <a:pt x="143332" y="45087"/>
                  </a:lnTo>
                  <a:lnTo>
                    <a:pt x="141969" y="45193"/>
                  </a:lnTo>
                  <a:lnTo>
                    <a:pt x="140658" y="45299"/>
                  </a:lnTo>
                  <a:lnTo>
                    <a:pt x="139401" y="45405"/>
                  </a:lnTo>
                  <a:lnTo>
                    <a:pt x="138214" y="45510"/>
                  </a:lnTo>
                  <a:lnTo>
                    <a:pt x="137100" y="45616"/>
                  </a:lnTo>
                  <a:lnTo>
                    <a:pt x="136043" y="45722"/>
                  </a:lnTo>
                  <a:lnTo>
                    <a:pt x="135042" y="45828"/>
                  </a:lnTo>
                  <a:lnTo>
                    <a:pt x="134119" y="45934"/>
                  </a:lnTo>
                  <a:lnTo>
                    <a:pt x="133259" y="46040"/>
                  </a:lnTo>
                  <a:lnTo>
                    <a:pt x="132452" y="46146"/>
                  </a:lnTo>
                  <a:lnTo>
                    <a:pt x="131695" y="46251"/>
                  </a:lnTo>
                  <a:lnTo>
                    <a:pt x="131011" y="46357"/>
                  </a:lnTo>
                  <a:lnTo>
                    <a:pt x="130372" y="46463"/>
                  </a:lnTo>
                  <a:lnTo>
                    <a:pt x="129774" y="46569"/>
                  </a:lnTo>
                  <a:lnTo>
                    <a:pt x="129217" y="46675"/>
                  </a:lnTo>
                  <a:lnTo>
                    <a:pt x="128710" y="46781"/>
                  </a:lnTo>
                  <a:lnTo>
                    <a:pt x="128232" y="46886"/>
                  </a:lnTo>
                  <a:lnTo>
                    <a:pt x="127779" y="46992"/>
                  </a:lnTo>
                  <a:lnTo>
                    <a:pt x="127353" y="47098"/>
                  </a:lnTo>
                  <a:lnTo>
                    <a:pt x="126950" y="47204"/>
                  </a:lnTo>
                  <a:lnTo>
                    <a:pt x="126559" y="47310"/>
                  </a:lnTo>
                  <a:lnTo>
                    <a:pt x="126177" y="47416"/>
                  </a:lnTo>
                  <a:lnTo>
                    <a:pt x="125803" y="47521"/>
                  </a:lnTo>
                  <a:lnTo>
                    <a:pt x="125431" y="47627"/>
                  </a:lnTo>
                  <a:lnTo>
                    <a:pt x="125055" y="47733"/>
                  </a:lnTo>
                  <a:lnTo>
                    <a:pt x="124675" y="47839"/>
                  </a:lnTo>
                  <a:lnTo>
                    <a:pt x="124284" y="47945"/>
                  </a:lnTo>
                  <a:lnTo>
                    <a:pt x="123879" y="48051"/>
                  </a:lnTo>
                  <a:lnTo>
                    <a:pt x="123462" y="48156"/>
                  </a:lnTo>
                  <a:lnTo>
                    <a:pt x="123029" y="48262"/>
                  </a:lnTo>
                  <a:lnTo>
                    <a:pt x="122570" y="48368"/>
                  </a:lnTo>
                  <a:lnTo>
                    <a:pt x="122092" y="48474"/>
                  </a:lnTo>
                  <a:lnTo>
                    <a:pt x="121594" y="48580"/>
                  </a:lnTo>
                  <a:lnTo>
                    <a:pt x="121075" y="48686"/>
                  </a:lnTo>
                  <a:lnTo>
                    <a:pt x="120525" y="48792"/>
                  </a:lnTo>
                  <a:lnTo>
                    <a:pt x="119956" y="48897"/>
                  </a:lnTo>
                  <a:lnTo>
                    <a:pt x="119367" y="49003"/>
                  </a:lnTo>
                  <a:lnTo>
                    <a:pt x="118752" y="49109"/>
                  </a:lnTo>
                  <a:lnTo>
                    <a:pt x="118114" y="49215"/>
                  </a:lnTo>
                  <a:lnTo>
                    <a:pt x="117459" y="49321"/>
                  </a:lnTo>
                  <a:lnTo>
                    <a:pt x="116787" y="49427"/>
                  </a:lnTo>
                  <a:lnTo>
                    <a:pt x="116095" y="49532"/>
                  </a:lnTo>
                  <a:lnTo>
                    <a:pt x="115388" y="49638"/>
                  </a:lnTo>
                  <a:lnTo>
                    <a:pt x="114671" y="49744"/>
                  </a:lnTo>
                  <a:lnTo>
                    <a:pt x="113944" y="49850"/>
                  </a:lnTo>
                  <a:lnTo>
                    <a:pt x="113207" y="49956"/>
                  </a:lnTo>
                  <a:lnTo>
                    <a:pt x="112466" y="50062"/>
                  </a:lnTo>
                  <a:lnTo>
                    <a:pt x="111722" y="50167"/>
                  </a:lnTo>
                  <a:lnTo>
                    <a:pt x="110977" y="50273"/>
                  </a:lnTo>
                  <a:lnTo>
                    <a:pt x="110236" y="50379"/>
                  </a:lnTo>
                  <a:lnTo>
                    <a:pt x="109499" y="50485"/>
                  </a:lnTo>
                  <a:lnTo>
                    <a:pt x="108769" y="50591"/>
                  </a:lnTo>
                  <a:lnTo>
                    <a:pt x="108047" y="50697"/>
                  </a:lnTo>
                  <a:lnTo>
                    <a:pt x="107340" y="50802"/>
                  </a:lnTo>
                  <a:lnTo>
                    <a:pt x="106646" y="50908"/>
                  </a:lnTo>
                  <a:lnTo>
                    <a:pt x="105964" y="51014"/>
                  </a:lnTo>
                  <a:lnTo>
                    <a:pt x="105302" y="51120"/>
                  </a:lnTo>
                  <a:lnTo>
                    <a:pt x="104660" y="51226"/>
                  </a:lnTo>
                  <a:lnTo>
                    <a:pt x="104037" y="51332"/>
                  </a:lnTo>
                  <a:lnTo>
                    <a:pt x="103431" y="51438"/>
                  </a:lnTo>
                  <a:lnTo>
                    <a:pt x="102854" y="51543"/>
                  </a:lnTo>
                  <a:lnTo>
                    <a:pt x="102299" y="51649"/>
                  </a:lnTo>
                  <a:lnTo>
                    <a:pt x="101764" y="51755"/>
                  </a:lnTo>
                  <a:lnTo>
                    <a:pt x="101250" y="51861"/>
                  </a:lnTo>
                  <a:lnTo>
                    <a:pt x="100769" y="51967"/>
                  </a:lnTo>
                  <a:lnTo>
                    <a:pt x="100309" y="52073"/>
                  </a:lnTo>
                  <a:lnTo>
                    <a:pt x="99870" y="52178"/>
                  </a:lnTo>
                  <a:lnTo>
                    <a:pt x="99453" y="52284"/>
                  </a:lnTo>
                  <a:lnTo>
                    <a:pt x="99066" y="52390"/>
                  </a:lnTo>
                  <a:lnTo>
                    <a:pt x="98698" y="52496"/>
                  </a:lnTo>
                  <a:lnTo>
                    <a:pt x="98349" y="52602"/>
                  </a:lnTo>
                  <a:lnTo>
                    <a:pt x="98022" y="52708"/>
                  </a:lnTo>
                  <a:lnTo>
                    <a:pt x="97718" y="52813"/>
                  </a:lnTo>
                  <a:lnTo>
                    <a:pt x="97431" y="52919"/>
                  </a:lnTo>
                  <a:lnTo>
                    <a:pt x="97159" y="53025"/>
                  </a:lnTo>
                  <a:lnTo>
                    <a:pt x="96907" y="53131"/>
                  </a:lnTo>
                  <a:lnTo>
                    <a:pt x="96670" y="53237"/>
                  </a:lnTo>
                  <a:lnTo>
                    <a:pt x="96447" y="53343"/>
                  </a:lnTo>
                  <a:lnTo>
                    <a:pt x="96234" y="53448"/>
                  </a:lnTo>
                  <a:lnTo>
                    <a:pt x="96037" y="53554"/>
                  </a:lnTo>
                  <a:lnTo>
                    <a:pt x="95850" y="53660"/>
                  </a:lnTo>
                  <a:lnTo>
                    <a:pt x="95672" y="53766"/>
                  </a:lnTo>
                  <a:lnTo>
                    <a:pt x="95501" y="53872"/>
                  </a:lnTo>
                  <a:lnTo>
                    <a:pt x="95340" y="53978"/>
                  </a:lnTo>
                  <a:lnTo>
                    <a:pt x="95184" y="54083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3" name="rc36">
              <a:extLst>
                <a:ext uri="{FF2B5EF4-FFF2-40B4-BE49-F238E27FC236}">
                  <a16:creationId xmlns:a16="http://schemas.microsoft.com/office/drawing/2014/main" id="{84B1F6BB-5EDE-297F-F1B6-2E9CD65100E8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4" name="tx37">
              <a:extLst>
                <a:ext uri="{FF2B5EF4-FFF2-40B4-BE49-F238E27FC236}">
                  <a16:creationId xmlns:a16="http://schemas.microsoft.com/office/drawing/2014/main" id="{08FE187A-10A6-A56B-132D-49A1F9CEED0E}"/>
                </a:ext>
              </a:extLst>
            </p:cNvPr>
            <p:cNvSpPr/>
            <p:nvPr/>
          </p:nvSpPr>
          <p:spPr>
            <a:xfrm>
              <a:off x="1148262" y="279683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38">
              <a:extLst>
                <a:ext uri="{FF2B5EF4-FFF2-40B4-BE49-F238E27FC236}">
                  <a16:creationId xmlns:a16="http://schemas.microsoft.com/office/drawing/2014/main" id="{6EADF445-CBE4-0184-A230-06FBDE0168A4}"/>
                </a:ext>
              </a:extLst>
            </p:cNvPr>
            <p:cNvSpPr/>
            <p:nvPr/>
          </p:nvSpPr>
          <p:spPr>
            <a:xfrm>
              <a:off x="1148262" y="21959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16" name="tx39">
              <a:extLst>
                <a:ext uri="{FF2B5EF4-FFF2-40B4-BE49-F238E27FC236}">
                  <a16:creationId xmlns:a16="http://schemas.microsoft.com/office/drawing/2014/main" id="{97B3F4BF-B964-90E1-2948-5C39C6AAFCFF}"/>
                </a:ext>
              </a:extLst>
            </p:cNvPr>
            <p:cNvSpPr/>
            <p:nvPr/>
          </p:nvSpPr>
          <p:spPr>
            <a:xfrm>
              <a:off x="1148262" y="15949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17" name="pl40">
              <a:extLst>
                <a:ext uri="{FF2B5EF4-FFF2-40B4-BE49-F238E27FC236}">
                  <a16:creationId xmlns:a16="http://schemas.microsoft.com/office/drawing/2014/main" id="{D53700C5-DC86-9408-24AF-508B32F63A4E}"/>
                </a:ext>
              </a:extLst>
            </p:cNvPr>
            <p:cNvSpPr/>
            <p:nvPr/>
          </p:nvSpPr>
          <p:spPr>
            <a:xfrm>
              <a:off x="1300456" y="28368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8" name="pl41">
              <a:extLst>
                <a:ext uri="{FF2B5EF4-FFF2-40B4-BE49-F238E27FC236}">
                  <a16:creationId xmlns:a16="http://schemas.microsoft.com/office/drawing/2014/main" id="{5A69FA26-B0FD-03D7-5D67-FDF9FB840FEA}"/>
                </a:ext>
              </a:extLst>
            </p:cNvPr>
            <p:cNvSpPr/>
            <p:nvPr/>
          </p:nvSpPr>
          <p:spPr>
            <a:xfrm>
              <a:off x="1300456" y="22359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9" name="pl42">
              <a:extLst>
                <a:ext uri="{FF2B5EF4-FFF2-40B4-BE49-F238E27FC236}">
                  <a16:creationId xmlns:a16="http://schemas.microsoft.com/office/drawing/2014/main" id="{84AC2A84-F2C7-065A-7605-4DDF12067091}"/>
                </a:ext>
              </a:extLst>
            </p:cNvPr>
            <p:cNvSpPr/>
            <p:nvPr/>
          </p:nvSpPr>
          <p:spPr>
            <a:xfrm>
              <a:off x="1300456" y="163497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0" name="pl43">
              <a:extLst>
                <a:ext uri="{FF2B5EF4-FFF2-40B4-BE49-F238E27FC236}">
                  <a16:creationId xmlns:a16="http://schemas.microsoft.com/office/drawing/2014/main" id="{E1DC821D-77B7-6D73-CDB4-428F89C91387}"/>
                </a:ext>
              </a:extLst>
            </p:cNvPr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1" name="pl44">
              <a:extLst>
                <a:ext uri="{FF2B5EF4-FFF2-40B4-BE49-F238E27FC236}">
                  <a16:creationId xmlns:a16="http://schemas.microsoft.com/office/drawing/2014/main" id="{89120878-CD1F-1E35-54DF-61D720574525}"/>
                </a:ext>
              </a:extLst>
            </p:cNvPr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2" name="pl45">
              <a:extLst>
                <a:ext uri="{FF2B5EF4-FFF2-40B4-BE49-F238E27FC236}">
                  <a16:creationId xmlns:a16="http://schemas.microsoft.com/office/drawing/2014/main" id="{40205B81-09F6-0394-0FFF-B4730751731F}"/>
                </a:ext>
              </a:extLst>
            </p:cNvPr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3" name="pl46">
              <a:extLst>
                <a:ext uri="{FF2B5EF4-FFF2-40B4-BE49-F238E27FC236}">
                  <a16:creationId xmlns:a16="http://schemas.microsoft.com/office/drawing/2014/main" id="{2E53BE92-2AA5-FEE2-BC83-8183FEB5450A}"/>
                </a:ext>
              </a:extLst>
            </p:cNvPr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4" name="pl47">
              <a:extLst>
                <a:ext uri="{FF2B5EF4-FFF2-40B4-BE49-F238E27FC236}">
                  <a16:creationId xmlns:a16="http://schemas.microsoft.com/office/drawing/2014/main" id="{D39A2082-F4CF-14FA-524D-9DBB8722A744}"/>
                </a:ext>
              </a:extLst>
            </p:cNvPr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5" name="pl48">
              <a:extLst>
                <a:ext uri="{FF2B5EF4-FFF2-40B4-BE49-F238E27FC236}">
                  <a16:creationId xmlns:a16="http://schemas.microsoft.com/office/drawing/2014/main" id="{F0A3CF9A-68EE-9243-CDEA-828BA6DB6851}"/>
                </a:ext>
              </a:extLst>
            </p:cNvPr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6" name="pl49">
              <a:extLst>
                <a:ext uri="{FF2B5EF4-FFF2-40B4-BE49-F238E27FC236}">
                  <a16:creationId xmlns:a16="http://schemas.microsoft.com/office/drawing/2014/main" id="{C36B862F-DA5D-6438-45FF-A3D9755F5778}"/>
                </a:ext>
              </a:extLst>
            </p:cNvPr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7" name="pl50">
              <a:extLst>
                <a:ext uri="{FF2B5EF4-FFF2-40B4-BE49-F238E27FC236}">
                  <a16:creationId xmlns:a16="http://schemas.microsoft.com/office/drawing/2014/main" id="{1ECF902C-A987-8564-9FBD-AB7CED9F3253}"/>
                </a:ext>
              </a:extLst>
            </p:cNvPr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8" name="pl51">
              <a:extLst>
                <a:ext uri="{FF2B5EF4-FFF2-40B4-BE49-F238E27FC236}">
                  <a16:creationId xmlns:a16="http://schemas.microsoft.com/office/drawing/2014/main" id="{CED32ED3-2ABA-9EE9-7389-9499B0D00838}"/>
                </a:ext>
              </a:extLst>
            </p:cNvPr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9" name="pl52">
              <a:extLst>
                <a:ext uri="{FF2B5EF4-FFF2-40B4-BE49-F238E27FC236}">
                  <a16:creationId xmlns:a16="http://schemas.microsoft.com/office/drawing/2014/main" id="{4C70A4ED-0005-9CBC-3EB4-04C2378B83FB}"/>
                </a:ext>
              </a:extLst>
            </p:cNvPr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0" name="pl53">
              <a:extLst>
                <a:ext uri="{FF2B5EF4-FFF2-40B4-BE49-F238E27FC236}">
                  <a16:creationId xmlns:a16="http://schemas.microsoft.com/office/drawing/2014/main" id="{C1F7A895-814D-CBFD-8298-114557A1EA62}"/>
                </a:ext>
              </a:extLst>
            </p:cNvPr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1" name="pl54">
              <a:extLst>
                <a:ext uri="{FF2B5EF4-FFF2-40B4-BE49-F238E27FC236}">
                  <a16:creationId xmlns:a16="http://schemas.microsoft.com/office/drawing/2014/main" id="{96ABAA7D-97E1-1D13-9CC4-C9E6AE3EC3E6}"/>
                </a:ext>
              </a:extLst>
            </p:cNvPr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2" name="tx55">
              <a:extLst>
                <a:ext uri="{FF2B5EF4-FFF2-40B4-BE49-F238E27FC236}">
                  <a16:creationId xmlns:a16="http://schemas.microsoft.com/office/drawing/2014/main" id="{6DA570F7-0D34-7FF5-639D-D13B882742D9}"/>
                </a:ext>
              </a:extLst>
            </p:cNvPr>
            <p:cNvSpPr/>
            <p:nvPr/>
          </p:nvSpPr>
          <p:spPr>
            <a:xfrm rot="189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33" name="tx56">
              <a:extLst>
                <a:ext uri="{FF2B5EF4-FFF2-40B4-BE49-F238E27FC236}">
                  <a16:creationId xmlns:a16="http://schemas.microsoft.com/office/drawing/2014/main" id="{FC3CF7F9-B065-1196-B60A-0258B1B28230}"/>
                </a:ext>
              </a:extLst>
            </p:cNvPr>
            <p:cNvSpPr/>
            <p:nvPr/>
          </p:nvSpPr>
          <p:spPr>
            <a:xfrm rot="189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34" name="tx57">
              <a:extLst>
                <a:ext uri="{FF2B5EF4-FFF2-40B4-BE49-F238E27FC236}">
                  <a16:creationId xmlns:a16="http://schemas.microsoft.com/office/drawing/2014/main" id="{E59D559D-DDB3-3A57-1FEC-9A8FCC7D754D}"/>
                </a:ext>
              </a:extLst>
            </p:cNvPr>
            <p:cNvSpPr/>
            <p:nvPr/>
          </p:nvSpPr>
          <p:spPr>
            <a:xfrm rot="189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35" name="tx58">
              <a:extLst>
                <a:ext uri="{FF2B5EF4-FFF2-40B4-BE49-F238E27FC236}">
                  <a16:creationId xmlns:a16="http://schemas.microsoft.com/office/drawing/2014/main" id="{1915A4F6-E3D3-1394-4228-BB1EA9698663}"/>
                </a:ext>
              </a:extLst>
            </p:cNvPr>
            <p:cNvSpPr/>
            <p:nvPr/>
          </p:nvSpPr>
          <p:spPr>
            <a:xfrm rot="189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36" name="tx59">
              <a:extLst>
                <a:ext uri="{FF2B5EF4-FFF2-40B4-BE49-F238E27FC236}">
                  <a16:creationId xmlns:a16="http://schemas.microsoft.com/office/drawing/2014/main" id="{C725B33A-900F-171F-8415-8FE00153FCAB}"/>
                </a:ext>
              </a:extLst>
            </p:cNvPr>
            <p:cNvSpPr/>
            <p:nvPr/>
          </p:nvSpPr>
          <p:spPr>
            <a:xfrm rot="189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37" name="tx60">
              <a:extLst>
                <a:ext uri="{FF2B5EF4-FFF2-40B4-BE49-F238E27FC236}">
                  <a16:creationId xmlns:a16="http://schemas.microsoft.com/office/drawing/2014/main" id="{27583E4E-F19F-3C86-1207-76251BD89109}"/>
                </a:ext>
              </a:extLst>
            </p:cNvPr>
            <p:cNvSpPr/>
            <p:nvPr/>
          </p:nvSpPr>
          <p:spPr>
            <a:xfrm rot="189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38" name="tx61">
              <a:extLst>
                <a:ext uri="{FF2B5EF4-FFF2-40B4-BE49-F238E27FC236}">
                  <a16:creationId xmlns:a16="http://schemas.microsoft.com/office/drawing/2014/main" id="{164951CA-7E7B-5349-5813-243D0CE7EBBF}"/>
                </a:ext>
              </a:extLst>
            </p:cNvPr>
            <p:cNvSpPr/>
            <p:nvPr/>
          </p:nvSpPr>
          <p:spPr>
            <a:xfrm rot="189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39" name="tx62">
              <a:extLst>
                <a:ext uri="{FF2B5EF4-FFF2-40B4-BE49-F238E27FC236}">
                  <a16:creationId xmlns:a16="http://schemas.microsoft.com/office/drawing/2014/main" id="{B950D910-A06B-2613-EFB4-2B7124463A1C}"/>
                </a:ext>
              </a:extLst>
            </p:cNvPr>
            <p:cNvSpPr/>
            <p:nvPr/>
          </p:nvSpPr>
          <p:spPr>
            <a:xfrm rot="189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40" name="tx63">
              <a:extLst>
                <a:ext uri="{FF2B5EF4-FFF2-40B4-BE49-F238E27FC236}">
                  <a16:creationId xmlns:a16="http://schemas.microsoft.com/office/drawing/2014/main" id="{8E3BB891-DD1B-23EE-9254-358B8FBD49C8}"/>
                </a:ext>
              </a:extLst>
            </p:cNvPr>
            <p:cNvSpPr/>
            <p:nvPr/>
          </p:nvSpPr>
          <p:spPr>
            <a:xfrm rot="18900000">
              <a:off x="4489001" y="3561653"/>
              <a:ext cx="90708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1" name="tx64">
              <a:extLst>
                <a:ext uri="{FF2B5EF4-FFF2-40B4-BE49-F238E27FC236}">
                  <a16:creationId xmlns:a16="http://schemas.microsoft.com/office/drawing/2014/main" id="{0B28D28D-D8C2-0AD2-CB32-8566402EB50E}"/>
                </a:ext>
              </a:extLst>
            </p:cNvPr>
            <p:cNvSpPr/>
            <p:nvPr/>
          </p:nvSpPr>
          <p:spPr>
            <a:xfrm rot="18900000">
              <a:off x="4921127" y="3561621"/>
              <a:ext cx="9069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2" name="tx65">
              <a:extLst>
                <a:ext uri="{FF2B5EF4-FFF2-40B4-BE49-F238E27FC236}">
                  <a16:creationId xmlns:a16="http://schemas.microsoft.com/office/drawing/2014/main" id="{A23EC0E8-8CD8-F3E9-D88C-29682BD64256}"/>
                </a:ext>
              </a:extLst>
            </p:cNvPr>
            <p:cNvSpPr/>
            <p:nvPr/>
          </p:nvSpPr>
          <p:spPr>
            <a:xfrm rot="18900000">
              <a:off x="5395478" y="3544098"/>
              <a:ext cx="85743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3" name="tx66">
              <a:extLst>
                <a:ext uri="{FF2B5EF4-FFF2-40B4-BE49-F238E27FC236}">
                  <a16:creationId xmlns:a16="http://schemas.microsoft.com/office/drawing/2014/main" id="{F9FCC150-3CB4-BC23-F48D-579EE9A69CFF}"/>
                </a:ext>
              </a:extLst>
            </p:cNvPr>
            <p:cNvSpPr/>
            <p:nvPr/>
          </p:nvSpPr>
          <p:spPr>
            <a:xfrm rot="18900000">
              <a:off x="5827603" y="3544066"/>
              <a:ext cx="85734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4" name="tx67">
              <a:extLst>
                <a:ext uri="{FF2B5EF4-FFF2-40B4-BE49-F238E27FC236}">
                  <a16:creationId xmlns:a16="http://schemas.microsoft.com/office/drawing/2014/main" id="{A92B30D6-C376-2732-0B5E-D794835A6023}"/>
                </a:ext>
              </a:extLst>
            </p:cNvPr>
            <p:cNvSpPr/>
            <p:nvPr/>
          </p:nvSpPr>
          <p:spPr>
            <a:xfrm rot="16200000">
              <a:off x="599255" y="2278874"/>
              <a:ext cx="86950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Salinity (PSU)</a:t>
              </a:r>
            </a:p>
          </p:txBody>
        </p:sp>
        <p:sp>
          <p:nvSpPr>
            <p:cNvPr id="145" name="tx106">
              <a:extLst>
                <a:ext uri="{FF2B5EF4-FFF2-40B4-BE49-F238E27FC236}">
                  <a16:creationId xmlns:a16="http://schemas.microsoft.com/office/drawing/2014/main" id="{666F9D29-C093-4975-26CE-6D8D73E26AA4}"/>
                </a:ext>
              </a:extLst>
            </p:cNvPr>
            <p:cNvSpPr/>
            <p:nvPr/>
          </p:nvSpPr>
          <p:spPr>
            <a:xfrm>
              <a:off x="1335251" y="983989"/>
              <a:ext cx="260695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Salinity at Experimental Source</a:t>
              </a:r>
            </a:p>
          </p:txBody>
        </p:sp>
        <p:sp>
          <p:nvSpPr>
            <p:cNvPr id="146" name="tx107">
              <a:extLst>
                <a:ext uri="{FF2B5EF4-FFF2-40B4-BE49-F238E27FC236}">
                  <a16:creationId xmlns:a16="http://schemas.microsoft.com/office/drawing/2014/main" id="{A03A0FFF-F464-097B-4988-6E5467DE3E7F}"/>
                </a:ext>
              </a:extLst>
            </p:cNvPr>
            <p:cNvSpPr/>
            <p:nvPr/>
          </p:nvSpPr>
          <p:spPr>
            <a:xfrm>
              <a:off x="1335251" y="1165040"/>
              <a:ext cx="181563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96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Sites and in Mesocosms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DE6F4A0-3A1F-4538-6A41-B49B6584C905}"/>
              </a:ext>
            </a:extLst>
          </p:cNvPr>
          <p:cNvGrpSpPr/>
          <p:nvPr/>
        </p:nvGrpSpPr>
        <p:grpSpPr>
          <a:xfrm>
            <a:off x="20844794" y="2294112"/>
            <a:ext cx="4005921" cy="9420960"/>
            <a:chOff x="6824703" y="914400"/>
            <a:chExt cx="1335307" cy="3140320"/>
          </a:xfrm>
        </p:grpSpPr>
        <p:sp>
          <p:nvSpPr>
            <p:cNvPr id="148" name="rc79">
              <a:extLst>
                <a:ext uri="{FF2B5EF4-FFF2-40B4-BE49-F238E27FC236}">
                  <a16:creationId xmlns:a16="http://schemas.microsoft.com/office/drawing/2014/main" id="{CB13CDEC-A5BE-FCAB-BFA9-84C036C22AC4}"/>
                </a:ext>
              </a:extLst>
            </p:cNvPr>
            <p:cNvSpPr/>
            <p:nvPr/>
          </p:nvSpPr>
          <p:spPr>
            <a:xfrm>
              <a:off x="6824703" y="914400"/>
              <a:ext cx="1335307" cy="29003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92CE9222-C0AE-DB0A-7321-760CCAE69E22}"/>
                </a:ext>
              </a:extLst>
            </p:cNvPr>
            <p:cNvGrpSpPr/>
            <p:nvPr/>
          </p:nvGrpSpPr>
          <p:grpSpPr>
            <a:xfrm>
              <a:off x="6894292" y="927344"/>
              <a:ext cx="543613" cy="1939994"/>
              <a:chOff x="6894292" y="927344"/>
              <a:chExt cx="543613" cy="1939994"/>
            </a:xfrm>
          </p:grpSpPr>
          <p:sp>
            <p:nvSpPr>
              <p:cNvPr id="164" name="tx80">
                <a:extLst>
                  <a:ext uri="{FF2B5EF4-FFF2-40B4-BE49-F238E27FC236}">
                    <a16:creationId xmlns:a16="http://schemas.microsoft.com/office/drawing/2014/main" id="{BFA15D38-A68D-BC85-3A86-F3DBC2CA6FC9}"/>
                  </a:ext>
                </a:extLst>
              </p:cNvPr>
              <p:cNvSpPr/>
              <p:nvPr/>
            </p:nvSpPr>
            <p:spPr>
              <a:xfrm>
                <a:off x="7112735" y="927344"/>
                <a:ext cx="240761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lang="en-US" sz="33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Population</a:t>
                </a:r>
                <a:endParaRPr sz="3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65" name="rc81">
                <a:extLst>
                  <a:ext uri="{FF2B5EF4-FFF2-40B4-BE49-F238E27FC236}">
                    <a16:creationId xmlns:a16="http://schemas.microsoft.com/office/drawing/2014/main" id="{3A9E54FD-1F3D-F3DD-E92D-5B15CE61B404}"/>
                  </a:ext>
                </a:extLst>
              </p:cNvPr>
              <p:cNvSpPr/>
              <p:nvPr/>
            </p:nvSpPr>
            <p:spPr>
              <a:xfrm>
                <a:off x="6894292" y="111169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66" name="rc82">
                <a:extLst>
                  <a:ext uri="{FF2B5EF4-FFF2-40B4-BE49-F238E27FC236}">
                    <a16:creationId xmlns:a16="http://schemas.microsoft.com/office/drawing/2014/main" id="{9A07121F-761E-83D4-8C93-D7332A7AD213}"/>
                  </a:ext>
                </a:extLst>
              </p:cNvPr>
              <p:cNvSpPr/>
              <p:nvPr/>
            </p:nvSpPr>
            <p:spPr>
              <a:xfrm>
                <a:off x="6903292" y="1120690"/>
                <a:ext cx="201455" cy="201456"/>
              </a:xfrm>
              <a:prstGeom prst="rect">
                <a:avLst/>
              </a:prstGeom>
              <a:solidFill>
                <a:srgbClr val="03045E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67" name="rc83">
                <a:extLst>
                  <a:ext uri="{FF2B5EF4-FFF2-40B4-BE49-F238E27FC236}">
                    <a16:creationId xmlns:a16="http://schemas.microsoft.com/office/drawing/2014/main" id="{8F8A47B0-E634-1BFA-6FC6-576D352ED659}"/>
                  </a:ext>
                </a:extLst>
              </p:cNvPr>
              <p:cNvSpPr/>
              <p:nvPr/>
            </p:nvSpPr>
            <p:spPr>
              <a:xfrm>
                <a:off x="6894292" y="133114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68" name="rc84">
                <a:extLst>
                  <a:ext uri="{FF2B5EF4-FFF2-40B4-BE49-F238E27FC236}">
                    <a16:creationId xmlns:a16="http://schemas.microsoft.com/office/drawing/2014/main" id="{D0967095-DD5D-80CB-1F04-218AB9261CF9}"/>
                  </a:ext>
                </a:extLst>
              </p:cNvPr>
              <p:cNvSpPr/>
              <p:nvPr/>
            </p:nvSpPr>
            <p:spPr>
              <a:xfrm>
                <a:off x="6903292" y="1340146"/>
                <a:ext cx="201455" cy="201455"/>
              </a:xfrm>
              <a:prstGeom prst="rect">
                <a:avLst/>
              </a:prstGeom>
              <a:solidFill>
                <a:srgbClr val="0077B6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69" name="rc85">
                <a:extLst>
                  <a:ext uri="{FF2B5EF4-FFF2-40B4-BE49-F238E27FC236}">
                    <a16:creationId xmlns:a16="http://schemas.microsoft.com/office/drawing/2014/main" id="{17A67DF0-82E2-A043-5567-4E750B591999}"/>
                  </a:ext>
                </a:extLst>
              </p:cNvPr>
              <p:cNvSpPr/>
              <p:nvPr/>
            </p:nvSpPr>
            <p:spPr>
              <a:xfrm>
                <a:off x="6894292" y="1550602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0" name="rc86">
                <a:extLst>
                  <a:ext uri="{FF2B5EF4-FFF2-40B4-BE49-F238E27FC236}">
                    <a16:creationId xmlns:a16="http://schemas.microsoft.com/office/drawing/2014/main" id="{EA0770AA-F13D-D788-DEA5-1C3B74B8ABCF}"/>
                  </a:ext>
                </a:extLst>
              </p:cNvPr>
              <p:cNvSpPr/>
              <p:nvPr/>
            </p:nvSpPr>
            <p:spPr>
              <a:xfrm>
                <a:off x="6903292" y="1559602"/>
                <a:ext cx="201455" cy="201455"/>
              </a:xfrm>
              <a:prstGeom prst="rect">
                <a:avLst/>
              </a:prstGeom>
              <a:solidFill>
                <a:srgbClr val="00B4D8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1" name="rc87">
                <a:extLst>
                  <a:ext uri="{FF2B5EF4-FFF2-40B4-BE49-F238E27FC236}">
                    <a16:creationId xmlns:a16="http://schemas.microsoft.com/office/drawing/2014/main" id="{64200C42-A3A2-D5C7-B41B-FF14B13EA7AE}"/>
                  </a:ext>
                </a:extLst>
              </p:cNvPr>
              <p:cNvSpPr/>
              <p:nvPr/>
            </p:nvSpPr>
            <p:spPr>
              <a:xfrm>
                <a:off x="6894292" y="1770058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2" name="rc88">
                <a:extLst>
                  <a:ext uri="{FF2B5EF4-FFF2-40B4-BE49-F238E27FC236}">
                    <a16:creationId xmlns:a16="http://schemas.microsoft.com/office/drawing/2014/main" id="{758D2446-25C3-1C0E-FB34-475E60BD4364}"/>
                  </a:ext>
                </a:extLst>
              </p:cNvPr>
              <p:cNvSpPr/>
              <p:nvPr/>
            </p:nvSpPr>
            <p:spPr>
              <a:xfrm>
                <a:off x="6903292" y="1779058"/>
                <a:ext cx="201455" cy="201456"/>
              </a:xfrm>
              <a:prstGeom prst="rect">
                <a:avLst/>
              </a:prstGeom>
              <a:solidFill>
                <a:srgbClr val="90E0EF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3" name="rc89">
                <a:extLst>
                  <a:ext uri="{FF2B5EF4-FFF2-40B4-BE49-F238E27FC236}">
                    <a16:creationId xmlns:a16="http://schemas.microsoft.com/office/drawing/2014/main" id="{981D7C81-2B17-0F94-8C6D-7928ED74B785}"/>
                  </a:ext>
                </a:extLst>
              </p:cNvPr>
              <p:cNvSpPr/>
              <p:nvPr/>
            </p:nvSpPr>
            <p:spPr>
              <a:xfrm>
                <a:off x="6894292" y="1989514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4" name="rc90">
                <a:extLst>
                  <a:ext uri="{FF2B5EF4-FFF2-40B4-BE49-F238E27FC236}">
                    <a16:creationId xmlns:a16="http://schemas.microsoft.com/office/drawing/2014/main" id="{D38C5895-55CA-95C5-39CF-C3643421F616}"/>
                  </a:ext>
                </a:extLst>
              </p:cNvPr>
              <p:cNvSpPr/>
              <p:nvPr/>
            </p:nvSpPr>
            <p:spPr>
              <a:xfrm>
                <a:off x="6903292" y="1998514"/>
                <a:ext cx="201455" cy="201456"/>
              </a:xfrm>
              <a:prstGeom prst="rect">
                <a:avLst/>
              </a:prstGeom>
              <a:solidFill>
                <a:srgbClr val="6EDE8A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5" name="rc91">
                <a:extLst>
                  <a:ext uri="{FF2B5EF4-FFF2-40B4-BE49-F238E27FC236}">
                    <a16:creationId xmlns:a16="http://schemas.microsoft.com/office/drawing/2014/main" id="{0210A4AC-DF2D-EFDC-7865-E0356C4955EC}"/>
                  </a:ext>
                </a:extLst>
              </p:cNvPr>
              <p:cNvSpPr/>
              <p:nvPr/>
            </p:nvSpPr>
            <p:spPr>
              <a:xfrm>
                <a:off x="6894292" y="2208970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6" name="rc92">
                <a:extLst>
                  <a:ext uri="{FF2B5EF4-FFF2-40B4-BE49-F238E27FC236}">
                    <a16:creationId xmlns:a16="http://schemas.microsoft.com/office/drawing/2014/main" id="{CAE799B0-0368-A2C5-5E52-3C89DEF56181}"/>
                  </a:ext>
                </a:extLst>
              </p:cNvPr>
              <p:cNvSpPr/>
              <p:nvPr/>
            </p:nvSpPr>
            <p:spPr>
              <a:xfrm>
                <a:off x="6903292" y="2217970"/>
                <a:ext cx="201455" cy="201455"/>
              </a:xfrm>
              <a:prstGeom prst="rect">
                <a:avLst/>
              </a:prstGeom>
              <a:solidFill>
                <a:srgbClr val="25A244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7" name="rc93">
                <a:extLst>
                  <a:ext uri="{FF2B5EF4-FFF2-40B4-BE49-F238E27FC236}">
                    <a16:creationId xmlns:a16="http://schemas.microsoft.com/office/drawing/2014/main" id="{692CB902-C082-65EF-F006-D3274968ABEE}"/>
                  </a:ext>
                </a:extLst>
              </p:cNvPr>
              <p:cNvSpPr/>
              <p:nvPr/>
            </p:nvSpPr>
            <p:spPr>
              <a:xfrm>
                <a:off x="6894292" y="242842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8" name="rc94">
                <a:extLst>
                  <a:ext uri="{FF2B5EF4-FFF2-40B4-BE49-F238E27FC236}">
                    <a16:creationId xmlns:a16="http://schemas.microsoft.com/office/drawing/2014/main" id="{5E0071A4-8C39-8513-1A4B-794530308C83}"/>
                  </a:ext>
                </a:extLst>
              </p:cNvPr>
              <p:cNvSpPr/>
              <p:nvPr/>
            </p:nvSpPr>
            <p:spPr>
              <a:xfrm>
                <a:off x="6903292" y="2437426"/>
                <a:ext cx="201455" cy="201456"/>
              </a:xfrm>
              <a:prstGeom prst="rect">
                <a:avLst/>
              </a:prstGeom>
              <a:solidFill>
                <a:srgbClr val="155D27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79" name="rc95">
                <a:extLst>
                  <a:ext uri="{FF2B5EF4-FFF2-40B4-BE49-F238E27FC236}">
                    <a16:creationId xmlns:a16="http://schemas.microsoft.com/office/drawing/2014/main" id="{3BDE0CB8-7DDB-1734-0333-73280161AFDB}"/>
                  </a:ext>
                </a:extLst>
              </p:cNvPr>
              <p:cNvSpPr/>
              <p:nvPr/>
            </p:nvSpPr>
            <p:spPr>
              <a:xfrm>
                <a:off x="6894292" y="2647882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80" name="rc96">
                <a:extLst>
                  <a:ext uri="{FF2B5EF4-FFF2-40B4-BE49-F238E27FC236}">
                    <a16:creationId xmlns:a16="http://schemas.microsoft.com/office/drawing/2014/main" id="{9CF12C3F-5A9C-03BD-C287-F9A9D56BEE91}"/>
                  </a:ext>
                </a:extLst>
              </p:cNvPr>
              <p:cNvSpPr/>
              <p:nvPr/>
            </p:nvSpPr>
            <p:spPr>
              <a:xfrm>
                <a:off x="6903292" y="2656882"/>
                <a:ext cx="201455" cy="201456"/>
              </a:xfrm>
              <a:prstGeom prst="rect">
                <a:avLst/>
              </a:prstGeom>
              <a:solidFill>
                <a:srgbClr val="002800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81" name="tx105">
                <a:extLst>
                  <a:ext uri="{FF2B5EF4-FFF2-40B4-BE49-F238E27FC236}">
                    <a16:creationId xmlns:a16="http://schemas.microsoft.com/office/drawing/2014/main" id="{737BB076-AC11-EDEF-9D24-6CA3F42DB98C}"/>
                  </a:ext>
                </a:extLst>
              </p:cNvPr>
              <p:cNvSpPr/>
              <p:nvPr/>
            </p:nvSpPr>
            <p:spPr>
              <a:xfrm>
                <a:off x="7183337" y="1181413"/>
                <a:ext cx="20061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VAT</a:t>
                </a:r>
              </a:p>
            </p:txBody>
          </p:sp>
          <p:sp>
            <p:nvSpPr>
              <p:cNvPr id="182" name="tx106">
                <a:extLst>
                  <a:ext uri="{FF2B5EF4-FFF2-40B4-BE49-F238E27FC236}">
                    <a16:creationId xmlns:a16="http://schemas.microsoft.com/office/drawing/2014/main" id="{87161AC2-AE2E-33AB-A928-5ADF8F5916CA}"/>
                  </a:ext>
                </a:extLst>
              </p:cNvPr>
              <p:cNvSpPr/>
              <p:nvPr/>
            </p:nvSpPr>
            <p:spPr>
              <a:xfrm>
                <a:off x="7183337" y="1400869"/>
                <a:ext cx="180136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VIK</a:t>
                </a:r>
              </a:p>
            </p:txBody>
          </p:sp>
          <p:sp>
            <p:nvSpPr>
              <p:cNvPr id="183" name="tx107">
                <a:extLst>
                  <a:ext uri="{FF2B5EF4-FFF2-40B4-BE49-F238E27FC236}">
                    <a16:creationId xmlns:a16="http://schemas.microsoft.com/office/drawing/2014/main" id="{917AD6EC-93CE-F6F0-15E4-C73EDEA2DB50}"/>
                  </a:ext>
                </a:extLst>
              </p:cNvPr>
              <p:cNvSpPr/>
              <p:nvPr/>
            </p:nvSpPr>
            <p:spPr>
              <a:xfrm>
                <a:off x="7183337" y="1620325"/>
                <a:ext cx="25456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HOG</a:t>
                </a:r>
              </a:p>
            </p:txBody>
          </p:sp>
          <p:sp>
            <p:nvSpPr>
              <p:cNvPr id="184" name="tx108">
                <a:extLst>
                  <a:ext uri="{FF2B5EF4-FFF2-40B4-BE49-F238E27FC236}">
                    <a16:creationId xmlns:a16="http://schemas.microsoft.com/office/drawing/2014/main" id="{F09E245A-A929-197A-0890-690C67894897}"/>
                  </a:ext>
                </a:extLst>
              </p:cNvPr>
              <p:cNvSpPr/>
              <p:nvPr/>
            </p:nvSpPr>
            <p:spPr>
              <a:xfrm>
                <a:off x="7183337" y="1839781"/>
                <a:ext cx="22969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BAR</a:t>
                </a:r>
              </a:p>
            </p:txBody>
          </p:sp>
          <p:sp>
            <p:nvSpPr>
              <p:cNvPr id="185" name="tx109">
                <a:extLst>
                  <a:ext uri="{FF2B5EF4-FFF2-40B4-BE49-F238E27FC236}">
                    <a16:creationId xmlns:a16="http://schemas.microsoft.com/office/drawing/2014/main" id="{52288B1B-5D84-316E-F91A-492A89EA6B1F}"/>
                  </a:ext>
                </a:extLst>
              </p:cNvPr>
              <p:cNvSpPr/>
              <p:nvPr/>
            </p:nvSpPr>
            <p:spPr>
              <a:xfrm>
                <a:off x="7183337" y="2059237"/>
                <a:ext cx="2358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KUR</a:t>
                </a:r>
              </a:p>
            </p:txBody>
          </p:sp>
          <p:sp>
            <p:nvSpPr>
              <p:cNvPr id="186" name="tx110">
                <a:extLst>
                  <a:ext uri="{FF2B5EF4-FFF2-40B4-BE49-F238E27FC236}">
                    <a16:creationId xmlns:a16="http://schemas.microsoft.com/office/drawing/2014/main" id="{51B2F111-FBDA-6AD4-2405-2B0EC98D962B}"/>
                  </a:ext>
                </a:extLst>
              </p:cNvPr>
              <p:cNvSpPr/>
              <p:nvPr/>
            </p:nvSpPr>
            <p:spPr>
              <a:xfrm>
                <a:off x="7183337" y="2278693"/>
                <a:ext cx="211226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KAL</a:t>
                </a:r>
              </a:p>
            </p:txBody>
          </p:sp>
          <p:sp>
            <p:nvSpPr>
              <p:cNvPr id="187" name="tx111">
                <a:extLst>
                  <a:ext uri="{FF2B5EF4-FFF2-40B4-BE49-F238E27FC236}">
                    <a16:creationId xmlns:a16="http://schemas.microsoft.com/office/drawing/2014/main" id="{173E70DC-893D-5B7E-B3F6-334489D5E6DD}"/>
                  </a:ext>
                </a:extLst>
              </p:cNvPr>
              <p:cNvSpPr/>
              <p:nvPr/>
            </p:nvSpPr>
            <p:spPr>
              <a:xfrm>
                <a:off x="7183337" y="2498149"/>
                <a:ext cx="24825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HOR</a:t>
                </a:r>
              </a:p>
            </p:txBody>
          </p:sp>
          <p:sp>
            <p:nvSpPr>
              <p:cNvPr id="188" name="tx112">
                <a:extLst>
                  <a:ext uri="{FF2B5EF4-FFF2-40B4-BE49-F238E27FC236}">
                    <a16:creationId xmlns:a16="http://schemas.microsoft.com/office/drawing/2014/main" id="{9E7482C1-B918-AB1C-7D71-2E29E0CA2177}"/>
                  </a:ext>
                </a:extLst>
              </p:cNvPr>
              <p:cNvSpPr/>
              <p:nvPr/>
            </p:nvSpPr>
            <p:spPr>
              <a:xfrm>
                <a:off x="7183337" y="2717605"/>
                <a:ext cx="217352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BJO</a:t>
                </a: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10048B4D-609A-1D75-C25C-C8D58000857F}"/>
                </a:ext>
              </a:extLst>
            </p:cNvPr>
            <p:cNvGrpSpPr/>
            <p:nvPr/>
          </p:nvGrpSpPr>
          <p:grpSpPr>
            <a:xfrm>
              <a:off x="6894291" y="3176897"/>
              <a:ext cx="1196129" cy="877823"/>
              <a:chOff x="6894292" y="2867338"/>
              <a:chExt cx="1196129" cy="877823"/>
            </a:xfrm>
          </p:grpSpPr>
          <p:sp>
            <p:nvSpPr>
              <p:cNvPr id="152" name="rc97">
                <a:extLst>
                  <a:ext uri="{FF2B5EF4-FFF2-40B4-BE49-F238E27FC236}">
                    <a16:creationId xmlns:a16="http://schemas.microsoft.com/office/drawing/2014/main" id="{8CE75F6B-C8E7-3EFE-FBF2-AFA94F51A0AC}"/>
                  </a:ext>
                </a:extLst>
              </p:cNvPr>
              <p:cNvSpPr/>
              <p:nvPr/>
            </p:nvSpPr>
            <p:spPr>
              <a:xfrm>
                <a:off x="6894292" y="2867338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53" name="rc98">
                <a:extLst>
                  <a:ext uri="{FF2B5EF4-FFF2-40B4-BE49-F238E27FC236}">
                    <a16:creationId xmlns:a16="http://schemas.microsoft.com/office/drawing/2014/main" id="{F04815A1-5A91-0392-F3B1-D8007AA80B8A}"/>
                  </a:ext>
                </a:extLst>
              </p:cNvPr>
              <p:cNvSpPr/>
              <p:nvPr/>
            </p:nvSpPr>
            <p:spPr>
              <a:xfrm>
                <a:off x="6903292" y="2876338"/>
                <a:ext cx="201455" cy="201456"/>
              </a:xfrm>
              <a:prstGeom prst="rect">
                <a:avLst/>
              </a:prstGeom>
              <a:solidFill>
                <a:srgbClr val="FFA203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54" name="rc99">
                <a:extLst>
                  <a:ext uri="{FF2B5EF4-FFF2-40B4-BE49-F238E27FC236}">
                    <a16:creationId xmlns:a16="http://schemas.microsoft.com/office/drawing/2014/main" id="{996FD1C5-DA21-B181-0D68-EDDE366E997B}"/>
                  </a:ext>
                </a:extLst>
              </p:cNvPr>
              <p:cNvSpPr/>
              <p:nvPr/>
            </p:nvSpPr>
            <p:spPr>
              <a:xfrm>
                <a:off x="6894292" y="3086794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55" name="rc100">
                <a:extLst>
                  <a:ext uri="{FF2B5EF4-FFF2-40B4-BE49-F238E27FC236}">
                    <a16:creationId xmlns:a16="http://schemas.microsoft.com/office/drawing/2014/main" id="{94AA2DB1-0DD9-A6FD-BA91-65FAA23709D8}"/>
                  </a:ext>
                </a:extLst>
              </p:cNvPr>
              <p:cNvSpPr/>
              <p:nvPr/>
            </p:nvSpPr>
            <p:spPr>
              <a:xfrm>
                <a:off x="6903292" y="3095794"/>
                <a:ext cx="201455" cy="201456"/>
              </a:xfrm>
              <a:prstGeom prst="rect">
                <a:avLst/>
              </a:prstGeom>
              <a:solidFill>
                <a:srgbClr val="FE691E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56" name="rc101">
                <a:extLst>
                  <a:ext uri="{FF2B5EF4-FFF2-40B4-BE49-F238E27FC236}">
                    <a16:creationId xmlns:a16="http://schemas.microsoft.com/office/drawing/2014/main" id="{530A467C-3DFF-9FF0-C1CF-B28D1C13F909}"/>
                  </a:ext>
                </a:extLst>
              </p:cNvPr>
              <p:cNvSpPr/>
              <p:nvPr/>
            </p:nvSpPr>
            <p:spPr>
              <a:xfrm>
                <a:off x="6894292" y="330625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57" name="rc102">
                <a:extLst>
                  <a:ext uri="{FF2B5EF4-FFF2-40B4-BE49-F238E27FC236}">
                    <a16:creationId xmlns:a16="http://schemas.microsoft.com/office/drawing/2014/main" id="{36ECA2FA-AB96-3B53-F762-B44968C02739}"/>
                  </a:ext>
                </a:extLst>
              </p:cNvPr>
              <p:cNvSpPr/>
              <p:nvPr/>
            </p:nvSpPr>
            <p:spPr>
              <a:xfrm>
                <a:off x="6903292" y="3315250"/>
                <a:ext cx="201455" cy="201455"/>
              </a:xfrm>
              <a:prstGeom prst="rect">
                <a:avLst/>
              </a:prstGeom>
              <a:solidFill>
                <a:srgbClr val="FF1493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58" name="rc103">
                <a:extLst>
                  <a:ext uri="{FF2B5EF4-FFF2-40B4-BE49-F238E27FC236}">
                    <a16:creationId xmlns:a16="http://schemas.microsoft.com/office/drawing/2014/main" id="{98F33F29-81C0-945A-C468-7137BC5F9B99}"/>
                  </a:ext>
                </a:extLst>
              </p:cNvPr>
              <p:cNvSpPr/>
              <p:nvPr/>
            </p:nvSpPr>
            <p:spPr>
              <a:xfrm>
                <a:off x="6894292" y="3525706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59" name="rc104">
                <a:extLst>
                  <a:ext uri="{FF2B5EF4-FFF2-40B4-BE49-F238E27FC236}">
                    <a16:creationId xmlns:a16="http://schemas.microsoft.com/office/drawing/2014/main" id="{EF364E12-9934-2A47-7DF6-5E3DB592BA7B}"/>
                  </a:ext>
                </a:extLst>
              </p:cNvPr>
              <p:cNvSpPr/>
              <p:nvPr/>
            </p:nvSpPr>
            <p:spPr>
              <a:xfrm>
                <a:off x="6903292" y="3534706"/>
                <a:ext cx="201455" cy="201456"/>
              </a:xfrm>
              <a:prstGeom prst="rect">
                <a:avLst/>
              </a:prstGeom>
              <a:solidFill>
                <a:srgbClr val="8B0A50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sz="16200"/>
              </a:p>
            </p:txBody>
          </p:sp>
          <p:sp>
            <p:nvSpPr>
              <p:cNvPr id="160" name="tx113">
                <a:extLst>
                  <a:ext uri="{FF2B5EF4-FFF2-40B4-BE49-F238E27FC236}">
                    <a16:creationId xmlns:a16="http://schemas.microsoft.com/office/drawing/2014/main" id="{370279C3-C9D1-D65A-AD51-82D1AD329BD5}"/>
                  </a:ext>
                </a:extLst>
              </p:cNvPr>
              <p:cNvSpPr/>
              <p:nvPr/>
            </p:nvSpPr>
            <p:spPr>
              <a:xfrm>
                <a:off x="7183337" y="2937061"/>
                <a:ext cx="907084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Current North Sea</a:t>
                </a:r>
              </a:p>
            </p:txBody>
          </p:sp>
          <p:sp>
            <p:nvSpPr>
              <p:cNvPr id="161" name="tx114">
                <a:extLst>
                  <a:ext uri="{FF2B5EF4-FFF2-40B4-BE49-F238E27FC236}">
                    <a16:creationId xmlns:a16="http://schemas.microsoft.com/office/drawing/2014/main" id="{BA7BDFDD-1B6D-7FB1-2078-38ECC692FFCF}"/>
                  </a:ext>
                </a:extLst>
              </p:cNvPr>
              <p:cNvSpPr/>
              <p:nvPr/>
            </p:nvSpPr>
            <p:spPr>
              <a:xfrm>
                <a:off x="7183337" y="3156517"/>
                <a:ext cx="90699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Current Baltic Sea</a:t>
                </a:r>
              </a:p>
            </p:txBody>
          </p:sp>
          <p:sp>
            <p:nvSpPr>
              <p:cNvPr id="162" name="tx115">
                <a:extLst>
                  <a:ext uri="{FF2B5EF4-FFF2-40B4-BE49-F238E27FC236}">
                    <a16:creationId xmlns:a16="http://schemas.microsoft.com/office/drawing/2014/main" id="{540CB0B4-5A18-859F-5A86-ED8DEAA72E82}"/>
                  </a:ext>
                </a:extLst>
              </p:cNvPr>
              <p:cNvSpPr/>
              <p:nvPr/>
            </p:nvSpPr>
            <p:spPr>
              <a:xfrm>
                <a:off x="7183337" y="3375973"/>
                <a:ext cx="857432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Future North Sea</a:t>
                </a:r>
              </a:p>
            </p:txBody>
          </p:sp>
          <p:sp>
            <p:nvSpPr>
              <p:cNvPr id="163" name="tx116">
                <a:extLst>
                  <a:ext uri="{FF2B5EF4-FFF2-40B4-BE49-F238E27FC236}">
                    <a16:creationId xmlns:a16="http://schemas.microsoft.com/office/drawing/2014/main" id="{73A15157-C5DB-79CC-4105-3D194A9418C8}"/>
                  </a:ext>
                </a:extLst>
              </p:cNvPr>
              <p:cNvSpPr/>
              <p:nvPr/>
            </p:nvSpPr>
            <p:spPr>
              <a:xfrm>
                <a:off x="7183337" y="3595429"/>
                <a:ext cx="857341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64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Future Baltic Sea</a:t>
                </a:r>
              </a:p>
            </p:txBody>
          </p:sp>
        </p:grpSp>
        <p:sp>
          <p:nvSpPr>
            <p:cNvPr id="151" name="tx80">
              <a:extLst>
                <a:ext uri="{FF2B5EF4-FFF2-40B4-BE49-F238E27FC236}">
                  <a16:creationId xmlns:a16="http://schemas.microsoft.com/office/drawing/2014/main" id="{A03348BC-A5AC-DB34-5E04-5F6358C949AE}"/>
                </a:ext>
              </a:extLst>
            </p:cNvPr>
            <p:cNvSpPr/>
            <p:nvPr/>
          </p:nvSpPr>
          <p:spPr>
            <a:xfrm>
              <a:off x="7067543" y="3040933"/>
              <a:ext cx="24076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3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  <a:endParaRPr sz="33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72268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223</Words>
  <Application>Microsoft Macintosh PowerPoint</Application>
  <PresentationFormat>Custom</PresentationFormat>
  <Paragraphs>127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6</cp:revision>
  <dcterms:created xsi:type="dcterms:W3CDTF">2017-02-13T16:18:36Z</dcterms:created>
  <dcterms:modified xsi:type="dcterms:W3CDTF">2026-09-10T21:21:26Z</dcterms:modified>
  <cp:category/>
</cp:coreProperties>
</file>